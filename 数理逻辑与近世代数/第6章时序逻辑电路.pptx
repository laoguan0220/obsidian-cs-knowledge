
<file path=[Content_Types].xml><?xml version="1.0" encoding="utf-8"?>
<Types xmlns="http://schemas.openxmlformats.org/package/2006/content-types">
  <Default Extension="jpeg" ContentType="image/jpeg"/>
  <Default Extension="JPG" ContentType="image/.jpg"/>
  <Default Extension="vml" ContentType="application/vnd.openxmlformats-officedocument.vmlDrawing"/>
  <Default Extension="bin" ContentType="application/vnd.openxmlformats-officedocument.oleObject"/>
  <Default Extension="emf" ContentType="image/x-emf"/>
  <Default Extension="png" ContentType="image/png"/>
  <Default Extension="wmf" ContentType="image/x-w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10.xml" ContentType="application/vnd.openxmlformats-officedocument.theme+xml"/>
  <Override PartName="/ppt/theme/theme11.xml" ContentType="application/vnd.openxmlformats-officedocument.theme+xml"/>
  <Override PartName="/ppt/theme/theme12.xml" ContentType="application/vnd.openxmlformats-officedocument.theme+xml"/>
  <Override PartName="/ppt/theme/theme13.xml" ContentType="application/vnd.openxmlformats-officedocument.theme+xml"/>
  <Override PartName="/ppt/theme/theme14.xml" ContentType="application/vnd.openxmlformats-officedocument.theme+xml"/>
  <Override PartName="/ppt/theme/theme15.xml" ContentType="application/vnd.openxmlformats-officedocument.theme+xml"/>
  <Override PartName="/ppt/theme/theme16.xml" ContentType="application/vnd.openxmlformats-officedocument.theme+xml"/>
  <Override PartName="/ppt/theme/theme17.xml" ContentType="application/vnd.openxmlformats-officedocument.theme+xml"/>
  <Override PartName="/ppt/theme/theme18.xml" ContentType="application/vnd.openxmlformats-officedocument.theme+xml"/>
  <Override PartName="/ppt/theme/theme19.xml" ContentType="application/vnd.openxmlformats-officedocument.theme+xml"/>
  <Override PartName="/ppt/theme/theme2.xml" ContentType="application/vnd.openxmlformats-officedocument.theme+xml"/>
  <Override PartName="/ppt/theme/theme20.xml" ContentType="application/vnd.openxmlformats-officedocument.theme+xml"/>
  <Override PartName="/ppt/theme/theme21.xml" ContentType="application/vnd.openxmlformats-officedocument.theme+xml"/>
  <Override PartName="/ppt/theme/theme22.xml" ContentType="application/vnd.openxmlformats-officedocument.theme+xml"/>
  <Override PartName="/ppt/theme/theme23.xml" ContentType="application/vnd.openxmlformats-officedocument.theme+xml"/>
  <Override PartName="/ppt/theme/theme24.xml" ContentType="application/vnd.openxmlformats-officedocument.theme+xml"/>
  <Override PartName="/ppt/theme/theme25.xml" ContentType="application/vnd.openxmlformats-officedocument.theme+xml"/>
  <Override PartName="/ppt/theme/theme26.xml" ContentType="application/vnd.openxmlformats-officedocument.theme+xml"/>
  <Override PartName="/ppt/theme/theme27.xml" ContentType="application/vnd.openxmlformats-officedocument.theme+xml"/>
  <Override PartName="/ppt/theme/theme28.xml" ContentType="application/vnd.openxmlformats-officedocument.theme+xml"/>
  <Override PartName="/ppt/theme/theme29.xml" ContentType="application/vnd.openxmlformats-officedocument.theme+xml"/>
  <Override PartName="/ppt/theme/theme3.xml" ContentType="application/vnd.openxmlformats-officedocument.theme+xml"/>
  <Override PartName="/ppt/theme/theme30.xml" ContentType="application/vnd.openxmlformats-officedocument.theme+xml"/>
  <Override PartName="/ppt/theme/theme31.xml" ContentType="application/vnd.openxmlformats-officedocument.theme+xml"/>
  <Override PartName="/ppt/theme/theme32.xml" ContentType="application/vnd.openxmlformats-officedocument.theme+xml"/>
  <Override PartName="/ppt/theme/theme33.xml" ContentType="application/vnd.openxmlformats-officedocument.theme+xml"/>
  <Override PartName="/ppt/theme/theme34.xml" ContentType="application/vnd.openxmlformats-officedocument.theme+xml"/>
  <Override PartName="/ppt/theme/theme35.xml" ContentType="application/vnd.openxmlformats-officedocument.theme+xml"/>
  <Override PartName="/ppt/theme/theme36.xml" ContentType="application/vnd.openxmlformats-officedocument.theme+xml"/>
  <Override PartName="/ppt/theme/theme37.xml" ContentType="application/vnd.openxmlformats-officedocument.theme+xml"/>
  <Override PartName="/ppt/theme/theme38.xml" ContentType="application/vnd.openxmlformats-officedocument.theme+xml"/>
  <Override PartName="/ppt/theme/theme39.xml" ContentType="application/vnd.openxmlformats-officedocument.theme+xml"/>
  <Override PartName="/ppt/theme/theme4.xml" ContentType="application/vnd.openxmlformats-officedocument.theme+xml"/>
  <Override PartName="/ppt/theme/theme40.xml" ContentType="application/vnd.openxmlformats-officedocument.theme+xml"/>
  <Override PartName="/ppt/theme/theme41.xml" ContentType="application/vnd.openxmlformats-officedocument.theme+xml"/>
  <Override PartName="/ppt/theme/theme42.xml" ContentType="application/vnd.openxmlformats-officedocument.theme+xml"/>
  <Override PartName="/ppt/theme/theme43.xml" ContentType="application/vnd.openxmlformats-officedocument.theme+xml"/>
  <Override PartName="/ppt/theme/theme44.xml" ContentType="application/vnd.openxmlformats-officedocument.theme+xml"/>
  <Override PartName="/ppt/theme/theme45.xml" ContentType="application/vnd.openxmlformats-officedocument.theme+xml"/>
  <Override PartName="/ppt/theme/theme46.xml" ContentType="application/vnd.openxmlformats-officedocument.theme+xml"/>
  <Override PartName="/ppt/theme/theme47.xml" ContentType="application/vnd.openxmlformats-officedocument.theme+xml"/>
  <Override PartName="/ppt/theme/theme48.xml" ContentType="application/vnd.openxmlformats-officedocument.theme+xml"/>
  <Override PartName="/ppt/theme/theme49.xml" ContentType="application/vnd.openxmlformats-officedocument.theme+xml"/>
  <Override PartName="/ppt/theme/theme5.xml" ContentType="application/vnd.openxmlformats-officedocument.theme+xml"/>
  <Override PartName="/ppt/theme/theme50.xml" ContentType="application/vnd.openxmlformats-officedocument.theme+xml"/>
  <Override PartName="/ppt/theme/theme51.xml" ContentType="application/vnd.openxmlformats-officedocument.theme+xml"/>
  <Override PartName="/ppt/theme/theme52.xml" ContentType="application/vnd.openxmlformats-officedocument.theme+xml"/>
  <Override PartName="/ppt/theme/theme53.xml" ContentType="application/vnd.openxmlformats-officedocument.theme+xml"/>
  <Override PartName="/ppt/theme/theme54.xml" ContentType="application/vnd.openxmlformats-officedocument.theme+xml"/>
  <Override PartName="/ppt/theme/theme55.xml" ContentType="application/vnd.openxmlformats-officedocument.theme+xml"/>
  <Override PartName="/ppt/theme/theme56.xml" ContentType="application/vnd.openxmlformats-officedocument.theme+xml"/>
  <Override PartName="/ppt/theme/theme57.xml" ContentType="application/vnd.openxmlformats-officedocument.theme+xml"/>
  <Override PartName="/ppt/theme/theme58.xml" ContentType="application/vnd.openxmlformats-officedocument.theme+xml"/>
  <Override PartName="/ppt/theme/theme59.xml" ContentType="application/vnd.openxmlformats-officedocument.theme+xml"/>
  <Override PartName="/ppt/theme/theme6.xml" ContentType="application/vnd.openxmlformats-officedocument.theme+xml"/>
  <Override PartName="/ppt/theme/theme60.xml" ContentType="application/vnd.openxmlformats-officedocument.theme+xml"/>
  <Override PartName="/ppt/theme/theme61.xml" ContentType="application/vnd.openxmlformats-officedocument.theme+xml"/>
  <Override PartName="/ppt/theme/theme62.xml" ContentType="application/vnd.openxmlformats-officedocument.theme+xml"/>
  <Override PartName="/ppt/theme/theme63.xml" ContentType="application/vnd.openxmlformats-officedocument.theme+xml"/>
  <Override PartName="/ppt/theme/theme64.xml" ContentType="application/vnd.openxmlformats-officedocument.theme+xml"/>
  <Override PartName="/ppt/theme/theme65.xml" ContentType="application/vnd.openxmlformats-officedocument.theme+xml"/>
  <Override PartName="/ppt/theme/theme66.xml" ContentType="application/vnd.openxmlformats-officedocument.theme+xml"/>
  <Override PartName="/ppt/theme/theme67.xml" ContentType="application/vnd.openxmlformats-officedocument.theme+xml"/>
  <Override PartName="/ppt/theme/theme68.xml" ContentType="application/vnd.openxmlformats-officedocument.theme+xml"/>
  <Override PartName="/ppt/theme/theme69.xml" ContentType="application/vnd.openxmlformats-officedocument.theme+xml"/>
  <Override PartName="/ppt/theme/theme7.xml" ContentType="application/vnd.openxmlformats-officedocument.theme+xml"/>
  <Override PartName="/ppt/theme/theme70.xml" ContentType="application/vnd.openxmlformats-officedocument.theme+xml"/>
  <Override PartName="/ppt/theme/theme71.xml" ContentType="application/vnd.openxmlformats-officedocument.theme+xml"/>
  <Override PartName="/ppt/theme/theme72.xml" ContentType="application/vnd.openxmlformats-officedocument.theme+xml"/>
  <Override PartName="/ppt/theme/theme73.xml" ContentType="application/vnd.openxmlformats-officedocument.theme+xml"/>
  <Override PartName="/ppt/theme/theme74.xml" ContentType="application/vnd.openxmlformats-officedocument.theme+xml"/>
  <Override PartName="/ppt/theme/theme75.xml" ContentType="application/vnd.openxmlformats-officedocument.theme+xml"/>
  <Override PartName="/ppt/theme/theme76.xml" ContentType="application/vnd.openxmlformats-officedocument.theme+xml"/>
  <Override PartName="/ppt/theme/theme8.xml" ContentType="application/vnd.openxmlformats-officedocument.theme+xml"/>
  <Override PartName="/ppt/theme/theme9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0" r:id="rId3"/>
    <p:sldMasterId id="2147483672" r:id="rId4"/>
    <p:sldMasterId id="2147483684" r:id="rId5"/>
    <p:sldMasterId id="2147483696" r:id="rId6"/>
    <p:sldMasterId id="2147483708" r:id="rId7"/>
    <p:sldMasterId id="2147483720" r:id="rId8"/>
    <p:sldMasterId id="2147483732" r:id="rId9"/>
    <p:sldMasterId id="2147483744" r:id="rId10"/>
    <p:sldMasterId id="2147483756" r:id="rId11"/>
    <p:sldMasterId id="2147483768" r:id="rId12"/>
    <p:sldMasterId id="2147483780" r:id="rId13"/>
    <p:sldMasterId id="2147483792" r:id="rId14"/>
    <p:sldMasterId id="2147483804" r:id="rId15"/>
    <p:sldMasterId id="2147483816" r:id="rId16"/>
    <p:sldMasterId id="2147483828" r:id="rId17"/>
    <p:sldMasterId id="2147483840" r:id="rId18"/>
    <p:sldMasterId id="2147483852" r:id="rId19"/>
    <p:sldMasterId id="2147483864" r:id="rId20"/>
    <p:sldMasterId id="2147483876" r:id="rId21"/>
    <p:sldMasterId id="2147483888" r:id="rId22"/>
    <p:sldMasterId id="2147483900" r:id="rId23"/>
    <p:sldMasterId id="2147483912" r:id="rId24"/>
    <p:sldMasterId id="2147483924" r:id="rId25"/>
    <p:sldMasterId id="2147483936" r:id="rId26"/>
    <p:sldMasterId id="2147483948" r:id="rId27"/>
    <p:sldMasterId id="2147483960" r:id="rId28"/>
    <p:sldMasterId id="2147483972" r:id="rId29"/>
    <p:sldMasterId id="2147483984" r:id="rId30"/>
    <p:sldMasterId id="2147483996" r:id="rId31"/>
    <p:sldMasterId id="2147484008" r:id="rId32"/>
    <p:sldMasterId id="2147484020" r:id="rId33"/>
    <p:sldMasterId id="2147484032" r:id="rId34"/>
    <p:sldMasterId id="2147484044" r:id="rId35"/>
    <p:sldMasterId id="2147484056" r:id="rId36"/>
    <p:sldMasterId id="2147484068" r:id="rId37"/>
    <p:sldMasterId id="2147484080" r:id="rId38"/>
    <p:sldMasterId id="2147484092" r:id="rId39"/>
    <p:sldMasterId id="2147484104" r:id="rId40"/>
    <p:sldMasterId id="2147484116" r:id="rId41"/>
    <p:sldMasterId id="2147484128" r:id="rId42"/>
    <p:sldMasterId id="2147484140" r:id="rId43"/>
    <p:sldMasterId id="2147484152" r:id="rId44"/>
    <p:sldMasterId id="2147484164" r:id="rId45"/>
    <p:sldMasterId id="2147484176" r:id="rId46"/>
    <p:sldMasterId id="2147484188" r:id="rId47"/>
    <p:sldMasterId id="2147484200" r:id="rId48"/>
    <p:sldMasterId id="2147484212" r:id="rId49"/>
    <p:sldMasterId id="2147484224" r:id="rId50"/>
    <p:sldMasterId id="2147484236" r:id="rId51"/>
    <p:sldMasterId id="2147484248" r:id="rId52"/>
    <p:sldMasterId id="2147484260" r:id="rId53"/>
    <p:sldMasterId id="2147484272" r:id="rId54"/>
    <p:sldMasterId id="2147484284" r:id="rId55"/>
    <p:sldMasterId id="2147484296" r:id="rId56"/>
    <p:sldMasterId id="2147484308" r:id="rId57"/>
    <p:sldMasterId id="2147484320" r:id="rId58"/>
    <p:sldMasterId id="2147484332" r:id="rId59"/>
    <p:sldMasterId id="2147484344" r:id="rId60"/>
    <p:sldMasterId id="2147484356" r:id="rId61"/>
    <p:sldMasterId id="2147484368" r:id="rId62"/>
    <p:sldMasterId id="2147484380" r:id="rId63"/>
    <p:sldMasterId id="2147484392" r:id="rId64"/>
    <p:sldMasterId id="2147484404" r:id="rId65"/>
    <p:sldMasterId id="2147484416" r:id="rId66"/>
    <p:sldMasterId id="2147484428" r:id="rId67"/>
    <p:sldMasterId id="2147484440" r:id="rId68"/>
    <p:sldMasterId id="2147484452" r:id="rId69"/>
    <p:sldMasterId id="2147484464" r:id="rId70"/>
    <p:sldMasterId id="2147484476" r:id="rId71"/>
    <p:sldMasterId id="2147484488" r:id="rId72"/>
    <p:sldMasterId id="2147484500" r:id="rId73"/>
    <p:sldMasterId id="2147484512" r:id="rId74"/>
    <p:sldMasterId id="2147484524" r:id="rId75"/>
    <p:sldMasterId id="2147484536" r:id="rId76"/>
  </p:sldMasterIdLst>
  <p:notesMasterIdLst>
    <p:notesMasterId r:id="rId91"/>
  </p:notesMasterIdLst>
  <p:sldIdLst>
    <p:sldId id="257" r:id="rId77"/>
    <p:sldId id="258" r:id="rId78"/>
    <p:sldId id="259" r:id="rId79"/>
    <p:sldId id="260" r:id="rId80"/>
    <p:sldId id="261" r:id="rId81"/>
    <p:sldId id="262" r:id="rId82"/>
    <p:sldId id="263" r:id="rId83"/>
    <p:sldId id="264" r:id="rId84"/>
    <p:sldId id="265" r:id="rId85"/>
    <p:sldId id="266" r:id="rId86"/>
    <p:sldId id="267" r:id="rId87"/>
    <p:sldId id="268" r:id="rId88"/>
    <p:sldId id="408" r:id="rId89"/>
    <p:sldId id="270" r:id="rId90"/>
    <p:sldId id="271" r:id="rId92"/>
    <p:sldId id="272" r:id="rId93"/>
    <p:sldId id="273" r:id="rId94"/>
    <p:sldId id="274" r:id="rId95"/>
    <p:sldId id="275" r:id="rId96"/>
    <p:sldId id="276" r:id="rId97"/>
    <p:sldId id="277" r:id="rId98"/>
    <p:sldId id="278" r:id="rId99"/>
    <p:sldId id="425" r:id="rId100"/>
    <p:sldId id="280" r:id="rId101"/>
    <p:sldId id="281" r:id="rId102"/>
    <p:sldId id="282" r:id="rId103"/>
    <p:sldId id="283" r:id="rId104"/>
    <p:sldId id="284" r:id="rId105"/>
    <p:sldId id="285" r:id="rId106"/>
    <p:sldId id="286" r:id="rId107"/>
    <p:sldId id="287" r:id="rId108"/>
    <p:sldId id="288" r:id="rId109"/>
    <p:sldId id="289" r:id="rId110"/>
    <p:sldId id="433" r:id="rId111"/>
    <p:sldId id="434" r:id="rId112"/>
    <p:sldId id="435" r:id="rId113"/>
    <p:sldId id="290" r:id="rId114"/>
    <p:sldId id="577" r:id="rId115"/>
    <p:sldId id="578" r:id="rId116"/>
    <p:sldId id="579" r:id="rId117"/>
    <p:sldId id="291" r:id="rId118"/>
    <p:sldId id="342" r:id="rId119"/>
    <p:sldId id="292" r:id="rId120"/>
    <p:sldId id="352" r:id="rId121"/>
    <p:sldId id="294" r:id="rId122"/>
    <p:sldId id="295" r:id="rId123"/>
    <p:sldId id="343" r:id="rId124"/>
    <p:sldId id="296" r:id="rId125"/>
    <p:sldId id="297" r:id="rId126"/>
    <p:sldId id="431" r:id="rId127"/>
    <p:sldId id="360" r:id="rId128"/>
    <p:sldId id="429" r:id="rId129"/>
    <p:sldId id="362" r:id="rId130"/>
    <p:sldId id="363" r:id="rId131"/>
    <p:sldId id="364" r:id="rId132"/>
    <p:sldId id="302" r:id="rId133"/>
    <p:sldId id="366" r:id="rId134"/>
    <p:sldId id="536" r:id="rId135"/>
    <p:sldId id="436" r:id="rId136"/>
    <p:sldId id="437" r:id="rId137"/>
    <p:sldId id="307" r:id="rId138"/>
    <p:sldId id="308" r:id="rId139"/>
    <p:sldId id="309" r:id="rId140"/>
    <p:sldId id="310" r:id="rId141"/>
    <p:sldId id="311" r:id="rId142"/>
    <p:sldId id="312" r:id="rId143"/>
    <p:sldId id="313" r:id="rId144"/>
    <p:sldId id="314" r:id="rId145"/>
    <p:sldId id="315" r:id="rId146"/>
    <p:sldId id="316" r:id="rId147"/>
    <p:sldId id="317" r:id="rId148"/>
    <p:sldId id="318" r:id="rId149"/>
    <p:sldId id="319" r:id="rId150"/>
    <p:sldId id="320" r:id="rId151"/>
    <p:sldId id="321" r:id="rId152"/>
    <p:sldId id="438" r:id="rId153"/>
    <p:sldId id="328" r:id="rId154"/>
    <p:sldId id="329" r:id="rId155"/>
    <p:sldId id="330" r:id="rId156"/>
    <p:sldId id="331" r:id="rId157"/>
    <p:sldId id="332" r:id="rId158"/>
    <p:sldId id="333" r:id="rId159"/>
    <p:sldId id="334" r:id="rId160"/>
    <p:sldId id="335" r:id="rId161"/>
    <p:sldId id="336" r:id="rId162"/>
    <p:sldId id="337" r:id="rId163"/>
    <p:sldId id="338" r:id="rId164"/>
    <p:sldId id="339" r:id="rId165"/>
    <p:sldId id="344" r:id="rId166"/>
    <p:sldId id="341" r:id="rId167"/>
  </p:sldIdLst>
  <p:sldSz cx="9144000" cy="6858000" type="screen4x3"/>
  <p:notesSz cx="6858000" cy="9144000"/>
  <p:custDataLst>
    <p:tags r:id="rId171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903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76384" autoAdjust="0"/>
  </p:normalViewPr>
  <p:slideViewPr>
    <p:cSldViewPr showGuides="1">
      <p:cViewPr>
        <p:scale>
          <a:sx n="100" d="100"/>
          <a:sy n="100" d="100"/>
        </p:scale>
        <p:origin x="516" y="-1770"/>
      </p:cViewPr>
      <p:guideLst>
        <p:guide orient="horz" pos="2160"/>
        <p:guide pos="2903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22.xml"/><Relationship Id="rId98" Type="http://schemas.openxmlformats.org/officeDocument/2006/relationships/slide" Target="slides/slide21.xml"/><Relationship Id="rId97" Type="http://schemas.openxmlformats.org/officeDocument/2006/relationships/slide" Target="slides/slide20.xml"/><Relationship Id="rId96" Type="http://schemas.openxmlformats.org/officeDocument/2006/relationships/slide" Target="slides/slide19.xml"/><Relationship Id="rId95" Type="http://schemas.openxmlformats.org/officeDocument/2006/relationships/slide" Target="slides/slide18.xml"/><Relationship Id="rId94" Type="http://schemas.openxmlformats.org/officeDocument/2006/relationships/slide" Target="slides/slide17.xml"/><Relationship Id="rId93" Type="http://schemas.openxmlformats.org/officeDocument/2006/relationships/slide" Target="slides/slide16.xml"/><Relationship Id="rId92" Type="http://schemas.openxmlformats.org/officeDocument/2006/relationships/slide" Target="slides/slide15.xml"/><Relationship Id="rId91" Type="http://schemas.openxmlformats.org/officeDocument/2006/relationships/notesMaster" Target="notesMasters/notesMaster1.xml"/><Relationship Id="rId90" Type="http://schemas.openxmlformats.org/officeDocument/2006/relationships/slide" Target="slides/slide14.xml"/><Relationship Id="rId9" Type="http://schemas.openxmlformats.org/officeDocument/2006/relationships/slideMaster" Target="slideMasters/slideMaster8.xml"/><Relationship Id="rId89" Type="http://schemas.openxmlformats.org/officeDocument/2006/relationships/slide" Target="slides/slide13.xml"/><Relationship Id="rId88" Type="http://schemas.openxmlformats.org/officeDocument/2006/relationships/slide" Target="slides/slide12.xml"/><Relationship Id="rId87" Type="http://schemas.openxmlformats.org/officeDocument/2006/relationships/slide" Target="slides/slide11.xml"/><Relationship Id="rId86" Type="http://schemas.openxmlformats.org/officeDocument/2006/relationships/slide" Target="slides/slide10.xml"/><Relationship Id="rId85" Type="http://schemas.openxmlformats.org/officeDocument/2006/relationships/slide" Target="slides/slide9.xml"/><Relationship Id="rId84" Type="http://schemas.openxmlformats.org/officeDocument/2006/relationships/slide" Target="slides/slide8.xml"/><Relationship Id="rId83" Type="http://schemas.openxmlformats.org/officeDocument/2006/relationships/slide" Target="slides/slide7.xml"/><Relationship Id="rId82" Type="http://schemas.openxmlformats.org/officeDocument/2006/relationships/slide" Target="slides/slide6.xml"/><Relationship Id="rId81" Type="http://schemas.openxmlformats.org/officeDocument/2006/relationships/slide" Target="slides/slide5.xml"/><Relationship Id="rId80" Type="http://schemas.openxmlformats.org/officeDocument/2006/relationships/slide" Target="slides/slide4.xml"/><Relationship Id="rId8" Type="http://schemas.openxmlformats.org/officeDocument/2006/relationships/slideMaster" Target="slideMasters/slideMaster7.xml"/><Relationship Id="rId79" Type="http://schemas.openxmlformats.org/officeDocument/2006/relationships/slide" Target="slides/slide3.xml"/><Relationship Id="rId78" Type="http://schemas.openxmlformats.org/officeDocument/2006/relationships/slide" Target="slides/slide2.xml"/><Relationship Id="rId77" Type="http://schemas.openxmlformats.org/officeDocument/2006/relationships/slide" Target="slides/slide1.xml"/><Relationship Id="rId76" Type="http://schemas.openxmlformats.org/officeDocument/2006/relationships/slideMaster" Target="slideMasters/slideMaster75.xml"/><Relationship Id="rId75" Type="http://schemas.openxmlformats.org/officeDocument/2006/relationships/slideMaster" Target="slideMasters/slideMaster74.xml"/><Relationship Id="rId74" Type="http://schemas.openxmlformats.org/officeDocument/2006/relationships/slideMaster" Target="slideMasters/slideMaster73.xml"/><Relationship Id="rId73" Type="http://schemas.openxmlformats.org/officeDocument/2006/relationships/slideMaster" Target="slideMasters/slideMaster72.xml"/><Relationship Id="rId72" Type="http://schemas.openxmlformats.org/officeDocument/2006/relationships/slideMaster" Target="slideMasters/slideMaster71.xml"/><Relationship Id="rId71" Type="http://schemas.openxmlformats.org/officeDocument/2006/relationships/slideMaster" Target="slideMasters/slideMaster70.xml"/><Relationship Id="rId70" Type="http://schemas.openxmlformats.org/officeDocument/2006/relationships/slideMaster" Target="slideMasters/slideMaster69.xml"/><Relationship Id="rId7" Type="http://schemas.openxmlformats.org/officeDocument/2006/relationships/slideMaster" Target="slideMasters/slideMaster6.xml"/><Relationship Id="rId69" Type="http://schemas.openxmlformats.org/officeDocument/2006/relationships/slideMaster" Target="slideMasters/slideMaster68.xml"/><Relationship Id="rId68" Type="http://schemas.openxmlformats.org/officeDocument/2006/relationships/slideMaster" Target="slideMasters/slideMaster67.xml"/><Relationship Id="rId67" Type="http://schemas.openxmlformats.org/officeDocument/2006/relationships/slideMaster" Target="slideMasters/slideMaster66.xml"/><Relationship Id="rId66" Type="http://schemas.openxmlformats.org/officeDocument/2006/relationships/slideMaster" Target="slideMasters/slideMaster65.xml"/><Relationship Id="rId65" Type="http://schemas.openxmlformats.org/officeDocument/2006/relationships/slideMaster" Target="slideMasters/slideMaster64.xml"/><Relationship Id="rId64" Type="http://schemas.openxmlformats.org/officeDocument/2006/relationships/slideMaster" Target="slideMasters/slideMaster63.xml"/><Relationship Id="rId63" Type="http://schemas.openxmlformats.org/officeDocument/2006/relationships/slideMaster" Target="slideMasters/slideMaster62.xml"/><Relationship Id="rId62" Type="http://schemas.openxmlformats.org/officeDocument/2006/relationships/slideMaster" Target="slideMasters/slideMaster61.xml"/><Relationship Id="rId61" Type="http://schemas.openxmlformats.org/officeDocument/2006/relationships/slideMaster" Target="slideMasters/slideMaster60.xml"/><Relationship Id="rId60" Type="http://schemas.openxmlformats.org/officeDocument/2006/relationships/slideMaster" Target="slideMasters/slideMaster59.xml"/><Relationship Id="rId6" Type="http://schemas.openxmlformats.org/officeDocument/2006/relationships/slideMaster" Target="slideMasters/slideMaster5.xml"/><Relationship Id="rId59" Type="http://schemas.openxmlformats.org/officeDocument/2006/relationships/slideMaster" Target="slideMasters/slideMaster58.xml"/><Relationship Id="rId58" Type="http://schemas.openxmlformats.org/officeDocument/2006/relationships/slideMaster" Target="slideMasters/slideMaster57.xml"/><Relationship Id="rId57" Type="http://schemas.openxmlformats.org/officeDocument/2006/relationships/slideMaster" Target="slideMasters/slideMaster56.xml"/><Relationship Id="rId56" Type="http://schemas.openxmlformats.org/officeDocument/2006/relationships/slideMaster" Target="slideMasters/slideMaster55.xml"/><Relationship Id="rId55" Type="http://schemas.openxmlformats.org/officeDocument/2006/relationships/slideMaster" Target="slideMasters/slideMaster54.xml"/><Relationship Id="rId54" Type="http://schemas.openxmlformats.org/officeDocument/2006/relationships/slideMaster" Target="slideMasters/slideMaster53.xml"/><Relationship Id="rId53" Type="http://schemas.openxmlformats.org/officeDocument/2006/relationships/slideMaster" Target="slideMasters/slideMaster52.xml"/><Relationship Id="rId52" Type="http://schemas.openxmlformats.org/officeDocument/2006/relationships/slideMaster" Target="slideMasters/slideMaster51.xml"/><Relationship Id="rId51" Type="http://schemas.openxmlformats.org/officeDocument/2006/relationships/slideMaster" Target="slideMasters/slideMaster50.xml"/><Relationship Id="rId50" Type="http://schemas.openxmlformats.org/officeDocument/2006/relationships/slideMaster" Target="slideMasters/slideMaster49.xml"/><Relationship Id="rId5" Type="http://schemas.openxmlformats.org/officeDocument/2006/relationships/slideMaster" Target="slideMasters/slideMaster4.xml"/><Relationship Id="rId49" Type="http://schemas.openxmlformats.org/officeDocument/2006/relationships/slideMaster" Target="slideMasters/slideMaster48.xml"/><Relationship Id="rId48" Type="http://schemas.openxmlformats.org/officeDocument/2006/relationships/slideMaster" Target="slideMasters/slideMaster47.xml"/><Relationship Id="rId47" Type="http://schemas.openxmlformats.org/officeDocument/2006/relationships/slideMaster" Target="slideMasters/slideMaster46.xml"/><Relationship Id="rId46" Type="http://schemas.openxmlformats.org/officeDocument/2006/relationships/slideMaster" Target="slideMasters/slideMaster45.xml"/><Relationship Id="rId45" Type="http://schemas.openxmlformats.org/officeDocument/2006/relationships/slideMaster" Target="slideMasters/slideMaster44.xml"/><Relationship Id="rId44" Type="http://schemas.openxmlformats.org/officeDocument/2006/relationships/slideMaster" Target="slideMasters/slideMaster43.xml"/><Relationship Id="rId43" Type="http://schemas.openxmlformats.org/officeDocument/2006/relationships/slideMaster" Target="slideMasters/slideMaster42.xml"/><Relationship Id="rId42" Type="http://schemas.openxmlformats.org/officeDocument/2006/relationships/slideMaster" Target="slideMasters/slideMaster41.xml"/><Relationship Id="rId41" Type="http://schemas.openxmlformats.org/officeDocument/2006/relationships/slideMaster" Target="slideMasters/slideMaster40.xml"/><Relationship Id="rId40" Type="http://schemas.openxmlformats.org/officeDocument/2006/relationships/slideMaster" Target="slideMasters/slideMaster39.xml"/><Relationship Id="rId4" Type="http://schemas.openxmlformats.org/officeDocument/2006/relationships/slideMaster" Target="slideMasters/slideMaster3.xml"/><Relationship Id="rId39" Type="http://schemas.openxmlformats.org/officeDocument/2006/relationships/slideMaster" Target="slideMasters/slideMaster38.xml"/><Relationship Id="rId38" Type="http://schemas.openxmlformats.org/officeDocument/2006/relationships/slideMaster" Target="slideMasters/slideMaster37.xml"/><Relationship Id="rId37" Type="http://schemas.openxmlformats.org/officeDocument/2006/relationships/slideMaster" Target="slideMasters/slideMaster36.xml"/><Relationship Id="rId36" Type="http://schemas.openxmlformats.org/officeDocument/2006/relationships/slideMaster" Target="slideMasters/slideMaster35.xml"/><Relationship Id="rId35" Type="http://schemas.openxmlformats.org/officeDocument/2006/relationships/slideMaster" Target="slideMasters/slideMaster34.xml"/><Relationship Id="rId34" Type="http://schemas.openxmlformats.org/officeDocument/2006/relationships/slideMaster" Target="slideMasters/slideMaster33.xml"/><Relationship Id="rId33" Type="http://schemas.openxmlformats.org/officeDocument/2006/relationships/slideMaster" Target="slideMasters/slideMaster32.xml"/><Relationship Id="rId32" Type="http://schemas.openxmlformats.org/officeDocument/2006/relationships/slideMaster" Target="slideMasters/slideMaster31.xml"/><Relationship Id="rId31" Type="http://schemas.openxmlformats.org/officeDocument/2006/relationships/slideMaster" Target="slideMasters/slideMaster30.xml"/><Relationship Id="rId30" Type="http://schemas.openxmlformats.org/officeDocument/2006/relationships/slideMaster" Target="slideMasters/slideMaster29.xml"/><Relationship Id="rId3" Type="http://schemas.openxmlformats.org/officeDocument/2006/relationships/slideMaster" Target="slideMasters/slideMaster2.xml"/><Relationship Id="rId29" Type="http://schemas.openxmlformats.org/officeDocument/2006/relationships/slideMaster" Target="slideMasters/slideMaster28.xml"/><Relationship Id="rId28" Type="http://schemas.openxmlformats.org/officeDocument/2006/relationships/slideMaster" Target="slideMasters/slideMaster27.xml"/><Relationship Id="rId27" Type="http://schemas.openxmlformats.org/officeDocument/2006/relationships/slideMaster" Target="slideMasters/slideMaster26.xml"/><Relationship Id="rId26" Type="http://schemas.openxmlformats.org/officeDocument/2006/relationships/slideMaster" Target="slideMasters/slideMaster25.xml"/><Relationship Id="rId25" Type="http://schemas.openxmlformats.org/officeDocument/2006/relationships/slideMaster" Target="slideMasters/slideMaster24.xml"/><Relationship Id="rId24" Type="http://schemas.openxmlformats.org/officeDocument/2006/relationships/slideMaster" Target="slideMasters/slideMaster23.xml"/><Relationship Id="rId23" Type="http://schemas.openxmlformats.org/officeDocument/2006/relationships/slideMaster" Target="slideMasters/slideMaster22.xml"/><Relationship Id="rId22" Type="http://schemas.openxmlformats.org/officeDocument/2006/relationships/slideMaster" Target="slideMasters/slideMaster21.xml"/><Relationship Id="rId21" Type="http://schemas.openxmlformats.org/officeDocument/2006/relationships/slideMaster" Target="slideMasters/slideMaster20.xml"/><Relationship Id="rId20" Type="http://schemas.openxmlformats.org/officeDocument/2006/relationships/slideMaster" Target="slideMasters/slideMaster19.xml"/><Relationship Id="rId2" Type="http://schemas.openxmlformats.org/officeDocument/2006/relationships/theme" Target="theme/theme1.xml"/><Relationship Id="rId19" Type="http://schemas.openxmlformats.org/officeDocument/2006/relationships/slideMaster" Target="slideMasters/slideMaster18.xml"/><Relationship Id="rId18" Type="http://schemas.openxmlformats.org/officeDocument/2006/relationships/slideMaster" Target="slideMasters/slideMaster17.xml"/><Relationship Id="rId171" Type="http://schemas.openxmlformats.org/officeDocument/2006/relationships/tags" Target="tags/tag1.xml"/><Relationship Id="rId170" Type="http://schemas.openxmlformats.org/officeDocument/2006/relationships/tableStyles" Target="tableStyles.xml"/><Relationship Id="rId17" Type="http://schemas.openxmlformats.org/officeDocument/2006/relationships/slideMaster" Target="slideMasters/slideMaster16.xml"/><Relationship Id="rId169" Type="http://schemas.openxmlformats.org/officeDocument/2006/relationships/viewProps" Target="viewProps.xml"/><Relationship Id="rId168" Type="http://schemas.openxmlformats.org/officeDocument/2006/relationships/presProps" Target="presProps.xml"/><Relationship Id="rId167" Type="http://schemas.openxmlformats.org/officeDocument/2006/relationships/slide" Target="slides/slide90.xml"/><Relationship Id="rId166" Type="http://schemas.openxmlformats.org/officeDocument/2006/relationships/slide" Target="slides/slide89.xml"/><Relationship Id="rId165" Type="http://schemas.openxmlformats.org/officeDocument/2006/relationships/slide" Target="slides/slide88.xml"/><Relationship Id="rId164" Type="http://schemas.openxmlformats.org/officeDocument/2006/relationships/slide" Target="slides/slide87.xml"/><Relationship Id="rId163" Type="http://schemas.openxmlformats.org/officeDocument/2006/relationships/slide" Target="slides/slide86.xml"/><Relationship Id="rId162" Type="http://schemas.openxmlformats.org/officeDocument/2006/relationships/slide" Target="slides/slide85.xml"/><Relationship Id="rId161" Type="http://schemas.openxmlformats.org/officeDocument/2006/relationships/slide" Target="slides/slide84.xml"/><Relationship Id="rId160" Type="http://schemas.openxmlformats.org/officeDocument/2006/relationships/slide" Target="slides/slide83.xml"/><Relationship Id="rId16" Type="http://schemas.openxmlformats.org/officeDocument/2006/relationships/slideMaster" Target="slideMasters/slideMaster15.xml"/><Relationship Id="rId159" Type="http://schemas.openxmlformats.org/officeDocument/2006/relationships/slide" Target="slides/slide82.xml"/><Relationship Id="rId158" Type="http://schemas.openxmlformats.org/officeDocument/2006/relationships/slide" Target="slides/slide81.xml"/><Relationship Id="rId157" Type="http://schemas.openxmlformats.org/officeDocument/2006/relationships/slide" Target="slides/slide80.xml"/><Relationship Id="rId156" Type="http://schemas.openxmlformats.org/officeDocument/2006/relationships/slide" Target="slides/slide79.xml"/><Relationship Id="rId155" Type="http://schemas.openxmlformats.org/officeDocument/2006/relationships/slide" Target="slides/slide78.xml"/><Relationship Id="rId154" Type="http://schemas.openxmlformats.org/officeDocument/2006/relationships/slide" Target="slides/slide77.xml"/><Relationship Id="rId153" Type="http://schemas.openxmlformats.org/officeDocument/2006/relationships/slide" Target="slides/slide76.xml"/><Relationship Id="rId152" Type="http://schemas.openxmlformats.org/officeDocument/2006/relationships/slide" Target="slides/slide75.xml"/><Relationship Id="rId151" Type="http://schemas.openxmlformats.org/officeDocument/2006/relationships/slide" Target="slides/slide74.xml"/><Relationship Id="rId150" Type="http://schemas.openxmlformats.org/officeDocument/2006/relationships/slide" Target="slides/slide73.xml"/><Relationship Id="rId15" Type="http://schemas.openxmlformats.org/officeDocument/2006/relationships/slideMaster" Target="slideMasters/slideMaster14.xml"/><Relationship Id="rId149" Type="http://schemas.openxmlformats.org/officeDocument/2006/relationships/slide" Target="slides/slide72.xml"/><Relationship Id="rId148" Type="http://schemas.openxmlformats.org/officeDocument/2006/relationships/slide" Target="slides/slide71.xml"/><Relationship Id="rId147" Type="http://schemas.openxmlformats.org/officeDocument/2006/relationships/slide" Target="slides/slide70.xml"/><Relationship Id="rId146" Type="http://schemas.openxmlformats.org/officeDocument/2006/relationships/slide" Target="slides/slide69.xml"/><Relationship Id="rId145" Type="http://schemas.openxmlformats.org/officeDocument/2006/relationships/slide" Target="slides/slide68.xml"/><Relationship Id="rId144" Type="http://schemas.openxmlformats.org/officeDocument/2006/relationships/slide" Target="slides/slide67.xml"/><Relationship Id="rId143" Type="http://schemas.openxmlformats.org/officeDocument/2006/relationships/slide" Target="slides/slide66.xml"/><Relationship Id="rId142" Type="http://schemas.openxmlformats.org/officeDocument/2006/relationships/slide" Target="slides/slide65.xml"/><Relationship Id="rId141" Type="http://schemas.openxmlformats.org/officeDocument/2006/relationships/slide" Target="slides/slide64.xml"/><Relationship Id="rId140" Type="http://schemas.openxmlformats.org/officeDocument/2006/relationships/slide" Target="slides/slide63.xml"/><Relationship Id="rId14" Type="http://schemas.openxmlformats.org/officeDocument/2006/relationships/slideMaster" Target="slideMasters/slideMaster13.xml"/><Relationship Id="rId139" Type="http://schemas.openxmlformats.org/officeDocument/2006/relationships/slide" Target="slides/slide62.xml"/><Relationship Id="rId138" Type="http://schemas.openxmlformats.org/officeDocument/2006/relationships/slide" Target="slides/slide61.xml"/><Relationship Id="rId137" Type="http://schemas.openxmlformats.org/officeDocument/2006/relationships/slide" Target="slides/slide60.xml"/><Relationship Id="rId136" Type="http://schemas.openxmlformats.org/officeDocument/2006/relationships/slide" Target="slides/slide59.xml"/><Relationship Id="rId135" Type="http://schemas.openxmlformats.org/officeDocument/2006/relationships/slide" Target="slides/slide58.xml"/><Relationship Id="rId134" Type="http://schemas.openxmlformats.org/officeDocument/2006/relationships/slide" Target="slides/slide57.xml"/><Relationship Id="rId133" Type="http://schemas.openxmlformats.org/officeDocument/2006/relationships/slide" Target="slides/slide56.xml"/><Relationship Id="rId132" Type="http://schemas.openxmlformats.org/officeDocument/2006/relationships/slide" Target="slides/slide55.xml"/><Relationship Id="rId131" Type="http://schemas.openxmlformats.org/officeDocument/2006/relationships/slide" Target="slides/slide54.xml"/><Relationship Id="rId130" Type="http://schemas.openxmlformats.org/officeDocument/2006/relationships/slide" Target="slides/slide53.xml"/><Relationship Id="rId13" Type="http://schemas.openxmlformats.org/officeDocument/2006/relationships/slideMaster" Target="slideMasters/slideMaster12.xml"/><Relationship Id="rId129" Type="http://schemas.openxmlformats.org/officeDocument/2006/relationships/slide" Target="slides/slide52.xml"/><Relationship Id="rId128" Type="http://schemas.openxmlformats.org/officeDocument/2006/relationships/slide" Target="slides/slide51.xml"/><Relationship Id="rId127" Type="http://schemas.openxmlformats.org/officeDocument/2006/relationships/slide" Target="slides/slide50.xml"/><Relationship Id="rId126" Type="http://schemas.openxmlformats.org/officeDocument/2006/relationships/slide" Target="slides/slide49.xml"/><Relationship Id="rId125" Type="http://schemas.openxmlformats.org/officeDocument/2006/relationships/slide" Target="slides/slide48.xml"/><Relationship Id="rId124" Type="http://schemas.openxmlformats.org/officeDocument/2006/relationships/slide" Target="slides/slide47.xml"/><Relationship Id="rId123" Type="http://schemas.openxmlformats.org/officeDocument/2006/relationships/slide" Target="slides/slide46.xml"/><Relationship Id="rId122" Type="http://schemas.openxmlformats.org/officeDocument/2006/relationships/slide" Target="slides/slide45.xml"/><Relationship Id="rId121" Type="http://schemas.openxmlformats.org/officeDocument/2006/relationships/slide" Target="slides/slide44.xml"/><Relationship Id="rId120" Type="http://schemas.openxmlformats.org/officeDocument/2006/relationships/slide" Target="slides/slide43.xml"/><Relationship Id="rId12" Type="http://schemas.openxmlformats.org/officeDocument/2006/relationships/slideMaster" Target="slideMasters/slideMaster11.xml"/><Relationship Id="rId119" Type="http://schemas.openxmlformats.org/officeDocument/2006/relationships/slide" Target="slides/slide42.xml"/><Relationship Id="rId118" Type="http://schemas.openxmlformats.org/officeDocument/2006/relationships/slide" Target="slides/slide41.xml"/><Relationship Id="rId117" Type="http://schemas.openxmlformats.org/officeDocument/2006/relationships/slide" Target="slides/slide40.xml"/><Relationship Id="rId116" Type="http://schemas.openxmlformats.org/officeDocument/2006/relationships/slide" Target="slides/slide39.xml"/><Relationship Id="rId115" Type="http://schemas.openxmlformats.org/officeDocument/2006/relationships/slide" Target="slides/slide38.xml"/><Relationship Id="rId114" Type="http://schemas.openxmlformats.org/officeDocument/2006/relationships/slide" Target="slides/slide37.xml"/><Relationship Id="rId113" Type="http://schemas.openxmlformats.org/officeDocument/2006/relationships/slide" Target="slides/slide36.xml"/><Relationship Id="rId112" Type="http://schemas.openxmlformats.org/officeDocument/2006/relationships/slide" Target="slides/slide35.xml"/><Relationship Id="rId111" Type="http://schemas.openxmlformats.org/officeDocument/2006/relationships/slide" Target="slides/slide34.xml"/><Relationship Id="rId110" Type="http://schemas.openxmlformats.org/officeDocument/2006/relationships/slide" Target="slides/slide33.xml"/><Relationship Id="rId11" Type="http://schemas.openxmlformats.org/officeDocument/2006/relationships/slideMaster" Target="slideMasters/slideMaster10.xml"/><Relationship Id="rId109" Type="http://schemas.openxmlformats.org/officeDocument/2006/relationships/slide" Target="slides/slide32.xml"/><Relationship Id="rId108" Type="http://schemas.openxmlformats.org/officeDocument/2006/relationships/slide" Target="slides/slide31.xml"/><Relationship Id="rId107" Type="http://schemas.openxmlformats.org/officeDocument/2006/relationships/slide" Target="slides/slide30.xml"/><Relationship Id="rId106" Type="http://schemas.openxmlformats.org/officeDocument/2006/relationships/slide" Target="slides/slide29.xml"/><Relationship Id="rId105" Type="http://schemas.openxmlformats.org/officeDocument/2006/relationships/slide" Target="slides/slide28.xml"/><Relationship Id="rId104" Type="http://schemas.openxmlformats.org/officeDocument/2006/relationships/slide" Target="slides/slide27.xml"/><Relationship Id="rId103" Type="http://schemas.openxmlformats.org/officeDocument/2006/relationships/slide" Target="slides/slide26.xml"/><Relationship Id="rId102" Type="http://schemas.openxmlformats.org/officeDocument/2006/relationships/slide" Target="slides/slide25.xml"/><Relationship Id="rId101" Type="http://schemas.openxmlformats.org/officeDocument/2006/relationships/slide" Target="slides/slide24.xml"/><Relationship Id="rId100" Type="http://schemas.openxmlformats.org/officeDocument/2006/relationships/slide" Target="slides/slide23.xml"/><Relationship Id="rId10" Type="http://schemas.openxmlformats.org/officeDocument/2006/relationships/slideMaster" Target="slideMasters/slideMaster9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6" Type="http://schemas.openxmlformats.org/officeDocument/2006/relationships/image" Target="../media/image10.emf"/><Relationship Id="rId5" Type="http://schemas.openxmlformats.org/officeDocument/2006/relationships/image" Target="../media/image9.emf"/><Relationship Id="rId4" Type="http://schemas.openxmlformats.org/officeDocument/2006/relationships/image" Target="../media/image8.emf"/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image" Target="../media/image5.emf"/></Relationships>
</file>

<file path=ppt/drawings/_rels/vmlDrawing2.v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image" Target="../media/image12.emf"/><Relationship Id="rId1" Type="http://schemas.openxmlformats.org/officeDocument/2006/relationships/image" Target="../media/image11.emf"/></Relationships>
</file>

<file path=ppt/drawings/_rels/vmlDrawing3.vml.rels><?xml version="1.0" encoding="UTF-8" standalone="yes"?>
<Relationships xmlns="http://schemas.openxmlformats.org/package/2006/relationships"><Relationship Id="rId2" Type="http://schemas.openxmlformats.org/officeDocument/2006/relationships/image" Target="../media/image19.emf"/><Relationship Id="rId1" Type="http://schemas.openxmlformats.org/officeDocument/2006/relationships/image" Target="../media/image18.emf"/></Relationships>
</file>

<file path=ppt/drawings/_rels/vmlDrawing4.vml.rels><?xml version="1.0" encoding="UTF-8" standalone="yes"?>
<Relationships xmlns="http://schemas.openxmlformats.org/package/2006/relationships"><Relationship Id="rId4" Type="http://schemas.openxmlformats.org/officeDocument/2006/relationships/image" Target="../media/image23.emf"/><Relationship Id="rId3" Type="http://schemas.openxmlformats.org/officeDocument/2006/relationships/image" Target="../media/image22.emf"/><Relationship Id="rId2" Type="http://schemas.openxmlformats.org/officeDocument/2006/relationships/image" Target="../media/image21.emf"/><Relationship Id="rId1" Type="http://schemas.openxmlformats.org/officeDocument/2006/relationships/image" Target="../media/image20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emf"/></Relationships>
</file>

<file path=ppt/drawings/_rels/vmlDrawing6.vml.rels><?xml version="1.0" encoding="UTF-8" standalone="yes"?>
<Relationships xmlns="http://schemas.openxmlformats.org/package/2006/relationships"><Relationship Id="rId3" Type="http://schemas.openxmlformats.org/officeDocument/2006/relationships/image" Target="../media/image28.emf"/><Relationship Id="rId2" Type="http://schemas.openxmlformats.org/officeDocument/2006/relationships/image" Target="../media/image27.emf"/><Relationship Id="rId1" Type="http://schemas.openxmlformats.org/officeDocument/2006/relationships/image" Target="../media/image26.emf"/></Relationships>
</file>

<file path=ppt/drawings/_rels/vmlDrawing7.vml.rels><?xml version="1.0" encoding="UTF-8" standalone="yes"?>
<Relationships xmlns="http://schemas.openxmlformats.org/package/2006/relationships"><Relationship Id="rId3" Type="http://schemas.openxmlformats.org/officeDocument/2006/relationships/image" Target="../media/image32.emf"/><Relationship Id="rId2" Type="http://schemas.openxmlformats.org/officeDocument/2006/relationships/image" Target="../media/image31.emf"/><Relationship Id="rId1" Type="http://schemas.openxmlformats.org/officeDocument/2006/relationships/image" Target="../media/image30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34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emf"/></Relationships>
</file>

<file path=ppt/drawings/_rels/vmlDrawing10.vml.rels><?xml version="1.0" encoding="UTF-8" standalone="yes"?>
<Relationships xmlns="http://schemas.openxmlformats.org/package/2006/relationships"><Relationship Id="rId4" Type="http://schemas.openxmlformats.org/officeDocument/2006/relationships/image" Target="../media/image49.emf"/><Relationship Id="rId3" Type="http://schemas.openxmlformats.org/officeDocument/2006/relationships/image" Target="../media/image48.emf"/><Relationship Id="rId2" Type="http://schemas.openxmlformats.org/officeDocument/2006/relationships/image" Target="../media/image47.emf"/><Relationship Id="rId1" Type="http://schemas.openxmlformats.org/officeDocument/2006/relationships/image" Target="../media/image46.emf"/></Relationships>
</file>

<file path=ppt/drawings/_rels/vmlDrawing11.vml.rels><?xml version="1.0" encoding="UTF-8" standalone="yes"?>
<Relationships xmlns="http://schemas.openxmlformats.org/package/2006/relationships"><Relationship Id="rId2" Type="http://schemas.openxmlformats.org/officeDocument/2006/relationships/image" Target="../media/image52.emf"/><Relationship Id="rId1" Type="http://schemas.openxmlformats.org/officeDocument/2006/relationships/image" Target="../media/image51.emf"/></Relationships>
</file>

<file path=ppt/drawings/_rels/vmlDrawing12.vml.rels><?xml version="1.0" encoding="UTF-8" standalone="yes"?>
<Relationships xmlns="http://schemas.openxmlformats.org/package/2006/relationships"><Relationship Id="rId4" Type="http://schemas.openxmlformats.org/officeDocument/2006/relationships/image" Target="../media/image57.emf"/><Relationship Id="rId3" Type="http://schemas.openxmlformats.org/officeDocument/2006/relationships/image" Target="../media/image56.emf"/><Relationship Id="rId2" Type="http://schemas.openxmlformats.org/officeDocument/2006/relationships/image" Target="../media/image55.emf"/><Relationship Id="rId1" Type="http://schemas.openxmlformats.org/officeDocument/2006/relationships/image" Target="../media/image54.emf"/></Relationships>
</file>

<file path=ppt/drawings/_rels/vmlDrawing13.vml.rels><?xml version="1.0" encoding="UTF-8" standalone="yes"?>
<Relationships xmlns="http://schemas.openxmlformats.org/package/2006/relationships"><Relationship Id="rId2" Type="http://schemas.openxmlformats.org/officeDocument/2006/relationships/image" Target="../media/image59.emf"/><Relationship Id="rId1" Type="http://schemas.openxmlformats.org/officeDocument/2006/relationships/image" Target="../media/image58.emf"/></Relationships>
</file>

<file path=ppt/drawings/_rels/vmlDrawing14.vml.rels><?xml version="1.0" encoding="UTF-8" standalone="yes"?>
<Relationships xmlns="http://schemas.openxmlformats.org/package/2006/relationships"><Relationship Id="rId2" Type="http://schemas.openxmlformats.org/officeDocument/2006/relationships/image" Target="../media/image61.emf"/><Relationship Id="rId1" Type="http://schemas.openxmlformats.org/officeDocument/2006/relationships/image" Target="../media/image60.e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63.emf"/></Relationships>
</file>

<file path=ppt/drawings/_rels/vmlDrawing16.vml.rels><?xml version="1.0" encoding="UTF-8" standalone="yes"?>
<Relationships xmlns="http://schemas.openxmlformats.org/package/2006/relationships"><Relationship Id="rId7" Type="http://schemas.openxmlformats.org/officeDocument/2006/relationships/image" Target="../media/image72.emf"/><Relationship Id="rId6" Type="http://schemas.openxmlformats.org/officeDocument/2006/relationships/image" Target="../media/image71.emf"/><Relationship Id="rId5" Type="http://schemas.openxmlformats.org/officeDocument/2006/relationships/image" Target="../media/image70.emf"/><Relationship Id="rId4" Type="http://schemas.openxmlformats.org/officeDocument/2006/relationships/image" Target="../media/image69.emf"/><Relationship Id="rId3" Type="http://schemas.openxmlformats.org/officeDocument/2006/relationships/image" Target="../media/image68.emf"/><Relationship Id="rId2" Type="http://schemas.openxmlformats.org/officeDocument/2006/relationships/image" Target="../media/image67.emf"/><Relationship Id="rId1" Type="http://schemas.openxmlformats.org/officeDocument/2006/relationships/image" Target="../media/image66.emf"/></Relationships>
</file>

<file path=ppt/drawings/_rels/vmlDrawing17.vml.rels><?xml version="1.0" encoding="UTF-8" standalone="yes"?>
<Relationships xmlns="http://schemas.openxmlformats.org/package/2006/relationships"><Relationship Id="rId4" Type="http://schemas.openxmlformats.org/officeDocument/2006/relationships/image" Target="../media/image76.emf"/><Relationship Id="rId3" Type="http://schemas.openxmlformats.org/officeDocument/2006/relationships/image" Target="../media/image75.emf"/><Relationship Id="rId2" Type="http://schemas.openxmlformats.org/officeDocument/2006/relationships/image" Target="../media/image74.emf"/><Relationship Id="rId1" Type="http://schemas.openxmlformats.org/officeDocument/2006/relationships/image" Target="../media/image73.emf"/></Relationships>
</file>

<file path=ppt/drawings/_rels/vmlDrawing18.vml.rels><?xml version="1.0" encoding="UTF-8" standalone="yes"?>
<Relationships xmlns="http://schemas.openxmlformats.org/package/2006/relationships"><Relationship Id="rId6" Type="http://schemas.openxmlformats.org/officeDocument/2006/relationships/image" Target="../media/image82.emf"/><Relationship Id="rId5" Type="http://schemas.openxmlformats.org/officeDocument/2006/relationships/image" Target="../media/image81.emf"/><Relationship Id="rId4" Type="http://schemas.openxmlformats.org/officeDocument/2006/relationships/image" Target="../media/image80.emf"/><Relationship Id="rId3" Type="http://schemas.openxmlformats.org/officeDocument/2006/relationships/image" Target="../media/image79.emf"/><Relationship Id="rId2" Type="http://schemas.openxmlformats.org/officeDocument/2006/relationships/image" Target="../media/image78.emf"/><Relationship Id="rId1" Type="http://schemas.openxmlformats.org/officeDocument/2006/relationships/image" Target="../media/image77.e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83.wmf"/></Relationships>
</file>

<file path=ppt/drawings/_rels/vmlDrawing20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emf"/></Relationships>
</file>

<file path=ppt/drawings/_rels/vmlDrawing2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7.emf"/></Relationships>
</file>

<file path=ppt/drawings/_rels/vmlDrawing22.vml.rels><?xml version="1.0" encoding="UTF-8" standalone="yes"?>
<Relationships xmlns="http://schemas.openxmlformats.org/package/2006/relationships"><Relationship Id="rId2" Type="http://schemas.openxmlformats.org/officeDocument/2006/relationships/image" Target="../media/image93.emf"/><Relationship Id="rId1" Type="http://schemas.openxmlformats.org/officeDocument/2006/relationships/image" Target="../media/image92.emf"/></Relationships>
</file>

<file path=ppt/drawings/_rels/vmlDrawing2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3.wmf"/></Relationships>
</file>

<file path=ppt/drawings/_rels/vmlDrawing24.v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emf"/><Relationship Id="rId1" Type="http://schemas.openxmlformats.org/officeDocument/2006/relationships/image" Target="../media/image110.emf"/></Relationships>
</file>

<file path=ppt/drawings/_rels/vmlDrawing25.vml.rels><?xml version="1.0" encoding="UTF-8" standalone="yes"?>
<Relationships xmlns="http://schemas.openxmlformats.org/package/2006/relationships"><Relationship Id="rId4" Type="http://schemas.openxmlformats.org/officeDocument/2006/relationships/image" Target="../media/image118.emf"/><Relationship Id="rId3" Type="http://schemas.openxmlformats.org/officeDocument/2006/relationships/image" Target="../media/image117.emf"/><Relationship Id="rId2" Type="http://schemas.openxmlformats.org/officeDocument/2006/relationships/image" Target="../media/image116.emf"/><Relationship Id="rId1" Type="http://schemas.openxmlformats.org/officeDocument/2006/relationships/image" Target="../media/image115.emf"/></Relationships>
</file>

<file path=ppt/drawings/_rels/vmlDrawing2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27.wmf"/></Relationships>
</file>

<file path=ppt/drawings/_rels/vmlDrawing27.vml.rels><?xml version="1.0" encoding="UTF-8" standalone="yes"?>
<Relationships xmlns="http://schemas.openxmlformats.org/package/2006/relationships"><Relationship Id="rId9" Type="http://schemas.openxmlformats.org/officeDocument/2006/relationships/image" Target="../media/image136.emf"/><Relationship Id="rId8" Type="http://schemas.openxmlformats.org/officeDocument/2006/relationships/image" Target="../media/image135.emf"/><Relationship Id="rId7" Type="http://schemas.openxmlformats.org/officeDocument/2006/relationships/image" Target="../media/image134.emf"/><Relationship Id="rId6" Type="http://schemas.openxmlformats.org/officeDocument/2006/relationships/image" Target="../media/image133.emf"/><Relationship Id="rId5" Type="http://schemas.openxmlformats.org/officeDocument/2006/relationships/image" Target="../media/image132.emf"/><Relationship Id="rId4" Type="http://schemas.openxmlformats.org/officeDocument/2006/relationships/image" Target="../media/image131.emf"/><Relationship Id="rId3" Type="http://schemas.openxmlformats.org/officeDocument/2006/relationships/image" Target="../media/image130.emf"/><Relationship Id="rId2" Type="http://schemas.openxmlformats.org/officeDocument/2006/relationships/image" Target="../media/image129.emf"/><Relationship Id="rId16" Type="http://schemas.openxmlformats.org/officeDocument/2006/relationships/image" Target="../media/image143.emf"/><Relationship Id="rId15" Type="http://schemas.openxmlformats.org/officeDocument/2006/relationships/image" Target="../media/image142.emf"/><Relationship Id="rId14" Type="http://schemas.openxmlformats.org/officeDocument/2006/relationships/image" Target="../media/image141.emf"/><Relationship Id="rId13" Type="http://schemas.openxmlformats.org/officeDocument/2006/relationships/image" Target="../media/image140.emf"/><Relationship Id="rId12" Type="http://schemas.openxmlformats.org/officeDocument/2006/relationships/image" Target="../media/image139.emf"/><Relationship Id="rId11" Type="http://schemas.openxmlformats.org/officeDocument/2006/relationships/image" Target="../media/image138.emf"/><Relationship Id="rId10" Type="http://schemas.openxmlformats.org/officeDocument/2006/relationships/image" Target="../media/image137.emf"/><Relationship Id="rId1" Type="http://schemas.openxmlformats.org/officeDocument/2006/relationships/image" Target="../media/image128.emf"/></Relationships>
</file>

<file path=ppt/drawings/_rels/vmlDrawing28.vml.rels><?xml version="1.0" encoding="UTF-8" standalone="yes"?>
<Relationships xmlns="http://schemas.openxmlformats.org/package/2006/relationships"><Relationship Id="rId9" Type="http://schemas.openxmlformats.org/officeDocument/2006/relationships/image" Target="../media/image152.emf"/><Relationship Id="rId8" Type="http://schemas.openxmlformats.org/officeDocument/2006/relationships/image" Target="../media/image151.emf"/><Relationship Id="rId7" Type="http://schemas.openxmlformats.org/officeDocument/2006/relationships/image" Target="../media/image150.emf"/><Relationship Id="rId6" Type="http://schemas.openxmlformats.org/officeDocument/2006/relationships/image" Target="../media/image149.emf"/><Relationship Id="rId5" Type="http://schemas.openxmlformats.org/officeDocument/2006/relationships/image" Target="../media/image148.emf"/><Relationship Id="rId4" Type="http://schemas.openxmlformats.org/officeDocument/2006/relationships/image" Target="../media/image147.emf"/><Relationship Id="rId3" Type="http://schemas.openxmlformats.org/officeDocument/2006/relationships/image" Target="../media/image146.emf"/><Relationship Id="rId21" Type="http://schemas.openxmlformats.org/officeDocument/2006/relationships/image" Target="../media/image164.emf"/><Relationship Id="rId20" Type="http://schemas.openxmlformats.org/officeDocument/2006/relationships/image" Target="../media/image163.emf"/><Relationship Id="rId2" Type="http://schemas.openxmlformats.org/officeDocument/2006/relationships/image" Target="../media/image145.emf"/><Relationship Id="rId19" Type="http://schemas.openxmlformats.org/officeDocument/2006/relationships/image" Target="../media/image162.emf"/><Relationship Id="rId18" Type="http://schemas.openxmlformats.org/officeDocument/2006/relationships/image" Target="../media/image161.emf"/><Relationship Id="rId17" Type="http://schemas.openxmlformats.org/officeDocument/2006/relationships/image" Target="../media/image160.emf"/><Relationship Id="rId16" Type="http://schemas.openxmlformats.org/officeDocument/2006/relationships/image" Target="../media/image159.emf"/><Relationship Id="rId15" Type="http://schemas.openxmlformats.org/officeDocument/2006/relationships/image" Target="../media/image158.emf"/><Relationship Id="rId14" Type="http://schemas.openxmlformats.org/officeDocument/2006/relationships/image" Target="../media/image157.emf"/><Relationship Id="rId13" Type="http://schemas.openxmlformats.org/officeDocument/2006/relationships/image" Target="../media/image156.emf"/><Relationship Id="rId12" Type="http://schemas.openxmlformats.org/officeDocument/2006/relationships/image" Target="../media/image155.emf"/><Relationship Id="rId11" Type="http://schemas.openxmlformats.org/officeDocument/2006/relationships/image" Target="../media/image154.emf"/><Relationship Id="rId10" Type="http://schemas.openxmlformats.org/officeDocument/2006/relationships/image" Target="../media/image153.emf"/><Relationship Id="rId1" Type="http://schemas.openxmlformats.org/officeDocument/2006/relationships/image" Target="../media/image144.emf"/></Relationships>
</file>

<file path=ppt/drawings/_rels/vmlDrawing29.vml.rels><?xml version="1.0" encoding="UTF-8" standalone="yes"?>
<Relationships xmlns="http://schemas.openxmlformats.org/package/2006/relationships"><Relationship Id="rId9" Type="http://schemas.openxmlformats.org/officeDocument/2006/relationships/image" Target="../media/image173.emf"/><Relationship Id="rId8" Type="http://schemas.openxmlformats.org/officeDocument/2006/relationships/image" Target="../media/image172.emf"/><Relationship Id="rId7" Type="http://schemas.openxmlformats.org/officeDocument/2006/relationships/image" Target="../media/image171.emf"/><Relationship Id="rId6" Type="http://schemas.openxmlformats.org/officeDocument/2006/relationships/image" Target="../media/image170.emf"/><Relationship Id="rId5" Type="http://schemas.openxmlformats.org/officeDocument/2006/relationships/image" Target="../media/image169.emf"/><Relationship Id="rId4" Type="http://schemas.openxmlformats.org/officeDocument/2006/relationships/image" Target="../media/image168.emf"/><Relationship Id="rId3" Type="http://schemas.openxmlformats.org/officeDocument/2006/relationships/image" Target="../media/image167.emf"/><Relationship Id="rId2" Type="http://schemas.openxmlformats.org/officeDocument/2006/relationships/image" Target="../media/image166.emf"/><Relationship Id="rId1" Type="http://schemas.openxmlformats.org/officeDocument/2006/relationships/image" Target="../media/image165.emf"/></Relationships>
</file>

<file path=ppt/drawings/_rels/vmlDrawing30.v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emf"/><Relationship Id="rId2" Type="http://schemas.openxmlformats.org/officeDocument/2006/relationships/image" Target="../media/image181.emf"/><Relationship Id="rId1" Type="http://schemas.openxmlformats.org/officeDocument/2006/relationships/image" Target="../media/image179.emf"/></Relationships>
</file>

<file path=ppt/drawings/_rels/vmlDrawing31.vml.rels><?xml version="1.0" encoding="UTF-8" standalone="yes"?>
<Relationships xmlns="http://schemas.openxmlformats.org/package/2006/relationships"><Relationship Id="rId2" Type="http://schemas.openxmlformats.org/officeDocument/2006/relationships/image" Target="../media/image186.wmf"/><Relationship Id="rId1" Type="http://schemas.openxmlformats.org/officeDocument/2006/relationships/image" Target="../media/image185.emf"/></Relationships>
</file>

<file path=ppt/drawings/_rels/vmlDrawing32.vml.rels><?xml version="1.0" encoding="UTF-8" standalone="yes"?>
<Relationships xmlns="http://schemas.openxmlformats.org/package/2006/relationships"><Relationship Id="rId4" Type="http://schemas.openxmlformats.org/officeDocument/2006/relationships/image" Target="../media/image192.emf"/><Relationship Id="rId3" Type="http://schemas.openxmlformats.org/officeDocument/2006/relationships/image" Target="../media/image191.emf"/><Relationship Id="rId2" Type="http://schemas.openxmlformats.org/officeDocument/2006/relationships/image" Target="../media/image190.emf"/><Relationship Id="rId1" Type="http://schemas.openxmlformats.org/officeDocument/2006/relationships/image" Target="../media/image189.emf"/></Relationships>
</file>

<file path=ppt/drawings/_rels/vmlDrawing33.vml.rels><?xml version="1.0" encoding="UTF-8" standalone="yes"?>
<Relationships xmlns="http://schemas.openxmlformats.org/package/2006/relationships"><Relationship Id="rId4" Type="http://schemas.openxmlformats.org/officeDocument/2006/relationships/image" Target="../media/image201.emf"/><Relationship Id="rId3" Type="http://schemas.openxmlformats.org/officeDocument/2006/relationships/image" Target="../media/image200.emf"/><Relationship Id="rId2" Type="http://schemas.openxmlformats.org/officeDocument/2006/relationships/image" Target="../media/image199.emf"/><Relationship Id="rId1" Type="http://schemas.openxmlformats.org/officeDocument/2006/relationships/image" Target="../media/image198.emf"/></Relationships>
</file>

<file path=ppt/drawings/_rels/vmlDrawing34.vml.rels><?xml version="1.0" encoding="UTF-8" standalone="yes"?>
<Relationships xmlns="http://schemas.openxmlformats.org/package/2006/relationships"><Relationship Id="rId2" Type="http://schemas.openxmlformats.org/officeDocument/2006/relationships/image" Target="../media/image203.emf"/><Relationship Id="rId1" Type="http://schemas.openxmlformats.org/officeDocument/2006/relationships/image" Target="../media/image202.emf"/></Relationships>
</file>

<file path=ppt/drawings/_rels/vmlDrawing35.vml.rels><?xml version="1.0" encoding="UTF-8" standalone="yes"?>
<Relationships xmlns="http://schemas.openxmlformats.org/package/2006/relationships"><Relationship Id="rId7" Type="http://schemas.openxmlformats.org/officeDocument/2006/relationships/image" Target="../media/image217.emf"/><Relationship Id="rId6" Type="http://schemas.openxmlformats.org/officeDocument/2006/relationships/image" Target="../media/image216.emf"/><Relationship Id="rId5" Type="http://schemas.openxmlformats.org/officeDocument/2006/relationships/image" Target="../media/image215.emf"/><Relationship Id="rId4" Type="http://schemas.openxmlformats.org/officeDocument/2006/relationships/image" Target="../media/image214.emf"/><Relationship Id="rId3" Type="http://schemas.openxmlformats.org/officeDocument/2006/relationships/image" Target="../media/image213.emf"/><Relationship Id="rId2" Type="http://schemas.openxmlformats.org/officeDocument/2006/relationships/image" Target="../media/image212.emf"/><Relationship Id="rId1" Type="http://schemas.openxmlformats.org/officeDocument/2006/relationships/image" Target="../media/image211.emf"/></Relationships>
</file>

<file path=ppt/drawings/_rels/vmlDrawing36.vml.rels><?xml version="1.0" encoding="UTF-8" standalone="yes"?>
<Relationships xmlns="http://schemas.openxmlformats.org/package/2006/relationships"><Relationship Id="rId9" Type="http://schemas.openxmlformats.org/officeDocument/2006/relationships/image" Target="../media/image226.emf"/><Relationship Id="rId8" Type="http://schemas.openxmlformats.org/officeDocument/2006/relationships/image" Target="../media/image225.emf"/><Relationship Id="rId7" Type="http://schemas.openxmlformats.org/officeDocument/2006/relationships/image" Target="../media/image224.emf"/><Relationship Id="rId6" Type="http://schemas.openxmlformats.org/officeDocument/2006/relationships/image" Target="../media/image223.emf"/><Relationship Id="rId5" Type="http://schemas.openxmlformats.org/officeDocument/2006/relationships/image" Target="../media/image222.emf"/><Relationship Id="rId4" Type="http://schemas.openxmlformats.org/officeDocument/2006/relationships/image" Target="../media/image221.emf"/><Relationship Id="rId3" Type="http://schemas.openxmlformats.org/officeDocument/2006/relationships/image" Target="../media/image220.emf"/><Relationship Id="rId2" Type="http://schemas.openxmlformats.org/officeDocument/2006/relationships/image" Target="../media/image219.emf"/><Relationship Id="rId15" Type="http://schemas.openxmlformats.org/officeDocument/2006/relationships/image" Target="../media/image232.emf"/><Relationship Id="rId14" Type="http://schemas.openxmlformats.org/officeDocument/2006/relationships/image" Target="../media/image231.emf"/><Relationship Id="rId13" Type="http://schemas.openxmlformats.org/officeDocument/2006/relationships/image" Target="../media/image230.emf"/><Relationship Id="rId12" Type="http://schemas.openxmlformats.org/officeDocument/2006/relationships/image" Target="../media/image229.emf"/><Relationship Id="rId11" Type="http://schemas.openxmlformats.org/officeDocument/2006/relationships/image" Target="../media/image228.emf"/><Relationship Id="rId10" Type="http://schemas.openxmlformats.org/officeDocument/2006/relationships/image" Target="../media/image227.emf"/><Relationship Id="rId1" Type="http://schemas.openxmlformats.org/officeDocument/2006/relationships/image" Target="../media/image218.emf"/></Relationships>
</file>

<file path=ppt/drawings/_rels/vmlDrawing37.vml.rels><?xml version="1.0" encoding="UTF-8" standalone="yes"?>
<Relationships xmlns="http://schemas.openxmlformats.org/package/2006/relationships"><Relationship Id="rId1" Type="http://schemas.openxmlformats.org/officeDocument/2006/relationships/image" Target="../media/image234.emf"/></Relationships>
</file>

<file path=ppt/drawings/_rels/vmlDrawing38.vml.rels><?xml version="1.0" encoding="UTF-8" standalone="yes"?>
<Relationships xmlns="http://schemas.openxmlformats.org/package/2006/relationships"><Relationship Id="rId9" Type="http://schemas.openxmlformats.org/officeDocument/2006/relationships/image" Target="../media/image253.emf"/><Relationship Id="rId8" Type="http://schemas.openxmlformats.org/officeDocument/2006/relationships/image" Target="../media/image252.emf"/><Relationship Id="rId7" Type="http://schemas.openxmlformats.org/officeDocument/2006/relationships/image" Target="../media/image251.emf"/><Relationship Id="rId6" Type="http://schemas.openxmlformats.org/officeDocument/2006/relationships/image" Target="../media/image250.emf"/><Relationship Id="rId5" Type="http://schemas.openxmlformats.org/officeDocument/2006/relationships/image" Target="../media/image249.emf"/><Relationship Id="rId4" Type="http://schemas.openxmlformats.org/officeDocument/2006/relationships/image" Target="../media/image248.emf"/><Relationship Id="rId3" Type="http://schemas.openxmlformats.org/officeDocument/2006/relationships/image" Target="../media/image247.emf"/><Relationship Id="rId2" Type="http://schemas.openxmlformats.org/officeDocument/2006/relationships/image" Target="../media/image246.emf"/><Relationship Id="rId11" Type="http://schemas.openxmlformats.org/officeDocument/2006/relationships/image" Target="../media/image255.emf"/><Relationship Id="rId10" Type="http://schemas.openxmlformats.org/officeDocument/2006/relationships/image" Target="../media/image254.emf"/><Relationship Id="rId1" Type="http://schemas.openxmlformats.org/officeDocument/2006/relationships/image" Target="../media/image245.emf"/></Relationships>
</file>

<file path=ppt/drawings/_rels/vmlDrawing39.vml.rels><?xml version="1.0" encoding="UTF-8" standalone="yes"?>
<Relationships xmlns="http://schemas.openxmlformats.org/package/2006/relationships"><Relationship Id="rId9" Type="http://schemas.openxmlformats.org/officeDocument/2006/relationships/image" Target="../media/image268.emf"/><Relationship Id="rId8" Type="http://schemas.openxmlformats.org/officeDocument/2006/relationships/image" Target="../media/image267.emf"/><Relationship Id="rId7" Type="http://schemas.openxmlformats.org/officeDocument/2006/relationships/image" Target="../media/image266.emf"/><Relationship Id="rId6" Type="http://schemas.openxmlformats.org/officeDocument/2006/relationships/image" Target="../media/image265.emf"/><Relationship Id="rId5" Type="http://schemas.openxmlformats.org/officeDocument/2006/relationships/image" Target="../media/image264.emf"/><Relationship Id="rId4" Type="http://schemas.openxmlformats.org/officeDocument/2006/relationships/image" Target="../media/image263.emf"/><Relationship Id="rId3" Type="http://schemas.openxmlformats.org/officeDocument/2006/relationships/image" Target="../media/image262.emf"/><Relationship Id="rId2" Type="http://schemas.openxmlformats.org/officeDocument/2006/relationships/image" Target="../media/image261.emf"/><Relationship Id="rId11" Type="http://schemas.openxmlformats.org/officeDocument/2006/relationships/image" Target="../media/image270.emf"/><Relationship Id="rId10" Type="http://schemas.openxmlformats.org/officeDocument/2006/relationships/image" Target="../media/image269.emf"/><Relationship Id="rId1" Type="http://schemas.openxmlformats.org/officeDocument/2006/relationships/image" Target="../media/image260.emf"/></Relationships>
</file>

<file path=ppt/drawings/_rels/vmlDrawing40.vml.rels><?xml version="1.0" encoding="UTF-8" standalone="yes"?>
<Relationships xmlns="http://schemas.openxmlformats.org/package/2006/relationships"><Relationship Id="rId9" Type="http://schemas.openxmlformats.org/officeDocument/2006/relationships/image" Target="../media/image283.emf"/><Relationship Id="rId8" Type="http://schemas.openxmlformats.org/officeDocument/2006/relationships/image" Target="../media/image282.emf"/><Relationship Id="rId7" Type="http://schemas.openxmlformats.org/officeDocument/2006/relationships/image" Target="../media/image281.emf"/><Relationship Id="rId6" Type="http://schemas.openxmlformats.org/officeDocument/2006/relationships/image" Target="../media/image280.emf"/><Relationship Id="rId5" Type="http://schemas.openxmlformats.org/officeDocument/2006/relationships/image" Target="../media/image279.emf"/><Relationship Id="rId4" Type="http://schemas.openxmlformats.org/officeDocument/2006/relationships/image" Target="../media/image278.emf"/><Relationship Id="rId3" Type="http://schemas.openxmlformats.org/officeDocument/2006/relationships/image" Target="../media/image277.emf"/><Relationship Id="rId2" Type="http://schemas.openxmlformats.org/officeDocument/2006/relationships/image" Target="../media/image276.emf"/><Relationship Id="rId13" Type="http://schemas.openxmlformats.org/officeDocument/2006/relationships/image" Target="../media/image287.emf"/><Relationship Id="rId12" Type="http://schemas.openxmlformats.org/officeDocument/2006/relationships/image" Target="../media/image286.emf"/><Relationship Id="rId11" Type="http://schemas.openxmlformats.org/officeDocument/2006/relationships/image" Target="../media/image285.emf"/><Relationship Id="rId10" Type="http://schemas.openxmlformats.org/officeDocument/2006/relationships/image" Target="../media/image284.emf"/><Relationship Id="rId1" Type="http://schemas.openxmlformats.org/officeDocument/2006/relationships/image" Target="../media/image27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A623ED6-14EA-4858-9808-AF130FE85B61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5C40D5-B1F7-4514-8310-B95B3ADE918A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9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5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6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7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8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9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三位二进制减法计数器</a:t>
            </a:r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r>
              <a:rPr lang="zh-CN" altLang="en-US"/>
              <a:t>以</a:t>
            </a:r>
            <a:r>
              <a:rPr lang="en-US" altLang="zh-CN"/>
              <a:t>G1</a:t>
            </a:r>
            <a:r>
              <a:rPr lang="zh-CN" altLang="en-US"/>
              <a:t>为例，</a:t>
            </a:r>
            <a:r>
              <a:rPr lang="en-US" altLang="zh-CN"/>
              <a:t>S1S0</a:t>
            </a:r>
            <a:r>
              <a:rPr lang="zh-CN" altLang="en-US"/>
              <a:t>为</a:t>
            </a:r>
            <a:r>
              <a:rPr lang="en-US" altLang="zh-CN"/>
              <a:t>00</a:t>
            </a:r>
            <a:r>
              <a:rPr lang="zh-CN" altLang="en-US"/>
              <a:t>时，选中最右边的与门。</a:t>
            </a:r>
            <a:r>
              <a:rPr lang="en-US" altLang="zh-CN"/>
              <a:t>Qn+1=Q1</a:t>
            </a:r>
            <a:r>
              <a:rPr lang="zh-CN" altLang="en-US"/>
              <a:t>，为保持状态；为</a:t>
            </a:r>
            <a:r>
              <a:rPr lang="en-US" altLang="zh-CN"/>
              <a:t>01</a:t>
            </a:r>
            <a:r>
              <a:rPr lang="zh-CN" altLang="en-US"/>
              <a:t>时，最左边与门被选中，</a:t>
            </a:r>
            <a:r>
              <a:rPr lang="en-US" altLang="zh-CN"/>
              <a:t>Qn+1=Q0</a:t>
            </a:r>
            <a:r>
              <a:rPr lang="zh-CN" altLang="en-US"/>
              <a:t>，为右移；</a:t>
            </a:r>
            <a:r>
              <a:rPr lang="en-US" altLang="zh-CN"/>
              <a:t>10</a:t>
            </a:r>
            <a:r>
              <a:rPr lang="zh-CN" altLang="en-US"/>
              <a:t>时，右边第二个与门被选中，</a:t>
            </a:r>
            <a:r>
              <a:rPr lang="en-US" altLang="zh-CN"/>
              <a:t>Qn+1=Q2</a:t>
            </a:r>
            <a:r>
              <a:rPr lang="zh-CN" altLang="en-US"/>
              <a:t>，为左移；为</a:t>
            </a:r>
            <a:r>
              <a:rPr lang="en-US" altLang="zh-CN"/>
              <a:t>11</a:t>
            </a:r>
            <a:r>
              <a:rPr lang="zh-CN" altLang="en-US"/>
              <a:t>时，左边第二个与门被选中，</a:t>
            </a:r>
            <a:r>
              <a:rPr lang="en-US" altLang="zh-CN"/>
              <a:t>Qn+1=D1;</a:t>
            </a:r>
            <a:r>
              <a:rPr lang="zh-CN" altLang="en-US"/>
              <a:t>为并行输入。</a:t>
            </a:r>
            <a:endParaRPr lang="zh-CN" altLang="en-US"/>
          </a:p>
        </p:txBody>
      </p:sp>
      <p:sp>
        <p:nvSpPr>
          <p:cNvPr id="101380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536FD69D-A98F-41DD-A29A-5BC9073423C0}" type="slidenum">
              <a:rPr lang="zh-CN" altLang="en-US">
                <a:solidFill>
                  <a:prstClr val="black"/>
                </a:solidFill>
                <a:latin typeface="Arial" panose="020B0604020202020204" pitchFamily="34" charset="0"/>
              </a:rPr>
            </a:fld>
            <a:endParaRPr lang="zh-CN" alt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r>
              <a:rPr lang="zh-CN" altLang="en-US"/>
              <a:t>此处的右移是从低位向高位移位，对于二进制数来说相当与是乘</a:t>
            </a:r>
            <a:r>
              <a:rPr lang="en-US" altLang="zh-CN"/>
              <a:t>2</a:t>
            </a:r>
            <a:r>
              <a:rPr lang="zh-CN" altLang="en-US"/>
              <a:t>；左移是向低位移位，对于二进制数来说相当于除二，和我们平常说的是有区别的。</a:t>
            </a:r>
            <a:endParaRPr lang="zh-CN" altLang="en-US"/>
          </a:p>
        </p:txBody>
      </p:sp>
      <p:sp>
        <p:nvSpPr>
          <p:cNvPr id="102404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AA466459-5F3C-4D55-8F90-EE3979782263}" type="slidenum">
              <a:rPr lang="zh-CN" altLang="en-US">
                <a:solidFill>
                  <a:prstClr val="black"/>
                </a:solidFill>
                <a:latin typeface="Arial" panose="020B0604020202020204" pitchFamily="34" charset="0"/>
              </a:rPr>
            </a:fld>
            <a:endParaRPr lang="zh-CN" alt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在数字电子技术中应用的最多的时序逻辑电路。计数器不仅能用于对时钟脉冲计数，还可以用于分频、定时、产生节拍脉冲和脉冲序列以及进行数字运算等。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5C40D5-B1F7-4514-8310-B95B3ADE918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3427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endParaRPr lang="zh-CN" altLang="en-US"/>
          </a:p>
        </p:txBody>
      </p:sp>
      <p:sp>
        <p:nvSpPr>
          <p:cNvPr id="103428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98FB36EE-C1DC-4E70-BC94-5EA2A0CF8F2D}" type="slidenum">
              <a:rPr lang="zh-CN" altLang="en-US">
                <a:solidFill>
                  <a:prstClr val="black"/>
                </a:solidFill>
                <a:latin typeface="Arial" panose="020B0604020202020204" pitchFamily="34" charset="0"/>
              </a:rPr>
            </a:fld>
            <a:endParaRPr lang="zh-CN" alt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4451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r>
              <a:rPr lang="en-US" altLang="zh-CN"/>
              <a:t>Rd’</a:t>
            </a:r>
            <a:r>
              <a:rPr lang="zh-CN" altLang="en-US"/>
              <a:t>为</a:t>
            </a:r>
            <a:r>
              <a:rPr lang="en-US" altLang="zh-CN"/>
              <a:t>0</a:t>
            </a:r>
            <a:r>
              <a:rPr lang="zh-CN" altLang="en-US"/>
              <a:t>时，所有触发器同时被置零，且不受其他输入端的影响。</a:t>
            </a:r>
            <a:r>
              <a:rPr lang="en-US" altLang="zh-CN">
                <a:solidFill>
                  <a:srgbClr val="000000"/>
                </a:solidFill>
              </a:rPr>
              <a:t>Rd’</a:t>
            </a:r>
            <a:r>
              <a:rPr lang="zh-CN" altLang="en-US"/>
              <a:t>为</a:t>
            </a:r>
            <a:r>
              <a:rPr lang="en-US" altLang="zh-CN"/>
              <a:t>1</a:t>
            </a:r>
            <a:r>
              <a:rPr lang="zh-CN" altLang="en-US"/>
              <a:t>时，</a:t>
            </a:r>
            <a:r>
              <a:rPr lang="en-US" altLang="zh-CN"/>
              <a:t>LD’</a:t>
            </a:r>
            <a:r>
              <a:rPr lang="zh-CN" altLang="en-US"/>
              <a:t>为</a:t>
            </a:r>
            <a:r>
              <a:rPr lang="en-US" altLang="zh-CN"/>
              <a:t>0</a:t>
            </a:r>
            <a:r>
              <a:rPr lang="zh-CN" altLang="en-US"/>
              <a:t>时，电路工作在同步置数状态。</a:t>
            </a:r>
            <a:r>
              <a:rPr lang="en-US" altLang="zh-CN"/>
              <a:t>G16-G19</a:t>
            </a:r>
            <a:r>
              <a:rPr lang="zh-CN" altLang="en-US"/>
              <a:t>输出</a:t>
            </a:r>
            <a:r>
              <a:rPr lang="en-US" altLang="zh-CN"/>
              <a:t>1</a:t>
            </a:r>
            <a:r>
              <a:rPr lang="zh-CN" altLang="en-US"/>
              <a:t>，</a:t>
            </a:r>
            <a:r>
              <a:rPr lang="en-US" altLang="zh-CN"/>
              <a:t>FF</a:t>
            </a:r>
            <a:r>
              <a:rPr lang="zh-CN" altLang="en-US"/>
              <a:t>的输入端</a:t>
            </a:r>
            <a:r>
              <a:rPr lang="en-US" altLang="zh-CN"/>
              <a:t>J</a:t>
            </a:r>
            <a:r>
              <a:rPr lang="zh-CN" altLang="en-US"/>
              <a:t>、</a:t>
            </a:r>
            <a:r>
              <a:rPr lang="en-US" altLang="zh-CN"/>
              <a:t>K</a:t>
            </a:r>
            <a:r>
              <a:rPr lang="zh-CN" altLang="en-US"/>
              <a:t>由</a:t>
            </a:r>
            <a:r>
              <a:rPr lang="en-US" altLang="zh-CN"/>
              <a:t>G8-G15</a:t>
            </a:r>
            <a:r>
              <a:rPr lang="zh-CN" altLang="en-US"/>
              <a:t>的输出决定，以</a:t>
            </a:r>
            <a:r>
              <a:rPr lang="en-US" altLang="zh-CN"/>
              <a:t>FF0</a:t>
            </a:r>
            <a:r>
              <a:rPr lang="zh-CN" altLang="en-US"/>
              <a:t>为例，此时</a:t>
            </a:r>
            <a:r>
              <a:rPr lang="en-US" altLang="zh-CN"/>
              <a:t>J0=D0</a:t>
            </a:r>
            <a:r>
              <a:rPr lang="zh-CN" altLang="en-US"/>
              <a:t>，</a:t>
            </a:r>
            <a:r>
              <a:rPr lang="en-US" altLang="zh-CN"/>
              <a:t>K0=D0’,</a:t>
            </a:r>
            <a:r>
              <a:rPr lang="zh-CN" altLang="en-US"/>
              <a:t>带人</a:t>
            </a:r>
            <a:r>
              <a:rPr lang="en-US" altLang="zh-CN"/>
              <a:t>JK</a:t>
            </a:r>
            <a:r>
              <a:rPr lang="zh-CN" altLang="en-US"/>
              <a:t>触发器状态方程得</a:t>
            </a:r>
            <a:r>
              <a:rPr lang="en-US" altLang="zh-CN"/>
              <a:t>Q</a:t>
            </a:r>
            <a:r>
              <a:rPr lang="en-US" altLang="zh-CN" baseline="30000"/>
              <a:t>n+1</a:t>
            </a:r>
            <a:r>
              <a:rPr lang="en-US" altLang="zh-CN"/>
              <a:t>=D0. </a:t>
            </a:r>
            <a:r>
              <a:rPr lang="zh-CN" altLang="en-US"/>
              <a:t>当</a:t>
            </a:r>
            <a:r>
              <a:rPr lang="en-US" altLang="zh-CN">
                <a:solidFill>
                  <a:srgbClr val="000000"/>
                </a:solidFill>
              </a:rPr>
              <a:t>Rd’</a:t>
            </a:r>
            <a:r>
              <a:rPr lang="zh-CN" altLang="en-US">
                <a:solidFill>
                  <a:srgbClr val="000000"/>
                </a:solidFill>
              </a:rPr>
              <a:t>与</a:t>
            </a:r>
            <a:r>
              <a:rPr lang="en-US" altLang="zh-CN">
                <a:solidFill>
                  <a:srgbClr val="000000"/>
                </a:solidFill>
              </a:rPr>
              <a:t>LD’</a:t>
            </a:r>
            <a:r>
              <a:rPr lang="zh-CN" altLang="en-US">
                <a:solidFill>
                  <a:srgbClr val="000000"/>
                </a:solidFill>
              </a:rPr>
              <a:t>都</a:t>
            </a:r>
            <a:r>
              <a:rPr lang="zh-CN" altLang="en-US"/>
              <a:t>为</a:t>
            </a:r>
            <a:r>
              <a:rPr lang="en-US" altLang="zh-CN"/>
              <a:t>1</a:t>
            </a:r>
            <a:r>
              <a:rPr lang="zh-CN" altLang="en-US"/>
              <a:t>时，而</a:t>
            </a:r>
            <a:r>
              <a:rPr lang="en-US" altLang="zh-CN"/>
              <a:t>EP=0</a:t>
            </a:r>
            <a:r>
              <a:rPr lang="zh-CN" altLang="en-US"/>
              <a:t>，</a:t>
            </a:r>
            <a:r>
              <a:rPr lang="en-US" altLang="zh-CN"/>
              <a:t>ET=1</a:t>
            </a:r>
            <a:r>
              <a:rPr lang="zh-CN" altLang="en-US"/>
              <a:t>时，</a:t>
            </a:r>
            <a:r>
              <a:rPr lang="en-US" altLang="zh-CN"/>
              <a:t>G16-G19</a:t>
            </a:r>
            <a:r>
              <a:rPr lang="zh-CN" altLang="en-US"/>
              <a:t>输出</a:t>
            </a:r>
            <a:r>
              <a:rPr lang="en-US" altLang="zh-CN"/>
              <a:t>0</a:t>
            </a:r>
            <a:r>
              <a:rPr lang="zh-CN" altLang="en-US"/>
              <a:t>，</a:t>
            </a:r>
            <a:r>
              <a:rPr lang="en-US" altLang="zh-CN"/>
              <a:t>G21-G28</a:t>
            </a:r>
            <a:r>
              <a:rPr lang="zh-CN" altLang="en-US"/>
              <a:t>输出</a:t>
            </a:r>
            <a:r>
              <a:rPr lang="en-US" altLang="zh-CN"/>
              <a:t>0</a:t>
            </a:r>
            <a:r>
              <a:rPr lang="zh-CN" altLang="en-US"/>
              <a:t>，所以</a:t>
            </a:r>
            <a:r>
              <a:rPr lang="en-US" altLang="zh-CN"/>
              <a:t>FF</a:t>
            </a:r>
            <a:r>
              <a:rPr lang="zh-CN" altLang="en-US"/>
              <a:t>的输出</a:t>
            </a:r>
            <a:r>
              <a:rPr lang="en-US" altLang="zh-CN">
                <a:solidFill>
                  <a:srgbClr val="000000"/>
                </a:solidFill>
              </a:rPr>
              <a:t>Q</a:t>
            </a:r>
            <a:r>
              <a:rPr lang="en-US" altLang="zh-CN" baseline="30000">
                <a:solidFill>
                  <a:srgbClr val="000000"/>
                </a:solidFill>
              </a:rPr>
              <a:t>n+1</a:t>
            </a:r>
            <a:r>
              <a:rPr lang="en-US" altLang="zh-CN">
                <a:solidFill>
                  <a:srgbClr val="000000"/>
                </a:solidFill>
              </a:rPr>
              <a:t>=Q</a:t>
            </a:r>
            <a:r>
              <a:rPr lang="en-US" altLang="zh-CN" baseline="30000">
                <a:solidFill>
                  <a:srgbClr val="000000"/>
                </a:solidFill>
              </a:rPr>
              <a:t>n</a:t>
            </a:r>
            <a:r>
              <a:rPr lang="zh-CN" altLang="en-US">
                <a:solidFill>
                  <a:srgbClr val="000000"/>
                </a:solidFill>
              </a:rPr>
              <a:t>，为保持状态，且</a:t>
            </a:r>
            <a:r>
              <a:rPr lang="en-US" altLang="zh-CN">
                <a:solidFill>
                  <a:srgbClr val="000000"/>
                </a:solidFill>
              </a:rPr>
              <a:t>C</a:t>
            </a:r>
            <a:r>
              <a:rPr lang="zh-CN" altLang="en-US">
                <a:solidFill>
                  <a:srgbClr val="000000"/>
                </a:solidFill>
              </a:rPr>
              <a:t>的状态也保持。如果</a:t>
            </a:r>
            <a:r>
              <a:rPr lang="en-US" altLang="zh-CN">
                <a:solidFill>
                  <a:srgbClr val="000000"/>
                </a:solidFill>
              </a:rPr>
              <a:t>ET=0</a:t>
            </a:r>
            <a:r>
              <a:rPr lang="zh-CN" altLang="en-US">
                <a:solidFill>
                  <a:srgbClr val="000000"/>
                </a:solidFill>
              </a:rPr>
              <a:t>，则</a:t>
            </a:r>
            <a:r>
              <a:rPr lang="en-US" altLang="zh-CN">
                <a:solidFill>
                  <a:srgbClr val="000000"/>
                </a:solidFill>
              </a:rPr>
              <a:t>EP</a:t>
            </a:r>
            <a:r>
              <a:rPr lang="zh-CN" altLang="en-US">
                <a:solidFill>
                  <a:srgbClr val="000000"/>
                </a:solidFill>
              </a:rPr>
              <a:t>无论为何值，计数器也保持，但是</a:t>
            </a:r>
            <a:r>
              <a:rPr lang="en-US" altLang="zh-CN">
                <a:solidFill>
                  <a:srgbClr val="000000"/>
                </a:solidFill>
              </a:rPr>
              <a:t>C=0;</a:t>
            </a:r>
            <a:r>
              <a:rPr lang="zh-CN" altLang="en-US">
                <a:solidFill>
                  <a:srgbClr val="000000"/>
                </a:solidFill>
              </a:rPr>
              <a:t>都为</a:t>
            </a:r>
            <a:r>
              <a:rPr lang="en-US" altLang="zh-CN">
                <a:solidFill>
                  <a:srgbClr val="000000"/>
                </a:solidFill>
              </a:rPr>
              <a:t>1</a:t>
            </a:r>
            <a:r>
              <a:rPr lang="zh-CN" altLang="en-US">
                <a:solidFill>
                  <a:srgbClr val="000000"/>
                </a:solidFill>
              </a:rPr>
              <a:t>时，</a:t>
            </a:r>
            <a:r>
              <a:rPr lang="en-US" altLang="zh-CN">
                <a:solidFill>
                  <a:srgbClr val="000000"/>
                </a:solidFill>
              </a:rPr>
              <a:t>J0=K0=1</a:t>
            </a:r>
            <a:r>
              <a:rPr lang="zh-CN" altLang="en-US">
                <a:solidFill>
                  <a:srgbClr val="000000"/>
                </a:solidFill>
              </a:rPr>
              <a:t>，</a:t>
            </a:r>
            <a:r>
              <a:rPr lang="en-US" altLang="zh-CN">
                <a:solidFill>
                  <a:srgbClr val="000000"/>
                </a:solidFill>
              </a:rPr>
              <a:t>J1=K1=Q0,</a:t>
            </a:r>
            <a:r>
              <a:rPr lang="zh-CN" altLang="en-US">
                <a:solidFill>
                  <a:srgbClr val="000000"/>
                </a:solidFill>
              </a:rPr>
              <a:t>为计数状态。</a:t>
            </a:r>
            <a:endParaRPr lang="zh-CN" altLang="en-US"/>
          </a:p>
        </p:txBody>
      </p:sp>
      <p:sp>
        <p:nvSpPr>
          <p:cNvPr id="104452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ACE8F346-C86C-49CA-B8EC-584A89780482}" type="slidenum">
              <a:rPr lang="zh-CN" altLang="en-US">
                <a:solidFill>
                  <a:prstClr val="black"/>
                </a:solidFill>
                <a:latin typeface="Arial" panose="020B0604020202020204" pitchFamily="34" charset="0"/>
              </a:rPr>
            </a:fld>
            <a:endParaRPr lang="zh-CN" alt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5475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r>
              <a:rPr lang="zh-CN" altLang="en-US"/>
              <a:t>异步技术技巧的缺点：一、工作频率比较低。二、在电路状态译码时存在竞争</a:t>
            </a:r>
            <a:r>
              <a:rPr lang="en-US" altLang="zh-CN"/>
              <a:t>-</a:t>
            </a:r>
            <a:r>
              <a:rPr lang="zh-CN" altLang="en-US"/>
              <a:t>冒险现象。</a:t>
            </a:r>
            <a:endParaRPr lang="zh-CN" altLang="en-US"/>
          </a:p>
        </p:txBody>
      </p:sp>
      <p:sp>
        <p:nvSpPr>
          <p:cNvPr id="105476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EF34CAB4-9A8C-40C0-AD6D-04DB010EB7F9}" type="slidenum">
              <a:rPr lang="zh-CN" altLang="en-US">
                <a:solidFill>
                  <a:prstClr val="black"/>
                </a:solidFill>
                <a:latin typeface="Arial" panose="020B0604020202020204" pitchFamily="34" charset="0"/>
              </a:rPr>
            </a:fld>
            <a:endParaRPr lang="zh-CN" alt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异步计数器缺点：</a:t>
            </a:r>
            <a:r>
              <a:rPr lang="en-US" altLang="zh-CN"/>
              <a:t>1</a:t>
            </a:r>
            <a:r>
              <a:rPr lang="zh-CN" altLang="en-US"/>
              <a:t>、工作频率比较低；</a:t>
            </a:r>
            <a:r>
              <a:rPr lang="en-US" altLang="zh-CN"/>
              <a:t>2</a:t>
            </a:r>
            <a:r>
              <a:rPr lang="zh-CN" altLang="en-US"/>
              <a:t>、在电路状态译码时存在竞争</a:t>
            </a:r>
            <a:r>
              <a:rPr lang="en-US" altLang="zh-CN"/>
              <a:t>-</a:t>
            </a:r>
            <a:r>
              <a:rPr lang="zh-CN" altLang="en-US"/>
              <a:t>冒险现象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55C40D5-B1F7-4514-8310-B95B3ADE918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/>
              <a:t>011</a:t>
            </a:r>
            <a:r>
              <a:rPr lang="zh-CN" altLang="en-US"/>
              <a:t>，</a:t>
            </a:r>
            <a:r>
              <a:rPr lang="en-US" altLang="zh-CN"/>
              <a:t>101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5C40D5-B1F7-4514-8310-B95B3ADE918A}" type="slidenum">
              <a:rPr lang="zh-CN" altLang="en-US" smtClean="0">
                <a:solidFill>
                  <a:prstClr val="black"/>
                </a:solidFill>
              </a:rPr>
            </a:fld>
            <a:endParaRPr lang="zh-CN" altLang="en-US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6499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r>
              <a:rPr lang="zh-CN" altLang="en-US"/>
              <a:t>第一个</a:t>
            </a:r>
            <a:r>
              <a:rPr lang="en-US" altLang="zh-CN"/>
              <a:t>60</a:t>
            </a:r>
            <a:r>
              <a:rPr lang="zh-CN" altLang="en-US"/>
              <a:t>进制计数器有错误。当片（</a:t>
            </a:r>
            <a:r>
              <a:rPr lang="en-US" altLang="zh-CN"/>
              <a:t>2</a:t>
            </a:r>
            <a:r>
              <a:rPr lang="zh-CN" altLang="en-US"/>
              <a:t>）输出为</a:t>
            </a:r>
            <a:r>
              <a:rPr lang="en-US" altLang="zh-CN"/>
              <a:t>0101</a:t>
            </a:r>
            <a:r>
              <a:rPr lang="zh-CN" altLang="en-US"/>
              <a:t>时，只能 维持一个时钟就会使片（</a:t>
            </a:r>
            <a:r>
              <a:rPr lang="en-US" altLang="zh-CN"/>
              <a:t>2</a:t>
            </a:r>
            <a:r>
              <a:rPr lang="zh-CN" altLang="en-US"/>
              <a:t>）置</a:t>
            </a:r>
            <a:r>
              <a:rPr lang="en-US" altLang="zh-CN"/>
              <a:t>0</a:t>
            </a:r>
            <a:r>
              <a:rPr lang="zh-CN" altLang="en-US"/>
              <a:t>。要实现</a:t>
            </a:r>
            <a:r>
              <a:rPr lang="en-US" altLang="zh-CN"/>
              <a:t>60</a:t>
            </a:r>
            <a:r>
              <a:rPr lang="zh-CN" altLang="en-US"/>
              <a:t>进制可以将片（</a:t>
            </a:r>
            <a:r>
              <a:rPr lang="en-US" altLang="zh-CN"/>
              <a:t>2</a:t>
            </a:r>
            <a:r>
              <a:rPr lang="zh-CN" altLang="en-US"/>
              <a:t>）输出接为</a:t>
            </a:r>
            <a:r>
              <a:rPr lang="en-US" altLang="zh-CN"/>
              <a:t>0110</a:t>
            </a:r>
            <a:r>
              <a:rPr lang="zh-CN" altLang="en-US"/>
              <a:t>经与非门接片（</a:t>
            </a:r>
            <a:r>
              <a:rPr lang="en-US" altLang="zh-CN"/>
              <a:t>2</a:t>
            </a:r>
            <a:r>
              <a:rPr lang="zh-CN" altLang="en-US"/>
              <a:t>）的</a:t>
            </a:r>
            <a:r>
              <a:rPr lang="en-US" altLang="zh-CN"/>
              <a:t>RD</a:t>
            </a:r>
            <a:r>
              <a:rPr lang="zh-CN" altLang="en-US"/>
              <a:t>端。</a:t>
            </a:r>
            <a:endParaRPr lang="en-US" altLang="zh-CN"/>
          </a:p>
          <a:p>
            <a:r>
              <a:rPr lang="zh-CN" altLang="en-US"/>
              <a:t>另外一种方法是将片（</a:t>
            </a:r>
            <a:r>
              <a:rPr lang="en-US" altLang="zh-CN"/>
              <a:t>1</a:t>
            </a:r>
            <a:r>
              <a:rPr lang="zh-CN" altLang="en-US"/>
              <a:t>）输出接</a:t>
            </a:r>
            <a:r>
              <a:rPr lang="en-US" altLang="zh-CN"/>
              <a:t>1001</a:t>
            </a:r>
            <a:r>
              <a:rPr lang="zh-CN" altLang="en-US"/>
              <a:t>，片（</a:t>
            </a:r>
            <a:r>
              <a:rPr lang="en-US" altLang="zh-CN"/>
              <a:t>2</a:t>
            </a:r>
            <a:r>
              <a:rPr lang="zh-CN" altLang="en-US"/>
              <a:t>）仍然为</a:t>
            </a:r>
            <a:r>
              <a:rPr lang="en-US" altLang="zh-CN"/>
              <a:t>0101</a:t>
            </a:r>
            <a:r>
              <a:rPr lang="zh-CN" altLang="en-US"/>
              <a:t>，经与非门输出后同时接两片的</a:t>
            </a:r>
            <a:r>
              <a:rPr lang="en-US" altLang="zh-CN"/>
              <a:t>LD</a:t>
            </a:r>
            <a:r>
              <a:rPr lang="zh-CN" altLang="en-US"/>
              <a:t>端，即计数置</a:t>
            </a:r>
            <a:r>
              <a:rPr lang="en-US" altLang="zh-CN"/>
              <a:t>59</a:t>
            </a:r>
            <a:r>
              <a:rPr lang="zh-CN" altLang="en-US"/>
              <a:t>时，同时清零。</a:t>
            </a:r>
            <a:endParaRPr lang="zh-CN" altLang="en-US"/>
          </a:p>
        </p:txBody>
      </p:sp>
      <p:sp>
        <p:nvSpPr>
          <p:cNvPr id="106500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9F02EC37-4020-4BB7-A0AF-38CCA68A9F04}" type="slidenum">
              <a:rPr lang="zh-CN" altLang="en-US">
                <a:solidFill>
                  <a:prstClr val="black"/>
                </a:solidFill>
                <a:latin typeface="Arial" panose="020B0604020202020204" pitchFamily="34" charset="0"/>
              </a:rPr>
            </a:fld>
            <a:endParaRPr lang="zh-CN" alt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第一个图：</a:t>
            </a:r>
            <a:r>
              <a:rPr lang="en-US" altLang="zh-CN"/>
              <a:t>X=0 </a:t>
            </a:r>
            <a:r>
              <a:rPr lang="zh-CN" altLang="en-US"/>
              <a:t>为</a:t>
            </a:r>
            <a:r>
              <a:rPr lang="en-US" altLang="zh-CN"/>
              <a:t>0010-1001 8</a:t>
            </a:r>
            <a:r>
              <a:rPr lang="zh-CN" altLang="en-US"/>
              <a:t>进制计数器   </a:t>
            </a:r>
            <a:r>
              <a:rPr lang="en-US" altLang="zh-CN"/>
              <a:t>X=1 </a:t>
            </a:r>
            <a:r>
              <a:rPr lang="zh-CN" altLang="en-US"/>
              <a:t>为</a:t>
            </a:r>
            <a:r>
              <a:rPr lang="en-US" altLang="zh-CN"/>
              <a:t>0100-1001  6</a:t>
            </a:r>
            <a:r>
              <a:rPr lang="zh-CN" altLang="en-US"/>
              <a:t>进制计数器</a:t>
            </a:r>
            <a:endParaRPr lang="en-US" altLang="zh-CN"/>
          </a:p>
          <a:p>
            <a:r>
              <a:rPr lang="zh-CN" altLang="en-US"/>
              <a:t>第二个图：均为</a:t>
            </a:r>
            <a:r>
              <a:rPr lang="en-US" altLang="zh-CN"/>
              <a:t>10</a:t>
            </a:r>
            <a:r>
              <a:rPr lang="zh-CN" altLang="en-US"/>
              <a:t>进制计数器  其中</a:t>
            </a:r>
            <a:r>
              <a:rPr lang="en-US" altLang="zh-CN"/>
              <a:t>X=0</a:t>
            </a:r>
            <a:r>
              <a:rPr lang="zh-CN" altLang="en-US"/>
              <a:t>时为</a:t>
            </a:r>
            <a:r>
              <a:rPr lang="en-US" altLang="zh-CN"/>
              <a:t>8421</a:t>
            </a:r>
            <a:r>
              <a:rPr lang="zh-CN" altLang="en-US"/>
              <a:t>码，</a:t>
            </a:r>
            <a:r>
              <a:rPr lang="en-US" altLang="zh-CN"/>
              <a:t>X=1</a:t>
            </a:r>
            <a:r>
              <a:rPr lang="zh-CN" altLang="en-US"/>
              <a:t>时为</a:t>
            </a:r>
            <a:r>
              <a:rPr lang="en-US" altLang="zh-CN"/>
              <a:t>2421</a:t>
            </a:r>
            <a:r>
              <a:rPr lang="zh-CN" altLang="en-US"/>
              <a:t>码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655C40D5-B1F7-4514-8310-B95B3ADE918A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7523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107524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1A4008AB-883F-4253-BACC-B26ED8F39B6A}" type="slidenum">
              <a:rPr lang="zh-CN" altLang="en-US">
                <a:solidFill>
                  <a:prstClr val="black"/>
                </a:solidFill>
                <a:latin typeface="Arial" panose="020B0604020202020204" pitchFamily="34" charset="0"/>
              </a:rPr>
            </a:fld>
            <a:endParaRPr lang="zh-CN" alt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685800" y="3197225"/>
            <a:ext cx="7772400" cy="17463"/>
          </a:xfrm>
          <a:prstGeom prst="rect">
            <a:avLst/>
          </a:prstGeom>
          <a:gradFill>
            <a:gsLst>
              <a:gs pos="0">
                <a:schemeClr val="accent1">
                  <a:tint val="40000"/>
                  <a:alpha val="20000"/>
                </a:schemeClr>
              </a:gs>
              <a:gs pos="50000">
                <a:schemeClr val="accent1">
                  <a:alpha val="40000"/>
                </a:schemeClr>
              </a:gs>
              <a:gs pos="100000">
                <a:schemeClr val="accent1">
                  <a:tint val="40000"/>
                  <a:alpha val="5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1676401"/>
            <a:ext cx="7772400" cy="1538286"/>
          </a:xfrm>
        </p:spPr>
        <p:txBody>
          <a:bodyPr anchor="b"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214686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  <a:endParaRPr lang="en-US"/>
          </a:p>
        </p:txBody>
      </p:sp>
      <p:sp>
        <p:nvSpPr>
          <p:cNvPr id="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9DA947D-9679-4548-8CAA-B88B553AAD02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457200" y="1411288"/>
            <a:ext cx="8229600" cy="17462"/>
          </a:xfrm>
          <a:prstGeom prst="rect">
            <a:avLst/>
          </a:prstGeom>
          <a:gradFill>
            <a:gsLst>
              <a:gs pos="0">
                <a:schemeClr val="accent1">
                  <a:tint val="40000"/>
                  <a:alpha val="20000"/>
                </a:schemeClr>
              </a:gs>
              <a:gs pos="50000">
                <a:schemeClr val="accent1">
                  <a:alpha val="40000"/>
                </a:schemeClr>
              </a:gs>
              <a:gs pos="100000">
                <a:schemeClr val="accent1">
                  <a:tint val="40000"/>
                  <a:alpha val="5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5" name="日期占位符 3"/>
          <p:cNvSpPr>
            <a:spLocks noGrp="1"/>
          </p:cNvSpPr>
          <p:nvPr>
            <p:ph type="dt" sz="half" idx="10"/>
          </p:nvPr>
        </p:nvSpPr>
        <p:spPr>
          <a:xfrm>
            <a:off x="73025" y="6400800"/>
            <a:ext cx="3200400" cy="284163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5330825" y="6400800"/>
            <a:ext cx="3733800" cy="284163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02DEB4-9A83-4FBF-8141-03771B18F511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685800" y="3143250"/>
            <a:ext cx="7772400" cy="17463"/>
          </a:xfrm>
          <a:prstGeom prst="rect">
            <a:avLst/>
          </a:prstGeom>
          <a:gradFill>
            <a:gsLst>
              <a:gs pos="0">
                <a:schemeClr val="accent1">
                  <a:tint val="40000"/>
                  <a:alpha val="20000"/>
                </a:schemeClr>
              </a:gs>
              <a:gs pos="50000">
                <a:schemeClr val="accent1">
                  <a:alpha val="40000"/>
                </a:schemeClr>
              </a:gs>
              <a:gs pos="100000">
                <a:schemeClr val="accent1">
                  <a:tint val="40000"/>
                  <a:alpha val="5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3143248"/>
            <a:ext cx="7772400" cy="1362075"/>
          </a:xfrm>
        </p:spPr>
        <p:txBody>
          <a:bodyPr anchor="t"/>
          <a:lstStyle>
            <a:lvl1pPr algn="ctr">
              <a:defRPr sz="4000" b="0" cap="all"/>
            </a:lvl1pPr>
          </a:lstStyle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1643061"/>
            <a:ext cx="7772400" cy="1500187"/>
          </a:xfrm>
        </p:spPr>
        <p:txBody>
          <a:bodyPr anchor="b"/>
          <a:lstStyle>
            <a:lvl1pPr marL="0" indent="0" algn="ctr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51EAAAC-50D1-4EE6-951F-64A0DE2D76CF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457200" y="1411288"/>
            <a:ext cx="8229600" cy="17462"/>
          </a:xfrm>
          <a:prstGeom prst="rect">
            <a:avLst/>
          </a:prstGeom>
          <a:gradFill>
            <a:gsLst>
              <a:gs pos="0">
                <a:schemeClr val="accent1">
                  <a:tint val="40000"/>
                  <a:alpha val="20000"/>
                </a:schemeClr>
              </a:gs>
              <a:gs pos="50000">
                <a:schemeClr val="accent1">
                  <a:alpha val="40000"/>
                </a:schemeClr>
              </a:gs>
              <a:gs pos="100000">
                <a:schemeClr val="accent1">
                  <a:tint val="40000"/>
                  <a:alpha val="5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774EBBC-3FFE-4440-BC22-623D749298FC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457200" y="1411288"/>
            <a:ext cx="8229600" cy="17462"/>
          </a:xfrm>
          <a:prstGeom prst="rect">
            <a:avLst/>
          </a:prstGeom>
          <a:gradFill>
            <a:gsLst>
              <a:gs pos="0">
                <a:schemeClr val="accent1">
                  <a:tint val="40000"/>
                  <a:alpha val="20000"/>
                </a:schemeClr>
              </a:gs>
              <a:gs pos="50000">
                <a:schemeClr val="accent1">
                  <a:alpha val="40000"/>
                </a:schemeClr>
              </a:gs>
              <a:gs pos="100000">
                <a:schemeClr val="accent1">
                  <a:tint val="40000"/>
                  <a:alpha val="5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1pPr>
            <a:lvl2pPr marL="457200" indent="0">
              <a:buNone/>
              <a:defRPr sz="20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2pPr>
            <a:lvl3pPr marL="914400" indent="0">
              <a:buNone/>
              <a:defRPr sz="18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3pPr>
            <a:lvl4pPr marL="1371600" indent="0">
              <a:buNone/>
              <a:defRPr sz="16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4pPr>
            <a:lvl5pPr marL="1828800" indent="0">
              <a:buNone/>
              <a:defRPr sz="16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1pPr>
            <a:lvl2pPr marL="457200" indent="0">
              <a:buNone/>
              <a:defRPr sz="20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2pPr>
            <a:lvl3pPr marL="914400" indent="0">
              <a:buNone/>
              <a:defRPr sz="18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3pPr>
            <a:lvl4pPr marL="1371600" indent="0">
              <a:buNone/>
              <a:defRPr sz="16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4pPr>
            <a:lvl5pPr marL="1828800" indent="0">
              <a:buNone/>
              <a:defRPr sz="1600" b="1">
                <a:effectLst>
                  <a:outerShdw blurRad="50800" dist="25400" dir="5400000" algn="tl" rotWithShape="0">
                    <a:srgbClr val="000000">
                      <a:alpha val="43137"/>
                    </a:srgbClr>
                  </a:outerShdw>
                </a:effectLst>
              </a:defRPr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A4D0D97-5C65-4E3B-9216-B7D4DDDAD301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457200" y="1411288"/>
            <a:ext cx="8229600" cy="17462"/>
          </a:xfrm>
          <a:prstGeom prst="rect">
            <a:avLst/>
          </a:prstGeom>
          <a:gradFill>
            <a:gsLst>
              <a:gs pos="0">
                <a:schemeClr val="accent1">
                  <a:tint val="40000"/>
                  <a:alpha val="20000"/>
                </a:schemeClr>
              </a:gs>
              <a:gs pos="50000">
                <a:schemeClr val="accent1">
                  <a:alpha val="40000"/>
                </a:schemeClr>
              </a:gs>
              <a:gs pos="100000">
                <a:schemeClr val="accent1">
                  <a:tint val="40000"/>
                  <a:alpha val="5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8B378AF-6F15-495E-B76C-29DB958BAE4B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9E8D06C-5BA3-45D8-A54A-18C614200A92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2786063" y="1054100"/>
            <a:ext cx="5903912" cy="17463"/>
          </a:xfrm>
          <a:prstGeom prst="rect">
            <a:avLst/>
          </a:prstGeom>
          <a:gradFill>
            <a:gsLst>
              <a:gs pos="0">
                <a:schemeClr val="accent1">
                  <a:tint val="40000"/>
                  <a:alpha val="20000"/>
                </a:schemeClr>
              </a:gs>
              <a:gs pos="50000">
                <a:schemeClr val="accent1">
                  <a:alpha val="40000"/>
                </a:schemeClr>
              </a:gs>
              <a:gs pos="100000">
                <a:schemeClr val="accent1">
                  <a:tint val="40000"/>
                  <a:alpha val="5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786050" y="228600"/>
            <a:ext cx="5900752" cy="842946"/>
          </a:xfrm>
        </p:spPr>
        <p:txBody>
          <a:bodyPr anchor="b"/>
          <a:lstStyle>
            <a:lvl1pPr algn="ctr">
              <a:defRPr sz="2800" b="0"/>
            </a:lvl1pPr>
          </a:lstStyle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2786050" y="1142984"/>
            <a:ext cx="5900750" cy="5143536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5" y="1142984"/>
            <a:ext cx="2257408" cy="5143536"/>
          </a:xfrm>
        </p:spPr>
        <p:txBody>
          <a:bodyPr anchor="ctr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CEA2E8-EC1F-4766-A7C7-EC4E6F3F854D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33400" y="304800"/>
            <a:ext cx="6400800" cy="685800"/>
          </a:xfrm>
        </p:spPr>
        <p:txBody>
          <a:bodyPr/>
          <a:lstStyle>
            <a:lvl1pPr algn="l">
              <a:defRPr sz="2400" b="0"/>
            </a:lvl1pPr>
          </a:lstStyle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701552" y="1143000"/>
            <a:ext cx="7223248" cy="3980172"/>
          </a:xfrm>
          <a:prstGeom prst="roundRect">
            <a:avLst>
              <a:gd name="adj" fmla="val 18278"/>
            </a:avLst>
          </a:prstGeom>
          <a:solidFill>
            <a:schemeClr val="accent1">
              <a:tint val="40000"/>
            </a:schemeClr>
          </a:solidFill>
          <a:ln w="50800" cap="rnd">
            <a:gradFill flip="none" rotWithShape="1">
              <a:gsLst>
                <a:gs pos="0">
                  <a:schemeClr val="accent1">
                    <a:shade val="50000"/>
                  </a:schemeClr>
                </a:gs>
                <a:gs pos="20000">
                  <a:schemeClr val="accent2">
                    <a:shade val="50000"/>
                  </a:schemeClr>
                </a:gs>
                <a:gs pos="40000">
                  <a:schemeClr val="accent3">
                    <a:shade val="50000"/>
                  </a:schemeClr>
                </a:gs>
                <a:gs pos="60000">
                  <a:schemeClr val="accent4">
                    <a:shade val="50000"/>
                  </a:schemeClr>
                </a:gs>
                <a:gs pos="80000">
                  <a:schemeClr val="accent5">
                    <a:shade val="50000"/>
                  </a:schemeClr>
                </a:gs>
                <a:gs pos="100000">
                  <a:schemeClr val="accent6">
                    <a:shade val="5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round/>
          </a:ln>
          <a:effectLst>
            <a:outerShdw blurRad="50800" dist="38100" dir="5400000" algn="tl" rotWithShape="0">
              <a:prstClr val="black">
                <a:alpha val="50000"/>
              </a:prstClr>
            </a:outerShdw>
          </a:effectLst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zh-CN" altLang="en-US" noProof="0"/>
              <a:t>单击图标添加图片</a:t>
            </a:r>
            <a:endParaRPr 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2362200" y="5410200"/>
            <a:ext cx="5657888" cy="804862"/>
          </a:xfrm>
        </p:spPr>
        <p:txBody>
          <a:bodyPr anchor="ctr"/>
          <a:lstStyle>
            <a:lvl1pPr marL="0" indent="0" algn="r">
              <a:buNone/>
              <a:defRPr sz="1200" b="0"/>
            </a:lvl1pPr>
            <a:lvl2pPr marL="457200" indent="0" algn="r">
              <a:buNone/>
              <a:defRPr sz="1200" b="0"/>
            </a:lvl2pPr>
            <a:lvl3pPr marL="914400" indent="0" algn="r">
              <a:buNone/>
              <a:defRPr sz="1200" b="0"/>
            </a:lvl3pPr>
            <a:lvl4pPr marL="1371600" indent="0" algn="r">
              <a:buNone/>
              <a:defRPr sz="1200" b="0"/>
            </a:lvl4pPr>
            <a:lvl5pPr marL="1828800" indent="0" algn="r">
              <a:buNone/>
              <a:defRPr sz="1200" b="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06A4A26-D422-4886-8636-EB96097DD7C9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457200" y="1411288"/>
            <a:ext cx="8229600" cy="17462"/>
          </a:xfrm>
          <a:prstGeom prst="rect">
            <a:avLst/>
          </a:prstGeom>
          <a:gradFill>
            <a:gsLst>
              <a:gs pos="0">
                <a:schemeClr val="accent1">
                  <a:tint val="40000"/>
                  <a:alpha val="20000"/>
                </a:schemeClr>
              </a:gs>
              <a:gs pos="50000">
                <a:schemeClr val="accent1">
                  <a:alpha val="40000"/>
                </a:schemeClr>
              </a:gs>
              <a:gs pos="100000">
                <a:schemeClr val="accent1">
                  <a:tint val="40000"/>
                  <a:alpha val="5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9CC6801-98BC-464A-8199-1FB34DE34A9B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215206" y="274638"/>
            <a:ext cx="1471594" cy="6011882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686568" cy="6011882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0138A2B-076F-4C9C-A965-CD8BA55CD866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CA7DA61-06A8-4974-94B7-A4E335BC1A2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83AABE-92AB-4161-8246-39DDE7475C78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501746D-9FA6-416A-AB99-05B46F635AC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646313-FF3A-447D-83B3-86ABCDE6D89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BE06AA9-13D8-463F-B99D-FDDDAE0D3D0B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C6651C-9CBE-4510-8D7D-6691A90AC35D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7B82AD8-C715-4D77-A340-EF7332C2E7D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A05D12-B4FD-4912-B3FD-29994D8DA17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ABEE8C7-CCFF-4A61-B21D-17ED9D156DB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25F8DB7-25FF-4448-AFB6-9B0144A0F042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F4A909F-EB4F-4594-A1C8-D130D5CF463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CA7DA61-06A8-4974-94B7-A4E335BC1A2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83AABE-92AB-4161-8246-39DDE7475C78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501746D-9FA6-416A-AB99-05B46F635AC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646313-FF3A-447D-83B3-86ABCDE6D89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BE06AA9-13D8-463F-B99D-FDDDAE0D3D0B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C6651C-9CBE-4510-8D7D-6691A90AC35D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7B82AD8-C715-4D77-A340-EF7332C2E7D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A05D12-B4FD-4912-B3FD-29994D8DA17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ABEE8C7-CCFF-4A61-B21D-17ED9D156DB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25F8DB7-25FF-4448-AFB6-9B0144A0F042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F4A909F-EB4F-4594-A1C8-D130D5CF463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CA7DA61-06A8-4974-94B7-A4E335BC1A2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83AABE-92AB-4161-8246-39DDE7475C78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501746D-9FA6-416A-AB99-05B46F635AC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646313-FF3A-447D-83B3-86ABCDE6D89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BE06AA9-13D8-463F-B99D-FDDDAE0D3D0B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C6651C-9CBE-4510-8D7D-6691A90AC35D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7B82AD8-C715-4D77-A340-EF7332C2E7D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A05D12-B4FD-4912-B3FD-29994D8DA17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ABEE8C7-CCFF-4A61-B21D-17ED9D156DB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25F8DB7-25FF-4448-AFB6-9B0144A0F042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F4A909F-EB4F-4594-A1C8-D130D5CF463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547316-CF84-470D-BC46-519E3E60214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28F62F-688A-49F3-8013-A2EB133FC5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11476-09A9-4113-BE4A-A4E9749FD159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94C8C3-5B30-4444-940C-62715C2AE3B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64895C-0FCD-4E3E-8019-B4C8FC041C53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7E6522-C573-481C-8939-CE6EB59DD06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9D5D4C-2DB7-497A-B278-C32DD8E2653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6B22065-547A-42D8-81A6-F4FA6C8A77EA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A58DFB-AF6E-484D-8124-A27256A7C7BE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376A99-C7FF-45B7-B226-0ED3ACD8BABF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03A8A-5E34-4809-A7F2-4627FE6B6D90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CB8BDE-881A-4C15-A5C7-24A43A6A1B8E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CB3F43E-1DC4-4744-8CD0-FAC825ECCC42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6918D96-5ADD-4F3A-9547-90A1E54F8DB5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D9C85F7-C170-43CD-8ED5-72D2351F1708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7AECAA7-B0E7-4C32-A29A-A0C06F2E07C0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92484A2-7806-41D3-876F-73D525D44CC0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6082E7D-270D-4191-8120-66E84C93A373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721D187-A723-4BE5-9AC3-92F6819487FF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79918BE-C90F-40B9-86EF-6D672C582A66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DF6CE1B-9693-432A-A23D-3E4DE2759DA6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97329DB-6ED1-431A-A766-299513AA6306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51431BB-B048-4F77-95E8-A9C5563E7901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7922A0B-A0B7-498B-904C-5BEC3517290C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0013177-E12C-478B-967D-9F08030028EC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E671D26-7FF1-4C57-9AB2-BAAAFB211CCE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0B57362-9F93-4C27-8B13-63704B4373BA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3844984-BAF3-4735-9AE8-20E2FAF95708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1B3BF32-236C-414E-8D77-99D6F2985D65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12FF85A-D2F3-4873-8ADB-60C1627E9ABE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D1C54A3-C72F-4326-B519-2973D307E24D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9F31EE5-39B3-4B65-8DD9-94DBD6BF1049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333B0ED-13B4-4CCA-8A35-C8DA1453454D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A08A0FA-1096-4AA9-97E7-467E4B638373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667BC74-7504-4FF4-8EA6-93A510292C99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8ABF096-6F91-422B-ABDE-7FA1005A9BE3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0F0FE6C-360E-4E61-AC1B-70BFE4467B93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5145CEB-D334-4FC0-B1BF-81ED3B9179FC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4CC06D-5C91-4EC0-894C-CA71AA5D770D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C28B2B8-EE2D-4C1C-BC7D-FB56D135879E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7F18A4D-531D-412A-9217-32FC2384A1EC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9FB129B-559A-450F-8D7A-41B0C8E2DBB5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415A784-B5CD-4FC5-B57C-108199341F29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1F3DF48-8D73-46B8-97C7-F8B27401AC24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DAB5605-2E76-42B5-8291-79DBB9F5A9E3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0FB54D1-3A17-43B7-ADE3-8D4CFC39A4B7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30CEC59-972E-45C3-BD21-6F75450614CF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383284B-9A62-485F-A351-F37FD447EA8A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F3B5795-6648-4090-94D5-792CDA422E69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CF28935-6A2B-4B65-ABAB-419EA0C0D8B0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E8B2702-91A9-4BE0-8033-D94A053314CA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F10AAF0-7320-452C-A5BE-8607CC3F9F8F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E59D0F6-EFF9-400C-B3D6-1F2F201BBC11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7D5D09A-9086-4C3A-B50C-0565162C7F84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DAF06D6-D602-44B9-AD1D-2FAF66B3A8A9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D2B884D-5136-4878-BA89-5969ED60ECBA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3467CB5-2A06-4783-BCC0-9ED1B681E1D5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0AEEF75-A9A0-4FB9-B3D6-EE50DFF9F630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A5C301E-F0F6-4886-9AB3-55332C8C4502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7C5817A-120F-409C-B4DE-F35A9919ED93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CA17B22-61C2-42ED-854A-206E65DA8B45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4E0BC7E-A185-4449-94EC-0805F5298AF0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C286C39-9E44-4CCB-91C0-0DB1F3DC84F9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4CB44B1-1795-4078-BB9F-3C684D79526F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EC9342A-6AB7-426D-A13F-CF66DC410698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79B9B9A-2478-4D29-94A9-479A06858C59}" type="slidenum">
              <a:rPr lang="zh-CN" altLang="en-US"/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3200" b="0" i="0" u="none" strike="noStrike" kern="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3" Type="http://schemas.openxmlformats.org/officeDocument/2006/relationships/theme" Target="../theme/theme1.xml"/><Relationship Id="rId12" Type="http://schemas.openxmlformats.org/officeDocument/2006/relationships/image" Target="../media/image2.jpeg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0.xml"/><Relationship Id="rId8" Type="http://schemas.openxmlformats.org/officeDocument/2006/relationships/slideLayout" Target="../slideLayouts/slideLayout19.xml"/><Relationship Id="rId7" Type="http://schemas.openxmlformats.org/officeDocument/2006/relationships/slideLayout" Target="../slideLayouts/slideLayout18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2" Type="http://schemas.openxmlformats.org/officeDocument/2006/relationships/theme" Target="../theme/theme2.xml"/><Relationship Id="rId11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21.xml"/><Relationship Id="rId1" Type="http://schemas.openxmlformats.org/officeDocument/2006/relationships/slideLayout" Target="../slideLayouts/slideLayout12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.xml"/><Relationship Id="rId8" Type="http://schemas.openxmlformats.org/officeDocument/2006/relationships/slideLayout" Target="../slideLayouts/slideLayout30.xml"/><Relationship Id="rId7" Type="http://schemas.openxmlformats.org/officeDocument/2006/relationships/slideLayout" Target="../slideLayouts/slideLayout29.xml"/><Relationship Id="rId6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Relationship Id="rId3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4.xml"/><Relationship Id="rId12" Type="http://schemas.openxmlformats.org/officeDocument/2006/relationships/theme" Target="../theme/theme3.xml"/><Relationship Id="rId11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32.xml"/><Relationship Id="rId1" Type="http://schemas.openxmlformats.org/officeDocument/2006/relationships/slideLayout" Target="../slideLayouts/slideLayout23.xml"/></Relationships>
</file>

<file path=ppt/slideMasters/_rels/slideMaster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2.xml"/><Relationship Id="rId8" Type="http://schemas.openxmlformats.org/officeDocument/2006/relationships/slideLayout" Target="../slideLayouts/slideLayout41.xml"/><Relationship Id="rId7" Type="http://schemas.openxmlformats.org/officeDocument/2006/relationships/slideLayout" Target="../slideLayouts/slideLayout40.xml"/><Relationship Id="rId6" Type="http://schemas.openxmlformats.org/officeDocument/2006/relationships/slideLayout" Target="../slideLayouts/slideLayout39.xml"/><Relationship Id="rId5" Type="http://schemas.openxmlformats.org/officeDocument/2006/relationships/slideLayout" Target="../slideLayouts/slideLayout38.xml"/><Relationship Id="rId4" Type="http://schemas.openxmlformats.org/officeDocument/2006/relationships/slideLayout" Target="../slideLayouts/slideLayout37.xml"/><Relationship Id="rId3" Type="http://schemas.openxmlformats.org/officeDocument/2006/relationships/slideLayout" Target="../slideLayouts/slideLayout36.xml"/><Relationship Id="rId2" Type="http://schemas.openxmlformats.org/officeDocument/2006/relationships/slideLayout" Target="../slideLayouts/slideLayout35.xml"/><Relationship Id="rId12" Type="http://schemas.openxmlformats.org/officeDocument/2006/relationships/theme" Target="../theme/theme4.xml"/><Relationship Id="rId11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43.xml"/><Relationship Id="rId1" Type="http://schemas.openxmlformats.org/officeDocument/2006/relationships/slideLayout" Target="../slideLayouts/slideLayout34.xml"/></Relationships>
</file>

<file path=ppt/slideMasters/_rels/slideMaster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3.xml"/><Relationship Id="rId8" Type="http://schemas.openxmlformats.org/officeDocument/2006/relationships/slideLayout" Target="../slideLayouts/slideLayout52.xml"/><Relationship Id="rId7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0.xml"/><Relationship Id="rId5" Type="http://schemas.openxmlformats.org/officeDocument/2006/relationships/slideLayout" Target="../slideLayouts/slideLayout49.xml"/><Relationship Id="rId4" Type="http://schemas.openxmlformats.org/officeDocument/2006/relationships/slideLayout" Target="../slideLayouts/slideLayout48.xml"/><Relationship Id="rId3" Type="http://schemas.openxmlformats.org/officeDocument/2006/relationships/slideLayout" Target="../slideLayouts/slideLayout47.xml"/><Relationship Id="rId2" Type="http://schemas.openxmlformats.org/officeDocument/2006/relationships/slideLayout" Target="../slideLayouts/slideLayout46.xml"/><Relationship Id="rId12" Type="http://schemas.openxmlformats.org/officeDocument/2006/relationships/theme" Target="../theme/theme5.xml"/><Relationship Id="rId11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54.xml"/><Relationship Id="rId1" Type="http://schemas.openxmlformats.org/officeDocument/2006/relationships/slideLayout" Target="../slideLayouts/slideLayout45.xml"/></Relationships>
</file>

<file path=ppt/slideMasters/_rels/slideMaster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4.xml"/><Relationship Id="rId8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2.xml"/><Relationship Id="rId6" Type="http://schemas.openxmlformats.org/officeDocument/2006/relationships/slideLayout" Target="../slideLayouts/slideLayout61.xml"/><Relationship Id="rId5" Type="http://schemas.openxmlformats.org/officeDocument/2006/relationships/slideLayout" Target="../slideLayouts/slideLayout60.xml"/><Relationship Id="rId4" Type="http://schemas.openxmlformats.org/officeDocument/2006/relationships/slideLayout" Target="../slideLayouts/slideLayout59.xml"/><Relationship Id="rId3" Type="http://schemas.openxmlformats.org/officeDocument/2006/relationships/slideLayout" Target="../slideLayouts/slideLayout58.xml"/><Relationship Id="rId2" Type="http://schemas.openxmlformats.org/officeDocument/2006/relationships/slideLayout" Target="../slideLayouts/slideLayout57.xml"/><Relationship Id="rId12" Type="http://schemas.openxmlformats.org/officeDocument/2006/relationships/theme" Target="../theme/theme6.xml"/><Relationship Id="rId11" Type="http://schemas.openxmlformats.org/officeDocument/2006/relationships/slideLayout" Target="../slideLayouts/slideLayout66.xml"/><Relationship Id="rId10" Type="http://schemas.openxmlformats.org/officeDocument/2006/relationships/slideLayout" Target="../slideLayouts/slideLayout65.xml"/><Relationship Id="rId1" Type="http://schemas.openxmlformats.org/officeDocument/2006/relationships/slideLayout" Target="../slideLayouts/slideLayout56.xml"/></Relationships>
</file>

<file path=ppt/slideMasters/_rels/slideMaster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5.xml"/><Relationship Id="rId8" Type="http://schemas.openxmlformats.org/officeDocument/2006/relationships/slideLayout" Target="../slideLayouts/slideLayout74.xml"/><Relationship Id="rId7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2.xml"/><Relationship Id="rId5" Type="http://schemas.openxmlformats.org/officeDocument/2006/relationships/slideLayout" Target="../slideLayouts/slideLayout71.xml"/><Relationship Id="rId4" Type="http://schemas.openxmlformats.org/officeDocument/2006/relationships/slideLayout" Target="../slideLayouts/slideLayout70.xml"/><Relationship Id="rId3" Type="http://schemas.openxmlformats.org/officeDocument/2006/relationships/slideLayout" Target="../slideLayouts/slideLayout69.xml"/><Relationship Id="rId2" Type="http://schemas.openxmlformats.org/officeDocument/2006/relationships/slideLayout" Target="../slideLayouts/slideLayout68.xml"/><Relationship Id="rId12" Type="http://schemas.openxmlformats.org/officeDocument/2006/relationships/theme" Target="../theme/theme7.xml"/><Relationship Id="rId11" Type="http://schemas.openxmlformats.org/officeDocument/2006/relationships/slideLayout" Target="../slideLayouts/slideLayout77.xml"/><Relationship Id="rId10" Type="http://schemas.openxmlformats.org/officeDocument/2006/relationships/slideLayout" Target="../slideLayouts/slideLayout76.xml"/><Relationship Id="rId1" Type="http://schemas.openxmlformats.org/officeDocument/2006/relationships/slideLayout" Target="../slideLayouts/slideLayout67.xml"/></Relationships>
</file>

<file path=ppt/slideMasters/_rels/slideMaster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6.xml"/><Relationship Id="rId8" Type="http://schemas.openxmlformats.org/officeDocument/2006/relationships/slideLayout" Target="../slideLayouts/slideLayout85.xml"/><Relationship Id="rId7" Type="http://schemas.openxmlformats.org/officeDocument/2006/relationships/slideLayout" Target="../slideLayouts/slideLayout84.xml"/><Relationship Id="rId6" Type="http://schemas.openxmlformats.org/officeDocument/2006/relationships/slideLayout" Target="../slideLayouts/slideLayout83.xml"/><Relationship Id="rId5" Type="http://schemas.openxmlformats.org/officeDocument/2006/relationships/slideLayout" Target="../slideLayouts/slideLayout82.xml"/><Relationship Id="rId4" Type="http://schemas.openxmlformats.org/officeDocument/2006/relationships/slideLayout" Target="../slideLayouts/slideLayout81.xml"/><Relationship Id="rId3" Type="http://schemas.openxmlformats.org/officeDocument/2006/relationships/slideLayout" Target="../slideLayouts/slideLayout80.xml"/><Relationship Id="rId2" Type="http://schemas.openxmlformats.org/officeDocument/2006/relationships/slideLayout" Target="../slideLayouts/slideLayout79.xml"/><Relationship Id="rId12" Type="http://schemas.openxmlformats.org/officeDocument/2006/relationships/theme" Target="../theme/theme8.xml"/><Relationship Id="rId11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87.xml"/><Relationship Id="rId1" Type="http://schemas.openxmlformats.org/officeDocument/2006/relationships/slideLayout" Target="../slideLayouts/slideLayout78.xml"/></Relationships>
</file>

<file path=ppt/slideMasters/_rels/slideMaster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7.xml"/><Relationship Id="rId8" Type="http://schemas.openxmlformats.org/officeDocument/2006/relationships/slideLayout" Target="../slideLayouts/slideLayout96.xml"/><Relationship Id="rId7" Type="http://schemas.openxmlformats.org/officeDocument/2006/relationships/slideLayout" Target="../slideLayouts/slideLayout95.xml"/><Relationship Id="rId6" Type="http://schemas.openxmlformats.org/officeDocument/2006/relationships/slideLayout" Target="../slideLayouts/slideLayout94.xml"/><Relationship Id="rId5" Type="http://schemas.openxmlformats.org/officeDocument/2006/relationships/slideLayout" Target="../slideLayouts/slideLayout93.xml"/><Relationship Id="rId4" Type="http://schemas.openxmlformats.org/officeDocument/2006/relationships/slideLayout" Target="../slideLayouts/slideLayout92.xml"/><Relationship Id="rId3" Type="http://schemas.openxmlformats.org/officeDocument/2006/relationships/slideLayout" Target="../slideLayouts/slideLayout91.xml"/><Relationship Id="rId2" Type="http://schemas.openxmlformats.org/officeDocument/2006/relationships/slideLayout" Target="../slideLayouts/slideLayout90.xml"/><Relationship Id="rId12" Type="http://schemas.openxmlformats.org/officeDocument/2006/relationships/theme" Target="../theme/theme9.xml"/><Relationship Id="rId11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98.xml"/><Relationship Id="rId1" Type="http://schemas.openxmlformats.org/officeDocument/2006/relationships/slideLayout" Target="../slideLayouts/slideLayout89.xml"/></Relationships>
</file>

<file path=ppt/slideMasters/_rels/slideMaster1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8.xml"/><Relationship Id="rId8" Type="http://schemas.openxmlformats.org/officeDocument/2006/relationships/slideLayout" Target="../slideLayouts/slideLayout107.xml"/><Relationship Id="rId7" Type="http://schemas.openxmlformats.org/officeDocument/2006/relationships/slideLayout" Target="../slideLayouts/slideLayout106.xml"/><Relationship Id="rId6" Type="http://schemas.openxmlformats.org/officeDocument/2006/relationships/slideLayout" Target="../slideLayouts/slideLayout105.xml"/><Relationship Id="rId5" Type="http://schemas.openxmlformats.org/officeDocument/2006/relationships/slideLayout" Target="../slideLayouts/slideLayout104.xml"/><Relationship Id="rId4" Type="http://schemas.openxmlformats.org/officeDocument/2006/relationships/slideLayout" Target="../slideLayouts/slideLayout103.xml"/><Relationship Id="rId3" Type="http://schemas.openxmlformats.org/officeDocument/2006/relationships/slideLayout" Target="../slideLayouts/slideLayout102.xml"/><Relationship Id="rId2" Type="http://schemas.openxmlformats.org/officeDocument/2006/relationships/slideLayout" Target="../slideLayouts/slideLayout101.xml"/><Relationship Id="rId12" Type="http://schemas.openxmlformats.org/officeDocument/2006/relationships/theme" Target="../theme/theme10.xml"/><Relationship Id="rId11" Type="http://schemas.openxmlformats.org/officeDocument/2006/relationships/slideLayout" Target="../slideLayouts/slideLayout110.xml"/><Relationship Id="rId10" Type="http://schemas.openxmlformats.org/officeDocument/2006/relationships/slideLayout" Target="../slideLayouts/slideLayout109.xml"/><Relationship Id="rId1" Type="http://schemas.openxmlformats.org/officeDocument/2006/relationships/slideLayout" Target="../slideLayouts/slideLayout100.xml"/></Relationships>
</file>

<file path=ppt/slideMasters/_rels/slideMaster1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9.xml"/><Relationship Id="rId8" Type="http://schemas.openxmlformats.org/officeDocument/2006/relationships/slideLayout" Target="../slideLayouts/slideLayout118.xml"/><Relationship Id="rId7" Type="http://schemas.openxmlformats.org/officeDocument/2006/relationships/slideLayout" Target="../slideLayouts/slideLayout117.xml"/><Relationship Id="rId6" Type="http://schemas.openxmlformats.org/officeDocument/2006/relationships/slideLayout" Target="../slideLayouts/slideLayout116.xml"/><Relationship Id="rId5" Type="http://schemas.openxmlformats.org/officeDocument/2006/relationships/slideLayout" Target="../slideLayouts/slideLayout115.xml"/><Relationship Id="rId4" Type="http://schemas.openxmlformats.org/officeDocument/2006/relationships/slideLayout" Target="../slideLayouts/slideLayout114.xml"/><Relationship Id="rId3" Type="http://schemas.openxmlformats.org/officeDocument/2006/relationships/slideLayout" Target="../slideLayouts/slideLayout113.xml"/><Relationship Id="rId2" Type="http://schemas.openxmlformats.org/officeDocument/2006/relationships/slideLayout" Target="../slideLayouts/slideLayout112.xml"/><Relationship Id="rId12" Type="http://schemas.openxmlformats.org/officeDocument/2006/relationships/theme" Target="../theme/theme11.xml"/><Relationship Id="rId11" Type="http://schemas.openxmlformats.org/officeDocument/2006/relationships/slideLayout" Target="../slideLayouts/slideLayout121.xml"/><Relationship Id="rId10" Type="http://schemas.openxmlformats.org/officeDocument/2006/relationships/slideLayout" Target="../slideLayouts/slideLayout120.xml"/><Relationship Id="rId1" Type="http://schemas.openxmlformats.org/officeDocument/2006/relationships/slideLayout" Target="../slideLayouts/slideLayout111.xml"/></Relationships>
</file>

<file path=ppt/slideMasters/_rels/slideMaster1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0.xml"/><Relationship Id="rId8" Type="http://schemas.openxmlformats.org/officeDocument/2006/relationships/slideLayout" Target="../slideLayouts/slideLayout129.xml"/><Relationship Id="rId7" Type="http://schemas.openxmlformats.org/officeDocument/2006/relationships/slideLayout" Target="../slideLayouts/slideLayout128.xml"/><Relationship Id="rId6" Type="http://schemas.openxmlformats.org/officeDocument/2006/relationships/slideLayout" Target="../slideLayouts/slideLayout127.xml"/><Relationship Id="rId5" Type="http://schemas.openxmlformats.org/officeDocument/2006/relationships/slideLayout" Target="../slideLayouts/slideLayout126.xml"/><Relationship Id="rId4" Type="http://schemas.openxmlformats.org/officeDocument/2006/relationships/slideLayout" Target="../slideLayouts/slideLayout125.xml"/><Relationship Id="rId3" Type="http://schemas.openxmlformats.org/officeDocument/2006/relationships/slideLayout" Target="../slideLayouts/slideLayout124.xml"/><Relationship Id="rId2" Type="http://schemas.openxmlformats.org/officeDocument/2006/relationships/slideLayout" Target="../slideLayouts/slideLayout123.xml"/><Relationship Id="rId12" Type="http://schemas.openxmlformats.org/officeDocument/2006/relationships/theme" Target="../theme/theme12.xml"/><Relationship Id="rId11" Type="http://schemas.openxmlformats.org/officeDocument/2006/relationships/slideLayout" Target="../slideLayouts/slideLayout132.xml"/><Relationship Id="rId10" Type="http://schemas.openxmlformats.org/officeDocument/2006/relationships/slideLayout" Target="../slideLayouts/slideLayout131.xml"/><Relationship Id="rId1" Type="http://schemas.openxmlformats.org/officeDocument/2006/relationships/slideLayout" Target="../slideLayouts/slideLayout122.xml"/></Relationships>
</file>

<file path=ppt/slideMasters/_rels/slideMaster1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1.xml"/><Relationship Id="rId8" Type="http://schemas.openxmlformats.org/officeDocument/2006/relationships/slideLayout" Target="../slideLayouts/slideLayout140.xml"/><Relationship Id="rId7" Type="http://schemas.openxmlformats.org/officeDocument/2006/relationships/slideLayout" Target="../slideLayouts/slideLayout139.xml"/><Relationship Id="rId6" Type="http://schemas.openxmlformats.org/officeDocument/2006/relationships/slideLayout" Target="../slideLayouts/slideLayout138.xml"/><Relationship Id="rId5" Type="http://schemas.openxmlformats.org/officeDocument/2006/relationships/slideLayout" Target="../slideLayouts/slideLayout137.xml"/><Relationship Id="rId4" Type="http://schemas.openxmlformats.org/officeDocument/2006/relationships/slideLayout" Target="../slideLayouts/slideLayout136.xml"/><Relationship Id="rId3" Type="http://schemas.openxmlformats.org/officeDocument/2006/relationships/slideLayout" Target="../slideLayouts/slideLayout135.xml"/><Relationship Id="rId2" Type="http://schemas.openxmlformats.org/officeDocument/2006/relationships/slideLayout" Target="../slideLayouts/slideLayout134.xml"/><Relationship Id="rId12" Type="http://schemas.openxmlformats.org/officeDocument/2006/relationships/theme" Target="../theme/theme13.xml"/><Relationship Id="rId11" Type="http://schemas.openxmlformats.org/officeDocument/2006/relationships/slideLayout" Target="../slideLayouts/slideLayout143.xml"/><Relationship Id="rId10" Type="http://schemas.openxmlformats.org/officeDocument/2006/relationships/slideLayout" Target="../slideLayouts/slideLayout142.xml"/><Relationship Id="rId1" Type="http://schemas.openxmlformats.org/officeDocument/2006/relationships/slideLayout" Target="../slideLayouts/slideLayout133.xml"/></Relationships>
</file>

<file path=ppt/slideMasters/_rels/slideMaster1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52.xml"/><Relationship Id="rId8" Type="http://schemas.openxmlformats.org/officeDocument/2006/relationships/slideLayout" Target="../slideLayouts/slideLayout151.xml"/><Relationship Id="rId7" Type="http://schemas.openxmlformats.org/officeDocument/2006/relationships/slideLayout" Target="../slideLayouts/slideLayout150.xml"/><Relationship Id="rId6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148.xml"/><Relationship Id="rId4" Type="http://schemas.openxmlformats.org/officeDocument/2006/relationships/slideLayout" Target="../slideLayouts/slideLayout147.xml"/><Relationship Id="rId3" Type="http://schemas.openxmlformats.org/officeDocument/2006/relationships/slideLayout" Target="../slideLayouts/slideLayout146.xml"/><Relationship Id="rId2" Type="http://schemas.openxmlformats.org/officeDocument/2006/relationships/slideLayout" Target="../slideLayouts/slideLayout145.xml"/><Relationship Id="rId12" Type="http://schemas.openxmlformats.org/officeDocument/2006/relationships/theme" Target="../theme/theme14.xml"/><Relationship Id="rId11" Type="http://schemas.openxmlformats.org/officeDocument/2006/relationships/slideLayout" Target="../slideLayouts/slideLayout154.xml"/><Relationship Id="rId10" Type="http://schemas.openxmlformats.org/officeDocument/2006/relationships/slideLayout" Target="../slideLayouts/slideLayout153.xml"/><Relationship Id="rId1" Type="http://schemas.openxmlformats.org/officeDocument/2006/relationships/slideLayout" Target="../slideLayouts/slideLayout144.xml"/></Relationships>
</file>

<file path=ppt/slideMasters/_rels/slideMaster1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63.xml"/><Relationship Id="rId8" Type="http://schemas.openxmlformats.org/officeDocument/2006/relationships/slideLayout" Target="../slideLayouts/slideLayout162.xml"/><Relationship Id="rId7" Type="http://schemas.openxmlformats.org/officeDocument/2006/relationships/slideLayout" Target="../slideLayouts/slideLayout161.xml"/><Relationship Id="rId6" Type="http://schemas.openxmlformats.org/officeDocument/2006/relationships/slideLayout" Target="../slideLayouts/slideLayout160.xml"/><Relationship Id="rId5" Type="http://schemas.openxmlformats.org/officeDocument/2006/relationships/slideLayout" Target="../slideLayouts/slideLayout159.xml"/><Relationship Id="rId4" Type="http://schemas.openxmlformats.org/officeDocument/2006/relationships/slideLayout" Target="../slideLayouts/slideLayout158.xml"/><Relationship Id="rId3" Type="http://schemas.openxmlformats.org/officeDocument/2006/relationships/slideLayout" Target="../slideLayouts/slideLayout157.xml"/><Relationship Id="rId2" Type="http://schemas.openxmlformats.org/officeDocument/2006/relationships/slideLayout" Target="../slideLayouts/slideLayout156.xml"/><Relationship Id="rId12" Type="http://schemas.openxmlformats.org/officeDocument/2006/relationships/theme" Target="../theme/theme15.xml"/><Relationship Id="rId11" Type="http://schemas.openxmlformats.org/officeDocument/2006/relationships/slideLayout" Target="../slideLayouts/slideLayout165.xml"/><Relationship Id="rId10" Type="http://schemas.openxmlformats.org/officeDocument/2006/relationships/slideLayout" Target="../slideLayouts/slideLayout164.xml"/><Relationship Id="rId1" Type="http://schemas.openxmlformats.org/officeDocument/2006/relationships/slideLayout" Target="../slideLayouts/slideLayout155.xml"/></Relationships>
</file>

<file path=ppt/slideMasters/_rels/slideMaster1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74.xml"/><Relationship Id="rId8" Type="http://schemas.openxmlformats.org/officeDocument/2006/relationships/slideLayout" Target="../slideLayouts/slideLayout173.xml"/><Relationship Id="rId7" Type="http://schemas.openxmlformats.org/officeDocument/2006/relationships/slideLayout" Target="../slideLayouts/slideLayout172.xml"/><Relationship Id="rId6" Type="http://schemas.openxmlformats.org/officeDocument/2006/relationships/slideLayout" Target="../slideLayouts/slideLayout171.xml"/><Relationship Id="rId5" Type="http://schemas.openxmlformats.org/officeDocument/2006/relationships/slideLayout" Target="../slideLayouts/slideLayout170.xml"/><Relationship Id="rId4" Type="http://schemas.openxmlformats.org/officeDocument/2006/relationships/slideLayout" Target="../slideLayouts/slideLayout169.xml"/><Relationship Id="rId3" Type="http://schemas.openxmlformats.org/officeDocument/2006/relationships/slideLayout" Target="../slideLayouts/slideLayout168.xml"/><Relationship Id="rId2" Type="http://schemas.openxmlformats.org/officeDocument/2006/relationships/slideLayout" Target="../slideLayouts/slideLayout167.xml"/><Relationship Id="rId12" Type="http://schemas.openxmlformats.org/officeDocument/2006/relationships/theme" Target="../theme/theme16.xml"/><Relationship Id="rId11" Type="http://schemas.openxmlformats.org/officeDocument/2006/relationships/slideLayout" Target="../slideLayouts/slideLayout176.xml"/><Relationship Id="rId10" Type="http://schemas.openxmlformats.org/officeDocument/2006/relationships/slideLayout" Target="../slideLayouts/slideLayout175.xml"/><Relationship Id="rId1" Type="http://schemas.openxmlformats.org/officeDocument/2006/relationships/slideLayout" Target="../slideLayouts/slideLayout166.xml"/></Relationships>
</file>

<file path=ppt/slideMasters/_rels/slideMaster1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85.xml"/><Relationship Id="rId8" Type="http://schemas.openxmlformats.org/officeDocument/2006/relationships/slideLayout" Target="../slideLayouts/slideLayout184.xml"/><Relationship Id="rId7" Type="http://schemas.openxmlformats.org/officeDocument/2006/relationships/slideLayout" Target="../slideLayouts/slideLayout183.xml"/><Relationship Id="rId6" Type="http://schemas.openxmlformats.org/officeDocument/2006/relationships/slideLayout" Target="../slideLayouts/slideLayout182.xml"/><Relationship Id="rId5" Type="http://schemas.openxmlformats.org/officeDocument/2006/relationships/slideLayout" Target="../slideLayouts/slideLayout181.xml"/><Relationship Id="rId4" Type="http://schemas.openxmlformats.org/officeDocument/2006/relationships/slideLayout" Target="../slideLayouts/slideLayout180.xml"/><Relationship Id="rId3" Type="http://schemas.openxmlformats.org/officeDocument/2006/relationships/slideLayout" Target="../slideLayouts/slideLayout179.xml"/><Relationship Id="rId2" Type="http://schemas.openxmlformats.org/officeDocument/2006/relationships/slideLayout" Target="../slideLayouts/slideLayout178.xml"/><Relationship Id="rId12" Type="http://schemas.openxmlformats.org/officeDocument/2006/relationships/theme" Target="../theme/theme17.xml"/><Relationship Id="rId11" Type="http://schemas.openxmlformats.org/officeDocument/2006/relationships/slideLayout" Target="../slideLayouts/slideLayout187.xml"/><Relationship Id="rId10" Type="http://schemas.openxmlformats.org/officeDocument/2006/relationships/slideLayout" Target="../slideLayouts/slideLayout186.xml"/><Relationship Id="rId1" Type="http://schemas.openxmlformats.org/officeDocument/2006/relationships/slideLayout" Target="../slideLayouts/slideLayout177.xml"/></Relationships>
</file>

<file path=ppt/slideMasters/_rels/slideMaster1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96.xml"/><Relationship Id="rId8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94.xml"/><Relationship Id="rId6" Type="http://schemas.openxmlformats.org/officeDocument/2006/relationships/slideLayout" Target="../slideLayouts/slideLayout193.xml"/><Relationship Id="rId5" Type="http://schemas.openxmlformats.org/officeDocument/2006/relationships/slideLayout" Target="../slideLayouts/slideLayout192.xml"/><Relationship Id="rId4" Type="http://schemas.openxmlformats.org/officeDocument/2006/relationships/slideLayout" Target="../slideLayouts/slideLayout191.xml"/><Relationship Id="rId3" Type="http://schemas.openxmlformats.org/officeDocument/2006/relationships/slideLayout" Target="../slideLayouts/slideLayout190.xml"/><Relationship Id="rId2" Type="http://schemas.openxmlformats.org/officeDocument/2006/relationships/slideLayout" Target="../slideLayouts/slideLayout189.xml"/><Relationship Id="rId12" Type="http://schemas.openxmlformats.org/officeDocument/2006/relationships/theme" Target="../theme/theme18.xml"/><Relationship Id="rId11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97.xml"/><Relationship Id="rId1" Type="http://schemas.openxmlformats.org/officeDocument/2006/relationships/slideLayout" Target="../slideLayouts/slideLayout188.xml"/></Relationships>
</file>

<file path=ppt/slideMasters/_rels/slideMaster1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07.xml"/><Relationship Id="rId8" Type="http://schemas.openxmlformats.org/officeDocument/2006/relationships/slideLayout" Target="../slideLayouts/slideLayout206.xml"/><Relationship Id="rId7" Type="http://schemas.openxmlformats.org/officeDocument/2006/relationships/slideLayout" Target="../slideLayouts/slideLayout205.xml"/><Relationship Id="rId6" Type="http://schemas.openxmlformats.org/officeDocument/2006/relationships/slideLayout" Target="../slideLayouts/slideLayout204.xml"/><Relationship Id="rId5" Type="http://schemas.openxmlformats.org/officeDocument/2006/relationships/slideLayout" Target="../slideLayouts/slideLayout203.xml"/><Relationship Id="rId4" Type="http://schemas.openxmlformats.org/officeDocument/2006/relationships/slideLayout" Target="../slideLayouts/slideLayout202.xml"/><Relationship Id="rId3" Type="http://schemas.openxmlformats.org/officeDocument/2006/relationships/slideLayout" Target="../slideLayouts/slideLayout201.xml"/><Relationship Id="rId2" Type="http://schemas.openxmlformats.org/officeDocument/2006/relationships/slideLayout" Target="../slideLayouts/slideLayout200.xml"/><Relationship Id="rId12" Type="http://schemas.openxmlformats.org/officeDocument/2006/relationships/theme" Target="../theme/theme19.xml"/><Relationship Id="rId11" Type="http://schemas.openxmlformats.org/officeDocument/2006/relationships/slideLayout" Target="../slideLayouts/slideLayout209.xml"/><Relationship Id="rId10" Type="http://schemas.openxmlformats.org/officeDocument/2006/relationships/slideLayout" Target="../slideLayouts/slideLayout208.xml"/><Relationship Id="rId1" Type="http://schemas.openxmlformats.org/officeDocument/2006/relationships/slideLayout" Target="../slideLayouts/slideLayout199.xml"/></Relationships>
</file>

<file path=ppt/slideMasters/_rels/slideMaster2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18.xml"/><Relationship Id="rId8" Type="http://schemas.openxmlformats.org/officeDocument/2006/relationships/slideLayout" Target="../slideLayouts/slideLayout217.xml"/><Relationship Id="rId7" Type="http://schemas.openxmlformats.org/officeDocument/2006/relationships/slideLayout" Target="../slideLayouts/slideLayout216.xml"/><Relationship Id="rId6" Type="http://schemas.openxmlformats.org/officeDocument/2006/relationships/slideLayout" Target="../slideLayouts/slideLayout215.xml"/><Relationship Id="rId5" Type="http://schemas.openxmlformats.org/officeDocument/2006/relationships/slideLayout" Target="../slideLayouts/slideLayout214.xml"/><Relationship Id="rId4" Type="http://schemas.openxmlformats.org/officeDocument/2006/relationships/slideLayout" Target="../slideLayouts/slideLayout213.xml"/><Relationship Id="rId3" Type="http://schemas.openxmlformats.org/officeDocument/2006/relationships/slideLayout" Target="../slideLayouts/slideLayout212.xml"/><Relationship Id="rId2" Type="http://schemas.openxmlformats.org/officeDocument/2006/relationships/slideLayout" Target="../slideLayouts/slideLayout211.xml"/><Relationship Id="rId12" Type="http://schemas.openxmlformats.org/officeDocument/2006/relationships/theme" Target="../theme/theme20.xml"/><Relationship Id="rId11" Type="http://schemas.openxmlformats.org/officeDocument/2006/relationships/slideLayout" Target="../slideLayouts/slideLayout220.xml"/><Relationship Id="rId10" Type="http://schemas.openxmlformats.org/officeDocument/2006/relationships/slideLayout" Target="../slideLayouts/slideLayout219.xml"/><Relationship Id="rId1" Type="http://schemas.openxmlformats.org/officeDocument/2006/relationships/slideLayout" Target="../slideLayouts/slideLayout210.xml"/></Relationships>
</file>

<file path=ppt/slideMasters/_rels/slideMaster2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29.xml"/><Relationship Id="rId8" Type="http://schemas.openxmlformats.org/officeDocument/2006/relationships/slideLayout" Target="../slideLayouts/slideLayout228.xml"/><Relationship Id="rId7" Type="http://schemas.openxmlformats.org/officeDocument/2006/relationships/slideLayout" Target="../slideLayouts/slideLayout227.xml"/><Relationship Id="rId6" Type="http://schemas.openxmlformats.org/officeDocument/2006/relationships/slideLayout" Target="../slideLayouts/slideLayout226.xml"/><Relationship Id="rId5" Type="http://schemas.openxmlformats.org/officeDocument/2006/relationships/slideLayout" Target="../slideLayouts/slideLayout225.xml"/><Relationship Id="rId4" Type="http://schemas.openxmlformats.org/officeDocument/2006/relationships/slideLayout" Target="../slideLayouts/slideLayout224.xml"/><Relationship Id="rId3" Type="http://schemas.openxmlformats.org/officeDocument/2006/relationships/slideLayout" Target="../slideLayouts/slideLayout223.xml"/><Relationship Id="rId2" Type="http://schemas.openxmlformats.org/officeDocument/2006/relationships/slideLayout" Target="../slideLayouts/slideLayout222.xml"/><Relationship Id="rId12" Type="http://schemas.openxmlformats.org/officeDocument/2006/relationships/theme" Target="../theme/theme21.xml"/><Relationship Id="rId11" Type="http://schemas.openxmlformats.org/officeDocument/2006/relationships/slideLayout" Target="../slideLayouts/slideLayout231.xml"/><Relationship Id="rId10" Type="http://schemas.openxmlformats.org/officeDocument/2006/relationships/slideLayout" Target="../slideLayouts/slideLayout230.xml"/><Relationship Id="rId1" Type="http://schemas.openxmlformats.org/officeDocument/2006/relationships/slideLayout" Target="../slideLayouts/slideLayout221.xml"/></Relationships>
</file>

<file path=ppt/slideMasters/_rels/slideMaster2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40.xml"/><Relationship Id="rId8" Type="http://schemas.openxmlformats.org/officeDocument/2006/relationships/slideLayout" Target="../slideLayouts/slideLayout239.xml"/><Relationship Id="rId7" Type="http://schemas.openxmlformats.org/officeDocument/2006/relationships/slideLayout" Target="../slideLayouts/slideLayout238.xml"/><Relationship Id="rId6" Type="http://schemas.openxmlformats.org/officeDocument/2006/relationships/slideLayout" Target="../slideLayouts/slideLayout237.xml"/><Relationship Id="rId5" Type="http://schemas.openxmlformats.org/officeDocument/2006/relationships/slideLayout" Target="../slideLayouts/slideLayout236.xml"/><Relationship Id="rId4" Type="http://schemas.openxmlformats.org/officeDocument/2006/relationships/slideLayout" Target="../slideLayouts/slideLayout235.xml"/><Relationship Id="rId3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33.xml"/><Relationship Id="rId12" Type="http://schemas.openxmlformats.org/officeDocument/2006/relationships/theme" Target="../theme/theme22.xml"/><Relationship Id="rId11" Type="http://schemas.openxmlformats.org/officeDocument/2006/relationships/slideLayout" Target="../slideLayouts/slideLayout242.xml"/><Relationship Id="rId10" Type="http://schemas.openxmlformats.org/officeDocument/2006/relationships/slideLayout" Target="../slideLayouts/slideLayout241.xml"/><Relationship Id="rId1" Type="http://schemas.openxmlformats.org/officeDocument/2006/relationships/slideLayout" Target="../slideLayouts/slideLayout232.xml"/></Relationships>
</file>

<file path=ppt/slideMasters/_rels/slideMaster2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51.xml"/><Relationship Id="rId8" Type="http://schemas.openxmlformats.org/officeDocument/2006/relationships/slideLayout" Target="../slideLayouts/slideLayout250.xml"/><Relationship Id="rId7" Type="http://schemas.openxmlformats.org/officeDocument/2006/relationships/slideLayout" Target="../slideLayouts/slideLayout249.xml"/><Relationship Id="rId6" Type="http://schemas.openxmlformats.org/officeDocument/2006/relationships/slideLayout" Target="../slideLayouts/slideLayout248.xml"/><Relationship Id="rId5" Type="http://schemas.openxmlformats.org/officeDocument/2006/relationships/slideLayout" Target="../slideLayouts/slideLayout247.xml"/><Relationship Id="rId4" Type="http://schemas.openxmlformats.org/officeDocument/2006/relationships/slideLayout" Target="../slideLayouts/slideLayout246.xml"/><Relationship Id="rId3" Type="http://schemas.openxmlformats.org/officeDocument/2006/relationships/slideLayout" Target="../slideLayouts/slideLayout245.xml"/><Relationship Id="rId2" Type="http://schemas.openxmlformats.org/officeDocument/2006/relationships/slideLayout" Target="../slideLayouts/slideLayout244.xml"/><Relationship Id="rId12" Type="http://schemas.openxmlformats.org/officeDocument/2006/relationships/theme" Target="../theme/theme23.xml"/><Relationship Id="rId11" Type="http://schemas.openxmlformats.org/officeDocument/2006/relationships/slideLayout" Target="../slideLayouts/slideLayout253.xml"/><Relationship Id="rId10" Type="http://schemas.openxmlformats.org/officeDocument/2006/relationships/slideLayout" Target="../slideLayouts/slideLayout252.xml"/><Relationship Id="rId1" Type="http://schemas.openxmlformats.org/officeDocument/2006/relationships/slideLayout" Target="../slideLayouts/slideLayout243.xml"/></Relationships>
</file>

<file path=ppt/slideMasters/_rels/slideMaster2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62.xml"/><Relationship Id="rId8" Type="http://schemas.openxmlformats.org/officeDocument/2006/relationships/slideLayout" Target="../slideLayouts/slideLayout261.xml"/><Relationship Id="rId7" Type="http://schemas.openxmlformats.org/officeDocument/2006/relationships/slideLayout" Target="../slideLayouts/slideLayout260.xml"/><Relationship Id="rId6" Type="http://schemas.openxmlformats.org/officeDocument/2006/relationships/slideLayout" Target="../slideLayouts/slideLayout259.xml"/><Relationship Id="rId5" Type="http://schemas.openxmlformats.org/officeDocument/2006/relationships/slideLayout" Target="../slideLayouts/slideLayout258.xml"/><Relationship Id="rId4" Type="http://schemas.openxmlformats.org/officeDocument/2006/relationships/slideLayout" Target="../slideLayouts/slideLayout257.xml"/><Relationship Id="rId3" Type="http://schemas.openxmlformats.org/officeDocument/2006/relationships/slideLayout" Target="../slideLayouts/slideLayout256.xml"/><Relationship Id="rId2" Type="http://schemas.openxmlformats.org/officeDocument/2006/relationships/slideLayout" Target="../slideLayouts/slideLayout255.xml"/><Relationship Id="rId12" Type="http://schemas.openxmlformats.org/officeDocument/2006/relationships/theme" Target="../theme/theme24.xml"/><Relationship Id="rId11" Type="http://schemas.openxmlformats.org/officeDocument/2006/relationships/slideLayout" Target="../slideLayouts/slideLayout264.xml"/><Relationship Id="rId10" Type="http://schemas.openxmlformats.org/officeDocument/2006/relationships/slideLayout" Target="../slideLayouts/slideLayout263.xml"/><Relationship Id="rId1" Type="http://schemas.openxmlformats.org/officeDocument/2006/relationships/slideLayout" Target="../slideLayouts/slideLayout254.xml"/></Relationships>
</file>

<file path=ppt/slideMasters/_rels/slideMaster2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73.xml"/><Relationship Id="rId8" Type="http://schemas.openxmlformats.org/officeDocument/2006/relationships/slideLayout" Target="../slideLayouts/slideLayout272.xml"/><Relationship Id="rId7" Type="http://schemas.openxmlformats.org/officeDocument/2006/relationships/slideLayout" Target="../slideLayouts/slideLayout271.xml"/><Relationship Id="rId6" Type="http://schemas.openxmlformats.org/officeDocument/2006/relationships/slideLayout" Target="../slideLayouts/slideLayout270.xml"/><Relationship Id="rId5" Type="http://schemas.openxmlformats.org/officeDocument/2006/relationships/slideLayout" Target="../slideLayouts/slideLayout269.xml"/><Relationship Id="rId4" Type="http://schemas.openxmlformats.org/officeDocument/2006/relationships/slideLayout" Target="../slideLayouts/slideLayout268.xml"/><Relationship Id="rId3" Type="http://schemas.openxmlformats.org/officeDocument/2006/relationships/slideLayout" Target="../slideLayouts/slideLayout267.xml"/><Relationship Id="rId2" Type="http://schemas.openxmlformats.org/officeDocument/2006/relationships/slideLayout" Target="../slideLayouts/slideLayout266.xml"/><Relationship Id="rId12" Type="http://schemas.openxmlformats.org/officeDocument/2006/relationships/theme" Target="../theme/theme25.xml"/><Relationship Id="rId11" Type="http://schemas.openxmlformats.org/officeDocument/2006/relationships/slideLayout" Target="../slideLayouts/slideLayout275.xml"/><Relationship Id="rId10" Type="http://schemas.openxmlformats.org/officeDocument/2006/relationships/slideLayout" Target="../slideLayouts/slideLayout274.xml"/><Relationship Id="rId1" Type="http://schemas.openxmlformats.org/officeDocument/2006/relationships/slideLayout" Target="../slideLayouts/slideLayout265.xml"/></Relationships>
</file>

<file path=ppt/slideMasters/_rels/slideMaster2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84.xml"/><Relationship Id="rId8" Type="http://schemas.openxmlformats.org/officeDocument/2006/relationships/slideLayout" Target="../slideLayouts/slideLayout283.xml"/><Relationship Id="rId7" Type="http://schemas.openxmlformats.org/officeDocument/2006/relationships/slideLayout" Target="../slideLayouts/slideLayout282.xml"/><Relationship Id="rId6" Type="http://schemas.openxmlformats.org/officeDocument/2006/relationships/slideLayout" Target="../slideLayouts/slideLayout281.xml"/><Relationship Id="rId5" Type="http://schemas.openxmlformats.org/officeDocument/2006/relationships/slideLayout" Target="../slideLayouts/slideLayout280.xml"/><Relationship Id="rId4" Type="http://schemas.openxmlformats.org/officeDocument/2006/relationships/slideLayout" Target="../slideLayouts/slideLayout279.xml"/><Relationship Id="rId3" Type="http://schemas.openxmlformats.org/officeDocument/2006/relationships/slideLayout" Target="../slideLayouts/slideLayout278.xml"/><Relationship Id="rId2" Type="http://schemas.openxmlformats.org/officeDocument/2006/relationships/slideLayout" Target="../slideLayouts/slideLayout277.xml"/><Relationship Id="rId12" Type="http://schemas.openxmlformats.org/officeDocument/2006/relationships/theme" Target="../theme/theme26.xml"/><Relationship Id="rId11" Type="http://schemas.openxmlformats.org/officeDocument/2006/relationships/slideLayout" Target="../slideLayouts/slideLayout286.xml"/><Relationship Id="rId10" Type="http://schemas.openxmlformats.org/officeDocument/2006/relationships/slideLayout" Target="../slideLayouts/slideLayout285.xml"/><Relationship Id="rId1" Type="http://schemas.openxmlformats.org/officeDocument/2006/relationships/slideLayout" Target="../slideLayouts/slideLayout276.xml"/></Relationships>
</file>

<file path=ppt/slideMasters/_rels/slideMaster2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5.xml"/><Relationship Id="rId8" Type="http://schemas.openxmlformats.org/officeDocument/2006/relationships/slideLayout" Target="../slideLayouts/slideLayout294.xml"/><Relationship Id="rId7" Type="http://schemas.openxmlformats.org/officeDocument/2006/relationships/slideLayout" Target="../slideLayouts/slideLayout293.xml"/><Relationship Id="rId6" Type="http://schemas.openxmlformats.org/officeDocument/2006/relationships/slideLayout" Target="../slideLayouts/slideLayout292.xml"/><Relationship Id="rId5" Type="http://schemas.openxmlformats.org/officeDocument/2006/relationships/slideLayout" Target="../slideLayouts/slideLayout291.xml"/><Relationship Id="rId4" Type="http://schemas.openxmlformats.org/officeDocument/2006/relationships/slideLayout" Target="../slideLayouts/slideLayout290.xml"/><Relationship Id="rId3" Type="http://schemas.openxmlformats.org/officeDocument/2006/relationships/slideLayout" Target="../slideLayouts/slideLayout289.xml"/><Relationship Id="rId2" Type="http://schemas.openxmlformats.org/officeDocument/2006/relationships/slideLayout" Target="../slideLayouts/slideLayout288.xml"/><Relationship Id="rId12" Type="http://schemas.openxmlformats.org/officeDocument/2006/relationships/theme" Target="../theme/theme27.xml"/><Relationship Id="rId11" Type="http://schemas.openxmlformats.org/officeDocument/2006/relationships/slideLayout" Target="../slideLayouts/slideLayout297.xml"/><Relationship Id="rId10" Type="http://schemas.openxmlformats.org/officeDocument/2006/relationships/slideLayout" Target="../slideLayouts/slideLayout296.xml"/><Relationship Id="rId1" Type="http://schemas.openxmlformats.org/officeDocument/2006/relationships/slideLayout" Target="../slideLayouts/slideLayout287.xml"/></Relationships>
</file>

<file path=ppt/slideMasters/_rels/slideMaster2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06.xml"/><Relationship Id="rId8" Type="http://schemas.openxmlformats.org/officeDocument/2006/relationships/slideLayout" Target="../slideLayouts/slideLayout305.xml"/><Relationship Id="rId7" Type="http://schemas.openxmlformats.org/officeDocument/2006/relationships/slideLayout" Target="../slideLayouts/slideLayout304.xml"/><Relationship Id="rId6" Type="http://schemas.openxmlformats.org/officeDocument/2006/relationships/slideLayout" Target="../slideLayouts/slideLayout303.xml"/><Relationship Id="rId5" Type="http://schemas.openxmlformats.org/officeDocument/2006/relationships/slideLayout" Target="../slideLayouts/slideLayout302.xml"/><Relationship Id="rId4" Type="http://schemas.openxmlformats.org/officeDocument/2006/relationships/slideLayout" Target="../slideLayouts/slideLayout301.xml"/><Relationship Id="rId3" Type="http://schemas.openxmlformats.org/officeDocument/2006/relationships/slideLayout" Target="../slideLayouts/slideLayout300.xml"/><Relationship Id="rId2" Type="http://schemas.openxmlformats.org/officeDocument/2006/relationships/slideLayout" Target="../slideLayouts/slideLayout299.xml"/><Relationship Id="rId12" Type="http://schemas.openxmlformats.org/officeDocument/2006/relationships/theme" Target="../theme/theme28.xml"/><Relationship Id="rId11" Type="http://schemas.openxmlformats.org/officeDocument/2006/relationships/slideLayout" Target="../slideLayouts/slideLayout308.xml"/><Relationship Id="rId10" Type="http://schemas.openxmlformats.org/officeDocument/2006/relationships/slideLayout" Target="../slideLayouts/slideLayout307.xml"/><Relationship Id="rId1" Type="http://schemas.openxmlformats.org/officeDocument/2006/relationships/slideLayout" Target="../slideLayouts/slideLayout298.xml"/></Relationships>
</file>

<file path=ppt/slideMasters/_rels/slideMaster2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7.xml"/><Relationship Id="rId8" Type="http://schemas.openxmlformats.org/officeDocument/2006/relationships/slideLayout" Target="../slideLayouts/slideLayout316.xml"/><Relationship Id="rId7" Type="http://schemas.openxmlformats.org/officeDocument/2006/relationships/slideLayout" Target="../slideLayouts/slideLayout315.xml"/><Relationship Id="rId6" Type="http://schemas.openxmlformats.org/officeDocument/2006/relationships/slideLayout" Target="../slideLayouts/slideLayout314.xml"/><Relationship Id="rId5" Type="http://schemas.openxmlformats.org/officeDocument/2006/relationships/slideLayout" Target="../slideLayouts/slideLayout313.xml"/><Relationship Id="rId4" Type="http://schemas.openxmlformats.org/officeDocument/2006/relationships/slideLayout" Target="../slideLayouts/slideLayout312.xml"/><Relationship Id="rId3" Type="http://schemas.openxmlformats.org/officeDocument/2006/relationships/slideLayout" Target="../slideLayouts/slideLayout311.xml"/><Relationship Id="rId2" Type="http://schemas.openxmlformats.org/officeDocument/2006/relationships/slideLayout" Target="../slideLayouts/slideLayout310.xml"/><Relationship Id="rId12" Type="http://schemas.openxmlformats.org/officeDocument/2006/relationships/theme" Target="../theme/theme29.xml"/><Relationship Id="rId11" Type="http://schemas.openxmlformats.org/officeDocument/2006/relationships/slideLayout" Target="../slideLayouts/slideLayout319.xml"/><Relationship Id="rId10" Type="http://schemas.openxmlformats.org/officeDocument/2006/relationships/slideLayout" Target="../slideLayouts/slideLayout318.xml"/><Relationship Id="rId1" Type="http://schemas.openxmlformats.org/officeDocument/2006/relationships/slideLayout" Target="../slideLayouts/slideLayout309.xml"/></Relationships>
</file>

<file path=ppt/slideMasters/_rels/slideMaster3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28.xml"/><Relationship Id="rId8" Type="http://schemas.openxmlformats.org/officeDocument/2006/relationships/slideLayout" Target="../slideLayouts/slideLayout327.xml"/><Relationship Id="rId7" Type="http://schemas.openxmlformats.org/officeDocument/2006/relationships/slideLayout" Target="../slideLayouts/slideLayout326.xml"/><Relationship Id="rId6" Type="http://schemas.openxmlformats.org/officeDocument/2006/relationships/slideLayout" Target="../slideLayouts/slideLayout325.xml"/><Relationship Id="rId5" Type="http://schemas.openxmlformats.org/officeDocument/2006/relationships/slideLayout" Target="../slideLayouts/slideLayout324.xml"/><Relationship Id="rId4" Type="http://schemas.openxmlformats.org/officeDocument/2006/relationships/slideLayout" Target="../slideLayouts/slideLayout323.xml"/><Relationship Id="rId3" Type="http://schemas.openxmlformats.org/officeDocument/2006/relationships/slideLayout" Target="../slideLayouts/slideLayout322.xml"/><Relationship Id="rId2" Type="http://schemas.openxmlformats.org/officeDocument/2006/relationships/slideLayout" Target="../slideLayouts/slideLayout321.xml"/><Relationship Id="rId12" Type="http://schemas.openxmlformats.org/officeDocument/2006/relationships/theme" Target="../theme/theme30.xml"/><Relationship Id="rId11" Type="http://schemas.openxmlformats.org/officeDocument/2006/relationships/slideLayout" Target="../slideLayouts/slideLayout330.xml"/><Relationship Id="rId10" Type="http://schemas.openxmlformats.org/officeDocument/2006/relationships/slideLayout" Target="../slideLayouts/slideLayout329.xml"/><Relationship Id="rId1" Type="http://schemas.openxmlformats.org/officeDocument/2006/relationships/slideLayout" Target="../slideLayouts/slideLayout320.xml"/></Relationships>
</file>

<file path=ppt/slideMasters/_rels/slideMaster3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39.xml"/><Relationship Id="rId8" Type="http://schemas.openxmlformats.org/officeDocument/2006/relationships/slideLayout" Target="../slideLayouts/slideLayout338.xml"/><Relationship Id="rId7" Type="http://schemas.openxmlformats.org/officeDocument/2006/relationships/slideLayout" Target="../slideLayouts/slideLayout337.xml"/><Relationship Id="rId6" Type="http://schemas.openxmlformats.org/officeDocument/2006/relationships/slideLayout" Target="../slideLayouts/slideLayout336.xml"/><Relationship Id="rId5" Type="http://schemas.openxmlformats.org/officeDocument/2006/relationships/slideLayout" Target="../slideLayouts/slideLayout335.xml"/><Relationship Id="rId4" Type="http://schemas.openxmlformats.org/officeDocument/2006/relationships/slideLayout" Target="../slideLayouts/slideLayout334.xml"/><Relationship Id="rId3" Type="http://schemas.openxmlformats.org/officeDocument/2006/relationships/slideLayout" Target="../slideLayouts/slideLayout333.xml"/><Relationship Id="rId2" Type="http://schemas.openxmlformats.org/officeDocument/2006/relationships/slideLayout" Target="../slideLayouts/slideLayout332.xml"/><Relationship Id="rId12" Type="http://schemas.openxmlformats.org/officeDocument/2006/relationships/theme" Target="../theme/theme31.xml"/><Relationship Id="rId11" Type="http://schemas.openxmlformats.org/officeDocument/2006/relationships/slideLayout" Target="../slideLayouts/slideLayout341.xml"/><Relationship Id="rId10" Type="http://schemas.openxmlformats.org/officeDocument/2006/relationships/slideLayout" Target="../slideLayouts/slideLayout340.xml"/><Relationship Id="rId1" Type="http://schemas.openxmlformats.org/officeDocument/2006/relationships/slideLayout" Target="../slideLayouts/slideLayout331.xml"/></Relationships>
</file>

<file path=ppt/slideMasters/_rels/slideMaster3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50.xml"/><Relationship Id="rId8" Type="http://schemas.openxmlformats.org/officeDocument/2006/relationships/slideLayout" Target="../slideLayouts/slideLayout349.xml"/><Relationship Id="rId7" Type="http://schemas.openxmlformats.org/officeDocument/2006/relationships/slideLayout" Target="../slideLayouts/slideLayout348.xml"/><Relationship Id="rId6" Type="http://schemas.openxmlformats.org/officeDocument/2006/relationships/slideLayout" Target="../slideLayouts/slideLayout347.xml"/><Relationship Id="rId5" Type="http://schemas.openxmlformats.org/officeDocument/2006/relationships/slideLayout" Target="../slideLayouts/slideLayout346.xml"/><Relationship Id="rId4" Type="http://schemas.openxmlformats.org/officeDocument/2006/relationships/slideLayout" Target="../slideLayouts/slideLayout345.xml"/><Relationship Id="rId3" Type="http://schemas.openxmlformats.org/officeDocument/2006/relationships/slideLayout" Target="../slideLayouts/slideLayout344.xml"/><Relationship Id="rId2" Type="http://schemas.openxmlformats.org/officeDocument/2006/relationships/slideLayout" Target="../slideLayouts/slideLayout343.xml"/><Relationship Id="rId12" Type="http://schemas.openxmlformats.org/officeDocument/2006/relationships/theme" Target="../theme/theme32.xml"/><Relationship Id="rId11" Type="http://schemas.openxmlformats.org/officeDocument/2006/relationships/slideLayout" Target="../slideLayouts/slideLayout352.xml"/><Relationship Id="rId10" Type="http://schemas.openxmlformats.org/officeDocument/2006/relationships/slideLayout" Target="../slideLayouts/slideLayout351.xml"/><Relationship Id="rId1" Type="http://schemas.openxmlformats.org/officeDocument/2006/relationships/slideLayout" Target="../slideLayouts/slideLayout342.xml"/></Relationships>
</file>

<file path=ppt/slideMasters/_rels/slideMaster3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61.xml"/><Relationship Id="rId8" Type="http://schemas.openxmlformats.org/officeDocument/2006/relationships/slideLayout" Target="../slideLayouts/slideLayout360.xml"/><Relationship Id="rId7" Type="http://schemas.openxmlformats.org/officeDocument/2006/relationships/slideLayout" Target="../slideLayouts/slideLayout359.xml"/><Relationship Id="rId6" Type="http://schemas.openxmlformats.org/officeDocument/2006/relationships/slideLayout" Target="../slideLayouts/slideLayout358.xml"/><Relationship Id="rId5" Type="http://schemas.openxmlformats.org/officeDocument/2006/relationships/slideLayout" Target="../slideLayouts/slideLayout357.xml"/><Relationship Id="rId4" Type="http://schemas.openxmlformats.org/officeDocument/2006/relationships/slideLayout" Target="../slideLayouts/slideLayout356.xml"/><Relationship Id="rId3" Type="http://schemas.openxmlformats.org/officeDocument/2006/relationships/slideLayout" Target="../slideLayouts/slideLayout355.xml"/><Relationship Id="rId2" Type="http://schemas.openxmlformats.org/officeDocument/2006/relationships/slideLayout" Target="../slideLayouts/slideLayout354.xml"/><Relationship Id="rId12" Type="http://schemas.openxmlformats.org/officeDocument/2006/relationships/theme" Target="../theme/theme33.xml"/><Relationship Id="rId11" Type="http://schemas.openxmlformats.org/officeDocument/2006/relationships/slideLayout" Target="../slideLayouts/slideLayout363.xml"/><Relationship Id="rId10" Type="http://schemas.openxmlformats.org/officeDocument/2006/relationships/slideLayout" Target="../slideLayouts/slideLayout362.xml"/><Relationship Id="rId1" Type="http://schemas.openxmlformats.org/officeDocument/2006/relationships/slideLayout" Target="../slideLayouts/slideLayout353.xml"/></Relationships>
</file>

<file path=ppt/slideMasters/_rels/slideMaster3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72.xml"/><Relationship Id="rId8" Type="http://schemas.openxmlformats.org/officeDocument/2006/relationships/slideLayout" Target="../slideLayouts/slideLayout371.xml"/><Relationship Id="rId7" Type="http://schemas.openxmlformats.org/officeDocument/2006/relationships/slideLayout" Target="../slideLayouts/slideLayout370.xml"/><Relationship Id="rId6" Type="http://schemas.openxmlformats.org/officeDocument/2006/relationships/slideLayout" Target="../slideLayouts/slideLayout369.xml"/><Relationship Id="rId5" Type="http://schemas.openxmlformats.org/officeDocument/2006/relationships/slideLayout" Target="../slideLayouts/slideLayout368.xml"/><Relationship Id="rId4" Type="http://schemas.openxmlformats.org/officeDocument/2006/relationships/slideLayout" Target="../slideLayouts/slideLayout367.xml"/><Relationship Id="rId3" Type="http://schemas.openxmlformats.org/officeDocument/2006/relationships/slideLayout" Target="../slideLayouts/slideLayout366.xml"/><Relationship Id="rId2" Type="http://schemas.openxmlformats.org/officeDocument/2006/relationships/slideLayout" Target="../slideLayouts/slideLayout365.xml"/><Relationship Id="rId12" Type="http://schemas.openxmlformats.org/officeDocument/2006/relationships/theme" Target="../theme/theme34.xml"/><Relationship Id="rId11" Type="http://schemas.openxmlformats.org/officeDocument/2006/relationships/slideLayout" Target="../slideLayouts/slideLayout374.xml"/><Relationship Id="rId10" Type="http://schemas.openxmlformats.org/officeDocument/2006/relationships/slideLayout" Target="../slideLayouts/slideLayout373.xml"/><Relationship Id="rId1" Type="http://schemas.openxmlformats.org/officeDocument/2006/relationships/slideLayout" Target="../slideLayouts/slideLayout364.xml"/></Relationships>
</file>

<file path=ppt/slideMasters/_rels/slideMaster3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83.xml"/><Relationship Id="rId8" Type="http://schemas.openxmlformats.org/officeDocument/2006/relationships/slideLayout" Target="../slideLayouts/slideLayout382.xml"/><Relationship Id="rId7" Type="http://schemas.openxmlformats.org/officeDocument/2006/relationships/slideLayout" Target="../slideLayouts/slideLayout381.xml"/><Relationship Id="rId6" Type="http://schemas.openxmlformats.org/officeDocument/2006/relationships/slideLayout" Target="../slideLayouts/slideLayout380.xml"/><Relationship Id="rId5" Type="http://schemas.openxmlformats.org/officeDocument/2006/relationships/slideLayout" Target="../slideLayouts/slideLayout379.xml"/><Relationship Id="rId4" Type="http://schemas.openxmlformats.org/officeDocument/2006/relationships/slideLayout" Target="../slideLayouts/slideLayout378.xml"/><Relationship Id="rId3" Type="http://schemas.openxmlformats.org/officeDocument/2006/relationships/slideLayout" Target="../slideLayouts/slideLayout377.xml"/><Relationship Id="rId2" Type="http://schemas.openxmlformats.org/officeDocument/2006/relationships/slideLayout" Target="../slideLayouts/slideLayout376.xml"/><Relationship Id="rId12" Type="http://schemas.openxmlformats.org/officeDocument/2006/relationships/theme" Target="../theme/theme35.xml"/><Relationship Id="rId11" Type="http://schemas.openxmlformats.org/officeDocument/2006/relationships/slideLayout" Target="../slideLayouts/slideLayout385.xml"/><Relationship Id="rId10" Type="http://schemas.openxmlformats.org/officeDocument/2006/relationships/slideLayout" Target="../slideLayouts/slideLayout384.xml"/><Relationship Id="rId1" Type="http://schemas.openxmlformats.org/officeDocument/2006/relationships/slideLayout" Target="../slideLayouts/slideLayout375.xml"/></Relationships>
</file>

<file path=ppt/slideMasters/_rels/slideMaster3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94.xml"/><Relationship Id="rId8" Type="http://schemas.openxmlformats.org/officeDocument/2006/relationships/slideLayout" Target="../slideLayouts/slideLayout393.xml"/><Relationship Id="rId7" Type="http://schemas.openxmlformats.org/officeDocument/2006/relationships/slideLayout" Target="../slideLayouts/slideLayout392.xml"/><Relationship Id="rId6" Type="http://schemas.openxmlformats.org/officeDocument/2006/relationships/slideLayout" Target="../slideLayouts/slideLayout391.xml"/><Relationship Id="rId5" Type="http://schemas.openxmlformats.org/officeDocument/2006/relationships/slideLayout" Target="../slideLayouts/slideLayout390.xml"/><Relationship Id="rId4" Type="http://schemas.openxmlformats.org/officeDocument/2006/relationships/slideLayout" Target="../slideLayouts/slideLayout389.xml"/><Relationship Id="rId3" Type="http://schemas.openxmlformats.org/officeDocument/2006/relationships/slideLayout" Target="../slideLayouts/slideLayout388.xml"/><Relationship Id="rId2" Type="http://schemas.openxmlformats.org/officeDocument/2006/relationships/slideLayout" Target="../slideLayouts/slideLayout387.xml"/><Relationship Id="rId12" Type="http://schemas.openxmlformats.org/officeDocument/2006/relationships/theme" Target="../theme/theme36.xml"/><Relationship Id="rId11" Type="http://schemas.openxmlformats.org/officeDocument/2006/relationships/slideLayout" Target="../slideLayouts/slideLayout396.xml"/><Relationship Id="rId10" Type="http://schemas.openxmlformats.org/officeDocument/2006/relationships/slideLayout" Target="../slideLayouts/slideLayout395.xml"/><Relationship Id="rId1" Type="http://schemas.openxmlformats.org/officeDocument/2006/relationships/slideLayout" Target="../slideLayouts/slideLayout386.xml"/></Relationships>
</file>

<file path=ppt/slideMasters/_rels/slideMaster3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05.xml"/><Relationship Id="rId8" Type="http://schemas.openxmlformats.org/officeDocument/2006/relationships/slideLayout" Target="../slideLayouts/slideLayout404.xml"/><Relationship Id="rId7" Type="http://schemas.openxmlformats.org/officeDocument/2006/relationships/slideLayout" Target="../slideLayouts/slideLayout403.xml"/><Relationship Id="rId6" Type="http://schemas.openxmlformats.org/officeDocument/2006/relationships/slideLayout" Target="../slideLayouts/slideLayout402.xml"/><Relationship Id="rId5" Type="http://schemas.openxmlformats.org/officeDocument/2006/relationships/slideLayout" Target="../slideLayouts/slideLayout401.xml"/><Relationship Id="rId4" Type="http://schemas.openxmlformats.org/officeDocument/2006/relationships/slideLayout" Target="../slideLayouts/slideLayout400.xml"/><Relationship Id="rId3" Type="http://schemas.openxmlformats.org/officeDocument/2006/relationships/slideLayout" Target="../slideLayouts/slideLayout399.xml"/><Relationship Id="rId2" Type="http://schemas.openxmlformats.org/officeDocument/2006/relationships/slideLayout" Target="../slideLayouts/slideLayout398.xml"/><Relationship Id="rId12" Type="http://schemas.openxmlformats.org/officeDocument/2006/relationships/theme" Target="../theme/theme37.xml"/><Relationship Id="rId11" Type="http://schemas.openxmlformats.org/officeDocument/2006/relationships/slideLayout" Target="../slideLayouts/slideLayout407.xml"/><Relationship Id="rId10" Type="http://schemas.openxmlformats.org/officeDocument/2006/relationships/slideLayout" Target="../slideLayouts/slideLayout406.xml"/><Relationship Id="rId1" Type="http://schemas.openxmlformats.org/officeDocument/2006/relationships/slideLayout" Target="../slideLayouts/slideLayout397.xml"/></Relationships>
</file>

<file path=ppt/slideMasters/_rels/slideMaster3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16.xml"/><Relationship Id="rId8" Type="http://schemas.openxmlformats.org/officeDocument/2006/relationships/slideLayout" Target="../slideLayouts/slideLayout415.xml"/><Relationship Id="rId7" Type="http://schemas.openxmlformats.org/officeDocument/2006/relationships/slideLayout" Target="../slideLayouts/slideLayout414.xml"/><Relationship Id="rId6" Type="http://schemas.openxmlformats.org/officeDocument/2006/relationships/slideLayout" Target="../slideLayouts/slideLayout413.xml"/><Relationship Id="rId5" Type="http://schemas.openxmlformats.org/officeDocument/2006/relationships/slideLayout" Target="../slideLayouts/slideLayout412.xml"/><Relationship Id="rId4" Type="http://schemas.openxmlformats.org/officeDocument/2006/relationships/slideLayout" Target="../slideLayouts/slideLayout411.xml"/><Relationship Id="rId3" Type="http://schemas.openxmlformats.org/officeDocument/2006/relationships/slideLayout" Target="../slideLayouts/slideLayout410.xml"/><Relationship Id="rId2" Type="http://schemas.openxmlformats.org/officeDocument/2006/relationships/slideLayout" Target="../slideLayouts/slideLayout409.xml"/><Relationship Id="rId12" Type="http://schemas.openxmlformats.org/officeDocument/2006/relationships/theme" Target="../theme/theme38.xml"/><Relationship Id="rId11" Type="http://schemas.openxmlformats.org/officeDocument/2006/relationships/slideLayout" Target="../slideLayouts/slideLayout418.xml"/><Relationship Id="rId10" Type="http://schemas.openxmlformats.org/officeDocument/2006/relationships/slideLayout" Target="../slideLayouts/slideLayout417.xml"/><Relationship Id="rId1" Type="http://schemas.openxmlformats.org/officeDocument/2006/relationships/slideLayout" Target="../slideLayouts/slideLayout408.xml"/></Relationships>
</file>

<file path=ppt/slideMasters/_rels/slideMaster3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27.xml"/><Relationship Id="rId8" Type="http://schemas.openxmlformats.org/officeDocument/2006/relationships/slideLayout" Target="../slideLayouts/slideLayout426.xml"/><Relationship Id="rId7" Type="http://schemas.openxmlformats.org/officeDocument/2006/relationships/slideLayout" Target="../slideLayouts/slideLayout425.xml"/><Relationship Id="rId6" Type="http://schemas.openxmlformats.org/officeDocument/2006/relationships/slideLayout" Target="../slideLayouts/slideLayout424.xml"/><Relationship Id="rId5" Type="http://schemas.openxmlformats.org/officeDocument/2006/relationships/slideLayout" Target="../slideLayouts/slideLayout423.xml"/><Relationship Id="rId4" Type="http://schemas.openxmlformats.org/officeDocument/2006/relationships/slideLayout" Target="../slideLayouts/slideLayout422.xml"/><Relationship Id="rId3" Type="http://schemas.openxmlformats.org/officeDocument/2006/relationships/slideLayout" Target="../slideLayouts/slideLayout421.xml"/><Relationship Id="rId2" Type="http://schemas.openxmlformats.org/officeDocument/2006/relationships/slideLayout" Target="../slideLayouts/slideLayout420.xml"/><Relationship Id="rId12" Type="http://schemas.openxmlformats.org/officeDocument/2006/relationships/theme" Target="../theme/theme39.xml"/><Relationship Id="rId11" Type="http://schemas.openxmlformats.org/officeDocument/2006/relationships/slideLayout" Target="../slideLayouts/slideLayout429.xml"/><Relationship Id="rId10" Type="http://schemas.openxmlformats.org/officeDocument/2006/relationships/slideLayout" Target="../slideLayouts/slideLayout428.xml"/><Relationship Id="rId1" Type="http://schemas.openxmlformats.org/officeDocument/2006/relationships/slideLayout" Target="../slideLayouts/slideLayout419.xml"/></Relationships>
</file>

<file path=ppt/slideMasters/_rels/slideMaster4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38.xml"/><Relationship Id="rId8" Type="http://schemas.openxmlformats.org/officeDocument/2006/relationships/slideLayout" Target="../slideLayouts/slideLayout437.xml"/><Relationship Id="rId7" Type="http://schemas.openxmlformats.org/officeDocument/2006/relationships/slideLayout" Target="../slideLayouts/slideLayout436.xml"/><Relationship Id="rId6" Type="http://schemas.openxmlformats.org/officeDocument/2006/relationships/slideLayout" Target="../slideLayouts/slideLayout435.xml"/><Relationship Id="rId5" Type="http://schemas.openxmlformats.org/officeDocument/2006/relationships/slideLayout" Target="../slideLayouts/slideLayout434.xml"/><Relationship Id="rId4" Type="http://schemas.openxmlformats.org/officeDocument/2006/relationships/slideLayout" Target="../slideLayouts/slideLayout433.xml"/><Relationship Id="rId3" Type="http://schemas.openxmlformats.org/officeDocument/2006/relationships/slideLayout" Target="../slideLayouts/slideLayout432.xml"/><Relationship Id="rId2" Type="http://schemas.openxmlformats.org/officeDocument/2006/relationships/slideLayout" Target="../slideLayouts/slideLayout431.xml"/><Relationship Id="rId12" Type="http://schemas.openxmlformats.org/officeDocument/2006/relationships/theme" Target="../theme/theme40.xml"/><Relationship Id="rId11" Type="http://schemas.openxmlformats.org/officeDocument/2006/relationships/slideLayout" Target="../slideLayouts/slideLayout440.xml"/><Relationship Id="rId10" Type="http://schemas.openxmlformats.org/officeDocument/2006/relationships/slideLayout" Target="../slideLayouts/slideLayout439.xml"/><Relationship Id="rId1" Type="http://schemas.openxmlformats.org/officeDocument/2006/relationships/slideLayout" Target="../slideLayouts/slideLayout430.xml"/></Relationships>
</file>

<file path=ppt/slideMasters/_rels/slideMaster4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49.xml"/><Relationship Id="rId8" Type="http://schemas.openxmlformats.org/officeDocument/2006/relationships/slideLayout" Target="../slideLayouts/slideLayout448.xml"/><Relationship Id="rId7" Type="http://schemas.openxmlformats.org/officeDocument/2006/relationships/slideLayout" Target="../slideLayouts/slideLayout447.xml"/><Relationship Id="rId6" Type="http://schemas.openxmlformats.org/officeDocument/2006/relationships/slideLayout" Target="../slideLayouts/slideLayout446.xml"/><Relationship Id="rId5" Type="http://schemas.openxmlformats.org/officeDocument/2006/relationships/slideLayout" Target="../slideLayouts/slideLayout445.xml"/><Relationship Id="rId4" Type="http://schemas.openxmlformats.org/officeDocument/2006/relationships/slideLayout" Target="../slideLayouts/slideLayout444.xml"/><Relationship Id="rId3" Type="http://schemas.openxmlformats.org/officeDocument/2006/relationships/slideLayout" Target="../slideLayouts/slideLayout443.xml"/><Relationship Id="rId2" Type="http://schemas.openxmlformats.org/officeDocument/2006/relationships/slideLayout" Target="../slideLayouts/slideLayout442.xml"/><Relationship Id="rId12" Type="http://schemas.openxmlformats.org/officeDocument/2006/relationships/theme" Target="../theme/theme41.xml"/><Relationship Id="rId11" Type="http://schemas.openxmlformats.org/officeDocument/2006/relationships/slideLayout" Target="../slideLayouts/slideLayout451.xml"/><Relationship Id="rId10" Type="http://schemas.openxmlformats.org/officeDocument/2006/relationships/slideLayout" Target="../slideLayouts/slideLayout450.xml"/><Relationship Id="rId1" Type="http://schemas.openxmlformats.org/officeDocument/2006/relationships/slideLayout" Target="../slideLayouts/slideLayout441.xml"/></Relationships>
</file>

<file path=ppt/slideMasters/_rels/slideMaster4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60.xml"/><Relationship Id="rId8" Type="http://schemas.openxmlformats.org/officeDocument/2006/relationships/slideLayout" Target="../slideLayouts/slideLayout459.xml"/><Relationship Id="rId7" Type="http://schemas.openxmlformats.org/officeDocument/2006/relationships/slideLayout" Target="../slideLayouts/slideLayout458.xml"/><Relationship Id="rId6" Type="http://schemas.openxmlformats.org/officeDocument/2006/relationships/slideLayout" Target="../slideLayouts/slideLayout457.xml"/><Relationship Id="rId5" Type="http://schemas.openxmlformats.org/officeDocument/2006/relationships/slideLayout" Target="../slideLayouts/slideLayout456.xml"/><Relationship Id="rId4" Type="http://schemas.openxmlformats.org/officeDocument/2006/relationships/slideLayout" Target="../slideLayouts/slideLayout455.xml"/><Relationship Id="rId3" Type="http://schemas.openxmlformats.org/officeDocument/2006/relationships/slideLayout" Target="../slideLayouts/slideLayout454.xml"/><Relationship Id="rId2" Type="http://schemas.openxmlformats.org/officeDocument/2006/relationships/slideLayout" Target="../slideLayouts/slideLayout453.xml"/><Relationship Id="rId12" Type="http://schemas.openxmlformats.org/officeDocument/2006/relationships/theme" Target="../theme/theme42.xml"/><Relationship Id="rId11" Type="http://schemas.openxmlformats.org/officeDocument/2006/relationships/slideLayout" Target="../slideLayouts/slideLayout462.xml"/><Relationship Id="rId10" Type="http://schemas.openxmlformats.org/officeDocument/2006/relationships/slideLayout" Target="../slideLayouts/slideLayout461.xml"/><Relationship Id="rId1" Type="http://schemas.openxmlformats.org/officeDocument/2006/relationships/slideLayout" Target="../slideLayouts/slideLayout452.xml"/></Relationships>
</file>

<file path=ppt/slideMasters/_rels/slideMaster4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71.xml"/><Relationship Id="rId8" Type="http://schemas.openxmlformats.org/officeDocument/2006/relationships/slideLayout" Target="../slideLayouts/slideLayout470.xml"/><Relationship Id="rId7" Type="http://schemas.openxmlformats.org/officeDocument/2006/relationships/slideLayout" Target="../slideLayouts/slideLayout469.xml"/><Relationship Id="rId6" Type="http://schemas.openxmlformats.org/officeDocument/2006/relationships/slideLayout" Target="../slideLayouts/slideLayout468.xml"/><Relationship Id="rId5" Type="http://schemas.openxmlformats.org/officeDocument/2006/relationships/slideLayout" Target="../slideLayouts/slideLayout467.xml"/><Relationship Id="rId4" Type="http://schemas.openxmlformats.org/officeDocument/2006/relationships/slideLayout" Target="../slideLayouts/slideLayout466.xml"/><Relationship Id="rId3" Type="http://schemas.openxmlformats.org/officeDocument/2006/relationships/slideLayout" Target="../slideLayouts/slideLayout465.xml"/><Relationship Id="rId2" Type="http://schemas.openxmlformats.org/officeDocument/2006/relationships/slideLayout" Target="../slideLayouts/slideLayout464.xml"/><Relationship Id="rId12" Type="http://schemas.openxmlformats.org/officeDocument/2006/relationships/theme" Target="../theme/theme43.xml"/><Relationship Id="rId11" Type="http://schemas.openxmlformats.org/officeDocument/2006/relationships/slideLayout" Target="../slideLayouts/slideLayout473.xml"/><Relationship Id="rId10" Type="http://schemas.openxmlformats.org/officeDocument/2006/relationships/slideLayout" Target="../slideLayouts/slideLayout472.xml"/><Relationship Id="rId1" Type="http://schemas.openxmlformats.org/officeDocument/2006/relationships/slideLayout" Target="../slideLayouts/slideLayout463.xml"/></Relationships>
</file>

<file path=ppt/slideMasters/_rels/slideMaster4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82.xml"/><Relationship Id="rId8" Type="http://schemas.openxmlformats.org/officeDocument/2006/relationships/slideLayout" Target="../slideLayouts/slideLayout481.xml"/><Relationship Id="rId7" Type="http://schemas.openxmlformats.org/officeDocument/2006/relationships/slideLayout" Target="../slideLayouts/slideLayout480.xml"/><Relationship Id="rId6" Type="http://schemas.openxmlformats.org/officeDocument/2006/relationships/slideLayout" Target="../slideLayouts/slideLayout479.xml"/><Relationship Id="rId5" Type="http://schemas.openxmlformats.org/officeDocument/2006/relationships/slideLayout" Target="../slideLayouts/slideLayout478.xml"/><Relationship Id="rId4" Type="http://schemas.openxmlformats.org/officeDocument/2006/relationships/slideLayout" Target="../slideLayouts/slideLayout477.xml"/><Relationship Id="rId3" Type="http://schemas.openxmlformats.org/officeDocument/2006/relationships/slideLayout" Target="../slideLayouts/slideLayout476.xml"/><Relationship Id="rId2" Type="http://schemas.openxmlformats.org/officeDocument/2006/relationships/slideLayout" Target="../slideLayouts/slideLayout475.xml"/><Relationship Id="rId12" Type="http://schemas.openxmlformats.org/officeDocument/2006/relationships/theme" Target="../theme/theme44.xml"/><Relationship Id="rId11" Type="http://schemas.openxmlformats.org/officeDocument/2006/relationships/slideLayout" Target="../slideLayouts/slideLayout484.xml"/><Relationship Id="rId10" Type="http://schemas.openxmlformats.org/officeDocument/2006/relationships/slideLayout" Target="../slideLayouts/slideLayout483.xml"/><Relationship Id="rId1" Type="http://schemas.openxmlformats.org/officeDocument/2006/relationships/slideLayout" Target="../slideLayouts/slideLayout474.xml"/></Relationships>
</file>

<file path=ppt/slideMasters/_rels/slideMaster4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93.xml"/><Relationship Id="rId8" Type="http://schemas.openxmlformats.org/officeDocument/2006/relationships/slideLayout" Target="../slideLayouts/slideLayout492.xml"/><Relationship Id="rId7" Type="http://schemas.openxmlformats.org/officeDocument/2006/relationships/slideLayout" Target="../slideLayouts/slideLayout491.xml"/><Relationship Id="rId6" Type="http://schemas.openxmlformats.org/officeDocument/2006/relationships/slideLayout" Target="../slideLayouts/slideLayout490.xml"/><Relationship Id="rId5" Type="http://schemas.openxmlformats.org/officeDocument/2006/relationships/slideLayout" Target="../slideLayouts/slideLayout489.xml"/><Relationship Id="rId4" Type="http://schemas.openxmlformats.org/officeDocument/2006/relationships/slideLayout" Target="../slideLayouts/slideLayout488.xml"/><Relationship Id="rId3" Type="http://schemas.openxmlformats.org/officeDocument/2006/relationships/slideLayout" Target="../slideLayouts/slideLayout487.xml"/><Relationship Id="rId2" Type="http://schemas.openxmlformats.org/officeDocument/2006/relationships/slideLayout" Target="../slideLayouts/slideLayout486.xml"/><Relationship Id="rId12" Type="http://schemas.openxmlformats.org/officeDocument/2006/relationships/theme" Target="../theme/theme45.xml"/><Relationship Id="rId11" Type="http://schemas.openxmlformats.org/officeDocument/2006/relationships/slideLayout" Target="../slideLayouts/slideLayout495.xml"/><Relationship Id="rId10" Type="http://schemas.openxmlformats.org/officeDocument/2006/relationships/slideLayout" Target="../slideLayouts/slideLayout494.xml"/><Relationship Id="rId1" Type="http://schemas.openxmlformats.org/officeDocument/2006/relationships/slideLayout" Target="../slideLayouts/slideLayout485.xml"/></Relationships>
</file>

<file path=ppt/slideMasters/_rels/slideMaster4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04.xml"/><Relationship Id="rId8" Type="http://schemas.openxmlformats.org/officeDocument/2006/relationships/slideLayout" Target="../slideLayouts/slideLayout503.xml"/><Relationship Id="rId7" Type="http://schemas.openxmlformats.org/officeDocument/2006/relationships/slideLayout" Target="../slideLayouts/slideLayout502.xml"/><Relationship Id="rId6" Type="http://schemas.openxmlformats.org/officeDocument/2006/relationships/slideLayout" Target="../slideLayouts/slideLayout501.xml"/><Relationship Id="rId5" Type="http://schemas.openxmlformats.org/officeDocument/2006/relationships/slideLayout" Target="../slideLayouts/slideLayout500.xml"/><Relationship Id="rId4" Type="http://schemas.openxmlformats.org/officeDocument/2006/relationships/slideLayout" Target="../slideLayouts/slideLayout499.xml"/><Relationship Id="rId3" Type="http://schemas.openxmlformats.org/officeDocument/2006/relationships/slideLayout" Target="../slideLayouts/slideLayout498.xml"/><Relationship Id="rId2" Type="http://schemas.openxmlformats.org/officeDocument/2006/relationships/slideLayout" Target="../slideLayouts/slideLayout497.xml"/><Relationship Id="rId12" Type="http://schemas.openxmlformats.org/officeDocument/2006/relationships/theme" Target="../theme/theme46.xml"/><Relationship Id="rId11" Type="http://schemas.openxmlformats.org/officeDocument/2006/relationships/slideLayout" Target="../slideLayouts/slideLayout506.xml"/><Relationship Id="rId10" Type="http://schemas.openxmlformats.org/officeDocument/2006/relationships/slideLayout" Target="../slideLayouts/slideLayout505.xml"/><Relationship Id="rId1" Type="http://schemas.openxmlformats.org/officeDocument/2006/relationships/slideLayout" Target="../slideLayouts/slideLayout496.xml"/></Relationships>
</file>

<file path=ppt/slideMasters/_rels/slideMaster4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15.xml"/><Relationship Id="rId8" Type="http://schemas.openxmlformats.org/officeDocument/2006/relationships/slideLayout" Target="../slideLayouts/slideLayout514.xml"/><Relationship Id="rId7" Type="http://schemas.openxmlformats.org/officeDocument/2006/relationships/slideLayout" Target="../slideLayouts/slideLayout513.xml"/><Relationship Id="rId6" Type="http://schemas.openxmlformats.org/officeDocument/2006/relationships/slideLayout" Target="../slideLayouts/slideLayout512.xml"/><Relationship Id="rId5" Type="http://schemas.openxmlformats.org/officeDocument/2006/relationships/slideLayout" Target="../slideLayouts/slideLayout511.xml"/><Relationship Id="rId4" Type="http://schemas.openxmlformats.org/officeDocument/2006/relationships/slideLayout" Target="../slideLayouts/slideLayout510.xml"/><Relationship Id="rId3" Type="http://schemas.openxmlformats.org/officeDocument/2006/relationships/slideLayout" Target="../slideLayouts/slideLayout509.xml"/><Relationship Id="rId2" Type="http://schemas.openxmlformats.org/officeDocument/2006/relationships/slideLayout" Target="../slideLayouts/slideLayout508.xml"/><Relationship Id="rId12" Type="http://schemas.openxmlformats.org/officeDocument/2006/relationships/theme" Target="../theme/theme47.xml"/><Relationship Id="rId11" Type="http://schemas.openxmlformats.org/officeDocument/2006/relationships/slideLayout" Target="../slideLayouts/slideLayout517.xml"/><Relationship Id="rId10" Type="http://schemas.openxmlformats.org/officeDocument/2006/relationships/slideLayout" Target="../slideLayouts/slideLayout516.xml"/><Relationship Id="rId1" Type="http://schemas.openxmlformats.org/officeDocument/2006/relationships/slideLayout" Target="../slideLayouts/slideLayout507.xml"/></Relationships>
</file>

<file path=ppt/slideMasters/_rels/slideMaster4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26.xml"/><Relationship Id="rId8" Type="http://schemas.openxmlformats.org/officeDocument/2006/relationships/slideLayout" Target="../slideLayouts/slideLayout525.xml"/><Relationship Id="rId7" Type="http://schemas.openxmlformats.org/officeDocument/2006/relationships/slideLayout" Target="../slideLayouts/slideLayout524.xml"/><Relationship Id="rId6" Type="http://schemas.openxmlformats.org/officeDocument/2006/relationships/slideLayout" Target="../slideLayouts/slideLayout523.xml"/><Relationship Id="rId5" Type="http://schemas.openxmlformats.org/officeDocument/2006/relationships/slideLayout" Target="../slideLayouts/slideLayout522.xml"/><Relationship Id="rId4" Type="http://schemas.openxmlformats.org/officeDocument/2006/relationships/slideLayout" Target="../slideLayouts/slideLayout521.xml"/><Relationship Id="rId3" Type="http://schemas.openxmlformats.org/officeDocument/2006/relationships/slideLayout" Target="../slideLayouts/slideLayout520.xml"/><Relationship Id="rId2" Type="http://schemas.openxmlformats.org/officeDocument/2006/relationships/slideLayout" Target="../slideLayouts/slideLayout519.xml"/><Relationship Id="rId12" Type="http://schemas.openxmlformats.org/officeDocument/2006/relationships/theme" Target="../theme/theme48.xml"/><Relationship Id="rId11" Type="http://schemas.openxmlformats.org/officeDocument/2006/relationships/slideLayout" Target="../slideLayouts/slideLayout528.xml"/><Relationship Id="rId10" Type="http://schemas.openxmlformats.org/officeDocument/2006/relationships/slideLayout" Target="../slideLayouts/slideLayout527.xml"/><Relationship Id="rId1" Type="http://schemas.openxmlformats.org/officeDocument/2006/relationships/slideLayout" Target="../slideLayouts/slideLayout518.xml"/></Relationships>
</file>

<file path=ppt/slideMasters/_rels/slideMaster4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37.xml"/><Relationship Id="rId8" Type="http://schemas.openxmlformats.org/officeDocument/2006/relationships/slideLayout" Target="../slideLayouts/slideLayout536.xml"/><Relationship Id="rId7" Type="http://schemas.openxmlformats.org/officeDocument/2006/relationships/slideLayout" Target="../slideLayouts/slideLayout535.xml"/><Relationship Id="rId6" Type="http://schemas.openxmlformats.org/officeDocument/2006/relationships/slideLayout" Target="../slideLayouts/slideLayout534.xml"/><Relationship Id="rId5" Type="http://schemas.openxmlformats.org/officeDocument/2006/relationships/slideLayout" Target="../slideLayouts/slideLayout533.xml"/><Relationship Id="rId4" Type="http://schemas.openxmlformats.org/officeDocument/2006/relationships/slideLayout" Target="../slideLayouts/slideLayout532.xml"/><Relationship Id="rId3" Type="http://schemas.openxmlformats.org/officeDocument/2006/relationships/slideLayout" Target="../slideLayouts/slideLayout531.xml"/><Relationship Id="rId2" Type="http://schemas.openxmlformats.org/officeDocument/2006/relationships/slideLayout" Target="../slideLayouts/slideLayout530.xml"/><Relationship Id="rId12" Type="http://schemas.openxmlformats.org/officeDocument/2006/relationships/theme" Target="../theme/theme49.xml"/><Relationship Id="rId11" Type="http://schemas.openxmlformats.org/officeDocument/2006/relationships/slideLayout" Target="../slideLayouts/slideLayout539.xml"/><Relationship Id="rId10" Type="http://schemas.openxmlformats.org/officeDocument/2006/relationships/slideLayout" Target="../slideLayouts/slideLayout538.xml"/><Relationship Id="rId1" Type="http://schemas.openxmlformats.org/officeDocument/2006/relationships/slideLayout" Target="../slideLayouts/slideLayout529.xml"/></Relationships>
</file>

<file path=ppt/slideMasters/_rels/slideMaster5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48.xml"/><Relationship Id="rId8" Type="http://schemas.openxmlformats.org/officeDocument/2006/relationships/slideLayout" Target="../slideLayouts/slideLayout547.xml"/><Relationship Id="rId7" Type="http://schemas.openxmlformats.org/officeDocument/2006/relationships/slideLayout" Target="../slideLayouts/slideLayout546.xml"/><Relationship Id="rId6" Type="http://schemas.openxmlformats.org/officeDocument/2006/relationships/slideLayout" Target="../slideLayouts/slideLayout545.xml"/><Relationship Id="rId5" Type="http://schemas.openxmlformats.org/officeDocument/2006/relationships/slideLayout" Target="../slideLayouts/slideLayout544.xml"/><Relationship Id="rId4" Type="http://schemas.openxmlformats.org/officeDocument/2006/relationships/slideLayout" Target="../slideLayouts/slideLayout543.xml"/><Relationship Id="rId3" Type="http://schemas.openxmlformats.org/officeDocument/2006/relationships/slideLayout" Target="../slideLayouts/slideLayout542.xml"/><Relationship Id="rId2" Type="http://schemas.openxmlformats.org/officeDocument/2006/relationships/slideLayout" Target="../slideLayouts/slideLayout541.xml"/><Relationship Id="rId12" Type="http://schemas.openxmlformats.org/officeDocument/2006/relationships/theme" Target="../theme/theme50.xml"/><Relationship Id="rId11" Type="http://schemas.openxmlformats.org/officeDocument/2006/relationships/slideLayout" Target="../slideLayouts/slideLayout550.xml"/><Relationship Id="rId10" Type="http://schemas.openxmlformats.org/officeDocument/2006/relationships/slideLayout" Target="../slideLayouts/slideLayout549.xml"/><Relationship Id="rId1" Type="http://schemas.openxmlformats.org/officeDocument/2006/relationships/slideLayout" Target="../slideLayouts/slideLayout540.xml"/></Relationships>
</file>

<file path=ppt/slideMasters/_rels/slideMaster5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59.xml"/><Relationship Id="rId8" Type="http://schemas.openxmlformats.org/officeDocument/2006/relationships/slideLayout" Target="../slideLayouts/slideLayout558.xml"/><Relationship Id="rId7" Type="http://schemas.openxmlformats.org/officeDocument/2006/relationships/slideLayout" Target="../slideLayouts/slideLayout557.xml"/><Relationship Id="rId6" Type="http://schemas.openxmlformats.org/officeDocument/2006/relationships/slideLayout" Target="../slideLayouts/slideLayout556.xml"/><Relationship Id="rId5" Type="http://schemas.openxmlformats.org/officeDocument/2006/relationships/slideLayout" Target="../slideLayouts/slideLayout555.xml"/><Relationship Id="rId4" Type="http://schemas.openxmlformats.org/officeDocument/2006/relationships/slideLayout" Target="../slideLayouts/slideLayout554.xml"/><Relationship Id="rId3" Type="http://schemas.openxmlformats.org/officeDocument/2006/relationships/slideLayout" Target="../slideLayouts/slideLayout553.xml"/><Relationship Id="rId2" Type="http://schemas.openxmlformats.org/officeDocument/2006/relationships/slideLayout" Target="../slideLayouts/slideLayout552.xml"/><Relationship Id="rId12" Type="http://schemas.openxmlformats.org/officeDocument/2006/relationships/theme" Target="../theme/theme51.xml"/><Relationship Id="rId11" Type="http://schemas.openxmlformats.org/officeDocument/2006/relationships/slideLayout" Target="../slideLayouts/slideLayout561.xml"/><Relationship Id="rId10" Type="http://schemas.openxmlformats.org/officeDocument/2006/relationships/slideLayout" Target="../slideLayouts/slideLayout560.xml"/><Relationship Id="rId1" Type="http://schemas.openxmlformats.org/officeDocument/2006/relationships/slideLayout" Target="../slideLayouts/slideLayout551.xml"/></Relationships>
</file>

<file path=ppt/slideMasters/_rels/slideMaster5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70.xml"/><Relationship Id="rId8" Type="http://schemas.openxmlformats.org/officeDocument/2006/relationships/slideLayout" Target="../slideLayouts/slideLayout569.xml"/><Relationship Id="rId7" Type="http://schemas.openxmlformats.org/officeDocument/2006/relationships/slideLayout" Target="../slideLayouts/slideLayout568.xml"/><Relationship Id="rId6" Type="http://schemas.openxmlformats.org/officeDocument/2006/relationships/slideLayout" Target="../slideLayouts/slideLayout567.xml"/><Relationship Id="rId5" Type="http://schemas.openxmlformats.org/officeDocument/2006/relationships/slideLayout" Target="../slideLayouts/slideLayout566.xml"/><Relationship Id="rId4" Type="http://schemas.openxmlformats.org/officeDocument/2006/relationships/slideLayout" Target="../slideLayouts/slideLayout565.xml"/><Relationship Id="rId3" Type="http://schemas.openxmlformats.org/officeDocument/2006/relationships/slideLayout" Target="../slideLayouts/slideLayout564.xml"/><Relationship Id="rId2" Type="http://schemas.openxmlformats.org/officeDocument/2006/relationships/slideLayout" Target="../slideLayouts/slideLayout563.xml"/><Relationship Id="rId12" Type="http://schemas.openxmlformats.org/officeDocument/2006/relationships/theme" Target="../theme/theme52.xml"/><Relationship Id="rId11" Type="http://schemas.openxmlformats.org/officeDocument/2006/relationships/slideLayout" Target="../slideLayouts/slideLayout572.xml"/><Relationship Id="rId10" Type="http://schemas.openxmlformats.org/officeDocument/2006/relationships/slideLayout" Target="../slideLayouts/slideLayout571.xml"/><Relationship Id="rId1" Type="http://schemas.openxmlformats.org/officeDocument/2006/relationships/slideLayout" Target="../slideLayouts/slideLayout562.xml"/></Relationships>
</file>

<file path=ppt/slideMasters/_rels/slideMaster5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81.xml"/><Relationship Id="rId8" Type="http://schemas.openxmlformats.org/officeDocument/2006/relationships/slideLayout" Target="../slideLayouts/slideLayout580.xml"/><Relationship Id="rId7" Type="http://schemas.openxmlformats.org/officeDocument/2006/relationships/slideLayout" Target="../slideLayouts/slideLayout579.xml"/><Relationship Id="rId6" Type="http://schemas.openxmlformats.org/officeDocument/2006/relationships/slideLayout" Target="../slideLayouts/slideLayout578.xml"/><Relationship Id="rId5" Type="http://schemas.openxmlformats.org/officeDocument/2006/relationships/slideLayout" Target="../slideLayouts/slideLayout577.xml"/><Relationship Id="rId4" Type="http://schemas.openxmlformats.org/officeDocument/2006/relationships/slideLayout" Target="../slideLayouts/slideLayout576.xml"/><Relationship Id="rId3" Type="http://schemas.openxmlformats.org/officeDocument/2006/relationships/slideLayout" Target="../slideLayouts/slideLayout575.xml"/><Relationship Id="rId2" Type="http://schemas.openxmlformats.org/officeDocument/2006/relationships/slideLayout" Target="../slideLayouts/slideLayout574.xml"/><Relationship Id="rId12" Type="http://schemas.openxmlformats.org/officeDocument/2006/relationships/theme" Target="../theme/theme53.xml"/><Relationship Id="rId11" Type="http://schemas.openxmlformats.org/officeDocument/2006/relationships/slideLayout" Target="../slideLayouts/slideLayout583.xml"/><Relationship Id="rId10" Type="http://schemas.openxmlformats.org/officeDocument/2006/relationships/slideLayout" Target="../slideLayouts/slideLayout582.xml"/><Relationship Id="rId1" Type="http://schemas.openxmlformats.org/officeDocument/2006/relationships/slideLayout" Target="../slideLayouts/slideLayout573.xml"/></Relationships>
</file>

<file path=ppt/slideMasters/_rels/slideMaster5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92.xml"/><Relationship Id="rId8" Type="http://schemas.openxmlformats.org/officeDocument/2006/relationships/slideLayout" Target="../slideLayouts/slideLayout591.xml"/><Relationship Id="rId7" Type="http://schemas.openxmlformats.org/officeDocument/2006/relationships/slideLayout" Target="../slideLayouts/slideLayout590.xml"/><Relationship Id="rId6" Type="http://schemas.openxmlformats.org/officeDocument/2006/relationships/slideLayout" Target="../slideLayouts/slideLayout589.xml"/><Relationship Id="rId5" Type="http://schemas.openxmlformats.org/officeDocument/2006/relationships/slideLayout" Target="../slideLayouts/slideLayout588.xml"/><Relationship Id="rId4" Type="http://schemas.openxmlformats.org/officeDocument/2006/relationships/slideLayout" Target="../slideLayouts/slideLayout587.xml"/><Relationship Id="rId3" Type="http://schemas.openxmlformats.org/officeDocument/2006/relationships/slideLayout" Target="../slideLayouts/slideLayout586.xml"/><Relationship Id="rId2" Type="http://schemas.openxmlformats.org/officeDocument/2006/relationships/slideLayout" Target="../slideLayouts/slideLayout585.xml"/><Relationship Id="rId12" Type="http://schemas.openxmlformats.org/officeDocument/2006/relationships/theme" Target="../theme/theme54.xml"/><Relationship Id="rId11" Type="http://schemas.openxmlformats.org/officeDocument/2006/relationships/slideLayout" Target="../slideLayouts/slideLayout594.xml"/><Relationship Id="rId10" Type="http://schemas.openxmlformats.org/officeDocument/2006/relationships/slideLayout" Target="../slideLayouts/slideLayout593.xml"/><Relationship Id="rId1" Type="http://schemas.openxmlformats.org/officeDocument/2006/relationships/slideLayout" Target="../slideLayouts/slideLayout584.xml"/></Relationships>
</file>

<file path=ppt/slideMasters/_rels/slideMaster5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03.xml"/><Relationship Id="rId8" Type="http://schemas.openxmlformats.org/officeDocument/2006/relationships/slideLayout" Target="../slideLayouts/slideLayout602.xml"/><Relationship Id="rId7" Type="http://schemas.openxmlformats.org/officeDocument/2006/relationships/slideLayout" Target="../slideLayouts/slideLayout601.xml"/><Relationship Id="rId6" Type="http://schemas.openxmlformats.org/officeDocument/2006/relationships/slideLayout" Target="../slideLayouts/slideLayout600.xml"/><Relationship Id="rId5" Type="http://schemas.openxmlformats.org/officeDocument/2006/relationships/slideLayout" Target="../slideLayouts/slideLayout599.xml"/><Relationship Id="rId4" Type="http://schemas.openxmlformats.org/officeDocument/2006/relationships/slideLayout" Target="../slideLayouts/slideLayout598.xml"/><Relationship Id="rId3" Type="http://schemas.openxmlformats.org/officeDocument/2006/relationships/slideLayout" Target="../slideLayouts/slideLayout597.xml"/><Relationship Id="rId2" Type="http://schemas.openxmlformats.org/officeDocument/2006/relationships/slideLayout" Target="../slideLayouts/slideLayout596.xml"/><Relationship Id="rId12" Type="http://schemas.openxmlformats.org/officeDocument/2006/relationships/theme" Target="../theme/theme55.xml"/><Relationship Id="rId11" Type="http://schemas.openxmlformats.org/officeDocument/2006/relationships/slideLayout" Target="../slideLayouts/slideLayout605.xml"/><Relationship Id="rId10" Type="http://schemas.openxmlformats.org/officeDocument/2006/relationships/slideLayout" Target="../slideLayouts/slideLayout604.xml"/><Relationship Id="rId1" Type="http://schemas.openxmlformats.org/officeDocument/2006/relationships/slideLayout" Target="../slideLayouts/slideLayout595.xml"/></Relationships>
</file>

<file path=ppt/slideMasters/_rels/slideMaster5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14.xml"/><Relationship Id="rId8" Type="http://schemas.openxmlformats.org/officeDocument/2006/relationships/slideLayout" Target="../slideLayouts/slideLayout613.xml"/><Relationship Id="rId7" Type="http://schemas.openxmlformats.org/officeDocument/2006/relationships/slideLayout" Target="../slideLayouts/slideLayout612.xml"/><Relationship Id="rId6" Type="http://schemas.openxmlformats.org/officeDocument/2006/relationships/slideLayout" Target="../slideLayouts/slideLayout611.xml"/><Relationship Id="rId5" Type="http://schemas.openxmlformats.org/officeDocument/2006/relationships/slideLayout" Target="../slideLayouts/slideLayout610.xml"/><Relationship Id="rId4" Type="http://schemas.openxmlformats.org/officeDocument/2006/relationships/slideLayout" Target="../slideLayouts/slideLayout609.xml"/><Relationship Id="rId3" Type="http://schemas.openxmlformats.org/officeDocument/2006/relationships/slideLayout" Target="../slideLayouts/slideLayout608.xml"/><Relationship Id="rId2" Type="http://schemas.openxmlformats.org/officeDocument/2006/relationships/slideLayout" Target="../slideLayouts/slideLayout607.xml"/><Relationship Id="rId12" Type="http://schemas.openxmlformats.org/officeDocument/2006/relationships/theme" Target="../theme/theme56.xml"/><Relationship Id="rId11" Type="http://schemas.openxmlformats.org/officeDocument/2006/relationships/slideLayout" Target="../slideLayouts/slideLayout616.xml"/><Relationship Id="rId10" Type="http://schemas.openxmlformats.org/officeDocument/2006/relationships/slideLayout" Target="../slideLayouts/slideLayout615.xml"/><Relationship Id="rId1" Type="http://schemas.openxmlformats.org/officeDocument/2006/relationships/slideLayout" Target="../slideLayouts/slideLayout606.xml"/></Relationships>
</file>

<file path=ppt/slideMasters/_rels/slideMaster5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25.xml"/><Relationship Id="rId8" Type="http://schemas.openxmlformats.org/officeDocument/2006/relationships/slideLayout" Target="../slideLayouts/slideLayout624.xml"/><Relationship Id="rId7" Type="http://schemas.openxmlformats.org/officeDocument/2006/relationships/slideLayout" Target="../slideLayouts/slideLayout623.xml"/><Relationship Id="rId6" Type="http://schemas.openxmlformats.org/officeDocument/2006/relationships/slideLayout" Target="../slideLayouts/slideLayout622.xml"/><Relationship Id="rId5" Type="http://schemas.openxmlformats.org/officeDocument/2006/relationships/slideLayout" Target="../slideLayouts/slideLayout621.xml"/><Relationship Id="rId4" Type="http://schemas.openxmlformats.org/officeDocument/2006/relationships/slideLayout" Target="../slideLayouts/slideLayout620.xml"/><Relationship Id="rId3" Type="http://schemas.openxmlformats.org/officeDocument/2006/relationships/slideLayout" Target="../slideLayouts/slideLayout619.xml"/><Relationship Id="rId2" Type="http://schemas.openxmlformats.org/officeDocument/2006/relationships/slideLayout" Target="../slideLayouts/slideLayout618.xml"/><Relationship Id="rId12" Type="http://schemas.openxmlformats.org/officeDocument/2006/relationships/theme" Target="../theme/theme57.xml"/><Relationship Id="rId11" Type="http://schemas.openxmlformats.org/officeDocument/2006/relationships/slideLayout" Target="../slideLayouts/slideLayout627.xml"/><Relationship Id="rId10" Type="http://schemas.openxmlformats.org/officeDocument/2006/relationships/slideLayout" Target="../slideLayouts/slideLayout626.xml"/><Relationship Id="rId1" Type="http://schemas.openxmlformats.org/officeDocument/2006/relationships/slideLayout" Target="../slideLayouts/slideLayout617.xml"/></Relationships>
</file>

<file path=ppt/slideMasters/_rels/slideMaster5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36.xml"/><Relationship Id="rId8" Type="http://schemas.openxmlformats.org/officeDocument/2006/relationships/slideLayout" Target="../slideLayouts/slideLayout635.xml"/><Relationship Id="rId7" Type="http://schemas.openxmlformats.org/officeDocument/2006/relationships/slideLayout" Target="../slideLayouts/slideLayout634.xml"/><Relationship Id="rId6" Type="http://schemas.openxmlformats.org/officeDocument/2006/relationships/slideLayout" Target="../slideLayouts/slideLayout633.xml"/><Relationship Id="rId5" Type="http://schemas.openxmlformats.org/officeDocument/2006/relationships/slideLayout" Target="../slideLayouts/slideLayout632.xml"/><Relationship Id="rId4" Type="http://schemas.openxmlformats.org/officeDocument/2006/relationships/slideLayout" Target="../slideLayouts/slideLayout631.xml"/><Relationship Id="rId3" Type="http://schemas.openxmlformats.org/officeDocument/2006/relationships/slideLayout" Target="../slideLayouts/slideLayout630.xml"/><Relationship Id="rId2" Type="http://schemas.openxmlformats.org/officeDocument/2006/relationships/slideLayout" Target="../slideLayouts/slideLayout629.xml"/><Relationship Id="rId12" Type="http://schemas.openxmlformats.org/officeDocument/2006/relationships/theme" Target="../theme/theme58.xml"/><Relationship Id="rId11" Type="http://schemas.openxmlformats.org/officeDocument/2006/relationships/slideLayout" Target="../slideLayouts/slideLayout638.xml"/><Relationship Id="rId10" Type="http://schemas.openxmlformats.org/officeDocument/2006/relationships/slideLayout" Target="../slideLayouts/slideLayout637.xml"/><Relationship Id="rId1" Type="http://schemas.openxmlformats.org/officeDocument/2006/relationships/slideLayout" Target="../slideLayouts/slideLayout628.xml"/></Relationships>
</file>

<file path=ppt/slideMasters/_rels/slideMaster5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47.xml"/><Relationship Id="rId8" Type="http://schemas.openxmlformats.org/officeDocument/2006/relationships/slideLayout" Target="../slideLayouts/slideLayout646.xml"/><Relationship Id="rId7" Type="http://schemas.openxmlformats.org/officeDocument/2006/relationships/slideLayout" Target="../slideLayouts/slideLayout645.xml"/><Relationship Id="rId6" Type="http://schemas.openxmlformats.org/officeDocument/2006/relationships/slideLayout" Target="../slideLayouts/slideLayout644.xml"/><Relationship Id="rId5" Type="http://schemas.openxmlformats.org/officeDocument/2006/relationships/slideLayout" Target="../slideLayouts/slideLayout643.xml"/><Relationship Id="rId4" Type="http://schemas.openxmlformats.org/officeDocument/2006/relationships/slideLayout" Target="../slideLayouts/slideLayout642.xml"/><Relationship Id="rId3" Type="http://schemas.openxmlformats.org/officeDocument/2006/relationships/slideLayout" Target="../slideLayouts/slideLayout641.xml"/><Relationship Id="rId2" Type="http://schemas.openxmlformats.org/officeDocument/2006/relationships/slideLayout" Target="../slideLayouts/slideLayout640.xml"/><Relationship Id="rId12" Type="http://schemas.openxmlformats.org/officeDocument/2006/relationships/theme" Target="../theme/theme59.xml"/><Relationship Id="rId11" Type="http://schemas.openxmlformats.org/officeDocument/2006/relationships/slideLayout" Target="../slideLayouts/slideLayout649.xml"/><Relationship Id="rId10" Type="http://schemas.openxmlformats.org/officeDocument/2006/relationships/slideLayout" Target="../slideLayouts/slideLayout648.xml"/><Relationship Id="rId1" Type="http://schemas.openxmlformats.org/officeDocument/2006/relationships/slideLayout" Target="../slideLayouts/slideLayout639.xml"/></Relationships>
</file>

<file path=ppt/slideMasters/_rels/slideMaster6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58.xml"/><Relationship Id="rId8" Type="http://schemas.openxmlformats.org/officeDocument/2006/relationships/slideLayout" Target="../slideLayouts/slideLayout657.xml"/><Relationship Id="rId7" Type="http://schemas.openxmlformats.org/officeDocument/2006/relationships/slideLayout" Target="../slideLayouts/slideLayout656.xml"/><Relationship Id="rId6" Type="http://schemas.openxmlformats.org/officeDocument/2006/relationships/slideLayout" Target="../slideLayouts/slideLayout655.xml"/><Relationship Id="rId5" Type="http://schemas.openxmlformats.org/officeDocument/2006/relationships/slideLayout" Target="../slideLayouts/slideLayout654.xml"/><Relationship Id="rId4" Type="http://schemas.openxmlformats.org/officeDocument/2006/relationships/slideLayout" Target="../slideLayouts/slideLayout653.xml"/><Relationship Id="rId3" Type="http://schemas.openxmlformats.org/officeDocument/2006/relationships/slideLayout" Target="../slideLayouts/slideLayout652.xml"/><Relationship Id="rId2" Type="http://schemas.openxmlformats.org/officeDocument/2006/relationships/slideLayout" Target="../slideLayouts/slideLayout651.xml"/><Relationship Id="rId12" Type="http://schemas.openxmlformats.org/officeDocument/2006/relationships/theme" Target="../theme/theme60.xml"/><Relationship Id="rId11" Type="http://schemas.openxmlformats.org/officeDocument/2006/relationships/slideLayout" Target="../slideLayouts/slideLayout660.xml"/><Relationship Id="rId10" Type="http://schemas.openxmlformats.org/officeDocument/2006/relationships/slideLayout" Target="../slideLayouts/slideLayout659.xml"/><Relationship Id="rId1" Type="http://schemas.openxmlformats.org/officeDocument/2006/relationships/slideLayout" Target="../slideLayouts/slideLayout650.xml"/></Relationships>
</file>

<file path=ppt/slideMasters/_rels/slideMaster6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69.xml"/><Relationship Id="rId8" Type="http://schemas.openxmlformats.org/officeDocument/2006/relationships/slideLayout" Target="../slideLayouts/slideLayout668.xml"/><Relationship Id="rId7" Type="http://schemas.openxmlformats.org/officeDocument/2006/relationships/slideLayout" Target="../slideLayouts/slideLayout667.xml"/><Relationship Id="rId6" Type="http://schemas.openxmlformats.org/officeDocument/2006/relationships/slideLayout" Target="../slideLayouts/slideLayout666.xml"/><Relationship Id="rId5" Type="http://schemas.openxmlformats.org/officeDocument/2006/relationships/slideLayout" Target="../slideLayouts/slideLayout665.xml"/><Relationship Id="rId4" Type="http://schemas.openxmlformats.org/officeDocument/2006/relationships/slideLayout" Target="../slideLayouts/slideLayout664.xml"/><Relationship Id="rId3" Type="http://schemas.openxmlformats.org/officeDocument/2006/relationships/slideLayout" Target="../slideLayouts/slideLayout663.xml"/><Relationship Id="rId2" Type="http://schemas.openxmlformats.org/officeDocument/2006/relationships/slideLayout" Target="../slideLayouts/slideLayout662.xml"/><Relationship Id="rId12" Type="http://schemas.openxmlformats.org/officeDocument/2006/relationships/theme" Target="../theme/theme61.xml"/><Relationship Id="rId11" Type="http://schemas.openxmlformats.org/officeDocument/2006/relationships/slideLayout" Target="../slideLayouts/slideLayout671.xml"/><Relationship Id="rId10" Type="http://schemas.openxmlformats.org/officeDocument/2006/relationships/slideLayout" Target="../slideLayouts/slideLayout670.xml"/><Relationship Id="rId1" Type="http://schemas.openxmlformats.org/officeDocument/2006/relationships/slideLayout" Target="../slideLayouts/slideLayout661.xml"/></Relationships>
</file>

<file path=ppt/slideMasters/_rels/slideMaster6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80.xml"/><Relationship Id="rId8" Type="http://schemas.openxmlformats.org/officeDocument/2006/relationships/slideLayout" Target="../slideLayouts/slideLayout679.xml"/><Relationship Id="rId7" Type="http://schemas.openxmlformats.org/officeDocument/2006/relationships/slideLayout" Target="../slideLayouts/slideLayout678.xml"/><Relationship Id="rId6" Type="http://schemas.openxmlformats.org/officeDocument/2006/relationships/slideLayout" Target="../slideLayouts/slideLayout677.xml"/><Relationship Id="rId5" Type="http://schemas.openxmlformats.org/officeDocument/2006/relationships/slideLayout" Target="../slideLayouts/slideLayout676.xml"/><Relationship Id="rId4" Type="http://schemas.openxmlformats.org/officeDocument/2006/relationships/slideLayout" Target="../slideLayouts/slideLayout675.xml"/><Relationship Id="rId3" Type="http://schemas.openxmlformats.org/officeDocument/2006/relationships/slideLayout" Target="../slideLayouts/slideLayout674.xml"/><Relationship Id="rId2" Type="http://schemas.openxmlformats.org/officeDocument/2006/relationships/slideLayout" Target="../slideLayouts/slideLayout673.xml"/><Relationship Id="rId12" Type="http://schemas.openxmlformats.org/officeDocument/2006/relationships/theme" Target="../theme/theme62.xml"/><Relationship Id="rId11" Type="http://schemas.openxmlformats.org/officeDocument/2006/relationships/slideLayout" Target="../slideLayouts/slideLayout682.xml"/><Relationship Id="rId10" Type="http://schemas.openxmlformats.org/officeDocument/2006/relationships/slideLayout" Target="../slideLayouts/slideLayout681.xml"/><Relationship Id="rId1" Type="http://schemas.openxmlformats.org/officeDocument/2006/relationships/slideLayout" Target="../slideLayouts/slideLayout672.xml"/></Relationships>
</file>

<file path=ppt/slideMasters/_rels/slideMaster6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91.xml"/><Relationship Id="rId8" Type="http://schemas.openxmlformats.org/officeDocument/2006/relationships/slideLayout" Target="../slideLayouts/slideLayout690.xml"/><Relationship Id="rId7" Type="http://schemas.openxmlformats.org/officeDocument/2006/relationships/slideLayout" Target="../slideLayouts/slideLayout689.xml"/><Relationship Id="rId6" Type="http://schemas.openxmlformats.org/officeDocument/2006/relationships/slideLayout" Target="../slideLayouts/slideLayout688.xml"/><Relationship Id="rId5" Type="http://schemas.openxmlformats.org/officeDocument/2006/relationships/slideLayout" Target="../slideLayouts/slideLayout687.xml"/><Relationship Id="rId4" Type="http://schemas.openxmlformats.org/officeDocument/2006/relationships/slideLayout" Target="../slideLayouts/slideLayout686.xml"/><Relationship Id="rId3" Type="http://schemas.openxmlformats.org/officeDocument/2006/relationships/slideLayout" Target="../slideLayouts/slideLayout685.xml"/><Relationship Id="rId2" Type="http://schemas.openxmlformats.org/officeDocument/2006/relationships/slideLayout" Target="../slideLayouts/slideLayout684.xml"/><Relationship Id="rId12" Type="http://schemas.openxmlformats.org/officeDocument/2006/relationships/theme" Target="../theme/theme63.xml"/><Relationship Id="rId11" Type="http://schemas.openxmlformats.org/officeDocument/2006/relationships/slideLayout" Target="../slideLayouts/slideLayout693.xml"/><Relationship Id="rId10" Type="http://schemas.openxmlformats.org/officeDocument/2006/relationships/slideLayout" Target="../slideLayouts/slideLayout692.xml"/><Relationship Id="rId1" Type="http://schemas.openxmlformats.org/officeDocument/2006/relationships/slideLayout" Target="../slideLayouts/slideLayout683.xml"/></Relationships>
</file>

<file path=ppt/slideMasters/_rels/slideMaster6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02.xml"/><Relationship Id="rId8" Type="http://schemas.openxmlformats.org/officeDocument/2006/relationships/slideLayout" Target="../slideLayouts/slideLayout701.xml"/><Relationship Id="rId7" Type="http://schemas.openxmlformats.org/officeDocument/2006/relationships/slideLayout" Target="../slideLayouts/slideLayout700.xml"/><Relationship Id="rId6" Type="http://schemas.openxmlformats.org/officeDocument/2006/relationships/slideLayout" Target="../slideLayouts/slideLayout699.xml"/><Relationship Id="rId5" Type="http://schemas.openxmlformats.org/officeDocument/2006/relationships/slideLayout" Target="../slideLayouts/slideLayout698.xml"/><Relationship Id="rId4" Type="http://schemas.openxmlformats.org/officeDocument/2006/relationships/slideLayout" Target="../slideLayouts/slideLayout697.xml"/><Relationship Id="rId3" Type="http://schemas.openxmlformats.org/officeDocument/2006/relationships/slideLayout" Target="../slideLayouts/slideLayout696.xml"/><Relationship Id="rId2" Type="http://schemas.openxmlformats.org/officeDocument/2006/relationships/slideLayout" Target="../slideLayouts/slideLayout695.xml"/><Relationship Id="rId12" Type="http://schemas.openxmlformats.org/officeDocument/2006/relationships/theme" Target="../theme/theme64.xml"/><Relationship Id="rId11" Type="http://schemas.openxmlformats.org/officeDocument/2006/relationships/slideLayout" Target="../slideLayouts/slideLayout704.xml"/><Relationship Id="rId10" Type="http://schemas.openxmlformats.org/officeDocument/2006/relationships/slideLayout" Target="../slideLayouts/slideLayout703.xml"/><Relationship Id="rId1" Type="http://schemas.openxmlformats.org/officeDocument/2006/relationships/slideLayout" Target="../slideLayouts/slideLayout694.xml"/></Relationships>
</file>

<file path=ppt/slideMasters/_rels/slideMaster6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13.xml"/><Relationship Id="rId8" Type="http://schemas.openxmlformats.org/officeDocument/2006/relationships/slideLayout" Target="../slideLayouts/slideLayout712.xml"/><Relationship Id="rId7" Type="http://schemas.openxmlformats.org/officeDocument/2006/relationships/slideLayout" Target="../slideLayouts/slideLayout711.xml"/><Relationship Id="rId6" Type="http://schemas.openxmlformats.org/officeDocument/2006/relationships/slideLayout" Target="../slideLayouts/slideLayout710.xml"/><Relationship Id="rId5" Type="http://schemas.openxmlformats.org/officeDocument/2006/relationships/slideLayout" Target="../slideLayouts/slideLayout709.xml"/><Relationship Id="rId4" Type="http://schemas.openxmlformats.org/officeDocument/2006/relationships/slideLayout" Target="../slideLayouts/slideLayout708.xml"/><Relationship Id="rId3" Type="http://schemas.openxmlformats.org/officeDocument/2006/relationships/slideLayout" Target="../slideLayouts/slideLayout707.xml"/><Relationship Id="rId2" Type="http://schemas.openxmlformats.org/officeDocument/2006/relationships/slideLayout" Target="../slideLayouts/slideLayout706.xml"/><Relationship Id="rId12" Type="http://schemas.openxmlformats.org/officeDocument/2006/relationships/theme" Target="../theme/theme65.xml"/><Relationship Id="rId11" Type="http://schemas.openxmlformats.org/officeDocument/2006/relationships/slideLayout" Target="../slideLayouts/slideLayout715.xml"/><Relationship Id="rId10" Type="http://schemas.openxmlformats.org/officeDocument/2006/relationships/slideLayout" Target="../slideLayouts/slideLayout714.xml"/><Relationship Id="rId1" Type="http://schemas.openxmlformats.org/officeDocument/2006/relationships/slideLayout" Target="../slideLayouts/slideLayout705.xml"/></Relationships>
</file>

<file path=ppt/slideMasters/_rels/slideMaster6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24.xml"/><Relationship Id="rId8" Type="http://schemas.openxmlformats.org/officeDocument/2006/relationships/slideLayout" Target="../slideLayouts/slideLayout723.xml"/><Relationship Id="rId7" Type="http://schemas.openxmlformats.org/officeDocument/2006/relationships/slideLayout" Target="../slideLayouts/slideLayout722.xml"/><Relationship Id="rId6" Type="http://schemas.openxmlformats.org/officeDocument/2006/relationships/slideLayout" Target="../slideLayouts/slideLayout721.xml"/><Relationship Id="rId5" Type="http://schemas.openxmlformats.org/officeDocument/2006/relationships/slideLayout" Target="../slideLayouts/slideLayout720.xml"/><Relationship Id="rId4" Type="http://schemas.openxmlformats.org/officeDocument/2006/relationships/slideLayout" Target="../slideLayouts/slideLayout719.xml"/><Relationship Id="rId3" Type="http://schemas.openxmlformats.org/officeDocument/2006/relationships/slideLayout" Target="../slideLayouts/slideLayout718.xml"/><Relationship Id="rId2" Type="http://schemas.openxmlformats.org/officeDocument/2006/relationships/slideLayout" Target="../slideLayouts/slideLayout717.xml"/><Relationship Id="rId12" Type="http://schemas.openxmlformats.org/officeDocument/2006/relationships/theme" Target="../theme/theme66.xml"/><Relationship Id="rId11" Type="http://schemas.openxmlformats.org/officeDocument/2006/relationships/slideLayout" Target="../slideLayouts/slideLayout726.xml"/><Relationship Id="rId10" Type="http://schemas.openxmlformats.org/officeDocument/2006/relationships/slideLayout" Target="../slideLayouts/slideLayout725.xml"/><Relationship Id="rId1" Type="http://schemas.openxmlformats.org/officeDocument/2006/relationships/slideLayout" Target="../slideLayouts/slideLayout716.xml"/></Relationships>
</file>

<file path=ppt/slideMasters/_rels/slideMaster6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35.xml"/><Relationship Id="rId8" Type="http://schemas.openxmlformats.org/officeDocument/2006/relationships/slideLayout" Target="../slideLayouts/slideLayout734.xml"/><Relationship Id="rId7" Type="http://schemas.openxmlformats.org/officeDocument/2006/relationships/slideLayout" Target="../slideLayouts/slideLayout733.xml"/><Relationship Id="rId6" Type="http://schemas.openxmlformats.org/officeDocument/2006/relationships/slideLayout" Target="../slideLayouts/slideLayout732.xml"/><Relationship Id="rId5" Type="http://schemas.openxmlformats.org/officeDocument/2006/relationships/slideLayout" Target="../slideLayouts/slideLayout731.xml"/><Relationship Id="rId4" Type="http://schemas.openxmlformats.org/officeDocument/2006/relationships/slideLayout" Target="../slideLayouts/slideLayout730.xml"/><Relationship Id="rId3" Type="http://schemas.openxmlformats.org/officeDocument/2006/relationships/slideLayout" Target="../slideLayouts/slideLayout729.xml"/><Relationship Id="rId2" Type="http://schemas.openxmlformats.org/officeDocument/2006/relationships/slideLayout" Target="../slideLayouts/slideLayout728.xml"/><Relationship Id="rId12" Type="http://schemas.openxmlformats.org/officeDocument/2006/relationships/theme" Target="../theme/theme67.xml"/><Relationship Id="rId11" Type="http://schemas.openxmlformats.org/officeDocument/2006/relationships/slideLayout" Target="../slideLayouts/slideLayout737.xml"/><Relationship Id="rId10" Type="http://schemas.openxmlformats.org/officeDocument/2006/relationships/slideLayout" Target="../slideLayouts/slideLayout736.xml"/><Relationship Id="rId1" Type="http://schemas.openxmlformats.org/officeDocument/2006/relationships/slideLayout" Target="../slideLayouts/slideLayout727.xml"/></Relationships>
</file>

<file path=ppt/slideMasters/_rels/slideMaster6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46.xml"/><Relationship Id="rId8" Type="http://schemas.openxmlformats.org/officeDocument/2006/relationships/slideLayout" Target="../slideLayouts/slideLayout745.xml"/><Relationship Id="rId7" Type="http://schemas.openxmlformats.org/officeDocument/2006/relationships/slideLayout" Target="../slideLayouts/slideLayout744.xml"/><Relationship Id="rId6" Type="http://schemas.openxmlformats.org/officeDocument/2006/relationships/slideLayout" Target="../slideLayouts/slideLayout743.xml"/><Relationship Id="rId5" Type="http://schemas.openxmlformats.org/officeDocument/2006/relationships/slideLayout" Target="../slideLayouts/slideLayout742.xml"/><Relationship Id="rId4" Type="http://schemas.openxmlformats.org/officeDocument/2006/relationships/slideLayout" Target="../slideLayouts/slideLayout741.xml"/><Relationship Id="rId3" Type="http://schemas.openxmlformats.org/officeDocument/2006/relationships/slideLayout" Target="../slideLayouts/slideLayout740.xml"/><Relationship Id="rId2" Type="http://schemas.openxmlformats.org/officeDocument/2006/relationships/slideLayout" Target="../slideLayouts/slideLayout739.xml"/><Relationship Id="rId12" Type="http://schemas.openxmlformats.org/officeDocument/2006/relationships/theme" Target="../theme/theme68.xml"/><Relationship Id="rId11" Type="http://schemas.openxmlformats.org/officeDocument/2006/relationships/slideLayout" Target="../slideLayouts/slideLayout748.xml"/><Relationship Id="rId10" Type="http://schemas.openxmlformats.org/officeDocument/2006/relationships/slideLayout" Target="../slideLayouts/slideLayout747.xml"/><Relationship Id="rId1" Type="http://schemas.openxmlformats.org/officeDocument/2006/relationships/slideLayout" Target="../slideLayouts/slideLayout738.xml"/></Relationships>
</file>

<file path=ppt/slideMasters/_rels/slideMaster6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57.xml"/><Relationship Id="rId8" Type="http://schemas.openxmlformats.org/officeDocument/2006/relationships/slideLayout" Target="../slideLayouts/slideLayout756.xml"/><Relationship Id="rId7" Type="http://schemas.openxmlformats.org/officeDocument/2006/relationships/slideLayout" Target="../slideLayouts/slideLayout755.xml"/><Relationship Id="rId6" Type="http://schemas.openxmlformats.org/officeDocument/2006/relationships/slideLayout" Target="../slideLayouts/slideLayout754.xml"/><Relationship Id="rId5" Type="http://schemas.openxmlformats.org/officeDocument/2006/relationships/slideLayout" Target="../slideLayouts/slideLayout753.xml"/><Relationship Id="rId4" Type="http://schemas.openxmlformats.org/officeDocument/2006/relationships/slideLayout" Target="../slideLayouts/slideLayout752.xml"/><Relationship Id="rId3" Type="http://schemas.openxmlformats.org/officeDocument/2006/relationships/slideLayout" Target="../slideLayouts/slideLayout751.xml"/><Relationship Id="rId2" Type="http://schemas.openxmlformats.org/officeDocument/2006/relationships/slideLayout" Target="../slideLayouts/slideLayout750.xml"/><Relationship Id="rId12" Type="http://schemas.openxmlformats.org/officeDocument/2006/relationships/theme" Target="../theme/theme69.xml"/><Relationship Id="rId11" Type="http://schemas.openxmlformats.org/officeDocument/2006/relationships/slideLayout" Target="../slideLayouts/slideLayout759.xml"/><Relationship Id="rId10" Type="http://schemas.openxmlformats.org/officeDocument/2006/relationships/slideLayout" Target="../slideLayouts/slideLayout758.xml"/><Relationship Id="rId1" Type="http://schemas.openxmlformats.org/officeDocument/2006/relationships/slideLayout" Target="../slideLayouts/slideLayout749.xml"/></Relationships>
</file>

<file path=ppt/slideMasters/_rels/slideMaster7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68.xml"/><Relationship Id="rId8" Type="http://schemas.openxmlformats.org/officeDocument/2006/relationships/slideLayout" Target="../slideLayouts/slideLayout767.xml"/><Relationship Id="rId7" Type="http://schemas.openxmlformats.org/officeDocument/2006/relationships/slideLayout" Target="../slideLayouts/slideLayout766.xml"/><Relationship Id="rId6" Type="http://schemas.openxmlformats.org/officeDocument/2006/relationships/slideLayout" Target="../slideLayouts/slideLayout765.xml"/><Relationship Id="rId5" Type="http://schemas.openxmlformats.org/officeDocument/2006/relationships/slideLayout" Target="../slideLayouts/slideLayout764.xml"/><Relationship Id="rId4" Type="http://schemas.openxmlformats.org/officeDocument/2006/relationships/slideLayout" Target="../slideLayouts/slideLayout763.xml"/><Relationship Id="rId3" Type="http://schemas.openxmlformats.org/officeDocument/2006/relationships/slideLayout" Target="../slideLayouts/slideLayout762.xml"/><Relationship Id="rId2" Type="http://schemas.openxmlformats.org/officeDocument/2006/relationships/slideLayout" Target="../slideLayouts/slideLayout761.xml"/><Relationship Id="rId12" Type="http://schemas.openxmlformats.org/officeDocument/2006/relationships/theme" Target="../theme/theme70.xml"/><Relationship Id="rId11" Type="http://schemas.openxmlformats.org/officeDocument/2006/relationships/slideLayout" Target="../slideLayouts/slideLayout770.xml"/><Relationship Id="rId10" Type="http://schemas.openxmlformats.org/officeDocument/2006/relationships/slideLayout" Target="../slideLayouts/slideLayout769.xml"/><Relationship Id="rId1" Type="http://schemas.openxmlformats.org/officeDocument/2006/relationships/slideLayout" Target="../slideLayouts/slideLayout760.xml"/></Relationships>
</file>

<file path=ppt/slideMasters/_rels/slideMaster7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79.xml"/><Relationship Id="rId8" Type="http://schemas.openxmlformats.org/officeDocument/2006/relationships/slideLayout" Target="../slideLayouts/slideLayout778.xml"/><Relationship Id="rId7" Type="http://schemas.openxmlformats.org/officeDocument/2006/relationships/slideLayout" Target="../slideLayouts/slideLayout777.xml"/><Relationship Id="rId6" Type="http://schemas.openxmlformats.org/officeDocument/2006/relationships/slideLayout" Target="../slideLayouts/slideLayout776.xml"/><Relationship Id="rId5" Type="http://schemas.openxmlformats.org/officeDocument/2006/relationships/slideLayout" Target="../slideLayouts/slideLayout775.xml"/><Relationship Id="rId4" Type="http://schemas.openxmlformats.org/officeDocument/2006/relationships/slideLayout" Target="../slideLayouts/slideLayout774.xml"/><Relationship Id="rId3" Type="http://schemas.openxmlformats.org/officeDocument/2006/relationships/slideLayout" Target="../slideLayouts/slideLayout773.xml"/><Relationship Id="rId2" Type="http://schemas.openxmlformats.org/officeDocument/2006/relationships/slideLayout" Target="../slideLayouts/slideLayout772.xml"/><Relationship Id="rId12" Type="http://schemas.openxmlformats.org/officeDocument/2006/relationships/theme" Target="../theme/theme71.xml"/><Relationship Id="rId11" Type="http://schemas.openxmlformats.org/officeDocument/2006/relationships/slideLayout" Target="../slideLayouts/slideLayout781.xml"/><Relationship Id="rId10" Type="http://schemas.openxmlformats.org/officeDocument/2006/relationships/slideLayout" Target="../slideLayouts/slideLayout780.xml"/><Relationship Id="rId1" Type="http://schemas.openxmlformats.org/officeDocument/2006/relationships/slideLayout" Target="../slideLayouts/slideLayout771.xml"/></Relationships>
</file>

<file path=ppt/slideMasters/_rels/slideMaster7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90.xml"/><Relationship Id="rId8" Type="http://schemas.openxmlformats.org/officeDocument/2006/relationships/slideLayout" Target="../slideLayouts/slideLayout789.xml"/><Relationship Id="rId7" Type="http://schemas.openxmlformats.org/officeDocument/2006/relationships/slideLayout" Target="../slideLayouts/slideLayout788.xml"/><Relationship Id="rId6" Type="http://schemas.openxmlformats.org/officeDocument/2006/relationships/slideLayout" Target="../slideLayouts/slideLayout787.xml"/><Relationship Id="rId5" Type="http://schemas.openxmlformats.org/officeDocument/2006/relationships/slideLayout" Target="../slideLayouts/slideLayout786.xml"/><Relationship Id="rId4" Type="http://schemas.openxmlformats.org/officeDocument/2006/relationships/slideLayout" Target="../slideLayouts/slideLayout785.xml"/><Relationship Id="rId3" Type="http://schemas.openxmlformats.org/officeDocument/2006/relationships/slideLayout" Target="../slideLayouts/slideLayout784.xml"/><Relationship Id="rId2" Type="http://schemas.openxmlformats.org/officeDocument/2006/relationships/slideLayout" Target="../slideLayouts/slideLayout783.xml"/><Relationship Id="rId12" Type="http://schemas.openxmlformats.org/officeDocument/2006/relationships/theme" Target="../theme/theme72.xml"/><Relationship Id="rId11" Type="http://schemas.openxmlformats.org/officeDocument/2006/relationships/slideLayout" Target="../slideLayouts/slideLayout792.xml"/><Relationship Id="rId10" Type="http://schemas.openxmlformats.org/officeDocument/2006/relationships/slideLayout" Target="../slideLayouts/slideLayout791.xml"/><Relationship Id="rId1" Type="http://schemas.openxmlformats.org/officeDocument/2006/relationships/slideLayout" Target="../slideLayouts/slideLayout782.xml"/></Relationships>
</file>

<file path=ppt/slideMasters/_rels/slideMaster7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01.xml"/><Relationship Id="rId8" Type="http://schemas.openxmlformats.org/officeDocument/2006/relationships/slideLayout" Target="../slideLayouts/slideLayout800.xml"/><Relationship Id="rId7" Type="http://schemas.openxmlformats.org/officeDocument/2006/relationships/slideLayout" Target="../slideLayouts/slideLayout799.xml"/><Relationship Id="rId6" Type="http://schemas.openxmlformats.org/officeDocument/2006/relationships/slideLayout" Target="../slideLayouts/slideLayout798.xml"/><Relationship Id="rId5" Type="http://schemas.openxmlformats.org/officeDocument/2006/relationships/slideLayout" Target="../slideLayouts/slideLayout797.xml"/><Relationship Id="rId4" Type="http://schemas.openxmlformats.org/officeDocument/2006/relationships/slideLayout" Target="../slideLayouts/slideLayout796.xml"/><Relationship Id="rId3" Type="http://schemas.openxmlformats.org/officeDocument/2006/relationships/slideLayout" Target="../slideLayouts/slideLayout795.xml"/><Relationship Id="rId2" Type="http://schemas.openxmlformats.org/officeDocument/2006/relationships/slideLayout" Target="../slideLayouts/slideLayout794.xml"/><Relationship Id="rId12" Type="http://schemas.openxmlformats.org/officeDocument/2006/relationships/theme" Target="../theme/theme73.xml"/><Relationship Id="rId11" Type="http://schemas.openxmlformats.org/officeDocument/2006/relationships/slideLayout" Target="../slideLayouts/slideLayout803.xml"/><Relationship Id="rId10" Type="http://schemas.openxmlformats.org/officeDocument/2006/relationships/slideLayout" Target="../slideLayouts/slideLayout802.xml"/><Relationship Id="rId1" Type="http://schemas.openxmlformats.org/officeDocument/2006/relationships/slideLayout" Target="../slideLayouts/slideLayout793.xml"/></Relationships>
</file>

<file path=ppt/slideMasters/_rels/slideMaster7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12.xml"/><Relationship Id="rId8" Type="http://schemas.openxmlformats.org/officeDocument/2006/relationships/slideLayout" Target="../slideLayouts/slideLayout811.xml"/><Relationship Id="rId7" Type="http://schemas.openxmlformats.org/officeDocument/2006/relationships/slideLayout" Target="../slideLayouts/slideLayout810.xml"/><Relationship Id="rId6" Type="http://schemas.openxmlformats.org/officeDocument/2006/relationships/slideLayout" Target="../slideLayouts/slideLayout809.xml"/><Relationship Id="rId5" Type="http://schemas.openxmlformats.org/officeDocument/2006/relationships/slideLayout" Target="../slideLayouts/slideLayout808.xml"/><Relationship Id="rId4" Type="http://schemas.openxmlformats.org/officeDocument/2006/relationships/slideLayout" Target="../slideLayouts/slideLayout807.xml"/><Relationship Id="rId3" Type="http://schemas.openxmlformats.org/officeDocument/2006/relationships/slideLayout" Target="../slideLayouts/slideLayout806.xml"/><Relationship Id="rId2" Type="http://schemas.openxmlformats.org/officeDocument/2006/relationships/slideLayout" Target="../slideLayouts/slideLayout805.xml"/><Relationship Id="rId12" Type="http://schemas.openxmlformats.org/officeDocument/2006/relationships/theme" Target="../theme/theme74.xml"/><Relationship Id="rId11" Type="http://schemas.openxmlformats.org/officeDocument/2006/relationships/slideLayout" Target="../slideLayouts/slideLayout814.xml"/><Relationship Id="rId10" Type="http://schemas.openxmlformats.org/officeDocument/2006/relationships/slideLayout" Target="../slideLayouts/slideLayout813.xml"/><Relationship Id="rId1" Type="http://schemas.openxmlformats.org/officeDocument/2006/relationships/slideLayout" Target="../slideLayouts/slideLayout804.xml"/></Relationships>
</file>

<file path=ppt/slideMasters/_rels/slideMaster7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23.xml"/><Relationship Id="rId8" Type="http://schemas.openxmlformats.org/officeDocument/2006/relationships/slideLayout" Target="../slideLayouts/slideLayout822.xml"/><Relationship Id="rId7" Type="http://schemas.openxmlformats.org/officeDocument/2006/relationships/slideLayout" Target="../slideLayouts/slideLayout821.xml"/><Relationship Id="rId6" Type="http://schemas.openxmlformats.org/officeDocument/2006/relationships/slideLayout" Target="../slideLayouts/slideLayout820.xml"/><Relationship Id="rId5" Type="http://schemas.openxmlformats.org/officeDocument/2006/relationships/slideLayout" Target="../slideLayouts/slideLayout819.xml"/><Relationship Id="rId4" Type="http://schemas.openxmlformats.org/officeDocument/2006/relationships/slideLayout" Target="../slideLayouts/slideLayout818.xml"/><Relationship Id="rId3" Type="http://schemas.openxmlformats.org/officeDocument/2006/relationships/slideLayout" Target="../slideLayouts/slideLayout817.xml"/><Relationship Id="rId2" Type="http://schemas.openxmlformats.org/officeDocument/2006/relationships/slideLayout" Target="../slideLayouts/slideLayout816.xml"/><Relationship Id="rId12" Type="http://schemas.openxmlformats.org/officeDocument/2006/relationships/theme" Target="../theme/theme75.xml"/><Relationship Id="rId11" Type="http://schemas.openxmlformats.org/officeDocument/2006/relationships/slideLayout" Target="../slideLayouts/slideLayout825.xml"/><Relationship Id="rId10" Type="http://schemas.openxmlformats.org/officeDocument/2006/relationships/slideLayout" Target="../slideLayouts/slideLayout824.xml"/><Relationship Id="rId1" Type="http://schemas.openxmlformats.org/officeDocument/2006/relationships/slideLayout" Target="../slideLayouts/slideLayout8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0" y="6678613"/>
            <a:ext cx="9144000" cy="179387"/>
          </a:xfrm>
          <a:prstGeom prst="rect">
            <a:avLst/>
          </a:prstGeom>
          <a:gradFill>
            <a:gsLst>
              <a:gs pos="0">
                <a:schemeClr val="accent1">
                  <a:alpha val="50000"/>
                </a:schemeClr>
              </a:gs>
              <a:gs pos="50000">
                <a:schemeClr val="accent1">
                  <a:tint val="20000"/>
                </a:schemeClr>
              </a:gs>
              <a:gs pos="100000">
                <a:schemeClr val="accent1">
                  <a:alpha val="4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  <p:sp>
        <p:nvSpPr>
          <p:cNvPr id="2051" name="标题占位符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2052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686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76200" y="6400800"/>
            <a:ext cx="3200400" cy="284163"/>
          </a:xfrm>
          <a:prstGeom prst="rect">
            <a:avLst/>
          </a:prstGeom>
        </p:spPr>
        <p:txBody>
          <a:bodyPr vert="horz" rtlCol="0" anchor="b"/>
          <a:lstStyle>
            <a:lvl1pPr algn="l" eaLnBrk="1" latinLnBrk="0" hangingPunct="1">
              <a:defRPr kumimoji="0" sz="110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5334000" y="6400800"/>
            <a:ext cx="3733800" cy="284163"/>
          </a:xfrm>
          <a:prstGeom prst="rect">
            <a:avLst/>
          </a:prstGeom>
        </p:spPr>
        <p:txBody>
          <a:bodyPr vert="horz" rtlCol="0" anchor="ctr"/>
          <a:lstStyle>
            <a:lvl1pPr algn="r" eaLnBrk="1" latinLnBrk="0" hangingPunct="1">
              <a:defRPr kumimoji="0" sz="110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4114800" y="6400800"/>
            <a:ext cx="914400" cy="284163"/>
          </a:xfrm>
          <a:prstGeom prst="rect">
            <a:avLst/>
          </a:prstGeom>
          <a:noFill/>
        </p:spPr>
        <p:txBody>
          <a:bodyPr vert="horz" lIns="45720" rIns="45720" rtlCol="0" anchor="ctr"/>
          <a:lstStyle>
            <a:lvl1pPr algn="ctr" eaLnBrk="1" latinLnBrk="0" hangingPunct="1">
              <a:defRPr kumimoji="0" sz="1100" b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DCEFBCF-8FA8-412F-938C-5D5B195BC635}" type="slidenum">
              <a:rPr lang="zh-CN" altLang="en-US">
                <a:solidFill>
                  <a:srgbClr val="2F2F2F">
                    <a:lumMod val="75000"/>
                    <a:lumOff val="25000"/>
                  </a:srgbClr>
                </a:solidFill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>
              <a:solidFill>
                <a:srgbClr val="2F2F2F">
                  <a:lumMod val="75000"/>
                  <a:lumOff val="25000"/>
                </a:srgbClr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0" y="0"/>
            <a:ext cx="9144000" cy="107950"/>
          </a:xfrm>
          <a:prstGeom prst="rect">
            <a:avLst/>
          </a:prstGeom>
          <a:gradFill>
            <a:gsLst>
              <a:gs pos="0">
                <a:schemeClr val="accent1">
                  <a:alpha val="50000"/>
                </a:schemeClr>
              </a:gs>
              <a:gs pos="50000">
                <a:schemeClr val="accent1">
                  <a:tint val="20000"/>
                </a:schemeClr>
              </a:gs>
              <a:gs pos="100000">
                <a:schemeClr val="accent1">
                  <a:alpha val="40000"/>
                </a:schemeClr>
              </a:gs>
            </a:gsLst>
            <a:lin ang="0" scaled="1"/>
          </a:gradFill>
          <a:ln w="25400" cap="rnd" cmpd="sng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prstClr val="white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Franklin Gothic Medium" panose="020B06030201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Franklin Gothic Medium" panose="020B06030201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Franklin Gothic Medium" panose="020B06030201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Franklin Gothic Medium" panose="020B0603020102020204" pitchFamily="34" charset="0"/>
        </a:defRPr>
      </a:lvl5pPr>
      <a:lvl6pPr eaLnBrk="1" latinLnBrk="0" hangingPunct="1">
        <a:defRPr kumimoji="0">
          <a:solidFill>
            <a:schemeClr val="tx2"/>
          </a:solidFill>
        </a:defRPr>
      </a:lvl6pPr>
      <a:lvl7pPr eaLnBrk="1" latinLnBrk="0" hangingPunct="1">
        <a:defRPr kumimoji="0">
          <a:solidFill>
            <a:schemeClr val="tx2"/>
          </a:solidFill>
        </a:defRPr>
      </a:lvl7pPr>
      <a:lvl8pPr eaLnBrk="1" latinLnBrk="0" hangingPunct="1">
        <a:defRPr kumimoji="0">
          <a:solidFill>
            <a:schemeClr val="tx2"/>
          </a:solidFill>
        </a:defRPr>
      </a:lvl8pPr>
      <a:lvl9pPr eaLnBrk="1" latinLnBrk="0" hangingPunct="1">
        <a:defRPr kumimoji="0">
          <a:solidFill>
            <a:schemeClr val="tx2"/>
          </a:solidFill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50000"/>
        <a:buFont typeface="Wingdings 2" panose="05020102010507070707" pitchFamily="18" charset="2"/>
        <a:buChar char="ß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50000"/>
        <a:buFont typeface="Wingdings 2" panose="05020102010507070707" pitchFamily="18" charset="2"/>
        <a:buChar char="Þ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50000"/>
        <a:buFont typeface="Wingdings 2" panose="05020102010507070707" pitchFamily="18" charset="2"/>
        <a:buChar char="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50000"/>
        <a:buFont typeface="Wingdings 2" panose="05020102010507070707" pitchFamily="18" charset="2"/>
        <a:buChar char="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50000"/>
        <a:buFont typeface="Wingdings 2" panose="05020102010507070707" pitchFamily="18" charset="2"/>
        <a:buChar char="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rtl="0" eaLnBrk="1" latinLnBrk="0" hangingPunct="1">
        <a:spcBef>
          <a:spcPct val="20000"/>
        </a:spcBef>
        <a:buFont typeface="Arial" panose="020B0604020202020204"/>
        <a:buChar char="•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rtl="0" eaLnBrk="1" latinLnBrk="0" hangingPunct="1">
        <a:spcBef>
          <a:spcPct val="20000"/>
        </a:spcBef>
        <a:buFont typeface="Arial" panose="020B0604020202020204"/>
        <a:buChar char="•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rtl="0" eaLnBrk="1" latinLnBrk="0" hangingPunct="1">
        <a:spcBef>
          <a:spcPct val="20000"/>
        </a:spcBef>
        <a:buFont typeface="Arial" panose="020B0604020202020204"/>
        <a:buChar char="•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rtl="0" eaLnBrk="1" latinLnBrk="0" hangingPunct="1">
        <a:spcBef>
          <a:spcPct val="20000"/>
        </a:spcBef>
        <a:buFont typeface="Arial" panose="020B0604020202020204"/>
        <a:buChar char="•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042EC95-51B6-46A0-A750-68F39EADA25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042EC95-51B6-46A0-A750-68F39EADA25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042EC95-51B6-46A0-A750-68F39EADA25C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6" r:id="rId4"/>
    <p:sldLayoutId id="2147483737" r:id="rId5"/>
    <p:sldLayoutId id="2147483738" r:id="rId6"/>
    <p:sldLayoutId id="2147483739" r:id="rId7"/>
    <p:sldLayoutId id="2147483740" r:id="rId8"/>
    <p:sldLayoutId id="2147483741" r:id="rId9"/>
    <p:sldLayoutId id="2147483742" r:id="rId10"/>
    <p:sldLayoutId id="214748374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81" r:id="rId1"/>
    <p:sldLayoutId id="2147483782" r:id="rId2"/>
    <p:sldLayoutId id="2147483783" r:id="rId3"/>
    <p:sldLayoutId id="2147483784" r:id="rId4"/>
    <p:sldLayoutId id="2147483785" r:id="rId5"/>
    <p:sldLayoutId id="2147483786" r:id="rId6"/>
    <p:sldLayoutId id="2147483787" r:id="rId7"/>
    <p:sldLayoutId id="2147483788" r:id="rId8"/>
    <p:sldLayoutId id="2147483789" r:id="rId9"/>
    <p:sldLayoutId id="2147483790" r:id="rId10"/>
    <p:sldLayoutId id="214748379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93" r:id="rId1"/>
    <p:sldLayoutId id="2147483794" r:id="rId2"/>
    <p:sldLayoutId id="2147483795" r:id="rId3"/>
    <p:sldLayoutId id="2147483796" r:id="rId4"/>
    <p:sldLayoutId id="2147483797" r:id="rId5"/>
    <p:sldLayoutId id="2147483798" r:id="rId6"/>
    <p:sldLayoutId id="2147483799" r:id="rId7"/>
    <p:sldLayoutId id="2147483800" r:id="rId8"/>
    <p:sldLayoutId id="2147483801" r:id="rId9"/>
    <p:sldLayoutId id="2147483802" r:id="rId10"/>
    <p:sldLayoutId id="214748380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05" r:id="rId1"/>
    <p:sldLayoutId id="2147483806" r:id="rId2"/>
    <p:sldLayoutId id="2147483807" r:id="rId3"/>
    <p:sldLayoutId id="2147483808" r:id="rId4"/>
    <p:sldLayoutId id="2147483809" r:id="rId5"/>
    <p:sldLayoutId id="2147483810" r:id="rId6"/>
    <p:sldLayoutId id="2147483811" r:id="rId7"/>
    <p:sldLayoutId id="2147483812" r:id="rId8"/>
    <p:sldLayoutId id="2147483813" r:id="rId9"/>
    <p:sldLayoutId id="2147483814" r:id="rId10"/>
    <p:sldLayoutId id="214748381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17" r:id="rId1"/>
    <p:sldLayoutId id="2147483818" r:id="rId2"/>
    <p:sldLayoutId id="2147483819" r:id="rId3"/>
    <p:sldLayoutId id="2147483820" r:id="rId4"/>
    <p:sldLayoutId id="2147483821" r:id="rId5"/>
    <p:sldLayoutId id="2147483822" r:id="rId6"/>
    <p:sldLayoutId id="2147483823" r:id="rId7"/>
    <p:sldLayoutId id="2147483824" r:id="rId8"/>
    <p:sldLayoutId id="2147483825" r:id="rId9"/>
    <p:sldLayoutId id="2147483826" r:id="rId10"/>
    <p:sldLayoutId id="214748382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53" r:id="rId1"/>
    <p:sldLayoutId id="2147483854" r:id="rId2"/>
    <p:sldLayoutId id="2147483855" r:id="rId3"/>
    <p:sldLayoutId id="2147483856" r:id="rId4"/>
    <p:sldLayoutId id="2147483857" r:id="rId5"/>
    <p:sldLayoutId id="2147483858" r:id="rId6"/>
    <p:sldLayoutId id="2147483859" r:id="rId7"/>
    <p:sldLayoutId id="2147483860" r:id="rId8"/>
    <p:sldLayoutId id="2147483861" r:id="rId9"/>
    <p:sldLayoutId id="2147483862" r:id="rId10"/>
    <p:sldLayoutId id="214748386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65" r:id="rId1"/>
    <p:sldLayoutId id="2147483866" r:id="rId2"/>
    <p:sldLayoutId id="2147483867" r:id="rId3"/>
    <p:sldLayoutId id="2147483868" r:id="rId4"/>
    <p:sldLayoutId id="2147483869" r:id="rId5"/>
    <p:sldLayoutId id="2147483870" r:id="rId6"/>
    <p:sldLayoutId id="2147483871" r:id="rId7"/>
    <p:sldLayoutId id="2147483872" r:id="rId8"/>
    <p:sldLayoutId id="2147483873" r:id="rId9"/>
    <p:sldLayoutId id="2147483874" r:id="rId10"/>
    <p:sldLayoutId id="214748387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77" r:id="rId1"/>
    <p:sldLayoutId id="2147483878" r:id="rId2"/>
    <p:sldLayoutId id="2147483879" r:id="rId3"/>
    <p:sldLayoutId id="2147483880" r:id="rId4"/>
    <p:sldLayoutId id="2147483881" r:id="rId5"/>
    <p:sldLayoutId id="2147483882" r:id="rId6"/>
    <p:sldLayoutId id="2147483883" r:id="rId7"/>
    <p:sldLayoutId id="2147483884" r:id="rId8"/>
    <p:sldLayoutId id="2147483885" r:id="rId9"/>
    <p:sldLayoutId id="2147483886" r:id="rId10"/>
    <p:sldLayoutId id="214748388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89" r:id="rId1"/>
    <p:sldLayoutId id="2147483890" r:id="rId2"/>
    <p:sldLayoutId id="2147483891" r:id="rId3"/>
    <p:sldLayoutId id="2147483892" r:id="rId4"/>
    <p:sldLayoutId id="2147483893" r:id="rId5"/>
    <p:sldLayoutId id="2147483894" r:id="rId6"/>
    <p:sldLayoutId id="2147483895" r:id="rId7"/>
    <p:sldLayoutId id="2147483896" r:id="rId8"/>
    <p:sldLayoutId id="2147483897" r:id="rId9"/>
    <p:sldLayoutId id="2147483898" r:id="rId10"/>
    <p:sldLayoutId id="214748389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01" r:id="rId1"/>
    <p:sldLayoutId id="2147483902" r:id="rId2"/>
    <p:sldLayoutId id="2147483903" r:id="rId3"/>
    <p:sldLayoutId id="2147483904" r:id="rId4"/>
    <p:sldLayoutId id="2147483905" r:id="rId5"/>
    <p:sldLayoutId id="2147483906" r:id="rId6"/>
    <p:sldLayoutId id="2147483907" r:id="rId7"/>
    <p:sldLayoutId id="2147483908" r:id="rId8"/>
    <p:sldLayoutId id="2147483909" r:id="rId9"/>
    <p:sldLayoutId id="2147483910" r:id="rId10"/>
    <p:sldLayoutId id="214748391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13" r:id="rId1"/>
    <p:sldLayoutId id="2147483914" r:id="rId2"/>
    <p:sldLayoutId id="2147483915" r:id="rId3"/>
    <p:sldLayoutId id="2147483916" r:id="rId4"/>
    <p:sldLayoutId id="2147483917" r:id="rId5"/>
    <p:sldLayoutId id="2147483918" r:id="rId6"/>
    <p:sldLayoutId id="2147483919" r:id="rId7"/>
    <p:sldLayoutId id="2147483920" r:id="rId8"/>
    <p:sldLayoutId id="2147483921" r:id="rId9"/>
    <p:sldLayoutId id="2147483922" r:id="rId10"/>
    <p:sldLayoutId id="214748392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25" r:id="rId1"/>
    <p:sldLayoutId id="2147483926" r:id="rId2"/>
    <p:sldLayoutId id="2147483927" r:id="rId3"/>
    <p:sldLayoutId id="2147483928" r:id="rId4"/>
    <p:sldLayoutId id="2147483929" r:id="rId5"/>
    <p:sldLayoutId id="2147483930" r:id="rId6"/>
    <p:sldLayoutId id="2147483931" r:id="rId7"/>
    <p:sldLayoutId id="2147483932" r:id="rId8"/>
    <p:sldLayoutId id="2147483933" r:id="rId9"/>
    <p:sldLayoutId id="2147483934" r:id="rId10"/>
    <p:sldLayoutId id="214748393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  <p:sldLayoutId id="2147483941" r:id="rId5"/>
    <p:sldLayoutId id="2147483942" r:id="rId6"/>
    <p:sldLayoutId id="2147483943" r:id="rId7"/>
    <p:sldLayoutId id="2147483944" r:id="rId8"/>
    <p:sldLayoutId id="2147483945" r:id="rId9"/>
    <p:sldLayoutId id="2147483946" r:id="rId10"/>
    <p:sldLayoutId id="214748394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49" r:id="rId1"/>
    <p:sldLayoutId id="2147483950" r:id="rId2"/>
    <p:sldLayoutId id="2147483951" r:id="rId3"/>
    <p:sldLayoutId id="2147483952" r:id="rId4"/>
    <p:sldLayoutId id="2147483953" r:id="rId5"/>
    <p:sldLayoutId id="2147483954" r:id="rId6"/>
    <p:sldLayoutId id="2147483955" r:id="rId7"/>
    <p:sldLayoutId id="2147483956" r:id="rId8"/>
    <p:sldLayoutId id="2147483957" r:id="rId9"/>
    <p:sldLayoutId id="2147483958" r:id="rId10"/>
    <p:sldLayoutId id="214748395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61" r:id="rId1"/>
    <p:sldLayoutId id="2147483962" r:id="rId2"/>
    <p:sldLayoutId id="2147483963" r:id="rId3"/>
    <p:sldLayoutId id="2147483964" r:id="rId4"/>
    <p:sldLayoutId id="2147483965" r:id="rId5"/>
    <p:sldLayoutId id="2147483966" r:id="rId6"/>
    <p:sldLayoutId id="2147483967" r:id="rId7"/>
    <p:sldLayoutId id="2147483968" r:id="rId8"/>
    <p:sldLayoutId id="2147483969" r:id="rId9"/>
    <p:sldLayoutId id="2147483970" r:id="rId10"/>
    <p:sldLayoutId id="214748397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73" r:id="rId1"/>
    <p:sldLayoutId id="2147483974" r:id="rId2"/>
    <p:sldLayoutId id="2147483975" r:id="rId3"/>
    <p:sldLayoutId id="2147483976" r:id="rId4"/>
    <p:sldLayoutId id="2147483977" r:id="rId5"/>
    <p:sldLayoutId id="2147483978" r:id="rId6"/>
    <p:sldLayoutId id="2147483979" r:id="rId7"/>
    <p:sldLayoutId id="2147483980" r:id="rId8"/>
    <p:sldLayoutId id="2147483981" r:id="rId9"/>
    <p:sldLayoutId id="2147483982" r:id="rId10"/>
    <p:sldLayoutId id="214748398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85" r:id="rId1"/>
    <p:sldLayoutId id="2147483986" r:id="rId2"/>
    <p:sldLayoutId id="2147483987" r:id="rId3"/>
    <p:sldLayoutId id="2147483988" r:id="rId4"/>
    <p:sldLayoutId id="2147483989" r:id="rId5"/>
    <p:sldLayoutId id="2147483990" r:id="rId6"/>
    <p:sldLayoutId id="2147483991" r:id="rId7"/>
    <p:sldLayoutId id="2147483992" r:id="rId8"/>
    <p:sldLayoutId id="2147483993" r:id="rId9"/>
    <p:sldLayoutId id="2147483994" r:id="rId10"/>
    <p:sldLayoutId id="214748399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97" r:id="rId1"/>
    <p:sldLayoutId id="2147483998" r:id="rId2"/>
    <p:sldLayoutId id="2147483999" r:id="rId3"/>
    <p:sldLayoutId id="2147484000" r:id="rId4"/>
    <p:sldLayoutId id="2147484001" r:id="rId5"/>
    <p:sldLayoutId id="2147484002" r:id="rId6"/>
    <p:sldLayoutId id="2147484003" r:id="rId7"/>
    <p:sldLayoutId id="2147484004" r:id="rId8"/>
    <p:sldLayoutId id="2147484005" r:id="rId9"/>
    <p:sldLayoutId id="2147484006" r:id="rId10"/>
    <p:sldLayoutId id="214748400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09" r:id="rId1"/>
    <p:sldLayoutId id="2147484010" r:id="rId2"/>
    <p:sldLayoutId id="2147484011" r:id="rId3"/>
    <p:sldLayoutId id="2147484012" r:id="rId4"/>
    <p:sldLayoutId id="2147484013" r:id="rId5"/>
    <p:sldLayoutId id="2147484014" r:id="rId6"/>
    <p:sldLayoutId id="2147484015" r:id="rId7"/>
    <p:sldLayoutId id="2147484016" r:id="rId8"/>
    <p:sldLayoutId id="2147484017" r:id="rId9"/>
    <p:sldLayoutId id="2147484018" r:id="rId10"/>
    <p:sldLayoutId id="214748401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21" r:id="rId1"/>
    <p:sldLayoutId id="2147484022" r:id="rId2"/>
    <p:sldLayoutId id="2147484023" r:id="rId3"/>
    <p:sldLayoutId id="2147484024" r:id="rId4"/>
    <p:sldLayoutId id="2147484025" r:id="rId5"/>
    <p:sldLayoutId id="2147484026" r:id="rId6"/>
    <p:sldLayoutId id="2147484027" r:id="rId7"/>
    <p:sldLayoutId id="2147484028" r:id="rId8"/>
    <p:sldLayoutId id="2147484029" r:id="rId9"/>
    <p:sldLayoutId id="2147484030" r:id="rId10"/>
    <p:sldLayoutId id="214748403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33" r:id="rId1"/>
    <p:sldLayoutId id="2147484034" r:id="rId2"/>
    <p:sldLayoutId id="2147484035" r:id="rId3"/>
    <p:sldLayoutId id="2147484036" r:id="rId4"/>
    <p:sldLayoutId id="2147484037" r:id="rId5"/>
    <p:sldLayoutId id="2147484038" r:id="rId6"/>
    <p:sldLayoutId id="2147484039" r:id="rId7"/>
    <p:sldLayoutId id="2147484040" r:id="rId8"/>
    <p:sldLayoutId id="2147484041" r:id="rId9"/>
    <p:sldLayoutId id="2147484042" r:id="rId10"/>
    <p:sldLayoutId id="214748404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45" r:id="rId1"/>
    <p:sldLayoutId id="2147484046" r:id="rId2"/>
    <p:sldLayoutId id="2147484047" r:id="rId3"/>
    <p:sldLayoutId id="2147484048" r:id="rId4"/>
    <p:sldLayoutId id="2147484049" r:id="rId5"/>
    <p:sldLayoutId id="2147484050" r:id="rId6"/>
    <p:sldLayoutId id="2147484051" r:id="rId7"/>
    <p:sldLayoutId id="2147484052" r:id="rId8"/>
    <p:sldLayoutId id="2147484053" r:id="rId9"/>
    <p:sldLayoutId id="2147484054" r:id="rId10"/>
    <p:sldLayoutId id="21474840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57" r:id="rId1"/>
    <p:sldLayoutId id="2147484058" r:id="rId2"/>
    <p:sldLayoutId id="2147484059" r:id="rId3"/>
    <p:sldLayoutId id="2147484060" r:id="rId4"/>
    <p:sldLayoutId id="2147484061" r:id="rId5"/>
    <p:sldLayoutId id="2147484062" r:id="rId6"/>
    <p:sldLayoutId id="2147484063" r:id="rId7"/>
    <p:sldLayoutId id="2147484064" r:id="rId8"/>
    <p:sldLayoutId id="2147484065" r:id="rId9"/>
    <p:sldLayoutId id="2147484066" r:id="rId10"/>
    <p:sldLayoutId id="214748406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69" r:id="rId1"/>
    <p:sldLayoutId id="2147484070" r:id="rId2"/>
    <p:sldLayoutId id="2147484071" r:id="rId3"/>
    <p:sldLayoutId id="2147484072" r:id="rId4"/>
    <p:sldLayoutId id="2147484073" r:id="rId5"/>
    <p:sldLayoutId id="2147484074" r:id="rId6"/>
    <p:sldLayoutId id="2147484075" r:id="rId7"/>
    <p:sldLayoutId id="2147484076" r:id="rId8"/>
    <p:sldLayoutId id="2147484077" r:id="rId9"/>
    <p:sldLayoutId id="2147484078" r:id="rId10"/>
    <p:sldLayoutId id="214748407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81" r:id="rId1"/>
    <p:sldLayoutId id="2147484082" r:id="rId2"/>
    <p:sldLayoutId id="2147484083" r:id="rId3"/>
    <p:sldLayoutId id="2147484084" r:id="rId4"/>
    <p:sldLayoutId id="2147484085" r:id="rId5"/>
    <p:sldLayoutId id="2147484086" r:id="rId6"/>
    <p:sldLayoutId id="2147484087" r:id="rId7"/>
    <p:sldLayoutId id="2147484088" r:id="rId8"/>
    <p:sldLayoutId id="2147484089" r:id="rId9"/>
    <p:sldLayoutId id="2147484090" r:id="rId10"/>
    <p:sldLayoutId id="214748409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93" r:id="rId1"/>
    <p:sldLayoutId id="2147484094" r:id="rId2"/>
    <p:sldLayoutId id="2147484095" r:id="rId3"/>
    <p:sldLayoutId id="2147484096" r:id="rId4"/>
    <p:sldLayoutId id="2147484097" r:id="rId5"/>
    <p:sldLayoutId id="2147484098" r:id="rId6"/>
    <p:sldLayoutId id="2147484099" r:id="rId7"/>
    <p:sldLayoutId id="2147484100" r:id="rId8"/>
    <p:sldLayoutId id="2147484101" r:id="rId9"/>
    <p:sldLayoutId id="2147484102" r:id="rId10"/>
    <p:sldLayoutId id="214748410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05" r:id="rId1"/>
    <p:sldLayoutId id="2147484106" r:id="rId2"/>
    <p:sldLayoutId id="2147484107" r:id="rId3"/>
    <p:sldLayoutId id="2147484108" r:id="rId4"/>
    <p:sldLayoutId id="2147484109" r:id="rId5"/>
    <p:sldLayoutId id="2147484110" r:id="rId6"/>
    <p:sldLayoutId id="2147484111" r:id="rId7"/>
    <p:sldLayoutId id="2147484112" r:id="rId8"/>
    <p:sldLayoutId id="2147484113" r:id="rId9"/>
    <p:sldLayoutId id="2147484114" r:id="rId10"/>
    <p:sldLayoutId id="214748411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17" r:id="rId1"/>
    <p:sldLayoutId id="2147484118" r:id="rId2"/>
    <p:sldLayoutId id="2147484119" r:id="rId3"/>
    <p:sldLayoutId id="2147484120" r:id="rId4"/>
    <p:sldLayoutId id="2147484121" r:id="rId5"/>
    <p:sldLayoutId id="2147484122" r:id="rId6"/>
    <p:sldLayoutId id="2147484123" r:id="rId7"/>
    <p:sldLayoutId id="2147484124" r:id="rId8"/>
    <p:sldLayoutId id="2147484125" r:id="rId9"/>
    <p:sldLayoutId id="2147484126" r:id="rId10"/>
    <p:sldLayoutId id="214748412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29" r:id="rId1"/>
    <p:sldLayoutId id="2147484130" r:id="rId2"/>
    <p:sldLayoutId id="2147484131" r:id="rId3"/>
    <p:sldLayoutId id="2147484132" r:id="rId4"/>
    <p:sldLayoutId id="2147484133" r:id="rId5"/>
    <p:sldLayoutId id="2147484134" r:id="rId6"/>
    <p:sldLayoutId id="2147484135" r:id="rId7"/>
    <p:sldLayoutId id="2147484136" r:id="rId8"/>
    <p:sldLayoutId id="2147484137" r:id="rId9"/>
    <p:sldLayoutId id="2147484138" r:id="rId10"/>
    <p:sldLayoutId id="214748413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41" r:id="rId1"/>
    <p:sldLayoutId id="2147484142" r:id="rId2"/>
    <p:sldLayoutId id="2147484143" r:id="rId3"/>
    <p:sldLayoutId id="2147484144" r:id="rId4"/>
    <p:sldLayoutId id="2147484145" r:id="rId5"/>
    <p:sldLayoutId id="2147484146" r:id="rId6"/>
    <p:sldLayoutId id="2147484147" r:id="rId7"/>
    <p:sldLayoutId id="2147484148" r:id="rId8"/>
    <p:sldLayoutId id="2147484149" r:id="rId9"/>
    <p:sldLayoutId id="2147484150" r:id="rId10"/>
    <p:sldLayoutId id="214748415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53" r:id="rId1"/>
    <p:sldLayoutId id="2147484154" r:id="rId2"/>
    <p:sldLayoutId id="2147484155" r:id="rId3"/>
    <p:sldLayoutId id="2147484156" r:id="rId4"/>
    <p:sldLayoutId id="2147484157" r:id="rId5"/>
    <p:sldLayoutId id="2147484158" r:id="rId6"/>
    <p:sldLayoutId id="2147484159" r:id="rId7"/>
    <p:sldLayoutId id="2147484160" r:id="rId8"/>
    <p:sldLayoutId id="2147484161" r:id="rId9"/>
    <p:sldLayoutId id="2147484162" r:id="rId10"/>
    <p:sldLayoutId id="214748416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65" r:id="rId1"/>
    <p:sldLayoutId id="2147484166" r:id="rId2"/>
    <p:sldLayoutId id="2147484167" r:id="rId3"/>
    <p:sldLayoutId id="2147484168" r:id="rId4"/>
    <p:sldLayoutId id="2147484169" r:id="rId5"/>
    <p:sldLayoutId id="2147484170" r:id="rId6"/>
    <p:sldLayoutId id="2147484171" r:id="rId7"/>
    <p:sldLayoutId id="2147484172" r:id="rId8"/>
    <p:sldLayoutId id="2147484173" r:id="rId9"/>
    <p:sldLayoutId id="2147484174" r:id="rId10"/>
    <p:sldLayoutId id="214748417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77" r:id="rId1"/>
    <p:sldLayoutId id="2147484178" r:id="rId2"/>
    <p:sldLayoutId id="2147484179" r:id="rId3"/>
    <p:sldLayoutId id="2147484180" r:id="rId4"/>
    <p:sldLayoutId id="2147484181" r:id="rId5"/>
    <p:sldLayoutId id="2147484182" r:id="rId6"/>
    <p:sldLayoutId id="2147484183" r:id="rId7"/>
    <p:sldLayoutId id="2147484184" r:id="rId8"/>
    <p:sldLayoutId id="2147484185" r:id="rId9"/>
    <p:sldLayoutId id="2147484186" r:id="rId10"/>
    <p:sldLayoutId id="214748418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89" r:id="rId1"/>
    <p:sldLayoutId id="2147484190" r:id="rId2"/>
    <p:sldLayoutId id="2147484191" r:id="rId3"/>
    <p:sldLayoutId id="2147484192" r:id="rId4"/>
    <p:sldLayoutId id="2147484193" r:id="rId5"/>
    <p:sldLayoutId id="2147484194" r:id="rId6"/>
    <p:sldLayoutId id="2147484195" r:id="rId7"/>
    <p:sldLayoutId id="2147484196" r:id="rId8"/>
    <p:sldLayoutId id="2147484197" r:id="rId9"/>
    <p:sldLayoutId id="2147484198" r:id="rId10"/>
    <p:sldLayoutId id="214748419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01" r:id="rId1"/>
    <p:sldLayoutId id="2147484202" r:id="rId2"/>
    <p:sldLayoutId id="2147484203" r:id="rId3"/>
    <p:sldLayoutId id="2147484204" r:id="rId4"/>
    <p:sldLayoutId id="2147484205" r:id="rId5"/>
    <p:sldLayoutId id="2147484206" r:id="rId6"/>
    <p:sldLayoutId id="2147484207" r:id="rId7"/>
    <p:sldLayoutId id="2147484208" r:id="rId8"/>
    <p:sldLayoutId id="2147484209" r:id="rId9"/>
    <p:sldLayoutId id="2147484210" r:id="rId10"/>
    <p:sldLayoutId id="214748421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13" r:id="rId1"/>
    <p:sldLayoutId id="2147484214" r:id="rId2"/>
    <p:sldLayoutId id="2147484215" r:id="rId3"/>
    <p:sldLayoutId id="2147484216" r:id="rId4"/>
    <p:sldLayoutId id="2147484217" r:id="rId5"/>
    <p:sldLayoutId id="2147484218" r:id="rId6"/>
    <p:sldLayoutId id="2147484219" r:id="rId7"/>
    <p:sldLayoutId id="2147484220" r:id="rId8"/>
    <p:sldLayoutId id="2147484221" r:id="rId9"/>
    <p:sldLayoutId id="2147484222" r:id="rId10"/>
    <p:sldLayoutId id="214748422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25" r:id="rId1"/>
    <p:sldLayoutId id="2147484226" r:id="rId2"/>
    <p:sldLayoutId id="2147484227" r:id="rId3"/>
    <p:sldLayoutId id="2147484228" r:id="rId4"/>
    <p:sldLayoutId id="2147484229" r:id="rId5"/>
    <p:sldLayoutId id="2147484230" r:id="rId6"/>
    <p:sldLayoutId id="2147484231" r:id="rId7"/>
    <p:sldLayoutId id="2147484232" r:id="rId8"/>
    <p:sldLayoutId id="2147484233" r:id="rId9"/>
    <p:sldLayoutId id="2147484234" r:id="rId10"/>
    <p:sldLayoutId id="214748423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37" r:id="rId1"/>
    <p:sldLayoutId id="2147484238" r:id="rId2"/>
    <p:sldLayoutId id="2147484239" r:id="rId3"/>
    <p:sldLayoutId id="2147484240" r:id="rId4"/>
    <p:sldLayoutId id="2147484241" r:id="rId5"/>
    <p:sldLayoutId id="2147484242" r:id="rId6"/>
    <p:sldLayoutId id="2147484243" r:id="rId7"/>
    <p:sldLayoutId id="2147484244" r:id="rId8"/>
    <p:sldLayoutId id="2147484245" r:id="rId9"/>
    <p:sldLayoutId id="2147484246" r:id="rId10"/>
    <p:sldLayoutId id="214748424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49" r:id="rId1"/>
    <p:sldLayoutId id="2147484250" r:id="rId2"/>
    <p:sldLayoutId id="2147484251" r:id="rId3"/>
    <p:sldLayoutId id="2147484252" r:id="rId4"/>
    <p:sldLayoutId id="2147484253" r:id="rId5"/>
    <p:sldLayoutId id="2147484254" r:id="rId6"/>
    <p:sldLayoutId id="2147484255" r:id="rId7"/>
    <p:sldLayoutId id="2147484256" r:id="rId8"/>
    <p:sldLayoutId id="2147484257" r:id="rId9"/>
    <p:sldLayoutId id="2147484258" r:id="rId10"/>
    <p:sldLayoutId id="214748425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61" r:id="rId1"/>
    <p:sldLayoutId id="2147484262" r:id="rId2"/>
    <p:sldLayoutId id="2147484263" r:id="rId3"/>
    <p:sldLayoutId id="2147484264" r:id="rId4"/>
    <p:sldLayoutId id="2147484265" r:id="rId5"/>
    <p:sldLayoutId id="2147484266" r:id="rId6"/>
    <p:sldLayoutId id="2147484267" r:id="rId7"/>
    <p:sldLayoutId id="2147484268" r:id="rId8"/>
    <p:sldLayoutId id="2147484269" r:id="rId9"/>
    <p:sldLayoutId id="2147484270" r:id="rId10"/>
    <p:sldLayoutId id="214748427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73" r:id="rId1"/>
    <p:sldLayoutId id="2147484274" r:id="rId2"/>
    <p:sldLayoutId id="2147484275" r:id="rId3"/>
    <p:sldLayoutId id="2147484276" r:id="rId4"/>
    <p:sldLayoutId id="2147484277" r:id="rId5"/>
    <p:sldLayoutId id="2147484278" r:id="rId6"/>
    <p:sldLayoutId id="2147484279" r:id="rId7"/>
    <p:sldLayoutId id="2147484280" r:id="rId8"/>
    <p:sldLayoutId id="2147484281" r:id="rId9"/>
    <p:sldLayoutId id="2147484282" r:id="rId10"/>
    <p:sldLayoutId id="214748428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85" r:id="rId1"/>
    <p:sldLayoutId id="2147484286" r:id="rId2"/>
    <p:sldLayoutId id="2147484287" r:id="rId3"/>
    <p:sldLayoutId id="2147484288" r:id="rId4"/>
    <p:sldLayoutId id="2147484289" r:id="rId5"/>
    <p:sldLayoutId id="2147484290" r:id="rId6"/>
    <p:sldLayoutId id="2147484291" r:id="rId7"/>
    <p:sldLayoutId id="2147484292" r:id="rId8"/>
    <p:sldLayoutId id="2147484293" r:id="rId9"/>
    <p:sldLayoutId id="2147484294" r:id="rId10"/>
    <p:sldLayoutId id="214748429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97" r:id="rId1"/>
    <p:sldLayoutId id="2147484298" r:id="rId2"/>
    <p:sldLayoutId id="2147484299" r:id="rId3"/>
    <p:sldLayoutId id="2147484300" r:id="rId4"/>
    <p:sldLayoutId id="2147484301" r:id="rId5"/>
    <p:sldLayoutId id="2147484302" r:id="rId6"/>
    <p:sldLayoutId id="2147484303" r:id="rId7"/>
    <p:sldLayoutId id="2147484304" r:id="rId8"/>
    <p:sldLayoutId id="2147484305" r:id="rId9"/>
    <p:sldLayoutId id="2147484306" r:id="rId10"/>
    <p:sldLayoutId id="214748430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09" r:id="rId1"/>
    <p:sldLayoutId id="2147484310" r:id="rId2"/>
    <p:sldLayoutId id="2147484311" r:id="rId3"/>
    <p:sldLayoutId id="2147484312" r:id="rId4"/>
    <p:sldLayoutId id="2147484313" r:id="rId5"/>
    <p:sldLayoutId id="2147484314" r:id="rId6"/>
    <p:sldLayoutId id="2147484315" r:id="rId7"/>
    <p:sldLayoutId id="2147484316" r:id="rId8"/>
    <p:sldLayoutId id="2147484317" r:id="rId9"/>
    <p:sldLayoutId id="2147484318" r:id="rId10"/>
    <p:sldLayoutId id="214748431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21" r:id="rId1"/>
    <p:sldLayoutId id="2147484322" r:id="rId2"/>
    <p:sldLayoutId id="2147484323" r:id="rId3"/>
    <p:sldLayoutId id="2147484324" r:id="rId4"/>
    <p:sldLayoutId id="2147484325" r:id="rId5"/>
    <p:sldLayoutId id="2147484326" r:id="rId6"/>
    <p:sldLayoutId id="2147484327" r:id="rId7"/>
    <p:sldLayoutId id="2147484328" r:id="rId8"/>
    <p:sldLayoutId id="2147484329" r:id="rId9"/>
    <p:sldLayoutId id="2147484330" r:id="rId10"/>
    <p:sldLayoutId id="214748433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33" r:id="rId1"/>
    <p:sldLayoutId id="2147484334" r:id="rId2"/>
    <p:sldLayoutId id="2147484335" r:id="rId3"/>
    <p:sldLayoutId id="2147484336" r:id="rId4"/>
    <p:sldLayoutId id="2147484337" r:id="rId5"/>
    <p:sldLayoutId id="2147484338" r:id="rId6"/>
    <p:sldLayoutId id="2147484339" r:id="rId7"/>
    <p:sldLayoutId id="2147484340" r:id="rId8"/>
    <p:sldLayoutId id="2147484341" r:id="rId9"/>
    <p:sldLayoutId id="2147484342" r:id="rId10"/>
    <p:sldLayoutId id="214748434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45" r:id="rId1"/>
    <p:sldLayoutId id="2147484346" r:id="rId2"/>
    <p:sldLayoutId id="2147484347" r:id="rId3"/>
    <p:sldLayoutId id="2147484348" r:id="rId4"/>
    <p:sldLayoutId id="2147484349" r:id="rId5"/>
    <p:sldLayoutId id="2147484350" r:id="rId6"/>
    <p:sldLayoutId id="2147484351" r:id="rId7"/>
    <p:sldLayoutId id="2147484352" r:id="rId8"/>
    <p:sldLayoutId id="2147484353" r:id="rId9"/>
    <p:sldLayoutId id="2147484354" r:id="rId10"/>
    <p:sldLayoutId id="21474843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57" r:id="rId1"/>
    <p:sldLayoutId id="2147484358" r:id="rId2"/>
    <p:sldLayoutId id="2147484359" r:id="rId3"/>
    <p:sldLayoutId id="2147484360" r:id="rId4"/>
    <p:sldLayoutId id="2147484361" r:id="rId5"/>
    <p:sldLayoutId id="2147484362" r:id="rId6"/>
    <p:sldLayoutId id="2147484363" r:id="rId7"/>
    <p:sldLayoutId id="2147484364" r:id="rId8"/>
    <p:sldLayoutId id="2147484365" r:id="rId9"/>
    <p:sldLayoutId id="2147484366" r:id="rId10"/>
    <p:sldLayoutId id="214748436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69" r:id="rId1"/>
    <p:sldLayoutId id="2147484370" r:id="rId2"/>
    <p:sldLayoutId id="2147484371" r:id="rId3"/>
    <p:sldLayoutId id="2147484372" r:id="rId4"/>
    <p:sldLayoutId id="2147484373" r:id="rId5"/>
    <p:sldLayoutId id="2147484374" r:id="rId6"/>
    <p:sldLayoutId id="2147484375" r:id="rId7"/>
    <p:sldLayoutId id="2147484376" r:id="rId8"/>
    <p:sldLayoutId id="2147484377" r:id="rId9"/>
    <p:sldLayoutId id="2147484378" r:id="rId10"/>
    <p:sldLayoutId id="214748437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81" r:id="rId1"/>
    <p:sldLayoutId id="2147484382" r:id="rId2"/>
    <p:sldLayoutId id="2147484383" r:id="rId3"/>
    <p:sldLayoutId id="2147484384" r:id="rId4"/>
    <p:sldLayoutId id="2147484385" r:id="rId5"/>
    <p:sldLayoutId id="2147484386" r:id="rId6"/>
    <p:sldLayoutId id="2147484387" r:id="rId7"/>
    <p:sldLayoutId id="2147484388" r:id="rId8"/>
    <p:sldLayoutId id="2147484389" r:id="rId9"/>
    <p:sldLayoutId id="2147484390" r:id="rId10"/>
    <p:sldLayoutId id="214748439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93" r:id="rId1"/>
    <p:sldLayoutId id="2147484394" r:id="rId2"/>
    <p:sldLayoutId id="2147484395" r:id="rId3"/>
    <p:sldLayoutId id="2147484396" r:id="rId4"/>
    <p:sldLayoutId id="2147484397" r:id="rId5"/>
    <p:sldLayoutId id="2147484398" r:id="rId6"/>
    <p:sldLayoutId id="2147484399" r:id="rId7"/>
    <p:sldLayoutId id="2147484400" r:id="rId8"/>
    <p:sldLayoutId id="2147484401" r:id="rId9"/>
    <p:sldLayoutId id="2147484402" r:id="rId10"/>
    <p:sldLayoutId id="214748440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05" r:id="rId1"/>
    <p:sldLayoutId id="2147484406" r:id="rId2"/>
    <p:sldLayoutId id="2147484407" r:id="rId3"/>
    <p:sldLayoutId id="2147484408" r:id="rId4"/>
    <p:sldLayoutId id="2147484409" r:id="rId5"/>
    <p:sldLayoutId id="2147484410" r:id="rId6"/>
    <p:sldLayoutId id="2147484411" r:id="rId7"/>
    <p:sldLayoutId id="2147484412" r:id="rId8"/>
    <p:sldLayoutId id="2147484413" r:id="rId9"/>
    <p:sldLayoutId id="2147484414" r:id="rId10"/>
    <p:sldLayoutId id="214748441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17" r:id="rId1"/>
    <p:sldLayoutId id="2147484418" r:id="rId2"/>
    <p:sldLayoutId id="2147484419" r:id="rId3"/>
    <p:sldLayoutId id="2147484420" r:id="rId4"/>
    <p:sldLayoutId id="2147484421" r:id="rId5"/>
    <p:sldLayoutId id="2147484422" r:id="rId6"/>
    <p:sldLayoutId id="2147484423" r:id="rId7"/>
    <p:sldLayoutId id="2147484424" r:id="rId8"/>
    <p:sldLayoutId id="2147484425" r:id="rId9"/>
    <p:sldLayoutId id="2147484426" r:id="rId10"/>
    <p:sldLayoutId id="214748442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29" r:id="rId1"/>
    <p:sldLayoutId id="2147484430" r:id="rId2"/>
    <p:sldLayoutId id="2147484431" r:id="rId3"/>
    <p:sldLayoutId id="2147484432" r:id="rId4"/>
    <p:sldLayoutId id="2147484433" r:id="rId5"/>
    <p:sldLayoutId id="2147484434" r:id="rId6"/>
    <p:sldLayoutId id="2147484435" r:id="rId7"/>
    <p:sldLayoutId id="2147484436" r:id="rId8"/>
    <p:sldLayoutId id="2147484437" r:id="rId9"/>
    <p:sldLayoutId id="2147484438" r:id="rId10"/>
    <p:sldLayoutId id="214748443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41" r:id="rId1"/>
    <p:sldLayoutId id="2147484442" r:id="rId2"/>
    <p:sldLayoutId id="2147484443" r:id="rId3"/>
    <p:sldLayoutId id="2147484444" r:id="rId4"/>
    <p:sldLayoutId id="2147484445" r:id="rId5"/>
    <p:sldLayoutId id="2147484446" r:id="rId6"/>
    <p:sldLayoutId id="2147484447" r:id="rId7"/>
    <p:sldLayoutId id="2147484448" r:id="rId8"/>
    <p:sldLayoutId id="2147484449" r:id="rId9"/>
    <p:sldLayoutId id="2147484450" r:id="rId10"/>
    <p:sldLayoutId id="214748445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53" r:id="rId1"/>
    <p:sldLayoutId id="2147484454" r:id="rId2"/>
    <p:sldLayoutId id="2147484455" r:id="rId3"/>
    <p:sldLayoutId id="2147484456" r:id="rId4"/>
    <p:sldLayoutId id="2147484457" r:id="rId5"/>
    <p:sldLayoutId id="2147484458" r:id="rId6"/>
    <p:sldLayoutId id="2147484459" r:id="rId7"/>
    <p:sldLayoutId id="2147484460" r:id="rId8"/>
    <p:sldLayoutId id="2147484461" r:id="rId9"/>
    <p:sldLayoutId id="2147484462" r:id="rId10"/>
    <p:sldLayoutId id="214748446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0382E29-26CC-4AD3-AA12-AA9690AD1694}" type="slidenum">
              <a:rPr lang="zh-CN" altLang="en-US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65" r:id="rId1"/>
    <p:sldLayoutId id="2147484466" r:id="rId2"/>
    <p:sldLayoutId id="2147484467" r:id="rId3"/>
    <p:sldLayoutId id="2147484468" r:id="rId4"/>
    <p:sldLayoutId id="2147484469" r:id="rId5"/>
    <p:sldLayoutId id="2147484470" r:id="rId6"/>
    <p:sldLayoutId id="2147484471" r:id="rId7"/>
    <p:sldLayoutId id="2147484472" r:id="rId8"/>
    <p:sldLayoutId id="2147484473" r:id="rId9"/>
    <p:sldLayoutId id="2147484474" r:id="rId10"/>
    <p:sldLayoutId id="214748447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891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/>
            </a:lvl1pPr>
          </a:lstStyle>
          <a:p>
            <a:fld id="{EC2FE00D-46B4-4222-B686-C9D0858A4807}" type="slidenum">
              <a:rPr lang="zh-CN" altLang="en-US"/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77" r:id="rId1"/>
    <p:sldLayoutId id="2147484478" r:id="rId2"/>
    <p:sldLayoutId id="2147484479" r:id="rId3"/>
    <p:sldLayoutId id="2147484480" r:id="rId4"/>
    <p:sldLayoutId id="2147484481" r:id="rId5"/>
    <p:sldLayoutId id="2147484482" r:id="rId6"/>
    <p:sldLayoutId id="2147484483" r:id="rId7"/>
    <p:sldLayoutId id="2147484484" r:id="rId8"/>
    <p:sldLayoutId id="2147484485" r:id="rId9"/>
    <p:sldLayoutId id="2147484486" r:id="rId10"/>
    <p:sldLayoutId id="214748448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891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/>
            </a:lvl1pPr>
          </a:lstStyle>
          <a:p>
            <a:fld id="{8E88C72C-3972-4C0F-A763-952B81D7264A}" type="slidenum">
              <a:rPr lang="zh-CN" altLang="en-US"/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89" r:id="rId1"/>
    <p:sldLayoutId id="2147484490" r:id="rId2"/>
    <p:sldLayoutId id="2147484491" r:id="rId3"/>
    <p:sldLayoutId id="2147484492" r:id="rId4"/>
    <p:sldLayoutId id="2147484493" r:id="rId5"/>
    <p:sldLayoutId id="2147484494" r:id="rId6"/>
    <p:sldLayoutId id="2147484495" r:id="rId7"/>
    <p:sldLayoutId id="2147484496" r:id="rId8"/>
    <p:sldLayoutId id="2147484497" r:id="rId9"/>
    <p:sldLayoutId id="2147484498" r:id="rId10"/>
    <p:sldLayoutId id="214748449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891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/>
            </a:lvl1pPr>
          </a:lstStyle>
          <a:p>
            <a:fld id="{0D733D8E-50AD-4CBC-A086-40C3D34DA210}" type="slidenum">
              <a:rPr lang="zh-CN" altLang="en-US"/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01" r:id="rId1"/>
    <p:sldLayoutId id="2147484502" r:id="rId2"/>
    <p:sldLayoutId id="2147484503" r:id="rId3"/>
    <p:sldLayoutId id="2147484504" r:id="rId4"/>
    <p:sldLayoutId id="2147484505" r:id="rId5"/>
    <p:sldLayoutId id="2147484506" r:id="rId6"/>
    <p:sldLayoutId id="2147484507" r:id="rId7"/>
    <p:sldLayoutId id="2147484508" r:id="rId8"/>
    <p:sldLayoutId id="2147484509" r:id="rId9"/>
    <p:sldLayoutId id="2147484510" r:id="rId10"/>
    <p:sldLayoutId id="214748451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4198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/>
            </a:lvl1pPr>
          </a:lstStyle>
          <a:p>
            <a:fld id="{DDF707B1-A638-42F7-BCBF-665FAADF3582}" type="slidenum">
              <a:rPr lang="zh-CN" altLang="en-US"/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13" r:id="rId1"/>
    <p:sldLayoutId id="2147484514" r:id="rId2"/>
    <p:sldLayoutId id="2147484515" r:id="rId3"/>
    <p:sldLayoutId id="2147484516" r:id="rId4"/>
    <p:sldLayoutId id="2147484517" r:id="rId5"/>
    <p:sldLayoutId id="2147484518" r:id="rId6"/>
    <p:sldLayoutId id="2147484519" r:id="rId7"/>
    <p:sldLayoutId id="2147484520" r:id="rId8"/>
    <p:sldLayoutId id="2147484521" r:id="rId9"/>
    <p:sldLayoutId id="2147484522" r:id="rId10"/>
    <p:sldLayoutId id="214748452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4198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/>
            </a:lvl1pPr>
          </a:lstStyle>
          <a:p>
            <a:fld id="{CC417F7A-C53E-4301-AA35-F1C06E739170}" type="slidenum">
              <a:rPr lang="zh-CN" altLang="en-US"/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25" r:id="rId1"/>
    <p:sldLayoutId id="2147484526" r:id="rId2"/>
    <p:sldLayoutId id="2147484527" r:id="rId3"/>
    <p:sldLayoutId id="2147484528" r:id="rId4"/>
    <p:sldLayoutId id="2147484529" r:id="rId5"/>
    <p:sldLayoutId id="2147484530" r:id="rId6"/>
    <p:sldLayoutId id="2147484531" r:id="rId7"/>
    <p:sldLayoutId id="2147484532" r:id="rId8"/>
    <p:sldLayoutId id="2147484533" r:id="rId9"/>
    <p:sldLayoutId id="2147484534" r:id="rId10"/>
    <p:sldLayoutId id="214748453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050" name="Rectangle 2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2051" name="Rectangle 3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</a:ln>
        </p:spPr>
        <p:txBody>
          <a:bodyPr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34714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714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 eaLnBrk="1" hangingPunct="1">
              <a:defRPr sz="1400">
                <a:latin typeface="Arial" panose="020B0604020202020204" pitchFamily="34" charset="0"/>
                <a:ea typeface="宋体" panose="02010600030101010101" pitchFamily="2" charset="-122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714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 eaLnBrk="1" hangingPunct="1">
              <a:defRPr sz="1400"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25ECFB86-9D91-4A9B-84BA-AE404100E070}" type="slidenum"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7" r:id="rId1"/>
    <p:sldLayoutId id="2147484538" r:id="rId2"/>
    <p:sldLayoutId id="2147484539" r:id="rId3"/>
    <p:sldLayoutId id="2147484540" r:id="rId4"/>
    <p:sldLayoutId id="2147484541" r:id="rId5"/>
    <p:sldLayoutId id="2147484542" r:id="rId6"/>
    <p:sldLayoutId id="2147484543" r:id="rId7"/>
    <p:sldLayoutId id="2147484544" r:id="rId8"/>
    <p:sldLayoutId id="2147484545" r:id="rId9"/>
    <p:sldLayoutId id="2147484546" r:id="rId10"/>
    <p:sldLayoutId id="2147484547" r:id="rId11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.bin"/><Relationship Id="rId8" Type="http://schemas.openxmlformats.org/officeDocument/2006/relationships/image" Target="../media/image8.emf"/><Relationship Id="rId7" Type="http://schemas.openxmlformats.org/officeDocument/2006/relationships/oleObject" Target="../embeddings/oleObject4.bin"/><Relationship Id="rId6" Type="http://schemas.openxmlformats.org/officeDocument/2006/relationships/image" Target="../media/image7.e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6.emf"/><Relationship Id="rId3" Type="http://schemas.openxmlformats.org/officeDocument/2006/relationships/oleObject" Target="../embeddings/oleObject2.bin"/><Relationship Id="rId2" Type="http://schemas.openxmlformats.org/officeDocument/2006/relationships/image" Target="../media/image5.emf"/><Relationship Id="rId14" Type="http://schemas.openxmlformats.org/officeDocument/2006/relationships/vmlDrawing" Target="../drawings/vmlDrawing1.vml"/><Relationship Id="rId13" Type="http://schemas.openxmlformats.org/officeDocument/2006/relationships/slideLayout" Target="../slideLayouts/slideLayout12.xml"/><Relationship Id="rId12" Type="http://schemas.openxmlformats.org/officeDocument/2006/relationships/image" Target="../media/image10.emf"/><Relationship Id="rId11" Type="http://schemas.openxmlformats.org/officeDocument/2006/relationships/oleObject" Target="../embeddings/oleObject6.bin"/><Relationship Id="rId10" Type="http://schemas.openxmlformats.org/officeDocument/2006/relationships/image" Target="../media/image9.emf"/><Relationship Id="rId1" Type="http://schemas.openxmlformats.org/officeDocument/2006/relationships/oleObject" Target="../embeddings/oleObject1.bin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0.xml"/><Relationship Id="rId8" Type="http://schemas.openxmlformats.org/officeDocument/2006/relationships/image" Target="../media/image15.png"/><Relationship Id="rId7" Type="http://schemas.openxmlformats.org/officeDocument/2006/relationships/image" Target="../media/image14.png"/><Relationship Id="rId6" Type="http://schemas.openxmlformats.org/officeDocument/2006/relationships/image" Target="../media/image13.emf"/><Relationship Id="rId5" Type="http://schemas.openxmlformats.org/officeDocument/2006/relationships/oleObject" Target="../embeddings/oleObject9.bin"/><Relationship Id="rId4" Type="http://schemas.openxmlformats.org/officeDocument/2006/relationships/image" Target="../media/image12.emf"/><Relationship Id="rId3" Type="http://schemas.openxmlformats.org/officeDocument/2006/relationships/oleObject" Target="../embeddings/oleObject8.bin"/><Relationship Id="rId2" Type="http://schemas.openxmlformats.org/officeDocument/2006/relationships/image" Target="../media/image11.emf"/><Relationship Id="rId10" Type="http://schemas.openxmlformats.org/officeDocument/2006/relationships/vmlDrawing" Target="../drawings/vmlDrawing2.vml"/><Relationship Id="rId1" Type="http://schemas.openxmlformats.org/officeDocument/2006/relationships/oleObject" Target="../embeddings/oleObject7.bin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1.xml"/><Relationship Id="rId2" Type="http://schemas.openxmlformats.org/officeDocument/2006/relationships/image" Target="../media/image17.png"/><Relationship Id="rId1" Type="http://schemas.openxmlformats.org/officeDocument/2006/relationships/image" Target="../media/image16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7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3.vml"/><Relationship Id="rId5" Type="http://schemas.openxmlformats.org/officeDocument/2006/relationships/slideLayout" Target="../slideLayouts/slideLayout73.xml"/><Relationship Id="rId4" Type="http://schemas.openxmlformats.org/officeDocument/2006/relationships/image" Target="../media/image19.emf"/><Relationship Id="rId3" Type="http://schemas.openxmlformats.org/officeDocument/2006/relationships/oleObject" Target="../embeddings/oleObject11.bin"/><Relationship Id="rId2" Type="http://schemas.openxmlformats.org/officeDocument/2006/relationships/image" Target="../media/image18.emf"/><Relationship Id="rId1" Type="http://schemas.openxmlformats.org/officeDocument/2006/relationships/oleObject" Target="../embeddings/oleObject10.bin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4.xml"/><Relationship Id="rId8" Type="http://schemas.openxmlformats.org/officeDocument/2006/relationships/image" Target="../media/image23.emf"/><Relationship Id="rId7" Type="http://schemas.openxmlformats.org/officeDocument/2006/relationships/oleObject" Target="../embeddings/oleObject15.bin"/><Relationship Id="rId6" Type="http://schemas.openxmlformats.org/officeDocument/2006/relationships/image" Target="../media/image22.emf"/><Relationship Id="rId5" Type="http://schemas.openxmlformats.org/officeDocument/2006/relationships/oleObject" Target="../embeddings/oleObject14.bin"/><Relationship Id="rId4" Type="http://schemas.openxmlformats.org/officeDocument/2006/relationships/image" Target="../media/image21.emf"/><Relationship Id="rId3" Type="http://schemas.openxmlformats.org/officeDocument/2006/relationships/oleObject" Target="../embeddings/oleObject13.bin"/><Relationship Id="rId2" Type="http://schemas.openxmlformats.org/officeDocument/2006/relationships/image" Target="../media/image20.emf"/><Relationship Id="rId10" Type="http://schemas.openxmlformats.org/officeDocument/2006/relationships/vmlDrawing" Target="../drawings/vmlDrawing4.vml"/><Relationship Id="rId1" Type="http://schemas.openxmlformats.org/officeDocument/2006/relationships/oleObject" Target="../embeddings/oleObject12.bin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6.xml"/><Relationship Id="rId1" Type="http://schemas.openxmlformats.org/officeDocument/2006/relationships/image" Target="../media/image24.emf"/></Relationships>
</file>

<file path=ppt/slides/_rels/slide11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5.vml"/><Relationship Id="rId3" Type="http://schemas.openxmlformats.org/officeDocument/2006/relationships/slideLayout" Target="../slideLayouts/slideLayout117.xml"/><Relationship Id="rId2" Type="http://schemas.openxmlformats.org/officeDocument/2006/relationships/image" Target="../media/image25.emf"/><Relationship Id="rId1" Type="http://schemas.openxmlformats.org/officeDocument/2006/relationships/oleObject" Target="../embeddings/oleObject16.bin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6.vml"/><Relationship Id="rId7" Type="http://schemas.openxmlformats.org/officeDocument/2006/relationships/slideLayout" Target="../slideLayouts/slideLayout128.xml"/><Relationship Id="rId6" Type="http://schemas.openxmlformats.org/officeDocument/2006/relationships/image" Target="../media/image28.emf"/><Relationship Id="rId5" Type="http://schemas.openxmlformats.org/officeDocument/2006/relationships/oleObject" Target="../embeddings/oleObject19.bin"/><Relationship Id="rId4" Type="http://schemas.openxmlformats.org/officeDocument/2006/relationships/image" Target="../media/image27.emf"/><Relationship Id="rId3" Type="http://schemas.openxmlformats.org/officeDocument/2006/relationships/oleObject" Target="../embeddings/oleObject18.bin"/><Relationship Id="rId2" Type="http://schemas.openxmlformats.org/officeDocument/2006/relationships/image" Target="../media/image26.emf"/><Relationship Id="rId1" Type="http://schemas.openxmlformats.org/officeDocument/2006/relationships/oleObject" Target="../embeddings/oleObject17.bin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39.xml"/><Relationship Id="rId1" Type="http://schemas.openxmlformats.org/officeDocument/2006/relationships/image" Target="../media/image29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7.vml"/><Relationship Id="rId7" Type="http://schemas.openxmlformats.org/officeDocument/2006/relationships/slideLayout" Target="../slideLayouts/slideLayout172.xml"/><Relationship Id="rId6" Type="http://schemas.openxmlformats.org/officeDocument/2006/relationships/image" Target="../media/image32.emf"/><Relationship Id="rId5" Type="http://schemas.openxmlformats.org/officeDocument/2006/relationships/oleObject" Target="../embeddings/oleObject22.bin"/><Relationship Id="rId4" Type="http://schemas.openxmlformats.org/officeDocument/2006/relationships/image" Target="../media/image31.emf"/><Relationship Id="rId3" Type="http://schemas.openxmlformats.org/officeDocument/2006/relationships/oleObject" Target="../embeddings/oleObject21.bin"/><Relationship Id="rId2" Type="http://schemas.openxmlformats.org/officeDocument/2006/relationships/image" Target="../media/image30.emf"/><Relationship Id="rId1" Type="http://schemas.openxmlformats.org/officeDocument/2006/relationships/oleObject" Target="../embeddings/oleObject20.bin"/></Relationships>
</file>

<file path=ppt/slides/_rels/slide18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8.vml"/><Relationship Id="rId4" Type="http://schemas.openxmlformats.org/officeDocument/2006/relationships/slideLayout" Target="../slideLayouts/slideLayout183.xml"/><Relationship Id="rId3" Type="http://schemas.openxmlformats.org/officeDocument/2006/relationships/image" Target="../media/image34.emf"/><Relationship Id="rId2" Type="http://schemas.openxmlformats.org/officeDocument/2006/relationships/oleObject" Target="../embeddings/oleObject23.bin"/><Relationship Id="rId1" Type="http://schemas.openxmlformats.org/officeDocument/2006/relationships/image" Target="../media/image33.png"/></Relationships>
</file>

<file path=ppt/slides/_rels/slide19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9.vml"/><Relationship Id="rId4" Type="http://schemas.openxmlformats.org/officeDocument/2006/relationships/slideLayout" Target="../slideLayouts/slideLayout194.xml"/><Relationship Id="rId3" Type="http://schemas.openxmlformats.org/officeDocument/2006/relationships/image" Target="../media/image36.png"/><Relationship Id="rId2" Type="http://schemas.openxmlformats.org/officeDocument/2006/relationships/image" Target="../media/image35.emf"/><Relationship Id="rId1" Type="http://schemas.openxmlformats.org/officeDocument/2006/relationships/oleObject" Target="../embeddings/oleObject24.bin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216.xml"/><Relationship Id="rId1" Type="http://schemas.openxmlformats.org/officeDocument/2006/relationships/image" Target="../media/image3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227.xml"/><Relationship Id="rId1" Type="http://schemas.openxmlformats.org/officeDocument/2006/relationships/image" Target="../media/image38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10.xml"/><Relationship Id="rId7" Type="http://schemas.openxmlformats.org/officeDocument/2006/relationships/image" Target="../media/image45.png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image" Target="../media/image39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38.xml"/></Relationships>
</file>

<file path=ppt/slides/_rels/slide25.xml.rels><?xml version="1.0" encoding="UTF-8" standalone="yes"?>
<Relationships xmlns="http://schemas.openxmlformats.org/package/2006/relationships"><Relationship Id="rId9" Type="http://schemas.openxmlformats.org/officeDocument/2006/relationships/image" Target="../media/image50.png"/><Relationship Id="rId8" Type="http://schemas.openxmlformats.org/officeDocument/2006/relationships/image" Target="../media/image49.emf"/><Relationship Id="rId7" Type="http://schemas.openxmlformats.org/officeDocument/2006/relationships/oleObject" Target="../embeddings/oleObject28.bin"/><Relationship Id="rId6" Type="http://schemas.openxmlformats.org/officeDocument/2006/relationships/image" Target="../media/image48.emf"/><Relationship Id="rId5" Type="http://schemas.openxmlformats.org/officeDocument/2006/relationships/oleObject" Target="../embeddings/oleObject27.bin"/><Relationship Id="rId4" Type="http://schemas.openxmlformats.org/officeDocument/2006/relationships/image" Target="../media/image47.emf"/><Relationship Id="rId3" Type="http://schemas.openxmlformats.org/officeDocument/2006/relationships/oleObject" Target="../embeddings/oleObject26.bin"/><Relationship Id="rId2" Type="http://schemas.openxmlformats.org/officeDocument/2006/relationships/image" Target="../media/image46.emf"/><Relationship Id="rId11" Type="http://schemas.openxmlformats.org/officeDocument/2006/relationships/vmlDrawing" Target="../drawings/vmlDrawing10.vml"/><Relationship Id="rId10" Type="http://schemas.openxmlformats.org/officeDocument/2006/relationships/slideLayout" Target="../slideLayouts/slideLayout249.xml"/><Relationship Id="rId1" Type="http://schemas.openxmlformats.org/officeDocument/2006/relationships/oleObject" Target="../embeddings/oleObject25.bin"/></Relationships>
</file>

<file path=ppt/slides/_rels/slide26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1.vml"/><Relationship Id="rId5" Type="http://schemas.openxmlformats.org/officeDocument/2006/relationships/slideLayout" Target="../slideLayouts/slideLayout260.xml"/><Relationship Id="rId4" Type="http://schemas.openxmlformats.org/officeDocument/2006/relationships/image" Target="../media/image52.emf"/><Relationship Id="rId3" Type="http://schemas.openxmlformats.org/officeDocument/2006/relationships/oleObject" Target="../embeddings/oleObject30.bin"/><Relationship Id="rId2" Type="http://schemas.openxmlformats.org/officeDocument/2006/relationships/image" Target="../media/image51.emf"/><Relationship Id="rId1" Type="http://schemas.openxmlformats.org/officeDocument/2006/relationships/oleObject" Target="../embeddings/oleObject29.bin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1.xml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image" Target="../media/image57.emf"/><Relationship Id="rId8" Type="http://schemas.openxmlformats.org/officeDocument/2006/relationships/oleObject" Target="../embeddings/oleObject34.bin"/><Relationship Id="rId7" Type="http://schemas.openxmlformats.org/officeDocument/2006/relationships/image" Target="../media/image56.emf"/><Relationship Id="rId6" Type="http://schemas.openxmlformats.org/officeDocument/2006/relationships/oleObject" Target="../embeddings/oleObject33.bin"/><Relationship Id="rId5" Type="http://schemas.openxmlformats.org/officeDocument/2006/relationships/image" Target="../media/image55.emf"/><Relationship Id="rId4" Type="http://schemas.openxmlformats.org/officeDocument/2006/relationships/oleObject" Target="../embeddings/oleObject32.bin"/><Relationship Id="rId3" Type="http://schemas.openxmlformats.org/officeDocument/2006/relationships/image" Target="../media/image54.emf"/><Relationship Id="rId2" Type="http://schemas.openxmlformats.org/officeDocument/2006/relationships/oleObject" Target="../embeddings/oleObject31.bin"/><Relationship Id="rId11" Type="http://schemas.openxmlformats.org/officeDocument/2006/relationships/vmlDrawing" Target="../drawings/vmlDrawing12.vml"/><Relationship Id="rId10" Type="http://schemas.openxmlformats.org/officeDocument/2006/relationships/slideLayout" Target="../slideLayouts/slideLayout282.xml"/><Relationship Id="rId1" Type="http://schemas.openxmlformats.org/officeDocument/2006/relationships/image" Target="../media/image53.emf"/></Relationships>
</file>

<file path=ppt/slides/_rels/slide29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5.xml"/><Relationship Id="rId6" Type="http://schemas.openxmlformats.org/officeDocument/2006/relationships/vmlDrawing" Target="../drawings/vmlDrawing13.vml"/><Relationship Id="rId5" Type="http://schemas.openxmlformats.org/officeDocument/2006/relationships/slideLayout" Target="../slideLayouts/slideLayout293.xml"/><Relationship Id="rId4" Type="http://schemas.openxmlformats.org/officeDocument/2006/relationships/image" Target="../media/image59.emf"/><Relationship Id="rId3" Type="http://schemas.openxmlformats.org/officeDocument/2006/relationships/oleObject" Target="../embeddings/oleObject36.bin"/><Relationship Id="rId2" Type="http://schemas.openxmlformats.org/officeDocument/2006/relationships/image" Target="../media/image58.emf"/><Relationship Id="rId1" Type="http://schemas.openxmlformats.org/officeDocument/2006/relationships/oleObject" Target="../embeddings/oleObject35.bin"/></Relationships>
</file>

<file path=ppt/slides/_rels/slide30.xml.rels><?xml version="1.0" encoding="UTF-8" standalone="yes"?>
<Relationships xmlns="http://schemas.openxmlformats.org/package/2006/relationships"><Relationship Id="rId7" Type="http://schemas.openxmlformats.org/officeDocument/2006/relationships/vmlDrawing" Target="../drawings/vmlDrawing14.vml"/><Relationship Id="rId6" Type="http://schemas.openxmlformats.org/officeDocument/2006/relationships/slideLayout" Target="../slideLayouts/slideLayout304.xml"/><Relationship Id="rId5" Type="http://schemas.openxmlformats.org/officeDocument/2006/relationships/image" Target="../media/image62.png"/><Relationship Id="rId4" Type="http://schemas.openxmlformats.org/officeDocument/2006/relationships/image" Target="../media/image61.emf"/><Relationship Id="rId3" Type="http://schemas.openxmlformats.org/officeDocument/2006/relationships/oleObject" Target="../embeddings/oleObject38.bin"/><Relationship Id="rId2" Type="http://schemas.openxmlformats.org/officeDocument/2006/relationships/image" Target="../media/image60.emf"/><Relationship Id="rId1" Type="http://schemas.openxmlformats.org/officeDocument/2006/relationships/oleObject" Target="../embeddings/oleObject37.bin"/></Relationships>
</file>

<file path=ppt/slides/_rels/slide31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15.vml"/><Relationship Id="rId4" Type="http://schemas.openxmlformats.org/officeDocument/2006/relationships/slideLayout" Target="../slideLayouts/slideLayout315.xml"/><Relationship Id="rId3" Type="http://schemas.openxmlformats.org/officeDocument/2006/relationships/image" Target="../media/image64.png"/><Relationship Id="rId2" Type="http://schemas.openxmlformats.org/officeDocument/2006/relationships/image" Target="../media/image63.emf"/><Relationship Id="rId1" Type="http://schemas.openxmlformats.org/officeDocument/2006/relationships/oleObject" Target="../embeddings/oleObject39.bin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337.xml"/><Relationship Id="rId1" Type="http://schemas.openxmlformats.org/officeDocument/2006/relationships/image" Target="../media/image65.png"/></Relationships>
</file>

<file path=ppt/slides/_rels/slide3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4.bin"/><Relationship Id="rId8" Type="http://schemas.openxmlformats.org/officeDocument/2006/relationships/image" Target="../media/image69.emf"/><Relationship Id="rId7" Type="http://schemas.openxmlformats.org/officeDocument/2006/relationships/oleObject" Target="../embeddings/oleObject43.bin"/><Relationship Id="rId6" Type="http://schemas.openxmlformats.org/officeDocument/2006/relationships/image" Target="../media/image68.emf"/><Relationship Id="rId5" Type="http://schemas.openxmlformats.org/officeDocument/2006/relationships/oleObject" Target="../embeddings/oleObject42.bin"/><Relationship Id="rId4" Type="http://schemas.openxmlformats.org/officeDocument/2006/relationships/image" Target="../media/image67.emf"/><Relationship Id="rId3" Type="http://schemas.openxmlformats.org/officeDocument/2006/relationships/oleObject" Target="../embeddings/oleObject41.bin"/><Relationship Id="rId2" Type="http://schemas.openxmlformats.org/officeDocument/2006/relationships/image" Target="../media/image66.emf"/><Relationship Id="rId16" Type="http://schemas.openxmlformats.org/officeDocument/2006/relationships/vmlDrawing" Target="../drawings/vmlDrawing16.vml"/><Relationship Id="rId15" Type="http://schemas.openxmlformats.org/officeDocument/2006/relationships/slideLayout" Target="../slideLayouts/slideLayout799.xml"/><Relationship Id="rId14" Type="http://schemas.openxmlformats.org/officeDocument/2006/relationships/image" Target="../media/image72.emf"/><Relationship Id="rId13" Type="http://schemas.openxmlformats.org/officeDocument/2006/relationships/oleObject" Target="../embeddings/oleObject46.bin"/><Relationship Id="rId12" Type="http://schemas.openxmlformats.org/officeDocument/2006/relationships/image" Target="../media/image71.emf"/><Relationship Id="rId11" Type="http://schemas.openxmlformats.org/officeDocument/2006/relationships/oleObject" Target="../embeddings/oleObject45.bin"/><Relationship Id="rId10" Type="http://schemas.openxmlformats.org/officeDocument/2006/relationships/image" Target="../media/image70.emf"/><Relationship Id="rId1" Type="http://schemas.openxmlformats.org/officeDocument/2006/relationships/oleObject" Target="../embeddings/oleObject40.bin"/></Relationships>
</file>

<file path=ppt/slides/_rels/slide3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99.xml"/><Relationship Id="rId8" Type="http://schemas.openxmlformats.org/officeDocument/2006/relationships/image" Target="../media/image76.emf"/><Relationship Id="rId7" Type="http://schemas.openxmlformats.org/officeDocument/2006/relationships/oleObject" Target="../embeddings/oleObject50.bin"/><Relationship Id="rId6" Type="http://schemas.openxmlformats.org/officeDocument/2006/relationships/image" Target="../media/image75.emf"/><Relationship Id="rId5" Type="http://schemas.openxmlformats.org/officeDocument/2006/relationships/oleObject" Target="../embeddings/oleObject49.bin"/><Relationship Id="rId4" Type="http://schemas.openxmlformats.org/officeDocument/2006/relationships/image" Target="../media/image74.emf"/><Relationship Id="rId3" Type="http://schemas.openxmlformats.org/officeDocument/2006/relationships/oleObject" Target="../embeddings/oleObject48.bin"/><Relationship Id="rId2" Type="http://schemas.openxmlformats.org/officeDocument/2006/relationships/image" Target="../media/image73.emf"/><Relationship Id="rId10" Type="http://schemas.openxmlformats.org/officeDocument/2006/relationships/vmlDrawing" Target="../drawings/vmlDrawing17.vml"/><Relationship Id="rId1" Type="http://schemas.openxmlformats.org/officeDocument/2006/relationships/oleObject" Target="../embeddings/oleObject47.bin"/></Relationships>
</file>

<file path=ppt/slides/_rels/slide3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5.bin"/><Relationship Id="rId8" Type="http://schemas.openxmlformats.org/officeDocument/2006/relationships/image" Target="../media/image80.emf"/><Relationship Id="rId7" Type="http://schemas.openxmlformats.org/officeDocument/2006/relationships/oleObject" Target="../embeddings/oleObject54.bin"/><Relationship Id="rId6" Type="http://schemas.openxmlformats.org/officeDocument/2006/relationships/image" Target="../media/image79.emf"/><Relationship Id="rId5" Type="http://schemas.openxmlformats.org/officeDocument/2006/relationships/oleObject" Target="../embeddings/oleObject53.bin"/><Relationship Id="rId4" Type="http://schemas.openxmlformats.org/officeDocument/2006/relationships/image" Target="../media/image78.emf"/><Relationship Id="rId3" Type="http://schemas.openxmlformats.org/officeDocument/2006/relationships/oleObject" Target="../embeddings/oleObject52.bin"/><Relationship Id="rId2" Type="http://schemas.openxmlformats.org/officeDocument/2006/relationships/image" Target="../media/image77.emf"/><Relationship Id="rId14" Type="http://schemas.openxmlformats.org/officeDocument/2006/relationships/vmlDrawing" Target="../drawings/vmlDrawing18.vml"/><Relationship Id="rId13" Type="http://schemas.openxmlformats.org/officeDocument/2006/relationships/slideLayout" Target="../slideLayouts/slideLayout799.xml"/><Relationship Id="rId12" Type="http://schemas.openxmlformats.org/officeDocument/2006/relationships/image" Target="../media/image82.emf"/><Relationship Id="rId11" Type="http://schemas.openxmlformats.org/officeDocument/2006/relationships/oleObject" Target="../embeddings/oleObject56.bin"/><Relationship Id="rId10" Type="http://schemas.openxmlformats.org/officeDocument/2006/relationships/image" Target="../media/image81.emf"/><Relationship Id="rId1" Type="http://schemas.openxmlformats.org/officeDocument/2006/relationships/oleObject" Target="../embeddings/oleObject51.bin"/></Relationships>
</file>

<file path=ppt/slides/_rels/slide37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19.vml"/><Relationship Id="rId4" Type="http://schemas.openxmlformats.org/officeDocument/2006/relationships/slideLayout" Target="../slideLayouts/slideLayout348.xml"/><Relationship Id="rId3" Type="http://schemas.openxmlformats.org/officeDocument/2006/relationships/image" Target="../media/image84.png"/><Relationship Id="rId2" Type="http://schemas.openxmlformats.org/officeDocument/2006/relationships/image" Target="../media/image83.wmf"/><Relationship Id="rId1" Type="http://schemas.openxmlformats.org/officeDocument/2006/relationships/oleObject" Target="../embeddings/oleObject57.bin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1.xml"/></Relationships>
</file>

<file path=ppt/slides/_rels/slide39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20.vml"/><Relationship Id="rId4" Type="http://schemas.openxmlformats.org/officeDocument/2006/relationships/slideLayout" Target="../slideLayouts/slideLayout821.xml"/><Relationship Id="rId3" Type="http://schemas.openxmlformats.org/officeDocument/2006/relationships/image" Target="../media/image86.emf"/><Relationship Id="rId2" Type="http://schemas.openxmlformats.org/officeDocument/2006/relationships/oleObject" Target="../embeddings/oleObject58.bin"/><Relationship Id="rId1" Type="http://schemas.openxmlformats.org/officeDocument/2006/relationships/image" Target="../media/image85.png"/></Relationships>
</file>

<file path=ppt/slides/_rels/slide40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21.vml"/><Relationship Id="rId4" Type="http://schemas.openxmlformats.org/officeDocument/2006/relationships/slideLayout" Target="../slideLayouts/slideLayout821.xml"/><Relationship Id="rId3" Type="http://schemas.openxmlformats.org/officeDocument/2006/relationships/image" Target="../media/image88.png"/><Relationship Id="rId2" Type="http://schemas.openxmlformats.org/officeDocument/2006/relationships/image" Target="../media/image87.emf"/><Relationship Id="rId1" Type="http://schemas.openxmlformats.org/officeDocument/2006/relationships/oleObject" Target="../embeddings/oleObject59.bin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59.xml"/><Relationship Id="rId1" Type="http://schemas.openxmlformats.org/officeDocument/2006/relationships/image" Target="../media/image89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59.xml"/><Relationship Id="rId1" Type="http://schemas.openxmlformats.org/officeDocument/2006/relationships/image" Target="../media/image90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70.xml"/><Relationship Id="rId1" Type="http://schemas.openxmlformats.org/officeDocument/2006/relationships/image" Target="../media/image91.png"/></Relationships>
</file>

<file path=ppt/slides/_rels/slide44.xml.rels><?xml version="1.0" encoding="UTF-8" standalone="yes"?>
<Relationships xmlns="http://schemas.openxmlformats.org/package/2006/relationships"><Relationship Id="rId7" Type="http://schemas.openxmlformats.org/officeDocument/2006/relationships/vmlDrawing" Target="../drawings/vmlDrawing22.vml"/><Relationship Id="rId6" Type="http://schemas.openxmlformats.org/officeDocument/2006/relationships/slideLayout" Target="../slideLayouts/slideLayout788.xml"/><Relationship Id="rId5" Type="http://schemas.openxmlformats.org/officeDocument/2006/relationships/image" Target="../media/image94.png"/><Relationship Id="rId4" Type="http://schemas.openxmlformats.org/officeDocument/2006/relationships/image" Target="../media/image93.emf"/><Relationship Id="rId3" Type="http://schemas.openxmlformats.org/officeDocument/2006/relationships/oleObject" Target="../embeddings/oleObject61.bin"/><Relationship Id="rId2" Type="http://schemas.openxmlformats.org/officeDocument/2006/relationships/image" Target="../media/image92.emf"/><Relationship Id="rId1" Type="http://schemas.openxmlformats.org/officeDocument/2006/relationships/oleObject" Target="../embeddings/oleObject60.bin"/></Relationships>
</file>

<file path=ppt/slides/_rels/slide4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381.xml"/><Relationship Id="rId3" Type="http://schemas.openxmlformats.org/officeDocument/2006/relationships/image" Target="../media/image97.png"/><Relationship Id="rId2" Type="http://schemas.openxmlformats.org/officeDocument/2006/relationships/image" Target="../media/image96.png"/><Relationship Id="rId1" Type="http://schemas.openxmlformats.org/officeDocument/2006/relationships/image" Target="../media/image95.png"/></Relationships>
</file>

<file path=ppt/slides/_rels/slide4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8.xml"/><Relationship Id="rId5" Type="http://schemas.openxmlformats.org/officeDocument/2006/relationships/slideLayout" Target="../slideLayouts/slideLayout392.xml"/><Relationship Id="rId4" Type="http://schemas.openxmlformats.org/officeDocument/2006/relationships/image" Target="../media/image101.png"/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image" Target="../media/image98.png"/></Relationships>
</file>

<file path=ppt/slides/_rels/slide4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.xml"/><Relationship Id="rId3" Type="http://schemas.openxmlformats.org/officeDocument/2006/relationships/slideLayout" Target="../slideLayouts/slideLayout392.xml"/><Relationship Id="rId2" Type="http://schemas.openxmlformats.org/officeDocument/2006/relationships/image" Target="../media/image103.emf"/><Relationship Id="rId1" Type="http://schemas.openxmlformats.org/officeDocument/2006/relationships/image" Target="../media/image102.emf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3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50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23.vml"/><Relationship Id="rId4" Type="http://schemas.openxmlformats.org/officeDocument/2006/relationships/slideLayout" Target="../slideLayouts/slideLayout766.xml"/><Relationship Id="rId3" Type="http://schemas.openxmlformats.org/officeDocument/2006/relationships/image" Target="../media/image104.png"/><Relationship Id="rId2" Type="http://schemas.openxmlformats.org/officeDocument/2006/relationships/image" Target="../media/image83.wmf"/><Relationship Id="rId1" Type="http://schemas.openxmlformats.org/officeDocument/2006/relationships/oleObject" Target="../embeddings/oleObject62.bin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66.xml"/><Relationship Id="rId2" Type="http://schemas.openxmlformats.org/officeDocument/2006/relationships/image" Target="../media/image106.png"/><Relationship Id="rId1" Type="http://schemas.openxmlformats.org/officeDocument/2006/relationships/image" Target="../media/image105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66.xml"/><Relationship Id="rId2" Type="http://schemas.openxmlformats.org/officeDocument/2006/relationships/image" Target="../media/image108.png"/><Relationship Id="rId1" Type="http://schemas.openxmlformats.org/officeDocument/2006/relationships/image" Target="../media/image107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66.xml"/><Relationship Id="rId2" Type="http://schemas.openxmlformats.org/officeDocument/2006/relationships/image" Target="../media/image109.png"/><Relationship Id="rId1" Type="http://schemas.openxmlformats.org/officeDocument/2006/relationships/image" Target="../media/image105.png"/></Relationships>
</file>

<file path=ppt/slides/_rels/slide54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24.vml"/><Relationship Id="rId8" Type="http://schemas.openxmlformats.org/officeDocument/2006/relationships/slideLayout" Target="../slideLayouts/slideLayout766.xml"/><Relationship Id="rId7" Type="http://schemas.openxmlformats.org/officeDocument/2006/relationships/image" Target="../media/image113.png"/><Relationship Id="rId6" Type="http://schemas.openxmlformats.org/officeDocument/2006/relationships/image" Target="../media/image112.png"/><Relationship Id="rId5" Type="http://schemas.openxmlformats.org/officeDocument/2006/relationships/image" Target="../media/image111.emf"/><Relationship Id="rId4" Type="http://schemas.openxmlformats.org/officeDocument/2006/relationships/oleObject" Target="../embeddings/oleObject64.bin"/><Relationship Id="rId3" Type="http://schemas.openxmlformats.org/officeDocument/2006/relationships/image" Target="../media/image105.png"/><Relationship Id="rId2" Type="http://schemas.openxmlformats.org/officeDocument/2006/relationships/image" Target="../media/image110.emf"/><Relationship Id="rId1" Type="http://schemas.openxmlformats.org/officeDocument/2006/relationships/oleObject" Target="../embeddings/oleObject63.bin"/></Relationships>
</file>

<file path=ppt/slides/_rels/slide5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8.emf"/><Relationship Id="rId8" Type="http://schemas.openxmlformats.org/officeDocument/2006/relationships/oleObject" Target="../embeddings/oleObject68.bin"/><Relationship Id="rId7" Type="http://schemas.openxmlformats.org/officeDocument/2006/relationships/image" Target="../media/image117.emf"/><Relationship Id="rId6" Type="http://schemas.openxmlformats.org/officeDocument/2006/relationships/oleObject" Target="../embeddings/oleObject67.bin"/><Relationship Id="rId5" Type="http://schemas.openxmlformats.org/officeDocument/2006/relationships/image" Target="../media/image116.emf"/><Relationship Id="rId4" Type="http://schemas.openxmlformats.org/officeDocument/2006/relationships/oleObject" Target="../embeddings/oleObject66.bin"/><Relationship Id="rId3" Type="http://schemas.openxmlformats.org/officeDocument/2006/relationships/image" Target="../media/image115.emf"/><Relationship Id="rId2" Type="http://schemas.openxmlformats.org/officeDocument/2006/relationships/oleObject" Target="../embeddings/oleObject65.bin"/><Relationship Id="rId12" Type="http://schemas.openxmlformats.org/officeDocument/2006/relationships/vmlDrawing" Target="../drawings/vmlDrawing25.vml"/><Relationship Id="rId11" Type="http://schemas.openxmlformats.org/officeDocument/2006/relationships/slideLayout" Target="../slideLayouts/slideLayout766.xml"/><Relationship Id="rId10" Type="http://schemas.openxmlformats.org/officeDocument/2006/relationships/image" Target="../media/image119.png"/><Relationship Id="rId1" Type="http://schemas.openxmlformats.org/officeDocument/2006/relationships/image" Target="../media/image114.pn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66.xml"/><Relationship Id="rId2" Type="http://schemas.openxmlformats.org/officeDocument/2006/relationships/image" Target="../media/image121.png"/><Relationship Id="rId1" Type="http://schemas.openxmlformats.org/officeDocument/2006/relationships/image" Target="../media/image120.png"/></Relationships>
</file>

<file path=ppt/slides/_rels/slide5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0.xml"/><Relationship Id="rId4" Type="http://schemas.openxmlformats.org/officeDocument/2006/relationships/slideLayout" Target="../slideLayouts/slideLayout766.xml"/><Relationship Id="rId3" Type="http://schemas.openxmlformats.org/officeDocument/2006/relationships/image" Target="../media/image124.png"/><Relationship Id="rId2" Type="http://schemas.openxmlformats.org/officeDocument/2006/relationships/image" Target="../media/image123.png"/><Relationship Id="rId1" Type="http://schemas.openxmlformats.org/officeDocument/2006/relationships/image" Target="../media/image122.png"/></Relationships>
</file>

<file path=ppt/slides/_rels/slide5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.xml"/><Relationship Id="rId3" Type="http://schemas.openxmlformats.org/officeDocument/2006/relationships/slideLayout" Target="../slideLayouts/slideLayout436.xml"/><Relationship Id="rId2" Type="http://schemas.openxmlformats.org/officeDocument/2006/relationships/image" Target="../media/image126.emf"/><Relationship Id="rId1" Type="http://schemas.openxmlformats.org/officeDocument/2006/relationships/image" Target="../media/image125.emf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6.xml"/></Relationships>
</file>

<file path=ppt/slides/_rels/slide61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6.vml"/><Relationship Id="rId3" Type="http://schemas.openxmlformats.org/officeDocument/2006/relationships/slideLayout" Target="../slideLayouts/slideLayout447.xml"/><Relationship Id="rId2" Type="http://schemas.openxmlformats.org/officeDocument/2006/relationships/image" Target="../media/image127.wmf"/><Relationship Id="rId1" Type="http://schemas.openxmlformats.org/officeDocument/2006/relationships/oleObject" Target="../embeddings/oleObject69.bin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8.xml"/></Relationships>
</file>

<file path=ppt/slides/_rels/slide6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4.bin"/><Relationship Id="rId8" Type="http://schemas.openxmlformats.org/officeDocument/2006/relationships/image" Target="../media/image131.emf"/><Relationship Id="rId7" Type="http://schemas.openxmlformats.org/officeDocument/2006/relationships/oleObject" Target="../embeddings/oleObject73.bin"/><Relationship Id="rId6" Type="http://schemas.openxmlformats.org/officeDocument/2006/relationships/image" Target="../media/image130.emf"/><Relationship Id="rId5" Type="http://schemas.openxmlformats.org/officeDocument/2006/relationships/oleObject" Target="../embeddings/oleObject72.bin"/><Relationship Id="rId4" Type="http://schemas.openxmlformats.org/officeDocument/2006/relationships/image" Target="../media/image129.emf"/><Relationship Id="rId34" Type="http://schemas.openxmlformats.org/officeDocument/2006/relationships/vmlDrawing" Target="../drawings/vmlDrawing27.vml"/><Relationship Id="rId33" Type="http://schemas.openxmlformats.org/officeDocument/2006/relationships/slideLayout" Target="../slideLayouts/slideLayout469.xml"/><Relationship Id="rId32" Type="http://schemas.openxmlformats.org/officeDocument/2006/relationships/image" Target="../media/image143.emf"/><Relationship Id="rId31" Type="http://schemas.openxmlformats.org/officeDocument/2006/relationships/oleObject" Target="../embeddings/oleObject85.bin"/><Relationship Id="rId30" Type="http://schemas.openxmlformats.org/officeDocument/2006/relationships/image" Target="../media/image142.emf"/><Relationship Id="rId3" Type="http://schemas.openxmlformats.org/officeDocument/2006/relationships/oleObject" Target="../embeddings/oleObject71.bin"/><Relationship Id="rId29" Type="http://schemas.openxmlformats.org/officeDocument/2006/relationships/oleObject" Target="../embeddings/oleObject84.bin"/><Relationship Id="rId28" Type="http://schemas.openxmlformats.org/officeDocument/2006/relationships/image" Target="../media/image141.emf"/><Relationship Id="rId27" Type="http://schemas.openxmlformats.org/officeDocument/2006/relationships/oleObject" Target="../embeddings/oleObject83.bin"/><Relationship Id="rId26" Type="http://schemas.openxmlformats.org/officeDocument/2006/relationships/image" Target="../media/image140.emf"/><Relationship Id="rId25" Type="http://schemas.openxmlformats.org/officeDocument/2006/relationships/oleObject" Target="../embeddings/oleObject82.bin"/><Relationship Id="rId24" Type="http://schemas.openxmlformats.org/officeDocument/2006/relationships/image" Target="../media/image139.emf"/><Relationship Id="rId23" Type="http://schemas.openxmlformats.org/officeDocument/2006/relationships/oleObject" Target="../embeddings/oleObject81.bin"/><Relationship Id="rId22" Type="http://schemas.openxmlformats.org/officeDocument/2006/relationships/image" Target="../media/image138.emf"/><Relationship Id="rId21" Type="http://schemas.openxmlformats.org/officeDocument/2006/relationships/oleObject" Target="../embeddings/oleObject80.bin"/><Relationship Id="rId20" Type="http://schemas.openxmlformats.org/officeDocument/2006/relationships/image" Target="../media/image137.emf"/><Relationship Id="rId2" Type="http://schemas.openxmlformats.org/officeDocument/2006/relationships/image" Target="../media/image128.emf"/><Relationship Id="rId19" Type="http://schemas.openxmlformats.org/officeDocument/2006/relationships/oleObject" Target="../embeddings/oleObject79.bin"/><Relationship Id="rId18" Type="http://schemas.openxmlformats.org/officeDocument/2006/relationships/image" Target="../media/image136.emf"/><Relationship Id="rId17" Type="http://schemas.openxmlformats.org/officeDocument/2006/relationships/oleObject" Target="../embeddings/oleObject78.bin"/><Relationship Id="rId16" Type="http://schemas.openxmlformats.org/officeDocument/2006/relationships/image" Target="../media/image135.emf"/><Relationship Id="rId15" Type="http://schemas.openxmlformats.org/officeDocument/2006/relationships/oleObject" Target="../embeddings/oleObject77.bin"/><Relationship Id="rId14" Type="http://schemas.openxmlformats.org/officeDocument/2006/relationships/image" Target="../media/image134.emf"/><Relationship Id="rId13" Type="http://schemas.openxmlformats.org/officeDocument/2006/relationships/oleObject" Target="../embeddings/oleObject76.bin"/><Relationship Id="rId12" Type="http://schemas.openxmlformats.org/officeDocument/2006/relationships/image" Target="../media/image133.emf"/><Relationship Id="rId11" Type="http://schemas.openxmlformats.org/officeDocument/2006/relationships/oleObject" Target="../embeddings/oleObject75.bin"/><Relationship Id="rId10" Type="http://schemas.openxmlformats.org/officeDocument/2006/relationships/image" Target="../media/image132.emf"/><Relationship Id="rId1" Type="http://schemas.openxmlformats.org/officeDocument/2006/relationships/oleObject" Target="../embeddings/oleObject70.bin"/></Relationships>
</file>

<file path=ppt/slides/_rels/slide6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0.bin"/><Relationship Id="rId8" Type="http://schemas.openxmlformats.org/officeDocument/2006/relationships/image" Target="../media/image147.emf"/><Relationship Id="rId7" Type="http://schemas.openxmlformats.org/officeDocument/2006/relationships/oleObject" Target="../embeddings/oleObject89.bin"/><Relationship Id="rId6" Type="http://schemas.openxmlformats.org/officeDocument/2006/relationships/image" Target="../media/image146.emf"/><Relationship Id="rId5" Type="http://schemas.openxmlformats.org/officeDocument/2006/relationships/oleObject" Target="../embeddings/oleObject88.bin"/><Relationship Id="rId44" Type="http://schemas.openxmlformats.org/officeDocument/2006/relationships/vmlDrawing" Target="../drawings/vmlDrawing28.vml"/><Relationship Id="rId43" Type="http://schemas.openxmlformats.org/officeDocument/2006/relationships/slideLayout" Target="../slideLayouts/slideLayout480.xml"/><Relationship Id="rId42" Type="http://schemas.openxmlformats.org/officeDocument/2006/relationships/image" Target="../media/image164.emf"/><Relationship Id="rId41" Type="http://schemas.openxmlformats.org/officeDocument/2006/relationships/oleObject" Target="../embeddings/oleObject106.bin"/><Relationship Id="rId40" Type="http://schemas.openxmlformats.org/officeDocument/2006/relationships/image" Target="../media/image163.emf"/><Relationship Id="rId4" Type="http://schemas.openxmlformats.org/officeDocument/2006/relationships/image" Target="../media/image145.emf"/><Relationship Id="rId39" Type="http://schemas.openxmlformats.org/officeDocument/2006/relationships/oleObject" Target="../embeddings/oleObject105.bin"/><Relationship Id="rId38" Type="http://schemas.openxmlformats.org/officeDocument/2006/relationships/image" Target="../media/image162.emf"/><Relationship Id="rId37" Type="http://schemas.openxmlformats.org/officeDocument/2006/relationships/oleObject" Target="../embeddings/oleObject104.bin"/><Relationship Id="rId36" Type="http://schemas.openxmlformats.org/officeDocument/2006/relationships/image" Target="../media/image161.emf"/><Relationship Id="rId35" Type="http://schemas.openxmlformats.org/officeDocument/2006/relationships/oleObject" Target="../embeddings/oleObject103.bin"/><Relationship Id="rId34" Type="http://schemas.openxmlformats.org/officeDocument/2006/relationships/image" Target="../media/image160.emf"/><Relationship Id="rId33" Type="http://schemas.openxmlformats.org/officeDocument/2006/relationships/oleObject" Target="../embeddings/oleObject102.bin"/><Relationship Id="rId32" Type="http://schemas.openxmlformats.org/officeDocument/2006/relationships/image" Target="../media/image159.emf"/><Relationship Id="rId31" Type="http://schemas.openxmlformats.org/officeDocument/2006/relationships/oleObject" Target="../embeddings/oleObject101.bin"/><Relationship Id="rId30" Type="http://schemas.openxmlformats.org/officeDocument/2006/relationships/image" Target="../media/image158.emf"/><Relationship Id="rId3" Type="http://schemas.openxmlformats.org/officeDocument/2006/relationships/oleObject" Target="../embeddings/oleObject87.bin"/><Relationship Id="rId29" Type="http://schemas.openxmlformats.org/officeDocument/2006/relationships/oleObject" Target="../embeddings/oleObject100.bin"/><Relationship Id="rId28" Type="http://schemas.openxmlformats.org/officeDocument/2006/relationships/image" Target="../media/image157.emf"/><Relationship Id="rId27" Type="http://schemas.openxmlformats.org/officeDocument/2006/relationships/oleObject" Target="../embeddings/oleObject99.bin"/><Relationship Id="rId26" Type="http://schemas.openxmlformats.org/officeDocument/2006/relationships/image" Target="../media/image156.emf"/><Relationship Id="rId25" Type="http://schemas.openxmlformats.org/officeDocument/2006/relationships/oleObject" Target="../embeddings/oleObject98.bin"/><Relationship Id="rId24" Type="http://schemas.openxmlformats.org/officeDocument/2006/relationships/image" Target="../media/image155.emf"/><Relationship Id="rId23" Type="http://schemas.openxmlformats.org/officeDocument/2006/relationships/oleObject" Target="../embeddings/oleObject97.bin"/><Relationship Id="rId22" Type="http://schemas.openxmlformats.org/officeDocument/2006/relationships/image" Target="../media/image154.emf"/><Relationship Id="rId21" Type="http://schemas.openxmlformats.org/officeDocument/2006/relationships/oleObject" Target="../embeddings/oleObject96.bin"/><Relationship Id="rId20" Type="http://schemas.openxmlformats.org/officeDocument/2006/relationships/image" Target="../media/image153.emf"/><Relationship Id="rId2" Type="http://schemas.openxmlformats.org/officeDocument/2006/relationships/image" Target="../media/image144.emf"/><Relationship Id="rId19" Type="http://schemas.openxmlformats.org/officeDocument/2006/relationships/oleObject" Target="../embeddings/oleObject95.bin"/><Relationship Id="rId18" Type="http://schemas.openxmlformats.org/officeDocument/2006/relationships/image" Target="../media/image152.emf"/><Relationship Id="rId17" Type="http://schemas.openxmlformats.org/officeDocument/2006/relationships/oleObject" Target="../embeddings/oleObject94.bin"/><Relationship Id="rId16" Type="http://schemas.openxmlformats.org/officeDocument/2006/relationships/image" Target="../media/image151.emf"/><Relationship Id="rId15" Type="http://schemas.openxmlformats.org/officeDocument/2006/relationships/oleObject" Target="../embeddings/oleObject93.bin"/><Relationship Id="rId14" Type="http://schemas.openxmlformats.org/officeDocument/2006/relationships/image" Target="../media/image150.emf"/><Relationship Id="rId13" Type="http://schemas.openxmlformats.org/officeDocument/2006/relationships/oleObject" Target="../embeddings/oleObject92.bin"/><Relationship Id="rId12" Type="http://schemas.openxmlformats.org/officeDocument/2006/relationships/image" Target="../media/image149.emf"/><Relationship Id="rId11" Type="http://schemas.openxmlformats.org/officeDocument/2006/relationships/oleObject" Target="../embeddings/oleObject91.bin"/><Relationship Id="rId10" Type="http://schemas.openxmlformats.org/officeDocument/2006/relationships/image" Target="../media/image148.emf"/><Relationship Id="rId1" Type="http://schemas.openxmlformats.org/officeDocument/2006/relationships/oleObject" Target="../embeddings/oleObject86.bin"/></Relationships>
</file>

<file path=ppt/slides/_rels/slide6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11.bin"/><Relationship Id="rId8" Type="http://schemas.openxmlformats.org/officeDocument/2006/relationships/image" Target="../media/image168.emf"/><Relationship Id="rId7" Type="http://schemas.openxmlformats.org/officeDocument/2006/relationships/oleObject" Target="../embeddings/oleObject110.bin"/><Relationship Id="rId6" Type="http://schemas.openxmlformats.org/officeDocument/2006/relationships/image" Target="../media/image167.emf"/><Relationship Id="rId5" Type="http://schemas.openxmlformats.org/officeDocument/2006/relationships/oleObject" Target="../embeddings/oleObject109.bin"/><Relationship Id="rId4" Type="http://schemas.openxmlformats.org/officeDocument/2006/relationships/image" Target="../media/image166.emf"/><Relationship Id="rId3" Type="http://schemas.openxmlformats.org/officeDocument/2006/relationships/oleObject" Target="../embeddings/oleObject108.bin"/><Relationship Id="rId21" Type="http://schemas.openxmlformats.org/officeDocument/2006/relationships/vmlDrawing" Target="../drawings/vmlDrawing29.vml"/><Relationship Id="rId20" Type="http://schemas.openxmlformats.org/officeDocument/2006/relationships/slideLayout" Target="../slideLayouts/slideLayout491.xml"/><Relationship Id="rId2" Type="http://schemas.openxmlformats.org/officeDocument/2006/relationships/image" Target="../media/image165.emf"/><Relationship Id="rId19" Type="http://schemas.openxmlformats.org/officeDocument/2006/relationships/image" Target="../media/image174.png"/><Relationship Id="rId18" Type="http://schemas.openxmlformats.org/officeDocument/2006/relationships/image" Target="../media/image173.emf"/><Relationship Id="rId17" Type="http://schemas.openxmlformats.org/officeDocument/2006/relationships/oleObject" Target="../embeddings/oleObject115.bin"/><Relationship Id="rId16" Type="http://schemas.openxmlformats.org/officeDocument/2006/relationships/image" Target="../media/image172.emf"/><Relationship Id="rId15" Type="http://schemas.openxmlformats.org/officeDocument/2006/relationships/oleObject" Target="../embeddings/oleObject114.bin"/><Relationship Id="rId14" Type="http://schemas.openxmlformats.org/officeDocument/2006/relationships/image" Target="../media/image171.emf"/><Relationship Id="rId13" Type="http://schemas.openxmlformats.org/officeDocument/2006/relationships/oleObject" Target="../embeddings/oleObject113.bin"/><Relationship Id="rId12" Type="http://schemas.openxmlformats.org/officeDocument/2006/relationships/image" Target="../media/image170.emf"/><Relationship Id="rId11" Type="http://schemas.openxmlformats.org/officeDocument/2006/relationships/oleObject" Target="../embeddings/oleObject112.bin"/><Relationship Id="rId10" Type="http://schemas.openxmlformats.org/officeDocument/2006/relationships/image" Target="../media/image169.emf"/><Relationship Id="rId1" Type="http://schemas.openxmlformats.org/officeDocument/2006/relationships/oleObject" Target="../embeddings/oleObject107.bin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2.xml"/></Relationships>
</file>

<file path=ppt/slides/_rels/slide6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513.xml"/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image" Target="../media/image175.png"/></Relationships>
</file>

<file path=ppt/slides/_rels/slide6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83.png"/><Relationship Id="rId8" Type="http://schemas.openxmlformats.org/officeDocument/2006/relationships/image" Target="../media/image182.emf"/><Relationship Id="rId7" Type="http://schemas.openxmlformats.org/officeDocument/2006/relationships/oleObject" Target="../embeddings/oleObject118.bin"/><Relationship Id="rId6" Type="http://schemas.openxmlformats.org/officeDocument/2006/relationships/image" Target="../media/image181.emf"/><Relationship Id="rId5" Type="http://schemas.openxmlformats.org/officeDocument/2006/relationships/oleObject" Target="../embeddings/oleObject117.bin"/><Relationship Id="rId4" Type="http://schemas.openxmlformats.org/officeDocument/2006/relationships/image" Target="../media/image180.png"/><Relationship Id="rId3" Type="http://schemas.openxmlformats.org/officeDocument/2006/relationships/image" Target="../media/image179.emf"/><Relationship Id="rId2" Type="http://schemas.openxmlformats.org/officeDocument/2006/relationships/oleObject" Target="../embeddings/oleObject116.bin"/><Relationship Id="rId13" Type="http://schemas.openxmlformats.org/officeDocument/2006/relationships/notesSlide" Target="../notesSlides/notesSlide12.xml"/><Relationship Id="rId12" Type="http://schemas.openxmlformats.org/officeDocument/2006/relationships/vmlDrawing" Target="../drawings/vmlDrawing30.vml"/><Relationship Id="rId11" Type="http://schemas.openxmlformats.org/officeDocument/2006/relationships/slideLayout" Target="../slideLayouts/slideLayout524.xml"/><Relationship Id="rId10" Type="http://schemas.openxmlformats.org/officeDocument/2006/relationships/image" Target="../media/image184.png"/><Relationship Id="rId1" Type="http://schemas.openxmlformats.org/officeDocument/2006/relationships/image" Target="../media/image178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31.vml"/><Relationship Id="rId7" Type="http://schemas.openxmlformats.org/officeDocument/2006/relationships/slideLayout" Target="../slideLayouts/slideLayout535.xml"/><Relationship Id="rId6" Type="http://schemas.openxmlformats.org/officeDocument/2006/relationships/image" Target="../media/image187.png"/><Relationship Id="rId5" Type="http://schemas.openxmlformats.org/officeDocument/2006/relationships/image" Target="../media/image16.png"/><Relationship Id="rId4" Type="http://schemas.openxmlformats.org/officeDocument/2006/relationships/image" Target="../media/image186.wmf"/><Relationship Id="rId3" Type="http://schemas.openxmlformats.org/officeDocument/2006/relationships/oleObject" Target="../embeddings/oleObject120.bin"/><Relationship Id="rId2" Type="http://schemas.openxmlformats.org/officeDocument/2006/relationships/image" Target="../media/image185.emf"/><Relationship Id="rId1" Type="http://schemas.openxmlformats.org/officeDocument/2006/relationships/oleObject" Target="../embeddings/oleObject119.bin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557.xml"/><Relationship Id="rId1" Type="http://schemas.openxmlformats.org/officeDocument/2006/relationships/image" Target="../media/image188.png"/></Relationships>
</file>

<file path=ppt/slides/_rels/slide7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2.emf"/><Relationship Id="rId8" Type="http://schemas.openxmlformats.org/officeDocument/2006/relationships/oleObject" Target="../embeddings/oleObject124.bin"/><Relationship Id="rId7" Type="http://schemas.openxmlformats.org/officeDocument/2006/relationships/image" Target="../media/image191.emf"/><Relationship Id="rId6" Type="http://schemas.openxmlformats.org/officeDocument/2006/relationships/oleObject" Target="../embeddings/oleObject123.bin"/><Relationship Id="rId5" Type="http://schemas.openxmlformats.org/officeDocument/2006/relationships/image" Target="../media/image190.emf"/><Relationship Id="rId4" Type="http://schemas.openxmlformats.org/officeDocument/2006/relationships/oleObject" Target="../embeddings/oleObject122.bin"/><Relationship Id="rId3" Type="http://schemas.openxmlformats.org/officeDocument/2006/relationships/image" Target="../media/image189.emf"/><Relationship Id="rId2" Type="http://schemas.openxmlformats.org/officeDocument/2006/relationships/oleObject" Target="../embeddings/oleObject121.bin"/><Relationship Id="rId12" Type="http://schemas.openxmlformats.org/officeDocument/2006/relationships/vmlDrawing" Target="../drawings/vmlDrawing32.vml"/><Relationship Id="rId11" Type="http://schemas.openxmlformats.org/officeDocument/2006/relationships/slideLayout" Target="../slideLayouts/slideLayout568.xml"/><Relationship Id="rId10" Type="http://schemas.openxmlformats.org/officeDocument/2006/relationships/image" Target="../media/image193.png"/><Relationship Id="rId1" Type="http://schemas.openxmlformats.org/officeDocument/2006/relationships/image" Target="../media/image188.png"/></Relationships>
</file>

<file path=ppt/slides/_rels/slide7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27.bin"/><Relationship Id="rId8" Type="http://schemas.openxmlformats.org/officeDocument/2006/relationships/image" Target="../media/image199.emf"/><Relationship Id="rId7" Type="http://schemas.openxmlformats.org/officeDocument/2006/relationships/oleObject" Target="../embeddings/oleObject126.bin"/><Relationship Id="rId6" Type="http://schemas.openxmlformats.org/officeDocument/2006/relationships/image" Target="../media/image198.emf"/><Relationship Id="rId5" Type="http://schemas.openxmlformats.org/officeDocument/2006/relationships/oleObject" Target="../embeddings/oleObject125.bin"/><Relationship Id="rId4" Type="http://schemas.openxmlformats.org/officeDocument/2006/relationships/image" Target="../media/image197.png"/><Relationship Id="rId3" Type="http://schemas.openxmlformats.org/officeDocument/2006/relationships/image" Target="../media/image196.png"/><Relationship Id="rId2" Type="http://schemas.openxmlformats.org/officeDocument/2006/relationships/image" Target="../media/image195.png"/><Relationship Id="rId14" Type="http://schemas.openxmlformats.org/officeDocument/2006/relationships/vmlDrawing" Target="../drawings/vmlDrawing33.vml"/><Relationship Id="rId13" Type="http://schemas.openxmlformats.org/officeDocument/2006/relationships/slideLayout" Target="../slideLayouts/slideLayout579.xml"/><Relationship Id="rId12" Type="http://schemas.openxmlformats.org/officeDocument/2006/relationships/image" Target="../media/image201.emf"/><Relationship Id="rId11" Type="http://schemas.openxmlformats.org/officeDocument/2006/relationships/oleObject" Target="../embeddings/oleObject128.bin"/><Relationship Id="rId10" Type="http://schemas.openxmlformats.org/officeDocument/2006/relationships/image" Target="../media/image200.emf"/><Relationship Id="rId1" Type="http://schemas.openxmlformats.org/officeDocument/2006/relationships/image" Target="../media/image194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34.vml"/><Relationship Id="rId7" Type="http://schemas.openxmlformats.org/officeDocument/2006/relationships/slideLayout" Target="../slideLayouts/slideLayout590.xml"/><Relationship Id="rId6" Type="http://schemas.openxmlformats.org/officeDocument/2006/relationships/image" Target="../media/image205.png"/><Relationship Id="rId5" Type="http://schemas.openxmlformats.org/officeDocument/2006/relationships/image" Target="../media/image204.png"/><Relationship Id="rId4" Type="http://schemas.openxmlformats.org/officeDocument/2006/relationships/image" Target="../media/image203.emf"/><Relationship Id="rId3" Type="http://schemas.openxmlformats.org/officeDocument/2006/relationships/oleObject" Target="../embeddings/oleObject130.bin"/><Relationship Id="rId2" Type="http://schemas.openxmlformats.org/officeDocument/2006/relationships/image" Target="../media/image202.emf"/><Relationship Id="rId1" Type="http://schemas.openxmlformats.org/officeDocument/2006/relationships/oleObject" Target="../embeddings/oleObject129.bin"/></Relationships>
</file>

<file path=ppt/slides/_rels/slide7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601.xml"/><Relationship Id="rId5" Type="http://schemas.openxmlformats.org/officeDocument/2006/relationships/image" Target="../media/image210.png"/><Relationship Id="rId4" Type="http://schemas.openxmlformats.org/officeDocument/2006/relationships/image" Target="../media/image209.png"/><Relationship Id="rId3" Type="http://schemas.openxmlformats.org/officeDocument/2006/relationships/image" Target="../media/image208.png"/><Relationship Id="rId2" Type="http://schemas.openxmlformats.org/officeDocument/2006/relationships/image" Target="../media/image207.png"/><Relationship Id="rId1" Type="http://schemas.openxmlformats.org/officeDocument/2006/relationships/image" Target="../media/image206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1.xml"/></Relationships>
</file>

<file path=ppt/slides/_rels/slide7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35.bin"/><Relationship Id="rId8" Type="http://schemas.openxmlformats.org/officeDocument/2006/relationships/image" Target="../media/image214.emf"/><Relationship Id="rId7" Type="http://schemas.openxmlformats.org/officeDocument/2006/relationships/oleObject" Target="../embeddings/oleObject134.bin"/><Relationship Id="rId6" Type="http://schemas.openxmlformats.org/officeDocument/2006/relationships/image" Target="../media/image213.emf"/><Relationship Id="rId5" Type="http://schemas.openxmlformats.org/officeDocument/2006/relationships/oleObject" Target="../embeddings/oleObject133.bin"/><Relationship Id="rId4" Type="http://schemas.openxmlformats.org/officeDocument/2006/relationships/image" Target="../media/image212.emf"/><Relationship Id="rId3" Type="http://schemas.openxmlformats.org/officeDocument/2006/relationships/oleObject" Target="../embeddings/oleObject132.bin"/><Relationship Id="rId2" Type="http://schemas.openxmlformats.org/officeDocument/2006/relationships/image" Target="../media/image211.emf"/><Relationship Id="rId16" Type="http://schemas.openxmlformats.org/officeDocument/2006/relationships/vmlDrawing" Target="../drawings/vmlDrawing35.vml"/><Relationship Id="rId15" Type="http://schemas.openxmlformats.org/officeDocument/2006/relationships/slideLayout" Target="../slideLayouts/slideLayout612.xml"/><Relationship Id="rId14" Type="http://schemas.openxmlformats.org/officeDocument/2006/relationships/image" Target="../media/image217.emf"/><Relationship Id="rId13" Type="http://schemas.openxmlformats.org/officeDocument/2006/relationships/oleObject" Target="../embeddings/oleObject137.bin"/><Relationship Id="rId12" Type="http://schemas.openxmlformats.org/officeDocument/2006/relationships/image" Target="../media/image216.emf"/><Relationship Id="rId11" Type="http://schemas.openxmlformats.org/officeDocument/2006/relationships/oleObject" Target="../embeddings/oleObject136.bin"/><Relationship Id="rId10" Type="http://schemas.openxmlformats.org/officeDocument/2006/relationships/image" Target="../media/image215.emf"/><Relationship Id="rId1" Type="http://schemas.openxmlformats.org/officeDocument/2006/relationships/oleObject" Target="../embeddings/oleObject131.bin"/></Relationships>
</file>

<file path=ppt/slides/_rels/slide7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42.bin"/><Relationship Id="rId8" Type="http://schemas.openxmlformats.org/officeDocument/2006/relationships/image" Target="../media/image221.emf"/><Relationship Id="rId7" Type="http://schemas.openxmlformats.org/officeDocument/2006/relationships/oleObject" Target="../embeddings/oleObject141.bin"/><Relationship Id="rId6" Type="http://schemas.openxmlformats.org/officeDocument/2006/relationships/image" Target="../media/image220.emf"/><Relationship Id="rId5" Type="http://schemas.openxmlformats.org/officeDocument/2006/relationships/oleObject" Target="../embeddings/oleObject140.bin"/><Relationship Id="rId4" Type="http://schemas.openxmlformats.org/officeDocument/2006/relationships/image" Target="../media/image219.emf"/><Relationship Id="rId33" Type="http://schemas.openxmlformats.org/officeDocument/2006/relationships/vmlDrawing" Target="../drawings/vmlDrawing36.vml"/><Relationship Id="rId32" Type="http://schemas.openxmlformats.org/officeDocument/2006/relationships/slideLayout" Target="../slideLayouts/slideLayout623.xml"/><Relationship Id="rId31" Type="http://schemas.openxmlformats.org/officeDocument/2006/relationships/image" Target="../media/image233.png"/><Relationship Id="rId30" Type="http://schemas.openxmlformats.org/officeDocument/2006/relationships/image" Target="../media/image232.emf"/><Relationship Id="rId3" Type="http://schemas.openxmlformats.org/officeDocument/2006/relationships/oleObject" Target="../embeddings/oleObject139.bin"/><Relationship Id="rId29" Type="http://schemas.openxmlformats.org/officeDocument/2006/relationships/oleObject" Target="../embeddings/oleObject152.bin"/><Relationship Id="rId28" Type="http://schemas.openxmlformats.org/officeDocument/2006/relationships/image" Target="../media/image231.emf"/><Relationship Id="rId27" Type="http://schemas.openxmlformats.org/officeDocument/2006/relationships/oleObject" Target="../embeddings/oleObject151.bin"/><Relationship Id="rId26" Type="http://schemas.openxmlformats.org/officeDocument/2006/relationships/image" Target="../media/image230.emf"/><Relationship Id="rId25" Type="http://schemas.openxmlformats.org/officeDocument/2006/relationships/oleObject" Target="../embeddings/oleObject150.bin"/><Relationship Id="rId24" Type="http://schemas.openxmlformats.org/officeDocument/2006/relationships/image" Target="../media/image229.emf"/><Relationship Id="rId23" Type="http://schemas.openxmlformats.org/officeDocument/2006/relationships/oleObject" Target="../embeddings/oleObject149.bin"/><Relationship Id="rId22" Type="http://schemas.openxmlformats.org/officeDocument/2006/relationships/image" Target="../media/image228.emf"/><Relationship Id="rId21" Type="http://schemas.openxmlformats.org/officeDocument/2006/relationships/oleObject" Target="../embeddings/oleObject148.bin"/><Relationship Id="rId20" Type="http://schemas.openxmlformats.org/officeDocument/2006/relationships/image" Target="../media/image227.emf"/><Relationship Id="rId2" Type="http://schemas.openxmlformats.org/officeDocument/2006/relationships/image" Target="../media/image218.emf"/><Relationship Id="rId19" Type="http://schemas.openxmlformats.org/officeDocument/2006/relationships/oleObject" Target="../embeddings/oleObject147.bin"/><Relationship Id="rId18" Type="http://schemas.openxmlformats.org/officeDocument/2006/relationships/image" Target="../media/image226.emf"/><Relationship Id="rId17" Type="http://schemas.openxmlformats.org/officeDocument/2006/relationships/oleObject" Target="../embeddings/oleObject146.bin"/><Relationship Id="rId16" Type="http://schemas.openxmlformats.org/officeDocument/2006/relationships/image" Target="../media/image225.emf"/><Relationship Id="rId15" Type="http://schemas.openxmlformats.org/officeDocument/2006/relationships/oleObject" Target="../embeddings/oleObject145.bin"/><Relationship Id="rId14" Type="http://schemas.openxmlformats.org/officeDocument/2006/relationships/image" Target="../media/image224.emf"/><Relationship Id="rId13" Type="http://schemas.openxmlformats.org/officeDocument/2006/relationships/oleObject" Target="../embeddings/oleObject144.bin"/><Relationship Id="rId12" Type="http://schemas.openxmlformats.org/officeDocument/2006/relationships/image" Target="../media/image223.emf"/><Relationship Id="rId11" Type="http://schemas.openxmlformats.org/officeDocument/2006/relationships/oleObject" Target="../embeddings/oleObject143.bin"/><Relationship Id="rId10" Type="http://schemas.openxmlformats.org/officeDocument/2006/relationships/image" Target="../media/image222.emf"/><Relationship Id="rId1" Type="http://schemas.openxmlformats.org/officeDocument/2006/relationships/oleObject" Target="../embeddings/oleObject138.bin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4.xml"/></Relationships>
</file>

<file path=ppt/slides/_rels/slide80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37.vml"/><Relationship Id="rId3" Type="http://schemas.openxmlformats.org/officeDocument/2006/relationships/slideLayout" Target="../slideLayouts/slideLayout645.xml"/><Relationship Id="rId2" Type="http://schemas.openxmlformats.org/officeDocument/2006/relationships/image" Target="../media/image234.emf"/><Relationship Id="rId1" Type="http://schemas.openxmlformats.org/officeDocument/2006/relationships/oleObject" Target="../embeddings/oleObject153.bin"/></Relationships>
</file>

<file path=ppt/slides/_rels/slide8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656.xml"/><Relationship Id="rId4" Type="http://schemas.openxmlformats.org/officeDocument/2006/relationships/image" Target="../media/image238.png"/><Relationship Id="rId3" Type="http://schemas.openxmlformats.org/officeDocument/2006/relationships/image" Target="../media/image237.png"/><Relationship Id="rId2" Type="http://schemas.openxmlformats.org/officeDocument/2006/relationships/image" Target="../media/image236.png"/><Relationship Id="rId1" Type="http://schemas.openxmlformats.org/officeDocument/2006/relationships/image" Target="../media/image235.png"/></Relationships>
</file>

<file path=ppt/slides/_rels/slide8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55.bin"/><Relationship Id="rId8" Type="http://schemas.openxmlformats.org/officeDocument/2006/relationships/image" Target="../media/image245.emf"/><Relationship Id="rId7" Type="http://schemas.openxmlformats.org/officeDocument/2006/relationships/oleObject" Target="../embeddings/oleObject154.bin"/><Relationship Id="rId6" Type="http://schemas.openxmlformats.org/officeDocument/2006/relationships/image" Target="../media/image244.png"/><Relationship Id="rId5" Type="http://schemas.openxmlformats.org/officeDocument/2006/relationships/image" Target="../media/image243.png"/><Relationship Id="rId4" Type="http://schemas.openxmlformats.org/officeDocument/2006/relationships/image" Target="../media/image242.png"/><Relationship Id="rId30" Type="http://schemas.openxmlformats.org/officeDocument/2006/relationships/vmlDrawing" Target="../drawings/vmlDrawing38.vml"/><Relationship Id="rId3" Type="http://schemas.openxmlformats.org/officeDocument/2006/relationships/image" Target="../media/image241.png"/><Relationship Id="rId29" Type="http://schemas.openxmlformats.org/officeDocument/2006/relationships/slideLayout" Target="../slideLayouts/slideLayout667.xml"/><Relationship Id="rId28" Type="http://schemas.openxmlformats.org/officeDocument/2006/relationships/image" Target="../media/image255.emf"/><Relationship Id="rId27" Type="http://schemas.openxmlformats.org/officeDocument/2006/relationships/oleObject" Target="../embeddings/oleObject164.bin"/><Relationship Id="rId26" Type="http://schemas.openxmlformats.org/officeDocument/2006/relationships/image" Target="../media/image254.emf"/><Relationship Id="rId25" Type="http://schemas.openxmlformats.org/officeDocument/2006/relationships/oleObject" Target="../embeddings/oleObject163.bin"/><Relationship Id="rId24" Type="http://schemas.openxmlformats.org/officeDocument/2006/relationships/image" Target="../media/image253.emf"/><Relationship Id="rId23" Type="http://schemas.openxmlformats.org/officeDocument/2006/relationships/oleObject" Target="../embeddings/oleObject162.bin"/><Relationship Id="rId22" Type="http://schemas.openxmlformats.org/officeDocument/2006/relationships/image" Target="../media/image252.emf"/><Relationship Id="rId21" Type="http://schemas.openxmlformats.org/officeDocument/2006/relationships/oleObject" Target="../embeddings/oleObject161.bin"/><Relationship Id="rId20" Type="http://schemas.openxmlformats.org/officeDocument/2006/relationships/image" Target="../media/image251.emf"/><Relationship Id="rId2" Type="http://schemas.openxmlformats.org/officeDocument/2006/relationships/image" Target="../media/image240.png"/><Relationship Id="rId19" Type="http://schemas.openxmlformats.org/officeDocument/2006/relationships/oleObject" Target="../embeddings/oleObject160.bin"/><Relationship Id="rId18" Type="http://schemas.openxmlformats.org/officeDocument/2006/relationships/image" Target="../media/image250.emf"/><Relationship Id="rId17" Type="http://schemas.openxmlformats.org/officeDocument/2006/relationships/oleObject" Target="../embeddings/oleObject159.bin"/><Relationship Id="rId16" Type="http://schemas.openxmlformats.org/officeDocument/2006/relationships/image" Target="../media/image249.emf"/><Relationship Id="rId15" Type="http://schemas.openxmlformats.org/officeDocument/2006/relationships/oleObject" Target="../embeddings/oleObject158.bin"/><Relationship Id="rId14" Type="http://schemas.openxmlformats.org/officeDocument/2006/relationships/image" Target="../media/image248.emf"/><Relationship Id="rId13" Type="http://schemas.openxmlformats.org/officeDocument/2006/relationships/oleObject" Target="../embeddings/oleObject157.bin"/><Relationship Id="rId12" Type="http://schemas.openxmlformats.org/officeDocument/2006/relationships/image" Target="../media/image247.emf"/><Relationship Id="rId11" Type="http://schemas.openxmlformats.org/officeDocument/2006/relationships/oleObject" Target="../embeddings/oleObject156.bin"/><Relationship Id="rId10" Type="http://schemas.openxmlformats.org/officeDocument/2006/relationships/image" Target="../media/image246.emf"/><Relationship Id="rId1" Type="http://schemas.openxmlformats.org/officeDocument/2006/relationships/image" Target="../media/image239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78.xml"/><Relationship Id="rId2" Type="http://schemas.openxmlformats.org/officeDocument/2006/relationships/image" Target="../media/image257.png"/><Relationship Id="rId1" Type="http://schemas.openxmlformats.org/officeDocument/2006/relationships/image" Target="../media/image256.png"/></Relationships>
</file>

<file path=ppt/slides/_rels/slide84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689.xml"/><Relationship Id="rId4" Type="http://schemas.openxmlformats.org/officeDocument/2006/relationships/image" Target="../media/image259.png"/><Relationship Id="rId3" Type="http://schemas.openxmlformats.org/officeDocument/2006/relationships/image" Target="../media/image258.png"/><Relationship Id="rId2" Type="http://schemas.openxmlformats.org/officeDocument/2006/relationships/image" Target="../media/image236.png"/><Relationship Id="rId1" Type="http://schemas.openxmlformats.org/officeDocument/2006/relationships/image" Target="../media/image235.png"/></Relationships>
</file>

<file path=ppt/slides/_rels/slide8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69.bin"/><Relationship Id="rId8" Type="http://schemas.openxmlformats.org/officeDocument/2006/relationships/image" Target="../media/image263.emf"/><Relationship Id="rId7" Type="http://schemas.openxmlformats.org/officeDocument/2006/relationships/oleObject" Target="../embeddings/oleObject168.bin"/><Relationship Id="rId6" Type="http://schemas.openxmlformats.org/officeDocument/2006/relationships/image" Target="../media/image262.emf"/><Relationship Id="rId5" Type="http://schemas.openxmlformats.org/officeDocument/2006/relationships/oleObject" Target="../embeddings/oleObject167.bin"/><Relationship Id="rId4" Type="http://schemas.openxmlformats.org/officeDocument/2006/relationships/image" Target="../media/image261.emf"/><Relationship Id="rId3" Type="http://schemas.openxmlformats.org/officeDocument/2006/relationships/oleObject" Target="../embeddings/oleObject166.bin"/><Relationship Id="rId26" Type="http://schemas.openxmlformats.org/officeDocument/2006/relationships/vmlDrawing" Target="../drawings/vmlDrawing39.vml"/><Relationship Id="rId25" Type="http://schemas.openxmlformats.org/officeDocument/2006/relationships/slideLayout" Target="../slideLayouts/slideLayout700.xml"/><Relationship Id="rId24" Type="http://schemas.openxmlformats.org/officeDocument/2006/relationships/image" Target="../media/image270.emf"/><Relationship Id="rId23" Type="http://schemas.openxmlformats.org/officeDocument/2006/relationships/oleObject" Target="../embeddings/oleObject175.bin"/><Relationship Id="rId22" Type="http://schemas.openxmlformats.org/officeDocument/2006/relationships/image" Target="../media/image269.emf"/><Relationship Id="rId21" Type="http://schemas.openxmlformats.org/officeDocument/2006/relationships/oleObject" Target="../embeddings/oleObject174.bin"/><Relationship Id="rId20" Type="http://schemas.openxmlformats.org/officeDocument/2006/relationships/image" Target="../media/image268.emf"/><Relationship Id="rId2" Type="http://schemas.openxmlformats.org/officeDocument/2006/relationships/image" Target="../media/image260.emf"/><Relationship Id="rId19" Type="http://schemas.openxmlformats.org/officeDocument/2006/relationships/oleObject" Target="../embeddings/oleObject173.bin"/><Relationship Id="rId18" Type="http://schemas.openxmlformats.org/officeDocument/2006/relationships/image" Target="../media/image267.emf"/><Relationship Id="rId17" Type="http://schemas.openxmlformats.org/officeDocument/2006/relationships/oleObject" Target="../embeddings/oleObject172.bin"/><Relationship Id="rId16" Type="http://schemas.openxmlformats.org/officeDocument/2006/relationships/image" Target="../media/image259.png"/><Relationship Id="rId15" Type="http://schemas.openxmlformats.org/officeDocument/2006/relationships/image" Target="../media/image258.png"/><Relationship Id="rId14" Type="http://schemas.openxmlformats.org/officeDocument/2006/relationships/image" Target="../media/image266.emf"/><Relationship Id="rId13" Type="http://schemas.openxmlformats.org/officeDocument/2006/relationships/oleObject" Target="../embeddings/oleObject171.bin"/><Relationship Id="rId12" Type="http://schemas.openxmlformats.org/officeDocument/2006/relationships/image" Target="../media/image265.emf"/><Relationship Id="rId11" Type="http://schemas.openxmlformats.org/officeDocument/2006/relationships/oleObject" Target="../embeddings/oleObject170.bin"/><Relationship Id="rId10" Type="http://schemas.openxmlformats.org/officeDocument/2006/relationships/image" Target="../media/image264.emf"/><Relationship Id="rId1" Type="http://schemas.openxmlformats.org/officeDocument/2006/relationships/oleObject" Target="../embeddings/oleObject165.bin"/></Relationships>
</file>

<file path=ppt/slides/_rels/slide8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11.xml"/><Relationship Id="rId3" Type="http://schemas.openxmlformats.org/officeDocument/2006/relationships/image" Target="../media/image273.png"/><Relationship Id="rId2" Type="http://schemas.openxmlformats.org/officeDocument/2006/relationships/image" Target="../media/image272.png"/><Relationship Id="rId1" Type="http://schemas.openxmlformats.org/officeDocument/2006/relationships/image" Target="../media/image271.png"/></Relationships>
</file>

<file path=ppt/slides/_rels/slide87.xml.rels><?xml version="1.0" encoding="UTF-8" standalone="yes"?>
<Relationships xmlns="http://schemas.openxmlformats.org/package/2006/relationships"><Relationship Id="rId9" Type="http://schemas.openxmlformats.org/officeDocument/2006/relationships/image" Target="../media/image278.emf"/><Relationship Id="rId8" Type="http://schemas.openxmlformats.org/officeDocument/2006/relationships/oleObject" Target="../embeddings/oleObject179.bin"/><Relationship Id="rId7" Type="http://schemas.openxmlformats.org/officeDocument/2006/relationships/image" Target="../media/image277.emf"/><Relationship Id="rId6" Type="http://schemas.openxmlformats.org/officeDocument/2006/relationships/oleObject" Target="../embeddings/oleObject178.bin"/><Relationship Id="rId5" Type="http://schemas.openxmlformats.org/officeDocument/2006/relationships/image" Target="../media/image276.emf"/><Relationship Id="rId4" Type="http://schemas.openxmlformats.org/officeDocument/2006/relationships/oleObject" Target="../embeddings/oleObject177.bin"/><Relationship Id="rId3" Type="http://schemas.openxmlformats.org/officeDocument/2006/relationships/image" Target="../media/image275.emf"/><Relationship Id="rId29" Type="http://schemas.openxmlformats.org/officeDocument/2006/relationships/vmlDrawing" Target="../drawings/vmlDrawing40.vml"/><Relationship Id="rId28" Type="http://schemas.openxmlformats.org/officeDocument/2006/relationships/slideLayout" Target="../slideLayouts/slideLayout722.xml"/><Relationship Id="rId27" Type="http://schemas.openxmlformats.org/officeDocument/2006/relationships/image" Target="../media/image287.emf"/><Relationship Id="rId26" Type="http://schemas.openxmlformats.org/officeDocument/2006/relationships/oleObject" Target="../embeddings/oleObject188.bin"/><Relationship Id="rId25" Type="http://schemas.openxmlformats.org/officeDocument/2006/relationships/image" Target="../media/image286.emf"/><Relationship Id="rId24" Type="http://schemas.openxmlformats.org/officeDocument/2006/relationships/oleObject" Target="../embeddings/oleObject187.bin"/><Relationship Id="rId23" Type="http://schemas.openxmlformats.org/officeDocument/2006/relationships/image" Target="../media/image285.emf"/><Relationship Id="rId22" Type="http://schemas.openxmlformats.org/officeDocument/2006/relationships/oleObject" Target="../embeddings/oleObject186.bin"/><Relationship Id="rId21" Type="http://schemas.openxmlformats.org/officeDocument/2006/relationships/image" Target="../media/image284.emf"/><Relationship Id="rId20" Type="http://schemas.openxmlformats.org/officeDocument/2006/relationships/oleObject" Target="../embeddings/oleObject185.bin"/><Relationship Id="rId2" Type="http://schemas.openxmlformats.org/officeDocument/2006/relationships/oleObject" Target="../embeddings/oleObject176.bin"/><Relationship Id="rId19" Type="http://schemas.openxmlformats.org/officeDocument/2006/relationships/image" Target="../media/image283.emf"/><Relationship Id="rId18" Type="http://schemas.openxmlformats.org/officeDocument/2006/relationships/oleObject" Target="../embeddings/oleObject184.bin"/><Relationship Id="rId17" Type="http://schemas.openxmlformats.org/officeDocument/2006/relationships/image" Target="../media/image282.emf"/><Relationship Id="rId16" Type="http://schemas.openxmlformats.org/officeDocument/2006/relationships/oleObject" Target="../embeddings/oleObject183.bin"/><Relationship Id="rId15" Type="http://schemas.openxmlformats.org/officeDocument/2006/relationships/image" Target="../media/image281.emf"/><Relationship Id="rId14" Type="http://schemas.openxmlformats.org/officeDocument/2006/relationships/oleObject" Target="../embeddings/oleObject182.bin"/><Relationship Id="rId13" Type="http://schemas.openxmlformats.org/officeDocument/2006/relationships/image" Target="../media/image280.emf"/><Relationship Id="rId12" Type="http://schemas.openxmlformats.org/officeDocument/2006/relationships/oleObject" Target="../embeddings/oleObject181.bin"/><Relationship Id="rId11" Type="http://schemas.openxmlformats.org/officeDocument/2006/relationships/image" Target="../media/image279.emf"/><Relationship Id="rId10" Type="http://schemas.openxmlformats.org/officeDocument/2006/relationships/oleObject" Target="../embeddings/oleObject180.bin"/><Relationship Id="rId1" Type="http://schemas.openxmlformats.org/officeDocument/2006/relationships/image" Target="../media/image274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33.xml"/><Relationship Id="rId2" Type="http://schemas.openxmlformats.org/officeDocument/2006/relationships/image" Target="../media/image289.png"/><Relationship Id="rId1" Type="http://schemas.openxmlformats.org/officeDocument/2006/relationships/image" Target="../media/image288.png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44.xml"/><Relationship Id="rId1" Type="http://schemas.openxmlformats.org/officeDocument/2006/relationships/image" Target="../media/image290.emf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AutoShape 2"/>
          <p:cNvSpPr>
            <a:spLocks noGrp="1" noChangeArrowheads="1"/>
          </p:cNvSpPr>
          <p:nvPr>
            <p:ph type="title"/>
          </p:nvPr>
        </p:nvSpPr>
        <p:spPr>
          <a:xfrm>
            <a:off x="1928813" y="3429000"/>
            <a:ext cx="5643562" cy="1054100"/>
          </a:xfrm>
          <a:prstGeom prst="roundRect">
            <a:avLst>
              <a:gd name="adj" fmla="val 25079"/>
            </a:avLst>
          </a:prstGeom>
        </p:spPr>
        <p:txBody>
          <a:bodyPr/>
          <a:lstStyle/>
          <a:p>
            <a:pPr marL="914400" indent="-914400" eaLnBrk="1" hangingPunct="1"/>
            <a:r>
              <a:rPr lang="zh-CN" altLang="en-US">
                <a:solidFill>
                  <a:srgbClr val="008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</a:t>
            </a:r>
            <a:r>
              <a:rPr lang="en-US" altLang="zh-CN">
                <a:solidFill>
                  <a:srgbClr val="008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6</a:t>
            </a:r>
            <a:r>
              <a:rPr lang="zh-CN" altLang="en-US">
                <a:solidFill>
                  <a:srgbClr val="008000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章 时序逻辑电路</a:t>
            </a:r>
            <a:endParaRPr lang="zh-CN" altLang="en-US">
              <a:solidFill>
                <a:srgbClr val="008000"/>
              </a:solidFill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13315" name="AutoShape 7"/>
          <p:cNvSpPr>
            <a:spLocks noChangeArrowheads="1"/>
          </p:cNvSpPr>
          <p:nvPr/>
        </p:nvSpPr>
        <p:spPr bwMode="auto">
          <a:xfrm>
            <a:off x="611188" y="1004888"/>
            <a:ext cx="6697662" cy="911225"/>
          </a:xfrm>
          <a:prstGeom prst="roundRect">
            <a:avLst>
              <a:gd name="adj" fmla="val 25079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anchor="b"/>
          <a:lstStyle>
            <a:lvl1pPr marL="914400" indent="-914400" eaLnBrk="0" hangingPunct="0">
              <a:spcBef>
                <a:spcPct val="20000"/>
              </a:spcBef>
              <a:buClr>
                <a:schemeClr val="tx2"/>
              </a:buClr>
              <a:buSzPct val="50000"/>
              <a:buFont typeface="Wingdings 2" panose="05020102010507070707" pitchFamily="18" charset="2"/>
              <a:buChar char="ß"/>
              <a:defRPr sz="3200">
                <a:solidFill>
                  <a:schemeClr val="tx1"/>
                </a:solidFill>
                <a:latin typeface="Franklin Gothic Book" panose="020B05030201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tx2"/>
              </a:buClr>
              <a:buSzPct val="50000"/>
              <a:buFont typeface="Wingdings 2" panose="05020102010507070707" pitchFamily="18" charset="2"/>
              <a:buChar char="Þ"/>
              <a:defRPr sz="2800">
                <a:solidFill>
                  <a:schemeClr val="tx1"/>
                </a:solidFill>
                <a:latin typeface="Franklin Gothic Book" panose="020B05030201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tx2"/>
              </a:buClr>
              <a:buSzPct val="50000"/>
              <a:buFont typeface="Wingdings 2" panose="05020102010507070707" pitchFamily="18" charset="2"/>
              <a:buChar char=""/>
              <a:defRPr sz="2400">
                <a:solidFill>
                  <a:schemeClr val="tx1"/>
                </a:solidFill>
                <a:latin typeface="Franklin Gothic Book" panose="020B05030201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tx2"/>
              </a:buClr>
              <a:buSzPct val="50000"/>
              <a:buFont typeface="Wingdings 2" panose="05020102010507070707" pitchFamily="18" charset="2"/>
              <a:buChar char=""/>
              <a:defRPr sz="2000">
                <a:solidFill>
                  <a:schemeClr val="tx1"/>
                </a:solidFill>
                <a:latin typeface="Franklin Gothic Book" panose="020B05030201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tx2"/>
              </a:buClr>
              <a:buSzPct val="50000"/>
              <a:buFont typeface="Wingdings 2" panose="05020102010507070707" pitchFamily="18" charset="2"/>
              <a:buChar char=""/>
              <a:defRPr sz="2000">
                <a:solidFill>
                  <a:schemeClr val="tx1"/>
                </a:solidFill>
                <a:latin typeface="Franklin Gothic Book" panose="020B05030201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50000"/>
              <a:buFont typeface="Wingdings 2" panose="05020102010507070707" pitchFamily="18" charset="2"/>
              <a:buChar char=""/>
              <a:defRPr sz="2000">
                <a:solidFill>
                  <a:schemeClr val="tx1"/>
                </a:solidFill>
                <a:latin typeface="Franklin Gothic Book" panose="020B05030201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50000"/>
              <a:buFont typeface="Wingdings 2" panose="05020102010507070707" pitchFamily="18" charset="2"/>
              <a:buChar char=""/>
              <a:defRPr sz="2000">
                <a:solidFill>
                  <a:schemeClr val="tx1"/>
                </a:solidFill>
                <a:latin typeface="Franklin Gothic Book" panose="020B05030201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50000"/>
              <a:buFont typeface="Wingdings 2" panose="05020102010507070707" pitchFamily="18" charset="2"/>
              <a:buChar char=""/>
              <a:defRPr sz="2000">
                <a:solidFill>
                  <a:schemeClr val="tx1"/>
                </a:solidFill>
                <a:latin typeface="Franklin Gothic Book" panose="020B05030201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50000"/>
              <a:buFont typeface="Wingdings 2" panose="05020102010507070707" pitchFamily="18" charset="2"/>
              <a:buChar char=""/>
              <a:defRPr sz="2000">
                <a:solidFill>
                  <a:schemeClr val="tx1"/>
                </a:solidFill>
                <a:latin typeface="Franklin Gothic Book" panose="020B0503020102020204" pitchFamily="34" charset="0"/>
              </a:defRPr>
            </a:lvl9pPr>
          </a:lstStyle>
          <a:p>
            <a:pPr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zh-CN" altLang="en-US" sz="3600" b="1">
                <a:solidFill>
                  <a:srgbClr val="2F2F2F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  <a:r>
              <a:rPr lang="zh-CN" altLang="en-US" sz="4800" b="1">
                <a:solidFill>
                  <a:srgbClr val="FF0066"/>
                </a:solidFill>
                <a:latin typeface="Arial" panose="020B0604020202020204" pitchFamily="34" charset="0"/>
                <a:ea typeface="楷体_GB2312" pitchFamily="49" charset="-122"/>
              </a:rPr>
              <a:t>数字逻辑设计</a:t>
            </a:r>
            <a:endParaRPr lang="en-US" altLang="zh-CN" sz="4800" b="1">
              <a:solidFill>
                <a:srgbClr val="FF0066"/>
              </a:solidFill>
              <a:latin typeface="楷体_GB2312" pitchFamily="49" charset="-122"/>
              <a:ea typeface="楷体_GB2312" pitchFamily="49" charset="-122"/>
            </a:endParaRP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90"/>
          <p:cNvSpPr>
            <a:spLocks noChangeArrowheads="1"/>
          </p:cNvSpPr>
          <p:nvPr/>
        </p:nvSpPr>
        <p:spPr bwMode="auto">
          <a:xfrm>
            <a:off x="214313" y="46038"/>
            <a:ext cx="249713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36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§6.1  </a:t>
            </a:r>
            <a:r>
              <a:rPr lang="zh-CN" altLang="en-US" sz="36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概述</a:t>
            </a:r>
            <a:r>
              <a:rPr lang="zh-CN" altLang="en-US" sz="3600" b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 </a:t>
            </a:r>
            <a:endParaRPr lang="zh-CN" altLang="en-US" sz="3600" b="1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15" name="Text Box 14"/>
          <p:cNvSpPr txBox="1">
            <a:spLocks noChangeArrowheads="1"/>
          </p:cNvSpPr>
          <p:nvPr/>
        </p:nvSpPr>
        <p:spPr bwMode="auto">
          <a:xfrm>
            <a:off x="642938" y="642938"/>
            <a:ext cx="56435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</a:rPr>
              <a:t>一、时序逻辑电路的定义与组成</a:t>
            </a:r>
            <a:endParaRPr lang="zh-CN" altLang="en-US" sz="2800" b="1">
              <a:solidFill>
                <a:srgbClr val="006600"/>
              </a:solidFill>
            </a:endParaRPr>
          </a:p>
        </p:txBody>
      </p:sp>
      <p:grpSp>
        <p:nvGrpSpPr>
          <p:cNvPr id="2" name="组合 17"/>
          <p:cNvGrpSpPr/>
          <p:nvPr/>
        </p:nvGrpSpPr>
        <p:grpSpPr bwMode="auto">
          <a:xfrm>
            <a:off x="642938" y="1285875"/>
            <a:ext cx="7858125" cy="1214438"/>
            <a:chOff x="571472" y="1643050"/>
            <a:chExt cx="7858125" cy="1214446"/>
          </a:xfrm>
        </p:grpSpPr>
        <p:sp>
          <p:nvSpPr>
            <p:cNvPr id="14391" name="Rectangle 13"/>
            <p:cNvSpPr>
              <a:spLocks noChangeArrowheads="1"/>
            </p:cNvSpPr>
            <p:nvPr/>
          </p:nvSpPr>
          <p:spPr bwMode="auto">
            <a:xfrm>
              <a:off x="642910" y="1643050"/>
              <a:ext cx="7715304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    </a:t>
              </a:r>
              <a:r>
                <a:rPr kumimoji="1" lang="zh-CN" altLang="en-US" sz="2400" b="1">
                  <a:solidFill>
                    <a:srgbClr val="FF0000"/>
                  </a:solidFill>
                  <a:latin typeface="宋体" panose="02010600030101010101" pitchFamily="2" charset="-122"/>
                </a:rPr>
                <a:t>时序逻辑电路：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任一时刻的输出信号不仅取决于该时刻的输入信号，而且还取决于电路原来的状态。它由</a:t>
              </a:r>
              <a:r>
                <a:rPr kumimoji="1" lang="zh-CN" altLang="en-US" sz="2400" b="1">
                  <a:solidFill>
                    <a:srgbClr val="FF0000"/>
                  </a:solidFill>
                  <a:latin typeface="宋体" panose="02010600030101010101" pitchFamily="2" charset="-122"/>
                </a:rPr>
                <a:t>组合逻辑电路和存储电路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组成。</a:t>
              </a:r>
              <a:endPara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4392" name="Rectangle 16"/>
            <p:cNvSpPr>
              <a:spLocks noChangeArrowheads="1"/>
            </p:cNvSpPr>
            <p:nvPr/>
          </p:nvSpPr>
          <p:spPr bwMode="auto">
            <a:xfrm>
              <a:off x="571472" y="1643050"/>
              <a:ext cx="7858125" cy="1214446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" name="组合 60"/>
          <p:cNvGrpSpPr/>
          <p:nvPr/>
        </p:nvGrpSpPr>
        <p:grpSpPr bwMode="auto">
          <a:xfrm>
            <a:off x="642938" y="3289300"/>
            <a:ext cx="3808412" cy="2568575"/>
            <a:chOff x="642921" y="2714620"/>
            <a:chExt cx="3808164" cy="2568576"/>
          </a:xfrm>
        </p:grpSpPr>
        <p:sp>
          <p:nvSpPr>
            <p:cNvPr id="14353" name="Line 16"/>
            <p:cNvSpPr>
              <a:spLocks noChangeShapeType="1"/>
            </p:cNvSpPr>
            <p:nvPr/>
          </p:nvSpPr>
          <p:spPr bwMode="auto">
            <a:xfrm flipH="1">
              <a:off x="933423" y="2908295"/>
              <a:ext cx="32226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54" name="Line 17"/>
            <p:cNvSpPr>
              <a:spLocks noChangeShapeType="1"/>
            </p:cNvSpPr>
            <p:nvPr/>
          </p:nvSpPr>
          <p:spPr bwMode="auto">
            <a:xfrm flipH="1">
              <a:off x="933423" y="3259133"/>
              <a:ext cx="32226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55" name="Rectangle 18"/>
            <p:cNvSpPr>
              <a:spLocks noChangeArrowheads="1"/>
            </p:cNvSpPr>
            <p:nvPr/>
          </p:nvSpPr>
          <p:spPr bwMode="auto">
            <a:xfrm>
              <a:off x="933423" y="3629020"/>
              <a:ext cx="3300413" cy="1479550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56" name="Rectangle 19"/>
            <p:cNvSpPr>
              <a:spLocks noChangeArrowheads="1"/>
            </p:cNvSpPr>
            <p:nvPr/>
          </p:nvSpPr>
          <p:spPr bwMode="auto">
            <a:xfrm>
              <a:off x="1127098" y="3998908"/>
              <a:ext cx="2932113" cy="73977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57" name="Rectangle 20"/>
            <p:cNvSpPr>
              <a:spLocks noChangeArrowheads="1"/>
            </p:cNvSpPr>
            <p:nvPr/>
          </p:nvSpPr>
          <p:spPr bwMode="auto">
            <a:xfrm>
              <a:off x="1671610" y="4564058"/>
              <a:ext cx="1824038" cy="71913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58" name="Rectangle 21"/>
            <p:cNvSpPr>
              <a:spLocks noChangeArrowheads="1"/>
            </p:cNvSpPr>
            <p:nvPr/>
          </p:nvSpPr>
          <p:spPr bwMode="auto">
            <a:xfrm>
              <a:off x="2079598" y="4776783"/>
              <a:ext cx="12287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存储电路</a:t>
              </a:r>
              <a:endPara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59" name="Rectangle 22"/>
            <p:cNvSpPr>
              <a:spLocks noChangeArrowheads="1"/>
            </p:cNvSpPr>
            <p:nvPr/>
          </p:nvSpPr>
          <p:spPr bwMode="auto">
            <a:xfrm>
              <a:off x="1671610" y="2714620"/>
              <a:ext cx="1824038" cy="1479550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60" name="Rectangle 23"/>
            <p:cNvSpPr>
              <a:spLocks noChangeArrowheads="1"/>
            </p:cNvSpPr>
            <p:nvPr/>
          </p:nvSpPr>
          <p:spPr bwMode="auto">
            <a:xfrm>
              <a:off x="1827185" y="3317870"/>
              <a:ext cx="15335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组合逻辑电路</a:t>
              </a:r>
              <a:endPara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61" name="Freeform 24"/>
            <p:cNvSpPr/>
            <p:nvPr/>
          </p:nvSpPr>
          <p:spPr bwMode="auto">
            <a:xfrm>
              <a:off x="1438248" y="2851145"/>
              <a:ext cx="233363" cy="96838"/>
            </a:xfrm>
            <a:custGeom>
              <a:avLst/>
              <a:gdLst>
                <a:gd name="T0" fmla="*/ 0 w 147"/>
                <a:gd name="T1" fmla="*/ 2147483647 h 61"/>
                <a:gd name="T2" fmla="*/ 2147483647 w 147"/>
                <a:gd name="T3" fmla="*/ 2147483647 h 61"/>
                <a:gd name="T4" fmla="*/ 0 w 147"/>
                <a:gd name="T5" fmla="*/ 0 h 61"/>
                <a:gd name="T6" fmla="*/ 2147483647 w 147"/>
                <a:gd name="T7" fmla="*/ 2147483647 h 61"/>
                <a:gd name="T8" fmla="*/ 0 w 147"/>
                <a:gd name="T9" fmla="*/ 214748364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61"/>
                <a:gd name="T17" fmla="*/ 147 w 147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61">
                  <a:moveTo>
                    <a:pt x="0" y="61"/>
                  </a:moveTo>
                  <a:lnTo>
                    <a:pt x="25" y="36"/>
                  </a:lnTo>
                  <a:lnTo>
                    <a:pt x="0" y="0"/>
                  </a:lnTo>
                  <a:lnTo>
                    <a:pt x="147" y="36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62" name="Freeform 25"/>
            <p:cNvSpPr/>
            <p:nvPr/>
          </p:nvSpPr>
          <p:spPr bwMode="auto">
            <a:xfrm>
              <a:off x="1438248" y="3221033"/>
              <a:ext cx="233363" cy="96838"/>
            </a:xfrm>
            <a:custGeom>
              <a:avLst/>
              <a:gdLst>
                <a:gd name="T0" fmla="*/ 0 w 147"/>
                <a:gd name="T1" fmla="*/ 2147483647 h 61"/>
                <a:gd name="T2" fmla="*/ 2147483647 w 147"/>
                <a:gd name="T3" fmla="*/ 2147483647 h 61"/>
                <a:gd name="T4" fmla="*/ 0 w 147"/>
                <a:gd name="T5" fmla="*/ 0 h 61"/>
                <a:gd name="T6" fmla="*/ 2147483647 w 147"/>
                <a:gd name="T7" fmla="*/ 2147483647 h 61"/>
                <a:gd name="T8" fmla="*/ 0 w 147"/>
                <a:gd name="T9" fmla="*/ 214748364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61"/>
                <a:gd name="T17" fmla="*/ 147 w 147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61">
                  <a:moveTo>
                    <a:pt x="0" y="61"/>
                  </a:moveTo>
                  <a:lnTo>
                    <a:pt x="25" y="24"/>
                  </a:lnTo>
                  <a:lnTo>
                    <a:pt x="0" y="0"/>
                  </a:lnTo>
                  <a:lnTo>
                    <a:pt x="147" y="2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63" name="Freeform 26"/>
            <p:cNvSpPr/>
            <p:nvPr/>
          </p:nvSpPr>
          <p:spPr bwMode="auto">
            <a:xfrm>
              <a:off x="1438248" y="3590920"/>
              <a:ext cx="233363" cy="96838"/>
            </a:xfrm>
            <a:custGeom>
              <a:avLst/>
              <a:gdLst>
                <a:gd name="T0" fmla="*/ 0 w 147"/>
                <a:gd name="T1" fmla="*/ 2147483647 h 61"/>
                <a:gd name="T2" fmla="*/ 2147483647 w 147"/>
                <a:gd name="T3" fmla="*/ 2147483647 h 61"/>
                <a:gd name="T4" fmla="*/ 0 w 147"/>
                <a:gd name="T5" fmla="*/ 0 h 61"/>
                <a:gd name="T6" fmla="*/ 2147483647 w 147"/>
                <a:gd name="T7" fmla="*/ 2147483647 h 61"/>
                <a:gd name="T8" fmla="*/ 0 w 147"/>
                <a:gd name="T9" fmla="*/ 214748364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61"/>
                <a:gd name="T17" fmla="*/ 147 w 147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61">
                  <a:moveTo>
                    <a:pt x="0" y="61"/>
                  </a:moveTo>
                  <a:lnTo>
                    <a:pt x="25" y="24"/>
                  </a:lnTo>
                  <a:lnTo>
                    <a:pt x="0" y="0"/>
                  </a:lnTo>
                  <a:lnTo>
                    <a:pt x="147" y="2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64" name="Freeform 27"/>
            <p:cNvSpPr/>
            <p:nvPr/>
          </p:nvSpPr>
          <p:spPr bwMode="auto">
            <a:xfrm>
              <a:off x="1438248" y="3960808"/>
              <a:ext cx="233363" cy="96838"/>
            </a:xfrm>
            <a:custGeom>
              <a:avLst/>
              <a:gdLst>
                <a:gd name="T0" fmla="*/ 0 w 147"/>
                <a:gd name="T1" fmla="*/ 2147483647 h 61"/>
                <a:gd name="T2" fmla="*/ 2147483647 w 147"/>
                <a:gd name="T3" fmla="*/ 2147483647 h 61"/>
                <a:gd name="T4" fmla="*/ 0 w 147"/>
                <a:gd name="T5" fmla="*/ 0 h 61"/>
                <a:gd name="T6" fmla="*/ 2147483647 w 147"/>
                <a:gd name="T7" fmla="*/ 2147483647 h 61"/>
                <a:gd name="T8" fmla="*/ 0 w 147"/>
                <a:gd name="T9" fmla="*/ 214748364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61"/>
                <a:gd name="T17" fmla="*/ 147 w 147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61">
                  <a:moveTo>
                    <a:pt x="0" y="61"/>
                  </a:moveTo>
                  <a:lnTo>
                    <a:pt x="25" y="24"/>
                  </a:lnTo>
                  <a:lnTo>
                    <a:pt x="0" y="0"/>
                  </a:lnTo>
                  <a:lnTo>
                    <a:pt x="147" y="2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65" name="Freeform 28"/>
            <p:cNvSpPr/>
            <p:nvPr/>
          </p:nvSpPr>
          <p:spPr bwMode="auto">
            <a:xfrm>
              <a:off x="3941735" y="2851145"/>
              <a:ext cx="233363" cy="96838"/>
            </a:xfrm>
            <a:custGeom>
              <a:avLst/>
              <a:gdLst>
                <a:gd name="T0" fmla="*/ 0 w 147"/>
                <a:gd name="T1" fmla="*/ 2147483647 h 61"/>
                <a:gd name="T2" fmla="*/ 2147483647 w 147"/>
                <a:gd name="T3" fmla="*/ 2147483647 h 61"/>
                <a:gd name="T4" fmla="*/ 0 w 147"/>
                <a:gd name="T5" fmla="*/ 0 h 61"/>
                <a:gd name="T6" fmla="*/ 2147483647 w 147"/>
                <a:gd name="T7" fmla="*/ 2147483647 h 61"/>
                <a:gd name="T8" fmla="*/ 0 w 147"/>
                <a:gd name="T9" fmla="*/ 214748364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61"/>
                <a:gd name="T17" fmla="*/ 147 w 147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61">
                  <a:moveTo>
                    <a:pt x="0" y="61"/>
                  </a:moveTo>
                  <a:lnTo>
                    <a:pt x="25" y="36"/>
                  </a:lnTo>
                  <a:lnTo>
                    <a:pt x="0" y="0"/>
                  </a:lnTo>
                  <a:lnTo>
                    <a:pt x="147" y="36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66" name="Freeform 29"/>
            <p:cNvSpPr/>
            <p:nvPr/>
          </p:nvSpPr>
          <p:spPr bwMode="auto">
            <a:xfrm>
              <a:off x="3941735" y="3221033"/>
              <a:ext cx="233363" cy="96838"/>
            </a:xfrm>
            <a:custGeom>
              <a:avLst/>
              <a:gdLst>
                <a:gd name="T0" fmla="*/ 0 w 147"/>
                <a:gd name="T1" fmla="*/ 2147483647 h 61"/>
                <a:gd name="T2" fmla="*/ 2147483647 w 147"/>
                <a:gd name="T3" fmla="*/ 2147483647 h 61"/>
                <a:gd name="T4" fmla="*/ 0 w 147"/>
                <a:gd name="T5" fmla="*/ 0 h 61"/>
                <a:gd name="T6" fmla="*/ 2147483647 w 147"/>
                <a:gd name="T7" fmla="*/ 2147483647 h 61"/>
                <a:gd name="T8" fmla="*/ 0 w 147"/>
                <a:gd name="T9" fmla="*/ 214748364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61"/>
                <a:gd name="T17" fmla="*/ 147 w 147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61">
                  <a:moveTo>
                    <a:pt x="0" y="61"/>
                  </a:moveTo>
                  <a:lnTo>
                    <a:pt x="25" y="24"/>
                  </a:lnTo>
                  <a:lnTo>
                    <a:pt x="0" y="0"/>
                  </a:lnTo>
                  <a:lnTo>
                    <a:pt x="147" y="2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67" name="Freeform 30"/>
            <p:cNvSpPr/>
            <p:nvPr/>
          </p:nvSpPr>
          <p:spPr bwMode="auto">
            <a:xfrm>
              <a:off x="3495648" y="4700583"/>
              <a:ext cx="252413" cy="77788"/>
            </a:xfrm>
            <a:custGeom>
              <a:avLst/>
              <a:gdLst>
                <a:gd name="T0" fmla="*/ 2147483647 w 159"/>
                <a:gd name="T1" fmla="*/ 2147483647 h 49"/>
                <a:gd name="T2" fmla="*/ 2147483647 w 159"/>
                <a:gd name="T3" fmla="*/ 2147483647 h 49"/>
                <a:gd name="T4" fmla="*/ 2147483647 w 159"/>
                <a:gd name="T5" fmla="*/ 0 h 49"/>
                <a:gd name="T6" fmla="*/ 0 w 159"/>
                <a:gd name="T7" fmla="*/ 2147483647 h 49"/>
                <a:gd name="T8" fmla="*/ 2147483647 w 159"/>
                <a:gd name="T9" fmla="*/ 214748364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49"/>
                <a:gd name="T17" fmla="*/ 159 w 159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49">
                  <a:moveTo>
                    <a:pt x="159" y="49"/>
                  </a:moveTo>
                  <a:lnTo>
                    <a:pt x="135" y="24"/>
                  </a:lnTo>
                  <a:lnTo>
                    <a:pt x="159" y="0"/>
                  </a:lnTo>
                  <a:lnTo>
                    <a:pt x="0" y="24"/>
                  </a:lnTo>
                  <a:lnTo>
                    <a:pt x="159" y="4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68" name="Freeform 31"/>
            <p:cNvSpPr/>
            <p:nvPr/>
          </p:nvSpPr>
          <p:spPr bwMode="auto">
            <a:xfrm>
              <a:off x="3495648" y="5070470"/>
              <a:ext cx="252413" cy="77788"/>
            </a:xfrm>
            <a:custGeom>
              <a:avLst/>
              <a:gdLst>
                <a:gd name="T0" fmla="*/ 2147483647 w 159"/>
                <a:gd name="T1" fmla="*/ 2147483647 h 49"/>
                <a:gd name="T2" fmla="*/ 2147483647 w 159"/>
                <a:gd name="T3" fmla="*/ 2147483647 h 49"/>
                <a:gd name="T4" fmla="*/ 2147483647 w 159"/>
                <a:gd name="T5" fmla="*/ 0 h 49"/>
                <a:gd name="T6" fmla="*/ 0 w 159"/>
                <a:gd name="T7" fmla="*/ 2147483647 h 49"/>
                <a:gd name="T8" fmla="*/ 2147483647 w 159"/>
                <a:gd name="T9" fmla="*/ 214748364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49"/>
                <a:gd name="T17" fmla="*/ 159 w 159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49">
                  <a:moveTo>
                    <a:pt x="159" y="49"/>
                  </a:moveTo>
                  <a:lnTo>
                    <a:pt x="135" y="24"/>
                  </a:lnTo>
                  <a:lnTo>
                    <a:pt x="159" y="0"/>
                  </a:lnTo>
                  <a:lnTo>
                    <a:pt x="0" y="24"/>
                  </a:lnTo>
                  <a:lnTo>
                    <a:pt x="159" y="4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4369" name="Rectangle 32"/>
            <p:cNvSpPr>
              <a:spLocks noChangeArrowheads="1"/>
            </p:cNvSpPr>
            <p:nvPr/>
          </p:nvSpPr>
          <p:spPr bwMode="auto">
            <a:xfrm rot="5400000">
              <a:off x="3565498" y="292417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…</a:t>
              </a:r>
              <a:endParaRPr kumimoji="1" lang="en-US" altLang="zh-CN" sz="2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70" name="Rectangle 33"/>
            <p:cNvSpPr>
              <a:spLocks noChangeArrowheads="1"/>
            </p:cNvSpPr>
            <p:nvPr/>
          </p:nvSpPr>
          <p:spPr bwMode="auto">
            <a:xfrm rot="5400000">
              <a:off x="3565498" y="366394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…</a:t>
              </a:r>
              <a:endParaRPr kumimoji="1" lang="en-US" altLang="zh-CN" sz="2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71" name="Rectangle 34"/>
            <p:cNvSpPr>
              <a:spLocks noChangeArrowheads="1"/>
            </p:cNvSpPr>
            <p:nvPr/>
          </p:nvSpPr>
          <p:spPr bwMode="auto">
            <a:xfrm rot="5400000">
              <a:off x="1179485" y="3663945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…</a:t>
              </a:r>
              <a:endParaRPr kumimoji="1" lang="en-US" altLang="zh-CN" sz="2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72" name="Rectangle 35"/>
            <p:cNvSpPr>
              <a:spLocks noChangeArrowheads="1"/>
            </p:cNvSpPr>
            <p:nvPr/>
          </p:nvSpPr>
          <p:spPr bwMode="auto">
            <a:xfrm rot="5400000">
              <a:off x="1179485" y="2924170"/>
              <a:ext cx="254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…</a:t>
              </a:r>
              <a:endParaRPr kumimoji="1" lang="en-US" altLang="zh-CN" sz="2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373" name="Group 36"/>
            <p:cNvGrpSpPr/>
            <p:nvPr/>
          </p:nvGrpSpPr>
          <p:grpSpPr bwMode="auto">
            <a:xfrm>
              <a:off x="642922" y="2754308"/>
              <a:ext cx="206376" cy="331788"/>
              <a:chOff x="3061" y="461"/>
              <a:chExt cx="130" cy="209"/>
            </a:xfrm>
          </p:grpSpPr>
          <p:sp>
            <p:nvSpPr>
              <p:cNvPr id="14389" name="Rectangle 37"/>
              <p:cNvSpPr>
                <a:spLocks noChangeArrowheads="1"/>
              </p:cNvSpPr>
              <p:nvPr/>
            </p:nvSpPr>
            <p:spPr bwMode="auto">
              <a:xfrm>
                <a:off x="3061" y="461"/>
                <a:ext cx="80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20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</a:t>
                </a:r>
                <a:endParaRPr kumimoji="1"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0" name="Rectangle 38"/>
              <p:cNvSpPr>
                <a:spLocks noChangeArrowheads="1"/>
              </p:cNvSpPr>
              <p:nvPr/>
            </p:nvSpPr>
            <p:spPr bwMode="auto">
              <a:xfrm>
                <a:off x="3134" y="534"/>
                <a:ext cx="57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kumimoji="1"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4374" name="Group 39"/>
            <p:cNvGrpSpPr/>
            <p:nvPr/>
          </p:nvGrpSpPr>
          <p:grpSpPr bwMode="auto">
            <a:xfrm>
              <a:off x="642921" y="3103558"/>
              <a:ext cx="215901" cy="392113"/>
              <a:chOff x="3061" y="681"/>
              <a:chExt cx="136" cy="247"/>
            </a:xfrm>
          </p:grpSpPr>
          <p:sp>
            <p:nvSpPr>
              <p:cNvPr id="14387" name="Rectangle 40"/>
              <p:cNvSpPr>
                <a:spLocks noChangeArrowheads="1"/>
              </p:cNvSpPr>
              <p:nvPr/>
            </p:nvSpPr>
            <p:spPr bwMode="auto">
              <a:xfrm>
                <a:off x="3061" y="681"/>
                <a:ext cx="80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20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</a:t>
                </a:r>
                <a:endParaRPr kumimoji="1"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8" name="Rectangle 41"/>
              <p:cNvSpPr>
                <a:spLocks noChangeArrowheads="1"/>
              </p:cNvSpPr>
              <p:nvPr/>
            </p:nvSpPr>
            <p:spPr bwMode="auto">
              <a:xfrm>
                <a:off x="3134" y="792"/>
                <a:ext cx="63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14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</a:t>
                </a:r>
                <a:endParaRPr kumimoji="1"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4375" name="Rectangle 42"/>
            <p:cNvSpPr>
              <a:spLocks noChangeArrowheads="1"/>
            </p:cNvSpPr>
            <p:nvPr/>
          </p:nvSpPr>
          <p:spPr bwMode="auto">
            <a:xfrm>
              <a:off x="4233835" y="2754308"/>
              <a:ext cx="984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endPara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76" name="Rectangle 43"/>
            <p:cNvSpPr>
              <a:spLocks noChangeArrowheads="1"/>
            </p:cNvSpPr>
            <p:nvPr/>
          </p:nvSpPr>
          <p:spPr bwMode="auto">
            <a:xfrm>
              <a:off x="4330673" y="287019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77" name="Rectangle 44"/>
            <p:cNvSpPr>
              <a:spLocks noChangeArrowheads="1"/>
            </p:cNvSpPr>
            <p:nvPr/>
          </p:nvSpPr>
          <p:spPr bwMode="auto">
            <a:xfrm>
              <a:off x="4213198" y="3103558"/>
              <a:ext cx="984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endPara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78" name="Rectangle 45"/>
            <p:cNvSpPr>
              <a:spLocks noChangeArrowheads="1"/>
            </p:cNvSpPr>
            <p:nvPr/>
          </p:nvSpPr>
          <p:spPr bwMode="auto">
            <a:xfrm>
              <a:off x="4311623" y="3279770"/>
              <a:ext cx="13946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endPara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79" name="Rectangle 46"/>
            <p:cNvSpPr>
              <a:spLocks noChangeArrowheads="1"/>
            </p:cNvSpPr>
            <p:nvPr/>
          </p:nvSpPr>
          <p:spPr bwMode="auto">
            <a:xfrm>
              <a:off x="1282673" y="4408483"/>
              <a:ext cx="127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80" name="Rectangle 47"/>
            <p:cNvSpPr>
              <a:spLocks noChangeArrowheads="1"/>
            </p:cNvSpPr>
            <p:nvPr/>
          </p:nvSpPr>
          <p:spPr bwMode="auto">
            <a:xfrm>
              <a:off x="1419198" y="4524370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81" name="Rectangle 48"/>
            <p:cNvSpPr>
              <a:spLocks noChangeArrowheads="1"/>
            </p:cNvSpPr>
            <p:nvPr/>
          </p:nvSpPr>
          <p:spPr bwMode="auto">
            <a:xfrm>
              <a:off x="1303310" y="4719633"/>
              <a:ext cx="127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82" name="Rectangle 49"/>
            <p:cNvSpPr>
              <a:spLocks noChangeArrowheads="1"/>
            </p:cNvSpPr>
            <p:nvPr/>
          </p:nvSpPr>
          <p:spPr bwMode="auto">
            <a:xfrm>
              <a:off x="1438248" y="4894258"/>
              <a:ext cx="52388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5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</a:t>
              </a:r>
              <a:endParaRPr kumimoji="1" lang="en-US" altLang="zh-CN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83" name="Rectangle 50"/>
            <p:cNvSpPr>
              <a:spLocks noChangeArrowheads="1"/>
            </p:cNvSpPr>
            <p:nvPr/>
          </p:nvSpPr>
          <p:spPr bwMode="auto">
            <a:xfrm>
              <a:off x="3767110" y="4408483"/>
              <a:ext cx="1127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endParaRPr kumimoji="1"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84" name="Rectangle 51"/>
            <p:cNvSpPr>
              <a:spLocks noChangeArrowheads="1"/>
            </p:cNvSpPr>
            <p:nvPr/>
          </p:nvSpPr>
          <p:spPr bwMode="auto">
            <a:xfrm>
              <a:off x="3884585" y="4524370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kumimoji="1"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85" name="Rectangle 52"/>
            <p:cNvSpPr>
              <a:spLocks noChangeArrowheads="1"/>
            </p:cNvSpPr>
            <p:nvPr/>
          </p:nvSpPr>
          <p:spPr bwMode="auto">
            <a:xfrm>
              <a:off x="3767110" y="4719633"/>
              <a:ext cx="11271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endParaRPr kumimoji="1"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86" name="Rectangle 53"/>
            <p:cNvSpPr>
              <a:spLocks noChangeArrowheads="1"/>
            </p:cNvSpPr>
            <p:nvPr/>
          </p:nvSpPr>
          <p:spPr bwMode="auto">
            <a:xfrm>
              <a:off x="3884585" y="4894258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</a:t>
              </a:r>
              <a:endParaRPr kumimoji="1"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1029" name="Object 15"/>
          <p:cNvGraphicFramePr>
            <a:graphicFrameLocks noChangeAspect="1"/>
          </p:cNvGraphicFramePr>
          <p:nvPr/>
        </p:nvGraphicFramePr>
        <p:xfrm>
          <a:off x="5178425" y="3143250"/>
          <a:ext cx="374015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02" name="公式" r:id="rId1" imgW="2893695" imgH="175260" progId="Equation.3">
                  <p:embed/>
                </p:oleObj>
              </mc:Choice>
              <mc:Fallback>
                <p:oleObj name="公式" r:id="rId1" imgW="2893695" imgH="175260" progId="Equation.3">
                  <p:embed/>
                  <p:pic>
                    <p:nvPicPr>
                      <p:cNvPr id="0" name="图片 160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78425" y="3143250"/>
                        <a:ext cx="374015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30" name="Object 16"/>
          <p:cNvGraphicFramePr>
            <a:graphicFrameLocks noChangeAspect="1"/>
          </p:cNvGraphicFramePr>
          <p:nvPr/>
        </p:nvGraphicFramePr>
        <p:xfrm>
          <a:off x="5159375" y="3690938"/>
          <a:ext cx="3770313" cy="5349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03" name="公式" r:id="rId3" imgW="2856230" imgH="175260" progId="Equation.3">
                  <p:embed/>
                </p:oleObj>
              </mc:Choice>
              <mc:Fallback>
                <p:oleObj name="公式" r:id="rId3" imgW="2856230" imgH="175260" progId="Equation.3">
                  <p:embed/>
                  <p:pic>
                    <p:nvPicPr>
                      <p:cNvPr id="0" name="图片 160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59375" y="3690938"/>
                        <a:ext cx="3770313" cy="5349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31" name="Object 17"/>
          <p:cNvGraphicFramePr>
            <a:graphicFrameLocks noChangeAspect="1"/>
          </p:cNvGraphicFramePr>
          <p:nvPr/>
        </p:nvGraphicFramePr>
        <p:xfrm>
          <a:off x="5003800" y="4265613"/>
          <a:ext cx="3925888" cy="520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04" name="公式" r:id="rId5" imgW="2943860" imgH="175260" progId="Equation.3">
                  <p:embed/>
                </p:oleObj>
              </mc:Choice>
              <mc:Fallback>
                <p:oleObj name="公式" r:id="rId5" imgW="2943860" imgH="175260" progId="Equation.3">
                  <p:embed/>
                  <p:pic>
                    <p:nvPicPr>
                      <p:cNvPr id="0" name="图片 160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03800" y="4265613"/>
                        <a:ext cx="3925888" cy="520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1" name="AutoShape 58"/>
          <p:cNvSpPr/>
          <p:nvPr/>
        </p:nvSpPr>
        <p:spPr bwMode="auto">
          <a:xfrm>
            <a:off x="4786313" y="3348038"/>
            <a:ext cx="214312" cy="1301750"/>
          </a:xfrm>
          <a:prstGeom prst="leftBrace">
            <a:avLst>
              <a:gd name="adj1" fmla="val 57873"/>
              <a:gd name="adj2" fmla="val 50000"/>
            </a:avLst>
          </a:prstGeom>
          <a:noFill/>
          <a:ln w="254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7" name="Text Box 59"/>
          <p:cNvSpPr txBox="1">
            <a:spLocks noChangeArrowheads="1"/>
          </p:cNvSpPr>
          <p:nvPr/>
        </p:nvSpPr>
        <p:spPr bwMode="auto">
          <a:xfrm>
            <a:off x="4786313" y="2714625"/>
            <a:ext cx="172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C0099"/>
                </a:solidFill>
              </a:rPr>
              <a:t> 逻辑关系</a:t>
            </a:r>
            <a:endParaRPr lang="zh-CN" altLang="en-US" sz="2400" b="1">
              <a:solidFill>
                <a:srgbClr val="CC0099"/>
              </a:solidFill>
            </a:endParaRPr>
          </a:p>
        </p:txBody>
      </p:sp>
      <p:grpSp>
        <p:nvGrpSpPr>
          <p:cNvPr id="10" name="Group 69"/>
          <p:cNvGrpSpPr/>
          <p:nvPr/>
        </p:nvGrpSpPr>
        <p:grpSpPr bwMode="auto">
          <a:xfrm>
            <a:off x="5143500" y="5330825"/>
            <a:ext cx="2500313" cy="1312863"/>
            <a:chOff x="1382" y="3294"/>
            <a:chExt cx="1575" cy="827"/>
          </a:xfrm>
        </p:grpSpPr>
        <p:graphicFrame>
          <p:nvGraphicFramePr>
            <p:cNvPr id="14349" name="Object 18"/>
            <p:cNvGraphicFramePr>
              <a:graphicFrameLocks noChangeAspect="1"/>
            </p:cNvGraphicFramePr>
            <p:nvPr/>
          </p:nvGraphicFramePr>
          <p:xfrm>
            <a:off x="1556" y="3294"/>
            <a:ext cx="1315" cy="27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05" name="公式" r:id="rId7" imgW="1277620" imgH="137795" progId="Equation.3">
                    <p:embed/>
                  </p:oleObj>
                </mc:Choice>
                <mc:Fallback>
                  <p:oleObj name="公式" r:id="rId7" imgW="1277620" imgH="137795" progId="Equation.3">
                    <p:embed/>
                    <p:pic>
                      <p:nvPicPr>
                        <p:cNvPr id="0" name="图片 160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56" y="3294"/>
                          <a:ext cx="1315" cy="27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350" name="Object 19"/>
            <p:cNvGraphicFramePr>
              <a:graphicFrameLocks noChangeAspect="1"/>
            </p:cNvGraphicFramePr>
            <p:nvPr/>
          </p:nvGraphicFramePr>
          <p:xfrm>
            <a:off x="1551" y="3849"/>
            <a:ext cx="1406" cy="2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06" name="公式" r:id="rId9" imgW="1390650" imgH="137795" progId="Equation.3">
                    <p:embed/>
                  </p:oleObj>
                </mc:Choice>
                <mc:Fallback>
                  <p:oleObj name="公式" r:id="rId9" imgW="1390650" imgH="137795" progId="Equation.3">
                    <p:embed/>
                    <p:pic>
                      <p:nvPicPr>
                        <p:cNvPr id="0" name="图片 160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51" y="3849"/>
                          <a:ext cx="1406" cy="2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351" name="Object 20"/>
            <p:cNvGraphicFramePr>
              <a:graphicFrameLocks noChangeAspect="1"/>
            </p:cNvGraphicFramePr>
            <p:nvPr/>
          </p:nvGraphicFramePr>
          <p:xfrm>
            <a:off x="1565" y="3566"/>
            <a:ext cx="1270" cy="2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07" name="公式" r:id="rId11" imgW="1240155" imgH="137795" progId="Equation.3">
                    <p:embed/>
                  </p:oleObj>
                </mc:Choice>
                <mc:Fallback>
                  <p:oleObj name="公式" r:id="rId11" imgW="1240155" imgH="137795" progId="Equation.3">
                    <p:embed/>
                    <p:pic>
                      <p:nvPicPr>
                        <p:cNvPr id="0" name="图片 160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65" y="3566"/>
                          <a:ext cx="1270" cy="2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352" name="AutoShape 68"/>
            <p:cNvSpPr/>
            <p:nvPr/>
          </p:nvSpPr>
          <p:spPr bwMode="auto">
            <a:xfrm>
              <a:off x="1382" y="3430"/>
              <a:ext cx="135" cy="590"/>
            </a:xfrm>
            <a:prstGeom prst="leftBrace">
              <a:avLst>
                <a:gd name="adj1" fmla="val 48094"/>
                <a:gd name="adj2" fmla="val 50000"/>
              </a:avLst>
            </a:prstGeom>
            <a:noFill/>
            <a:ln w="254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73" name="Text Box 70"/>
          <p:cNvSpPr txBox="1">
            <a:spLocks noChangeArrowheads="1"/>
          </p:cNvSpPr>
          <p:nvPr/>
        </p:nvSpPr>
        <p:spPr bwMode="auto">
          <a:xfrm>
            <a:off x="4786313" y="4895850"/>
            <a:ext cx="2857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C0099"/>
                </a:solidFill>
              </a:rPr>
              <a:t> 向量函数形式</a:t>
            </a:r>
            <a:endParaRPr lang="zh-CN" altLang="en-US" sz="2400" b="1">
              <a:solidFill>
                <a:srgbClr val="CC0099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041" grpId="0" animBg="1"/>
      <p:bldP spid="67" grpId="0"/>
      <p:bldP spid="7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Text Box 139"/>
          <p:cNvSpPr txBox="1">
            <a:spLocks noChangeArrowheads="1"/>
          </p:cNvSpPr>
          <p:nvPr/>
        </p:nvSpPr>
        <p:spPr bwMode="auto">
          <a:xfrm>
            <a:off x="428625" y="142875"/>
            <a:ext cx="414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二、时序逻辑电路的分类</a:t>
            </a:r>
            <a:endParaRPr lang="zh-CN" altLang="en-US" sz="28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18"/>
          <p:cNvGrpSpPr/>
          <p:nvPr/>
        </p:nvGrpSpPr>
        <p:grpSpPr bwMode="auto">
          <a:xfrm>
            <a:off x="714375" y="987425"/>
            <a:ext cx="1030288" cy="2143125"/>
            <a:chOff x="827088" y="1071540"/>
            <a:chExt cx="1030268" cy="2143146"/>
          </a:xfrm>
        </p:grpSpPr>
        <p:sp>
          <p:nvSpPr>
            <p:cNvPr id="15384" name="Text Box 142"/>
            <p:cNvSpPr txBox="1">
              <a:spLocks noChangeArrowheads="1"/>
            </p:cNvSpPr>
            <p:nvPr/>
          </p:nvSpPr>
          <p:spPr bwMode="auto">
            <a:xfrm>
              <a:off x="827088" y="1071540"/>
              <a:ext cx="954489" cy="19389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按照触发器的动作特点</a:t>
              </a:r>
              <a:endPara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85" name="AutoShape 143"/>
            <p:cNvSpPr/>
            <p:nvPr/>
          </p:nvSpPr>
          <p:spPr bwMode="auto">
            <a:xfrm>
              <a:off x="1561559" y="1071540"/>
              <a:ext cx="295797" cy="2143146"/>
            </a:xfrm>
            <a:prstGeom prst="leftBrace">
              <a:avLst>
                <a:gd name="adj1" fmla="val 46625"/>
                <a:gd name="adj2" fmla="val 50000"/>
              </a:avLst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" name="Text Box 144"/>
          <p:cNvSpPr txBox="1">
            <a:spLocks noChangeArrowheads="1"/>
          </p:cNvSpPr>
          <p:nvPr/>
        </p:nvSpPr>
        <p:spPr bwMode="auto">
          <a:xfrm>
            <a:off x="1766888" y="714375"/>
            <a:ext cx="273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同步时序逻辑电路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Text Box 145"/>
          <p:cNvSpPr txBox="1">
            <a:spLocks noChangeArrowheads="1"/>
          </p:cNvSpPr>
          <p:nvPr/>
        </p:nvSpPr>
        <p:spPr bwMode="auto">
          <a:xfrm>
            <a:off x="1766888" y="2095500"/>
            <a:ext cx="273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异步时序逻辑电路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22"/>
          <p:cNvGrpSpPr/>
          <p:nvPr/>
        </p:nvGrpSpPr>
        <p:grpSpPr bwMode="auto">
          <a:xfrm>
            <a:off x="642938" y="3968750"/>
            <a:ext cx="1081087" cy="2016125"/>
            <a:chOff x="755650" y="4052888"/>
            <a:chExt cx="1081088" cy="2016125"/>
          </a:xfrm>
        </p:grpSpPr>
        <p:sp>
          <p:nvSpPr>
            <p:cNvPr id="15382" name="Text Box 308"/>
            <p:cNvSpPr txBox="1">
              <a:spLocks noChangeArrowheads="1"/>
            </p:cNvSpPr>
            <p:nvPr/>
          </p:nvSpPr>
          <p:spPr bwMode="auto">
            <a:xfrm>
              <a:off x="755650" y="4227518"/>
              <a:ext cx="936625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按照输出信号特点</a:t>
              </a:r>
              <a:endPara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83" name="AutoShape 309"/>
            <p:cNvSpPr/>
            <p:nvPr/>
          </p:nvSpPr>
          <p:spPr bwMode="auto">
            <a:xfrm>
              <a:off x="1476375" y="4052888"/>
              <a:ext cx="360363" cy="2016125"/>
            </a:xfrm>
            <a:prstGeom prst="leftBrace">
              <a:avLst>
                <a:gd name="adj1" fmla="val 46623"/>
                <a:gd name="adj2" fmla="val 50000"/>
              </a:avLst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2" name="Text Box 310"/>
          <p:cNvSpPr txBox="1">
            <a:spLocks noChangeArrowheads="1"/>
          </p:cNvSpPr>
          <p:nvPr/>
        </p:nvSpPr>
        <p:spPr bwMode="auto">
          <a:xfrm>
            <a:off x="1695450" y="3767138"/>
            <a:ext cx="273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米里（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Mealy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）型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Text Box 311"/>
          <p:cNvSpPr txBox="1">
            <a:spLocks noChangeArrowheads="1"/>
          </p:cNvSpPr>
          <p:nvPr/>
        </p:nvSpPr>
        <p:spPr bwMode="auto">
          <a:xfrm>
            <a:off x="1695450" y="5197475"/>
            <a:ext cx="273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摩尔（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Moore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）型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" name="组合 17"/>
          <p:cNvGrpSpPr/>
          <p:nvPr/>
        </p:nvGrpSpPr>
        <p:grpSpPr bwMode="auto">
          <a:xfrm>
            <a:off x="1744663" y="1130300"/>
            <a:ext cx="6643687" cy="714375"/>
            <a:chOff x="1857357" y="1214422"/>
            <a:chExt cx="6643734" cy="714380"/>
          </a:xfrm>
        </p:grpSpPr>
        <p:sp>
          <p:nvSpPr>
            <p:cNvPr id="15380" name="Rectangle 146"/>
            <p:cNvSpPr>
              <a:spLocks noChangeArrowheads="1"/>
            </p:cNvSpPr>
            <p:nvPr/>
          </p:nvSpPr>
          <p:spPr bwMode="auto">
            <a:xfrm>
              <a:off x="1908175" y="1220765"/>
              <a:ext cx="6551613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所有触发器的状态变化都是在</a:t>
              </a:r>
              <a:r>
                <a:rPr kumimoji="1"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同一时钟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信号作用下</a:t>
              </a:r>
              <a:r>
                <a:rPr kumimoji="1"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同时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发生的。</a:t>
              </a:r>
              <a:endParaRPr kumimoji="1"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81" name="Rectangle 16"/>
            <p:cNvSpPr>
              <a:spLocks noChangeArrowheads="1"/>
            </p:cNvSpPr>
            <p:nvPr/>
          </p:nvSpPr>
          <p:spPr bwMode="auto">
            <a:xfrm>
              <a:off x="1857357" y="1214422"/>
              <a:ext cx="6643734" cy="714380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" name="组合 19"/>
          <p:cNvGrpSpPr/>
          <p:nvPr/>
        </p:nvGrpSpPr>
        <p:grpSpPr bwMode="auto">
          <a:xfrm>
            <a:off x="1744663" y="2541588"/>
            <a:ext cx="6643687" cy="731837"/>
            <a:chOff x="1857356" y="2625704"/>
            <a:chExt cx="6643734" cy="731858"/>
          </a:xfrm>
        </p:grpSpPr>
        <p:sp>
          <p:nvSpPr>
            <p:cNvPr id="15378" name="Rectangle 140"/>
            <p:cNvSpPr>
              <a:spLocks noChangeArrowheads="1"/>
            </p:cNvSpPr>
            <p:nvPr/>
          </p:nvSpPr>
          <p:spPr bwMode="auto">
            <a:xfrm>
              <a:off x="1908175" y="2625704"/>
              <a:ext cx="6551613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没有统一的时钟脉冲信号，各触发器状态的变化</a:t>
              </a:r>
              <a:r>
                <a:rPr kumimoji="1"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不是同时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发生，而是有先有后。</a:t>
              </a:r>
              <a:endParaRPr kumimoji="1"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79" name="Rectangle 16"/>
            <p:cNvSpPr>
              <a:spLocks noChangeArrowheads="1"/>
            </p:cNvSpPr>
            <p:nvPr/>
          </p:nvSpPr>
          <p:spPr bwMode="auto">
            <a:xfrm>
              <a:off x="1857356" y="2643182"/>
              <a:ext cx="6643734" cy="714380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" name="组合 23"/>
          <p:cNvGrpSpPr/>
          <p:nvPr/>
        </p:nvGrpSpPr>
        <p:grpSpPr bwMode="auto">
          <a:xfrm>
            <a:off x="1724025" y="4273550"/>
            <a:ext cx="6664325" cy="714375"/>
            <a:chOff x="1836738" y="4357694"/>
            <a:chExt cx="6664352" cy="714380"/>
          </a:xfrm>
        </p:grpSpPr>
        <p:sp>
          <p:nvSpPr>
            <p:cNvPr id="15376" name="Rectangle 312"/>
            <p:cNvSpPr>
              <a:spLocks noChangeArrowheads="1"/>
            </p:cNvSpPr>
            <p:nvPr/>
          </p:nvSpPr>
          <p:spPr bwMode="auto">
            <a:xfrm>
              <a:off x="1836738" y="4370399"/>
              <a:ext cx="6551612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输出状态不仅与存储电路的</a:t>
              </a:r>
              <a:r>
                <a:rPr kumimoji="1"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状态</a:t>
              </a:r>
              <a:r>
                <a:rPr kumimoji="1" lang="en-US" altLang="zh-CN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有关，而且与外部</a:t>
              </a:r>
              <a:r>
                <a:rPr kumimoji="1"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输入</a:t>
              </a:r>
              <a:r>
                <a:rPr kumimoji="1" lang="en-US" altLang="zh-CN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也有关。</a:t>
              </a:r>
              <a:endParaRPr kumimoji="1"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77" name="Rectangle 16"/>
            <p:cNvSpPr>
              <a:spLocks noChangeArrowheads="1"/>
            </p:cNvSpPr>
            <p:nvPr/>
          </p:nvSpPr>
          <p:spPr bwMode="auto">
            <a:xfrm>
              <a:off x="1857356" y="4357694"/>
              <a:ext cx="6643734" cy="714380"/>
            </a:xfrm>
            <a:prstGeom prst="rect">
              <a:avLst/>
            </a:prstGeom>
            <a:noFill/>
            <a:ln w="57150" cmpd="thickThin">
              <a:solidFill>
                <a:srgbClr val="3399FF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" name="组合 24"/>
          <p:cNvGrpSpPr/>
          <p:nvPr/>
        </p:nvGrpSpPr>
        <p:grpSpPr bwMode="auto">
          <a:xfrm>
            <a:off x="1724025" y="5630863"/>
            <a:ext cx="6664325" cy="714375"/>
            <a:chOff x="1836738" y="5715016"/>
            <a:chExt cx="6664352" cy="714380"/>
          </a:xfrm>
        </p:grpSpPr>
        <p:sp>
          <p:nvSpPr>
            <p:cNvPr id="15374" name="Rectangle 307"/>
            <p:cNvSpPr>
              <a:spLocks noChangeArrowheads="1"/>
            </p:cNvSpPr>
            <p:nvPr/>
          </p:nvSpPr>
          <p:spPr bwMode="auto">
            <a:xfrm>
              <a:off x="1836738" y="5727721"/>
              <a:ext cx="6551612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   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输出状态仅与存储电路的</a:t>
              </a:r>
              <a:r>
                <a:rPr kumimoji="1"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状态</a:t>
              </a:r>
              <a:r>
                <a:rPr kumimoji="1" lang="en-US" altLang="zh-CN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有关，而与输入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无直接关系。或者</a:t>
              </a:r>
              <a:r>
                <a:rPr kumimoji="1"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没有单独的输入</a:t>
              </a:r>
              <a:r>
                <a:rPr kumimoji="1"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。</a:t>
              </a:r>
              <a:endParaRPr kumimoji="1"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75" name="Rectangle 16"/>
            <p:cNvSpPr>
              <a:spLocks noChangeArrowheads="1"/>
            </p:cNvSpPr>
            <p:nvPr/>
          </p:nvSpPr>
          <p:spPr bwMode="auto">
            <a:xfrm>
              <a:off x="1857356" y="5715016"/>
              <a:ext cx="6643734" cy="714380"/>
            </a:xfrm>
            <a:prstGeom prst="rect">
              <a:avLst/>
            </a:prstGeom>
            <a:noFill/>
            <a:ln w="57150" cmpd="thickThin">
              <a:solidFill>
                <a:srgbClr val="3399FF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5373" name="Rectangle 90"/>
          <p:cNvSpPr>
            <a:spLocks noChangeArrowheads="1"/>
          </p:cNvSpPr>
          <p:nvPr/>
        </p:nvSpPr>
        <p:spPr bwMode="auto">
          <a:xfrm>
            <a:off x="7675563" y="92075"/>
            <a:ext cx="13430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§6.1  </a:t>
            </a:r>
            <a:r>
              <a:rPr lang="zh-CN" altLang="en-US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概述</a:t>
            </a:r>
            <a:r>
              <a:rPr lang="zh-CN" altLang="en-US" sz="1800" b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 </a:t>
            </a:r>
            <a:endParaRPr lang="zh-CN" altLang="en-US" sz="1800" b="1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2" grpId="0"/>
      <p:bldP spid="1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103"/>
          <p:cNvSpPr txBox="1">
            <a:spLocks noChangeArrowheads="1"/>
          </p:cNvSpPr>
          <p:nvPr/>
        </p:nvSpPr>
        <p:spPr bwMode="auto">
          <a:xfrm>
            <a:off x="428625" y="195263"/>
            <a:ext cx="50387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三、时序逻辑功能的描述方法</a:t>
            </a:r>
            <a:endParaRPr lang="zh-CN" altLang="en-US" sz="28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 Box 104"/>
          <p:cNvSpPr txBox="1">
            <a:spLocks noChangeArrowheads="1"/>
          </p:cNvSpPr>
          <p:nvPr/>
        </p:nvSpPr>
        <p:spPr bwMode="auto">
          <a:xfrm>
            <a:off x="701675" y="785813"/>
            <a:ext cx="20399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逻辑方程式</a:t>
            </a:r>
            <a:endParaRPr kumimoji="1"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105"/>
          <p:cNvGrpSpPr/>
          <p:nvPr/>
        </p:nvGrpSpPr>
        <p:grpSpPr bwMode="auto">
          <a:xfrm>
            <a:off x="1143000" y="1314450"/>
            <a:ext cx="2497138" cy="1312863"/>
            <a:chOff x="1382" y="3294"/>
            <a:chExt cx="1573" cy="827"/>
          </a:xfrm>
        </p:grpSpPr>
        <p:graphicFrame>
          <p:nvGraphicFramePr>
            <p:cNvPr id="16403" name="Object 2"/>
            <p:cNvGraphicFramePr>
              <a:graphicFrameLocks noChangeAspect="1"/>
            </p:cNvGraphicFramePr>
            <p:nvPr/>
          </p:nvGraphicFramePr>
          <p:xfrm>
            <a:off x="1556" y="3294"/>
            <a:ext cx="1315" cy="27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32" name="公式" r:id="rId1" imgW="1277620" imgH="137795" progId="Equation.3">
                    <p:embed/>
                  </p:oleObj>
                </mc:Choice>
                <mc:Fallback>
                  <p:oleObj name="公式" r:id="rId1" imgW="1277620" imgH="137795" progId="Equation.3">
                    <p:embed/>
                    <p:pic>
                      <p:nvPicPr>
                        <p:cNvPr id="0" name="图片 23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56" y="3294"/>
                          <a:ext cx="1315" cy="27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6404" name="Object 3"/>
            <p:cNvGraphicFramePr>
              <a:graphicFrameLocks noChangeAspect="1"/>
            </p:cNvGraphicFramePr>
            <p:nvPr/>
          </p:nvGraphicFramePr>
          <p:xfrm>
            <a:off x="1549" y="3849"/>
            <a:ext cx="1406" cy="2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33" name="公式" r:id="rId3" imgW="1390650" imgH="137795" progId="Equation.3">
                    <p:embed/>
                  </p:oleObj>
                </mc:Choice>
                <mc:Fallback>
                  <p:oleObj name="公式" r:id="rId3" imgW="1390650" imgH="137795" progId="Equation.3">
                    <p:embed/>
                    <p:pic>
                      <p:nvPicPr>
                        <p:cNvPr id="0" name="图片 233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49" y="3849"/>
                          <a:ext cx="1406" cy="2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6405" name="Object 4"/>
            <p:cNvGraphicFramePr>
              <a:graphicFrameLocks noChangeAspect="1"/>
            </p:cNvGraphicFramePr>
            <p:nvPr/>
          </p:nvGraphicFramePr>
          <p:xfrm>
            <a:off x="1565" y="3566"/>
            <a:ext cx="1270" cy="2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34" name="公式" r:id="rId5" imgW="1240155" imgH="137795" progId="Equation.3">
                    <p:embed/>
                  </p:oleObj>
                </mc:Choice>
                <mc:Fallback>
                  <p:oleObj name="公式" r:id="rId5" imgW="1240155" imgH="137795" progId="Equation.3">
                    <p:embed/>
                    <p:pic>
                      <p:nvPicPr>
                        <p:cNvPr id="0" name="图片 233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65" y="3566"/>
                          <a:ext cx="1270" cy="2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406" name="AutoShape 109"/>
            <p:cNvSpPr/>
            <p:nvPr/>
          </p:nvSpPr>
          <p:spPr bwMode="auto">
            <a:xfrm>
              <a:off x="1382" y="3430"/>
              <a:ext cx="133" cy="590"/>
            </a:xfrm>
            <a:prstGeom prst="leftBrace">
              <a:avLst>
                <a:gd name="adj1" fmla="val 58655"/>
                <a:gd name="adj2" fmla="val 50000"/>
              </a:avLst>
            </a:prstGeom>
            <a:noFill/>
            <a:ln w="254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9" name="Rectangle 113"/>
          <p:cNvSpPr>
            <a:spLocks noChangeArrowheads="1"/>
          </p:cNvSpPr>
          <p:nvPr/>
        </p:nvSpPr>
        <p:spPr bwMode="auto">
          <a:xfrm>
            <a:off x="4097338" y="1362075"/>
            <a:ext cx="17287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输出方程</a:t>
            </a:r>
            <a:endParaRPr lang="zh-CN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Rectangle 114"/>
          <p:cNvSpPr>
            <a:spLocks noChangeArrowheads="1"/>
          </p:cNvSpPr>
          <p:nvPr/>
        </p:nvSpPr>
        <p:spPr bwMode="auto">
          <a:xfrm>
            <a:off x="4073525" y="1822450"/>
            <a:ext cx="44164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驱动方程（激励方程、输入方程）</a:t>
            </a:r>
            <a:endParaRPr lang="zh-CN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Rectangle 115"/>
          <p:cNvSpPr>
            <a:spLocks noChangeArrowheads="1"/>
          </p:cNvSpPr>
          <p:nvPr/>
        </p:nvSpPr>
        <p:spPr bwMode="auto">
          <a:xfrm>
            <a:off x="4097338" y="2257425"/>
            <a:ext cx="1657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状态方程</a:t>
            </a:r>
            <a:endParaRPr lang="zh-CN" altLang="en-US" sz="20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Text Box 116"/>
          <p:cNvSpPr txBox="1">
            <a:spLocks noChangeArrowheads="1"/>
          </p:cNvSpPr>
          <p:nvPr/>
        </p:nvSpPr>
        <p:spPr bwMode="auto">
          <a:xfrm>
            <a:off x="711200" y="2895600"/>
            <a:ext cx="20383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状态转换表</a:t>
            </a:r>
            <a:endParaRPr kumimoji="1"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Rectangle 117"/>
          <p:cNvSpPr>
            <a:spLocks noChangeArrowheads="1"/>
          </p:cNvSpPr>
          <p:nvPr/>
        </p:nvSpPr>
        <p:spPr bwMode="auto">
          <a:xfrm>
            <a:off x="858838" y="3286125"/>
            <a:ext cx="767238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简称状态表，是用列表的方式来描述时序逻辑电路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输出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次态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kumimoji="1" lang="en-US" altLang="zh-CN" sz="2400" b="1" baseline="50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n+1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和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外部输入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现态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kumimoji="1" lang="en-US" altLang="zh-CN" sz="2400" b="1" baseline="50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之间的逻辑关系。</a:t>
            </a:r>
            <a:endParaRPr kumimoji="1"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" name="组合 20"/>
          <p:cNvGrpSpPr/>
          <p:nvPr/>
        </p:nvGrpSpPr>
        <p:grpSpPr bwMode="auto">
          <a:xfrm>
            <a:off x="971550" y="4214813"/>
            <a:ext cx="3457575" cy="2257425"/>
            <a:chOff x="971549" y="4214813"/>
            <a:chExt cx="3457575" cy="2257446"/>
          </a:xfrm>
        </p:grpSpPr>
        <p:sp>
          <p:nvSpPr>
            <p:cNvPr id="16401" name="Text Box 185"/>
            <p:cNvSpPr txBox="1">
              <a:spLocks noChangeArrowheads="1"/>
            </p:cNvSpPr>
            <p:nvPr/>
          </p:nvSpPr>
          <p:spPr bwMode="auto">
            <a:xfrm>
              <a:off x="1392236" y="4214813"/>
              <a:ext cx="2520946" cy="3968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0000FF"/>
                  </a:solidFill>
                </a:rPr>
                <a:t>时序逻辑电路状态表</a:t>
              </a:r>
              <a:endParaRPr lang="zh-CN" altLang="en-US" sz="2000" b="1">
                <a:solidFill>
                  <a:srgbClr val="0000FF"/>
                </a:solidFill>
              </a:endParaRPr>
            </a:p>
          </p:txBody>
        </p:sp>
        <p:pic>
          <p:nvPicPr>
            <p:cNvPr id="16402" name="Picture 7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1549" y="4643459"/>
              <a:ext cx="3457575" cy="182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" name="组合 21"/>
          <p:cNvGrpSpPr/>
          <p:nvPr/>
        </p:nvGrpSpPr>
        <p:grpSpPr bwMode="auto">
          <a:xfrm>
            <a:off x="5102225" y="4214813"/>
            <a:ext cx="3257550" cy="2244725"/>
            <a:chOff x="5102225" y="4214813"/>
            <a:chExt cx="3257550" cy="2244725"/>
          </a:xfrm>
        </p:grpSpPr>
        <p:grpSp>
          <p:nvGrpSpPr>
            <p:cNvPr id="16397" name="组合 31"/>
            <p:cNvGrpSpPr/>
            <p:nvPr/>
          </p:nvGrpSpPr>
          <p:grpSpPr bwMode="auto">
            <a:xfrm>
              <a:off x="5102225" y="4214813"/>
              <a:ext cx="3257550" cy="2244725"/>
              <a:chOff x="5500694" y="4286256"/>
              <a:chExt cx="3257556" cy="2244844"/>
            </a:xfrm>
          </p:grpSpPr>
          <p:sp>
            <p:nvSpPr>
              <p:cNvPr id="16399" name="Text Box 185"/>
              <p:cNvSpPr txBox="1">
                <a:spLocks noChangeArrowheads="1"/>
              </p:cNvSpPr>
              <p:nvPr/>
            </p:nvSpPr>
            <p:spPr bwMode="auto">
              <a:xfrm>
                <a:off x="5857884" y="4286256"/>
                <a:ext cx="2520950" cy="396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2000" b="1">
                    <a:solidFill>
                      <a:srgbClr val="0000FF"/>
                    </a:solidFill>
                  </a:rPr>
                  <a:t>时序逻辑电路状态表</a:t>
                </a:r>
                <a:endParaRPr lang="zh-CN" altLang="en-US" sz="2000" b="1">
                  <a:solidFill>
                    <a:srgbClr val="0000FF"/>
                  </a:solidFill>
                </a:endParaRPr>
              </a:p>
            </p:txBody>
          </p:sp>
          <p:pic>
            <p:nvPicPr>
              <p:cNvPr id="16400" name="Picture 6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0694" y="4714884"/>
                <a:ext cx="3257556" cy="18162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21" name="直接连接符 20"/>
            <p:cNvCxnSpPr/>
            <p:nvPr/>
          </p:nvCxnSpPr>
          <p:spPr>
            <a:xfrm rot="16200000" flipH="1">
              <a:off x="5819776" y="5557837"/>
              <a:ext cx="1765300" cy="317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396" name="Rectangle 90"/>
          <p:cNvSpPr>
            <a:spLocks noChangeArrowheads="1"/>
          </p:cNvSpPr>
          <p:nvPr/>
        </p:nvSpPr>
        <p:spPr bwMode="auto">
          <a:xfrm>
            <a:off x="7675563" y="92075"/>
            <a:ext cx="13430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§6.1  </a:t>
            </a:r>
            <a:r>
              <a:rPr lang="zh-CN" altLang="en-US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概述</a:t>
            </a:r>
            <a:r>
              <a:rPr lang="zh-CN" altLang="en-US" sz="1800" b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 </a:t>
            </a:r>
            <a:endParaRPr lang="zh-CN" altLang="en-US" sz="1800" b="1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9" grpId="0"/>
      <p:bldP spid="10" grpId="0"/>
      <p:bldP spid="11" grpId="0"/>
      <p:bldP spid="12" grpId="0"/>
      <p:bldP spid="1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ext Box 8"/>
          <p:cNvSpPr txBox="1">
            <a:spLocks noChangeArrowheads="1"/>
          </p:cNvSpPr>
          <p:nvPr/>
        </p:nvSpPr>
        <p:spPr bwMode="auto">
          <a:xfrm>
            <a:off x="571500" y="142875"/>
            <a:ext cx="2039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状态转换图</a:t>
            </a:r>
            <a:endParaRPr kumimoji="1"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ctangle 160"/>
          <p:cNvSpPr>
            <a:spLocks noChangeArrowheads="1"/>
          </p:cNvSpPr>
          <p:nvPr/>
        </p:nvSpPr>
        <p:spPr bwMode="auto">
          <a:xfrm>
            <a:off x="900113" y="533400"/>
            <a:ext cx="76327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简称状态图，是用几何图形的方式来描述时序逻辑电路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输入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、输出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以及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状态转移规律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之间的逻辑关系。</a:t>
            </a:r>
            <a:endParaRPr kumimoji="1"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7" name="Text Box 161"/>
          <p:cNvSpPr txBox="1">
            <a:spLocks noChangeArrowheads="1"/>
          </p:cNvSpPr>
          <p:nvPr/>
        </p:nvSpPr>
        <p:spPr bwMode="auto">
          <a:xfrm>
            <a:off x="644525" y="4714875"/>
            <a:ext cx="14208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时序图</a:t>
            </a:r>
            <a:endParaRPr kumimoji="1"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8" name="Rectangle 162"/>
          <p:cNvSpPr>
            <a:spLocks noChangeArrowheads="1"/>
          </p:cNvSpPr>
          <p:nvPr/>
        </p:nvSpPr>
        <p:spPr bwMode="auto">
          <a:xfrm>
            <a:off x="889000" y="5157788"/>
            <a:ext cx="7761288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时序图即为时序电路的工作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波形图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，它以波形的形式描述时序电路内部状态</a:t>
            </a:r>
            <a:r>
              <a: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、外部输出</a:t>
            </a:r>
            <a:r>
              <a: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随输入信号</a:t>
            </a:r>
            <a:r>
              <a: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变化的规律。</a:t>
            </a:r>
            <a:endParaRPr kumimoji="1"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7"/>
          <p:cNvGrpSpPr/>
          <p:nvPr/>
        </p:nvGrpSpPr>
        <p:grpSpPr bwMode="auto">
          <a:xfrm>
            <a:off x="1928813" y="1609725"/>
            <a:ext cx="3638550" cy="2605088"/>
            <a:chOff x="1928794" y="1571612"/>
            <a:chExt cx="3638570" cy="2605087"/>
          </a:xfrm>
        </p:grpSpPr>
        <p:pic>
          <p:nvPicPr>
            <p:cNvPr id="17419" name="Picture 4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28794" y="1571612"/>
              <a:ext cx="2798762" cy="2605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420" name="Picture 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86314" y="2714620"/>
              <a:ext cx="781050" cy="752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1" name="矩形 10"/>
            <p:cNvSpPr>
              <a:spLocks noChangeArrowheads="1"/>
            </p:cNvSpPr>
            <p:nvPr/>
          </p:nvSpPr>
          <p:spPr bwMode="auto">
            <a:xfrm>
              <a:off x="4857752" y="2376066"/>
              <a:ext cx="62869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 / Z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组合 13"/>
          <p:cNvGrpSpPr/>
          <p:nvPr/>
        </p:nvGrpSpPr>
        <p:grpSpPr bwMode="auto">
          <a:xfrm>
            <a:off x="5715000" y="1538288"/>
            <a:ext cx="2786063" cy="1000125"/>
            <a:chOff x="5715008" y="1714488"/>
            <a:chExt cx="2786082" cy="1000132"/>
          </a:xfrm>
        </p:grpSpPr>
        <p:sp>
          <p:nvSpPr>
            <p:cNvPr id="12" name="圆角矩形标注 11"/>
            <p:cNvSpPr/>
            <p:nvPr/>
          </p:nvSpPr>
          <p:spPr>
            <a:xfrm>
              <a:off x="5715008" y="1714488"/>
              <a:ext cx="2714644" cy="1000132"/>
            </a:xfrm>
            <a:prstGeom prst="wedgeRoundRectCallout">
              <a:avLst>
                <a:gd name="adj1" fmla="val -60833"/>
                <a:gd name="adj2" fmla="val 102500"/>
                <a:gd name="adj3" fmla="val 16667"/>
              </a:avLst>
            </a:prstGeom>
            <a:solidFill>
              <a:srgbClr val="FFFF00"/>
            </a:solidFill>
            <a:ln>
              <a:solidFill>
                <a:srgbClr val="6600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17418" name="矩形 12"/>
            <p:cNvSpPr>
              <a:spLocks noChangeArrowheads="1"/>
            </p:cNvSpPr>
            <p:nvPr/>
          </p:nvSpPr>
          <p:spPr bwMode="auto">
            <a:xfrm>
              <a:off x="5786446" y="1857364"/>
              <a:ext cx="2714644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电路状态是多个触发器的状态组合。</a:t>
              </a:r>
              <a:endParaRPr lang="zh-CN" altLang="en-US" sz="2000">
                <a:solidFill>
                  <a:srgbClr val="0000FF"/>
                </a:solidFill>
              </a:endParaRPr>
            </a:p>
          </p:txBody>
        </p:sp>
      </p:grpSp>
      <p:sp>
        <p:nvSpPr>
          <p:cNvPr id="17416" name="Rectangle 90"/>
          <p:cNvSpPr>
            <a:spLocks noChangeArrowheads="1"/>
          </p:cNvSpPr>
          <p:nvPr/>
        </p:nvSpPr>
        <p:spPr bwMode="auto">
          <a:xfrm>
            <a:off x="7675563" y="92075"/>
            <a:ext cx="13430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§6.1  </a:t>
            </a:r>
            <a:r>
              <a:rPr lang="zh-CN" altLang="en-US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概述</a:t>
            </a:r>
            <a:r>
              <a:rPr lang="zh-CN" altLang="en-US" sz="1800" b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 </a:t>
            </a:r>
            <a:endParaRPr lang="zh-CN" altLang="en-US" sz="1800" b="1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07" grpId="0"/>
      <p:bldP spid="10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ext Box 7"/>
          <p:cNvSpPr txBox="1">
            <a:spLocks noChangeArrowheads="1"/>
          </p:cNvSpPr>
          <p:nvPr/>
        </p:nvSpPr>
        <p:spPr bwMode="auto">
          <a:xfrm>
            <a:off x="357188" y="20638"/>
            <a:ext cx="7561262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36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6.2 </a:t>
            </a:r>
            <a:r>
              <a:rPr lang="zh-CN" altLang="en-US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时序逻辑电路的分析方法</a:t>
            </a:r>
            <a:endParaRPr lang="zh-CN" altLang="en-US" sz="36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4"/>
          <p:cNvGrpSpPr/>
          <p:nvPr/>
        </p:nvGrpSpPr>
        <p:grpSpPr bwMode="auto">
          <a:xfrm>
            <a:off x="571500" y="692150"/>
            <a:ext cx="8001000" cy="1593850"/>
            <a:chOff x="571472" y="692150"/>
            <a:chExt cx="8001056" cy="1593842"/>
          </a:xfrm>
        </p:grpSpPr>
        <p:sp>
          <p:nvSpPr>
            <p:cNvPr id="18438" name="Text Box 9"/>
            <p:cNvSpPr txBox="1">
              <a:spLocks noChangeArrowheads="1"/>
            </p:cNvSpPr>
            <p:nvPr/>
          </p:nvSpPr>
          <p:spPr bwMode="auto">
            <a:xfrm>
              <a:off x="611188" y="692150"/>
              <a:ext cx="7921625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    </a:t>
              </a:r>
              <a:r>
                <a:rPr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时序逻辑电路的分析，就是根据给定的时序逻辑电路图，</a:t>
              </a:r>
              <a:r>
                <a:rPr lang="zh-CN" altLang="en-US" sz="2400" b="1">
                  <a:solidFill>
                    <a:srgbClr val="FF0000"/>
                  </a:solidFill>
                  <a:latin typeface="宋体" panose="02010600030101010101" pitchFamily="2" charset="-122"/>
                </a:rPr>
                <a:t>找出该时序逻辑电路在输入信号及时钟信号作用下，电路的状态及输出的变化规律</a:t>
              </a:r>
              <a:r>
                <a:rPr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，从而了解该时序逻辑电路的逻辑功能。</a:t>
              </a:r>
              <a:endParaRPr lang="zh-CN" altLang="en-US" sz="24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18439" name="Rectangle 16"/>
            <p:cNvSpPr>
              <a:spLocks noChangeArrowheads="1"/>
            </p:cNvSpPr>
            <p:nvPr/>
          </p:nvSpPr>
          <p:spPr bwMode="auto">
            <a:xfrm>
              <a:off x="571472" y="714356"/>
              <a:ext cx="8001056" cy="1571636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" name="Text Box 8"/>
          <p:cNvSpPr txBox="1">
            <a:spLocks noChangeArrowheads="1"/>
          </p:cNvSpPr>
          <p:nvPr/>
        </p:nvSpPr>
        <p:spPr bwMode="auto">
          <a:xfrm>
            <a:off x="468313" y="2409825"/>
            <a:ext cx="61753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</a:rPr>
              <a:t>一、分析时序逻辑电路的基本步骤</a:t>
            </a:r>
            <a:endParaRPr lang="zh-CN" altLang="en-US" sz="2800" b="1">
              <a:solidFill>
                <a:srgbClr val="006600"/>
              </a:solidFill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571500" y="2928938"/>
            <a:ext cx="8001000" cy="363855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marL="809625" indent="-809625"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zh-CN" sz="2400" b="1" dirty="0">
                <a:solidFill>
                  <a:srgbClr val="0000FF"/>
                </a:solidFill>
                <a:latin typeface="宋体" panose="02010600030101010101" pitchFamily="2" charset="-122"/>
              </a:rPr>
              <a:t>  ① </a:t>
            </a:r>
            <a:r>
              <a:rPr kumimoji="1" lang="zh-CN" altLang="en-US" sz="2400" b="1" dirty="0">
                <a:solidFill>
                  <a:srgbClr val="0000FF"/>
                </a:solidFill>
                <a:latin typeface="宋体" panose="02010600030101010101" pitchFamily="2" charset="-122"/>
              </a:rPr>
              <a:t>根据给定逻辑图，写出时序电路的输出方程和各触发器的驱动方程； </a:t>
            </a:r>
            <a:endParaRPr kumimoji="1" lang="zh-CN" altLang="en-US" sz="2400" b="1" dirty="0">
              <a:solidFill>
                <a:srgbClr val="0000FF"/>
              </a:solidFill>
              <a:latin typeface="宋体" panose="02010600030101010101" pitchFamily="2" charset="-122"/>
            </a:endParaRPr>
          </a:p>
          <a:p>
            <a:pPr marL="809625" indent="-809625"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zh-CN" altLang="en-US" sz="2400" b="1" dirty="0">
                <a:solidFill>
                  <a:srgbClr val="0000FF"/>
                </a:solidFill>
                <a:latin typeface="宋体" panose="02010600030101010101" pitchFamily="2" charset="-122"/>
              </a:rPr>
              <a:t>  ② 将驱动方程代入所用触发器的特征方程，获得时序电路的状态方程； </a:t>
            </a:r>
            <a:endParaRPr kumimoji="1" lang="zh-CN" altLang="en-US" sz="2400" b="1" dirty="0">
              <a:solidFill>
                <a:srgbClr val="0000FF"/>
              </a:solidFill>
              <a:latin typeface="宋体" panose="02010600030101010101" pitchFamily="2" charset="-122"/>
            </a:endParaRPr>
          </a:p>
          <a:p>
            <a:pPr marL="809625" indent="-809625"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zh-CN" altLang="en-US" sz="2400" b="1" dirty="0">
                <a:solidFill>
                  <a:srgbClr val="0000FF"/>
                </a:solidFill>
                <a:latin typeface="宋体" panose="02010600030101010101" pitchFamily="2" charset="-122"/>
              </a:rPr>
              <a:t>  ③ 根据时序电路的状态方程和输出方程，建立状态转换表； </a:t>
            </a:r>
            <a:endParaRPr kumimoji="1" lang="zh-CN" altLang="en-US" sz="2400" b="1" dirty="0">
              <a:solidFill>
                <a:srgbClr val="0000FF"/>
              </a:solidFill>
              <a:latin typeface="宋体" panose="02010600030101010101" pitchFamily="2" charset="-122"/>
            </a:endParaRPr>
          </a:p>
          <a:p>
            <a:pPr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zh-CN" altLang="en-US" sz="2400" b="1" dirty="0">
                <a:solidFill>
                  <a:srgbClr val="0000FF"/>
                </a:solidFill>
                <a:latin typeface="宋体" panose="02010600030101010101" pitchFamily="2" charset="-122"/>
              </a:rPr>
              <a:t>  ④ 由状态转换表画出状态图，进而画出波形图。 </a:t>
            </a:r>
            <a:endParaRPr kumimoji="1" lang="zh-CN" altLang="en-US" sz="2400" b="1" dirty="0">
              <a:solidFill>
                <a:srgbClr val="0000FF"/>
              </a:solidFill>
              <a:latin typeface="宋体" panose="02010600030101010101" pitchFamily="2" charset="-122"/>
            </a:endParaRPr>
          </a:p>
          <a:p>
            <a:pPr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zh-CN" altLang="en-US" sz="2400" b="1" dirty="0">
                <a:solidFill>
                  <a:srgbClr val="0000FF"/>
                </a:solidFill>
                <a:latin typeface="宋体" panose="02010600030101010101" pitchFamily="2" charset="-122"/>
              </a:rPr>
              <a:t>  ⑤ 分析电路的逻辑功能。</a:t>
            </a:r>
            <a:endParaRPr kumimoji="1" lang="zh-CN" altLang="en-US" sz="2400" b="1" dirty="0">
              <a:solidFill>
                <a:srgbClr val="0000FF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4"/>
          <p:cNvSpPr txBox="1">
            <a:spLocks noChangeArrowheads="1"/>
          </p:cNvSpPr>
          <p:nvPr/>
        </p:nvSpPr>
        <p:spPr bwMode="auto">
          <a:xfrm>
            <a:off x="971550" y="714375"/>
            <a:ext cx="66008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例：分析下图所示同步时序电路的逻辑功能。</a:t>
            </a:r>
            <a:endParaRPr kumimoji="1" lang="zh-CN" altLang="en-US" sz="2400" b="1">
              <a:solidFill>
                <a:srgbClr val="0000FF"/>
              </a:solidFill>
              <a:latin typeface="宋体" panose="02010600030101010101" pitchFamily="2" charset="-122"/>
            </a:endParaRPr>
          </a:p>
        </p:txBody>
      </p:sp>
      <p:sp>
        <p:nvSpPr>
          <p:cNvPr id="19459" name="Text Box 8"/>
          <p:cNvSpPr txBox="1">
            <a:spLocks noChangeArrowheads="1"/>
          </p:cNvSpPr>
          <p:nvPr/>
        </p:nvSpPr>
        <p:spPr bwMode="auto">
          <a:xfrm>
            <a:off x="503238" y="71438"/>
            <a:ext cx="597693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</a:rPr>
              <a:t>二、同步时序逻辑电路的分析举例</a:t>
            </a:r>
            <a:endParaRPr lang="zh-CN" altLang="en-US" sz="2800" b="1">
              <a:solidFill>
                <a:srgbClr val="006600"/>
              </a:solidFill>
            </a:endParaRPr>
          </a:p>
        </p:txBody>
      </p:sp>
      <p:sp>
        <p:nvSpPr>
          <p:cNvPr id="100" name="Text Box 90"/>
          <p:cNvSpPr txBox="1">
            <a:spLocks noChangeArrowheads="1"/>
          </p:cNvSpPr>
          <p:nvPr/>
        </p:nvSpPr>
        <p:spPr bwMode="auto">
          <a:xfrm>
            <a:off x="1389063" y="4292600"/>
            <a:ext cx="4897437" cy="534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解：</a:t>
            </a:r>
            <a:r>
              <a:rPr kumimoji="1" lang="zh-CN" altLang="en-US" sz="2400" b="1">
                <a:solidFill>
                  <a:srgbClr val="C00000"/>
                </a:solidFill>
                <a:latin typeface="宋体" panose="02010600030101010101" pitchFamily="2" charset="-122"/>
              </a:rPr>
              <a:t>① 求驱动方程和输出方程</a:t>
            </a:r>
            <a:endParaRPr kumimoji="1" lang="zh-CN" altLang="en-US" sz="2400" b="1">
              <a:solidFill>
                <a:srgbClr val="C00000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101" name="Object 2"/>
          <p:cNvGraphicFramePr>
            <a:graphicFrameLocks noChangeAspect="1"/>
          </p:cNvGraphicFramePr>
          <p:nvPr/>
        </p:nvGraphicFramePr>
        <p:xfrm>
          <a:off x="2500313" y="5908675"/>
          <a:ext cx="1695450" cy="523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52" name="公式" r:id="rId1" imgW="977265" imgH="187960" progId="Equation.3">
                  <p:embed/>
                </p:oleObj>
              </mc:Choice>
              <mc:Fallback>
                <p:oleObj name="公式" r:id="rId1" imgW="977265" imgH="187960" progId="Equation.3">
                  <p:embed/>
                  <p:pic>
                    <p:nvPicPr>
                      <p:cNvPr id="0" name="图片 32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00313" y="5908675"/>
                        <a:ext cx="1695450" cy="523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Group 92"/>
          <p:cNvGrpSpPr/>
          <p:nvPr/>
        </p:nvGrpSpPr>
        <p:grpSpPr bwMode="auto">
          <a:xfrm>
            <a:off x="2397125" y="4868863"/>
            <a:ext cx="2447925" cy="935037"/>
            <a:chOff x="1701" y="1576"/>
            <a:chExt cx="1505" cy="552"/>
          </a:xfrm>
        </p:grpSpPr>
        <p:graphicFrame>
          <p:nvGraphicFramePr>
            <p:cNvPr id="19557" name="Object 3"/>
            <p:cNvGraphicFramePr>
              <a:graphicFrameLocks noChangeAspect="1"/>
            </p:cNvGraphicFramePr>
            <p:nvPr/>
          </p:nvGraphicFramePr>
          <p:xfrm>
            <a:off x="1791" y="1576"/>
            <a:ext cx="1415" cy="55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253" name="公式" r:id="rId3" imgW="1428115" imgH="450850" progId="Equation.3">
                    <p:embed/>
                  </p:oleObj>
                </mc:Choice>
                <mc:Fallback>
                  <p:oleObj name="公式" r:id="rId3" imgW="1428115" imgH="450850" progId="Equation.3">
                    <p:embed/>
                    <p:pic>
                      <p:nvPicPr>
                        <p:cNvPr id="0" name="图片 32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91" y="1576"/>
                          <a:ext cx="1415" cy="55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9558" name="AutoShape 94"/>
            <p:cNvSpPr/>
            <p:nvPr/>
          </p:nvSpPr>
          <p:spPr bwMode="auto">
            <a:xfrm>
              <a:off x="1701" y="1639"/>
              <a:ext cx="45" cy="408"/>
            </a:xfrm>
            <a:prstGeom prst="leftBrace">
              <a:avLst>
                <a:gd name="adj1" fmla="val 75556"/>
                <a:gd name="adj2" fmla="val 50000"/>
              </a:avLst>
            </a:prstGeom>
            <a:noFill/>
            <a:ln w="25400">
              <a:solidFill>
                <a:schemeClr val="tx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105" name="Text Box 95"/>
          <p:cNvSpPr txBox="1">
            <a:spLocks noChangeArrowheads="1"/>
          </p:cNvSpPr>
          <p:nvPr/>
        </p:nvSpPr>
        <p:spPr bwMode="auto">
          <a:xfrm>
            <a:off x="4700588" y="5967413"/>
            <a:ext cx="23002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Mealy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型）</a:t>
            </a:r>
            <a:endParaRPr lang="zh-CN" altLang="en-US" sz="2400" b="1">
              <a:solidFill>
                <a:srgbClr val="FF0000"/>
              </a:solidFill>
            </a:endParaRPr>
          </a:p>
        </p:txBody>
      </p:sp>
      <p:grpSp>
        <p:nvGrpSpPr>
          <p:cNvPr id="4" name="组合 110"/>
          <p:cNvGrpSpPr/>
          <p:nvPr/>
        </p:nvGrpSpPr>
        <p:grpSpPr bwMode="auto">
          <a:xfrm>
            <a:off x="500063" y="1285875"/>
            <a:ext cx="7632700" cy="2735263"/>
            <a:chOff x="500063" y="1285875"/>
            <a:chExt cx="7632700" cy="2735263"/>
          </a:xfrm>
        </p:grpSpPr>
        <p:grpSp>
          <p:nvGrpSpPr>
            <p:cNvPr id="19466" name="组合 103"/>
            <p:cNvGrpSpPr/>
            <p:nvPr/>
          </p:nvGrpSpPr>
          <p:grpSpPr bwMode="auto">
            <a:xfrm>
              <a:off x="500063" y="1285875"/>
              <a:ext cx="7632700" cy="2735263"/>
              <a:chOff x="500063" y="1285875"/>
              <a:chExt cx="7632700" cy="2735263"/>
            </a:xfrm>
          </p:grpSpPr>
          <p:grpSp>
            <p:nvGrpSpPr>
              <p:cNvPr id="19473" name="组合 98"/>
              <p:cNvGrpSpPr/>
              <p:nvPr/>
            </p:nvGrpSpPr>
            <p:grpSpPr bwMode="auto">
              <a:xfrm>
                <a:off x="500063" y="1285875"/>
                <a:ext cx="7632700" cy="2735263"/>
                <a:chOff x="611188" y="1622432"/>
                <a:chExt cx="7632700" cy="2735262"/>
              </a:xfrm>
            </p:grpSpPr>
            <p:grpSp>
              <p:nvGrpSpPr>
                <p:cNvPr id="19478" name="组合 8"/>
                <p:cNvGrpSpPr/>
                <p:nvPr/>
              </p:nvGrpSpPr>
              <p:grpSpPr bwMode="auto">
                <a:xfrm>
                  <a:off x="1008038" y="2592382"/>
                  <a:ext cx="1143008" cy="642942"/>
                  <a:chOff x="3954458" y="2071677"/>
                  <a:chExt cx="1403359" cy="571505"/>
                </a:xfrm>
              </p:grpSpPr>
              <p:grpSp>
                <p:nvGrpSpPr>
                  <p:cNvPr id="19552" name="组合 50"/>
                  <p:cNvGrpSpPr/>
                  <p:nvPr/>
                </p:nvGrpSpPr>
                <p:grpSpPr bwMode="auto">
                  <a:xfrm>
                    <a:off x="3954458" y="2071677"/>
                    <a:ext cx="1403359" cy="571505"/>
                    <a:chOff x="3785851" y="4571996"/>
                    <a:chExt cx="1500640" cy="571509"/>
                  </a:xfrm>
                </p:grpSpPr>
                <p:sp>
                  <p:nvSpPr>
                    <p:cNvPr id="96" name="弧形 95"/>
                    <p:cNvSpPr/>
                    <p:nvPr/>
                  </p:nvSpPr>
                  <p:spPr>
                    <a:xfrm>
                      <a:off x="3785884" y="4572008"/>
                      <a:ext cx="1500629" cy="571505"/>
                    </a:xfrm>
                    <a:prstGeom prst="arc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 i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97" name="弧形 96"/>
                    <p:cNvSpPr/>
                    <p:nvPr/>
                  </p:nvSpPr>
                  <p:spPr>
                    <a:xfrm flipV="1">
                      <a:off x="3785884" y="4572008"/>
                      <a:ext cx="1500629" cy="571505"/>
                    </a:xfrm>
                    <a:prstGeom prst="arc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 i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98" name="弧形 97"/>
                    <p:cNvSpPr/>
                    <p:nvPr/>
                  </p:nvSpPr>
                  <p:spPr>
                    <a:xfrm>
                      <a:off x="4381967" y="4572008"/>
                      <a:ext cx="333473" cy="571505"/>
                    </a:xfrm>
                    <a:prstGeom prst="arc">
                      <a:avLst>
                        <a:gd name="adj1" fmla="val 16200000"/>
                        <a:gd name="adj2" fmla="val 5186173"/>
                      </a:avLst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 i="1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95" name="弧形 94"/>
                  <p:cNvSpPr/>
                  <p:nvPr/>
                </p:nvSpPr>
                <p:spPr bwMode="auto">
                  <a:xfrm>
                    <a:off x="4430068" y="2071689"/>
                    <a:ext cx="311855" cy="571501"/>
                  </a:xfrm>
                  <a:prstGeom prst="arc">
                    <a:avLst>
                      <a:gd name="adj1" fmla="val 16200000"/>
                      <a:gd name="adj2" fmla="val 5186173"/>
                    </a:avLst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 fontAlgn="base">
                      <a:spcBef>
                        <a:spcPct val="0"/>
                      </a:spcBef>
                      <a:spcAft>
                        <a:spcPct val="0"/>
                      </a:spcAft>
                      <a:defRPr/>
                    </a:pPr>
                    <a:endParaRPr lang="zh-CN" altLang="en-US" sz="1600" i="1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479" name="AutoShape 9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611188" y="1622432"/>
                  <a:ext cx="7632700" cy="27352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480" name="Rectangle 11"/>
                <p:cNvSpPr>
                  <a:spLocks noChangeArrowheads="1"/>
                </p:cNvSpPr>
                <p:nvPr/>
              </p:nvSpPr>
              <p:spPr bwMode="auto">
                <a:xfrm>
                  <a:off x="2844801" y="2636844"/>
                  <a:ext cx="1039813" cy="1262062"/>
                </a:xfrm>
                <a:prstGeom prst="rect">
                  <a:avLst/>
                </a:prstGeom>
                <a:solidFill>
                  <a:srgbClr val="FFFFFF"/>
                </a:solidFill>
                <a:ln w="42863">
                  <a:solidFill>
                    <a:srgbClr val="000000"/>
                  </a:solidFill>
                  <a:miter lim="800000"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81" name="Line 12"/>
                <p:cNvSpPr>
                  <a:spLocks noChangeShapeType="1"/>
                </p:cNvSpPr>
                <p:nvPr/>
              </p:nvSpPr>
              <p:spPr bwMode="auto">
                <a:xfrm>
                  <a:off x="3884613" y="3630619"/>
                  <a:ext cx="477838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482" name="Line 13"/>
                <p:cNvSpPr>
                  <a:spLocks noChangeShapeType="1"/>
                </p:cNvSpPr>
                <p:nvPr/>
              </p:nvSpPr>
              <p:spPr bwMode="auto">
                <a:xfrm>
                  <a:off x="3884613" y="2903544"/>
                  <a:ext cx="3683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483" name="Line 14"/>
                <p:cNvSpPr>
                  <a:spLocks noChangeShapeType="1"/>
                </p:cNvSpPr>
                <p:nvPr/>
              </p:nvSpPr>
              <p:spPr bwMode="auto">
                <a:xfrm>
                  <a:off x="2346326" y="3630619"/>
                  <a:ext cx="498475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484" name="Rectangle 16"/>
                <p:cNvSpPr>
                  <a:spLocks noChangeArrowheads="1"/>
                </p:cNvSpPr>
                <p:nvPr/>
              </p:nvSpPr>
              <p:spPr bwMode="auto">
                <a:xfrm>
                  <a:off x="2932113" y="2749557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85" name="Rectangle 17"/>
                <p:cNvSpPr>
                  <a:spLocks noChangeArrowheads="1"/>
                </p:cNvSpPr>
                <p:nvPr/>
              </p:nvSpPr>
              <p:spPr bwMode="auto">
                <a:xfrm>
                  <a:off x="3060701" y="2749557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J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86" name="Line 18"/>
                <p:cNvSpPr>
                  <a:spLocks noChangeShapeType="1"/>
                </p:cNvSpPr>
                <p:nvPr/>
              </p:nvSpPr>
              <p:spPr bwMode="auto">
                <a:xfrm>
                  <a:off x="2128838" y="2903544"/>
                  <a:ext cx="715963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487" name="Rectangle 19"/>
                <p:cNvSpPr>
                  <a:spLocks noChangeArrowheads="1"/>
                </p:cNvSpPr>
                <p:nvPr/>
              </p:nvSpPr>
              <p:spPr bwMode="auto">
                <a:xfrm>
                  <a:off x="3040063" y="3113094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</a:t>
                  </a:r>
                  <a:endParaRPr lang="en-US" altLang="zh-CN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88" name="Rectangle 20"/>
                <p:cNvSpPr>
                  <a:spLocks noChangeArrowheads="1"/>
                </p:cNvSpPr>
                <p:nvPr/>
              </p:nvSpPr>
              <p:spPr bwMode="auto">
                <a:xfrm>
                  <a:off x="3233738" y="3113094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89" name="Line 21"/>
                <p:cNvSpPr>
                  <a:spLocks noChangeShapeType="1"/>
                </p:cNvSpPr>
                <p:nvPr/>
              </p:nvSpPr>
              <p:spPr bwMode="auto">
                <a:xfrm>
                  <a:off x="2540001" y="3267082"/>
                  <a:ext cx="304800" cy="1587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490" name="Rectangle 22"/>
                <p:cNvSpPr>
                  <a:spLocks noChangeArrowheads="1"/>
                </p:cNvSpPr>
                <p:nvPr/>
              </p:nvSpPr>
              <p:spPr bwMode="auto">
                <a:xfrm>
                  <a:off x="2887663" y="3475044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91" name="Rectangle 23"/>
                <p:cNvSpPr>
                  <a:spLocks noChangeArrowheads="1"/>
                </p:cNvSpPr>
                <p:nvPr/>
              </p:nvSpPr>
              <p:spPr bwMode="auto">
                <a:xfrm>
                  <a:off x="3017838" y="3475044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K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92" name="Line 24"/>
                <p:cNvSpPr>
                  <a:spLocks noChangeShapeType="1"/>
                </p:cNvSpPr>
                <p:nvPr/>
              </p:nvSpPr>
              <p:spPr bwMode="auto">
                <a:xfrm>
                  <a:off x="2844801" y="3171832"/>
                  <a:ext cx="150813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493" name="Line 25"/>
                <p:cNvSpPr>
                  <a:spLocks noChangeShapeType="1"/>
                </p:cNvSpPr>
                <p:nvPr/>
              </p:nvSpPr>
              <p:spPr bwMode="auto">
                <a:xfrm flipH="1">
                  <a:off x="2844801" y="3267082"/>
                  <a:ext cx="150813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494" name="Rectangle 27"/>
                <p:cNvSpPr>
                  <a:spLocks noChangeArrowheads="1"/>
                </p:cNvSpPr>
                <p:nvPr/>
              </p:nvSpPr>
              <p:spPr bwMode="auto">
                <a:xfrm>
                  <a:off x="5099051" y="2636844"/>
                  <a:ext cx="1041400" cy="1262062"/>
                </a:xfrm>
                <a:prstGeom prst="rect">
                  <a:avLst/>
                </a:prstGeom>
                <a:solidFill>
                  <a:srgbClr val="FFFFFF"/>
                </a:solidFill>
                <a:ln w="42863">
                  <a:solidFill>
                    <a:srgbClr val="000000"/>
                  </a:solidFill>
                  <a:miter lim="800000"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95" name="Rectangle 28"/>
                <p:cNvSpPr>
                  <a:spLocks noChangeArrowheads="1"/>
                </p:cNvSpPr>
                <p:nvPr/>
              </p:nvSpPr>
              <p:spPr bwMode="auto">
                <a:xfrm>
                  <a:off x="5186363" y="2749557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96" name="Rectangle 29"/>
                <p:cNvSpPr>
                  <a:spLocks noChangeArrowheads="1"/>
                </p:cNvSpPr>
                <p:nvPr/>
              </p:nvSpPr>
              <p:spPr bwMode="auto">
                <a:xfrm>
                  <a:off x="5316538" y="2749557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J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97" name="Rectangle 30"/>
                <p:cNvSpPr>
                  <a:spLocks noChangeArrowheads="1"/>
                </p:cNvSpPr>
                <p:nvPr/>
              </p:nvSpPr>
              <p:spPr bwMode="auto">
                <a:xfrm>
                  <a:off x="5295901" y="3113094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</a:t>
                  </a:r>
                  <a:endParaRPr lang="en-US" altLang="zh-CN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98" name="Rectangle 31"/>
                <p:cNvSpPr>
                  <a:spLocks noChangeArrowheads="1"/>
                </p:cNvSpPr>
                <p:nvPr/>
              </p:nvSpPr>
              <p:spPr bwMode="auto">
                <a:xfrm>
                  <a:off x="5491163" y="3113094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499" name="Rectangle 32"/>
                <p:cNvSpPr>
                  <a:spLocks noChangeArrowheads="1"/>
                </p:cNvSpPr>
                <p:nvPr/>
              </p:nvSpPr>
              <p:spPr bwMode="auto">
                <a:xfrm>
                  <a:off x="5143501" y="3475044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00" name="Rectangle 33"/>
                <p:cNvSpPr>
                  <a:spLocks noChangeArrowheads="1"/>
                </p:cNvSpPr>
                <p:nvPr/>
              </p:nvSpPr>
              <p:spPr bwMode="auto">
                <a:xfrm>
                  <a:off x="5272088" y="3475044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K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01" name="Line 34"/>
                <p:cNvSpPr>
                  <a:spLocks noChangeShapeType="1"/>
                </p:cNvSpPr>
                <p:nvPr/>
              </p:nvSpPr>
              <p:spPr bwMode="auto">
                <a:xfrm>
                  <a:off x="5099051" y="3171832"/>
                  <a:ext cx="152400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02" name="Line 35"/>
                <p:cNvSpPr>
                  <a:spLocks noChangeShapeType="1"/>
                </p:cNvSpPr>
                <p:nvPr/>
              </p:nvSpPr>
              <p:spPr bwMode="auto">
                <a:xfrm flipH="1">
                  <a:off x="5099051" y="3267082"/>
                  <a:ext cx="152400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03" name="Line 36"/>
                <p:cNvSpPr>
                  <a:spLocks noChangeShapeType="1"/>
                </p:cNvSpPr>
                <p:nvPr/>
              </p:nvSpPr>
              <p:spPr bwMode="auto">
                <a:xfrm>
                  <a:off x="4602163" y="3267082"/>
                  <a:ext cx="496888" cy="1587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04" name="Line 37"/>
                <p:cNvSpPr>
                  <a:spLocks noChangeShapeType="1"/>
                </p:cNvSpPr>
                <p:nvPr/>
              </p:nvSpPr>
              <p:spPr bwMode="auto">
                <a:xfrm>
                  <a:off x="6140451" y="3630619"/>
                  <a:ext cx="47625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05" name="Rectangle 39"/>
                <p:cNvSpPr>
                  <a:spLocks noChangeArrowheads="1"/>
                </p:cNvSpPr>
                <p:nvPr/>
              </p:nvSpPr>
              <p:spPr bwMode="auto">
                <a:xfrm>
                  <a:off x="3148013" y="2252669"/>
                  <a:ext cx="31418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06" name="Rectangle 40"/>
                <p:cNvSpPr>
                  <a:spLocks noChangeArrowheads="1"/>
                </p:cNvSpPr>
                <p:nvPr/>
              </p:nvSpPr>
              <p:spPr bwMode="auto">
                <a:xfrm>
                  <a:off x="3452813" y="2387607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07" name="Rectangle 41"/>
                <p:cNvSpPr>
                  <a:spLocks noChangeArrowheads="1"/>
                </p:cNvSpPr>
                <p:nvPr/>
              </p:nvSpPr>
              <p:spPr bwMode="auto">
                <a:xfrm>
                  <a:off x="5402263" y="2252669"/>
                  <a:ext cx="31418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08" name="Rectangle 42"/>
                <p:cNvSpPr>
                  <a:spLocks noChangeArrowheads="1"/>
                </p:cNvSpPr>
                <p:nvPr/>
              </p:nvSpPr>
              <p:spPr bwMode="auto">
                <a:xfrm>
                  <a:off x="5707063" y="2387607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09" name="Rectangle 43"/>
                <p:cNvSpPr>
                  <a:spLocks noChangeArrowheads="1"/>
                </p:cNvSpPr>
                <p:nvPr/>
              </p:nvSpPr>
              <p:spPr bwMode="auto">
                <a:xfrm>
                  <a:off x="827088" y="3937007"/>
                  <a:ext cx="3254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CC0099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CP</a:t>
                  </a:r>
                  <a:endParaRPr lang="en-US" altLang="zh-CN" sz="1600" b="1">
                    <a:solidFill>
                      <a:srgbClr val="CC00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10" name="Line 45"/>
                <p:cNvSpPr>
                  <a:spLocks noChangeShapeType="1"/>
                </p:cNvSpPr>
                <p:nvPr/>
              </p:nvSpPr>
              <p:spPr bwMode="auto">
                <a:xfrm>
                  <a:off x="4786166" y="3643319"/>
                  <a:ext cx="3240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1" name="Line 46"/>
                <p:cNvSpPr>
                  <a:spLocks noChangeShapeType="1"/>
                </p:cNvSpPr>
                <p:nvPr/>
              </p:nvSpPr>
              <p:spPr bwMode="auto">
                <a:xfrm>
                  <a:off x="4803776" y="2903544"/>
                  <a:ext cx="301625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2" name="Line 47"/>
                <p:cNvSpPr>
                  <a:spLocks noChangeShapeType="1"/>
                </p:cNvSpPr>
                <p:nvPr/>
              </p:nvSpPr>
              <p:spPr bwMode="auto">
                <a:xfrm>
                  <a:off x="6140451" y="2903544"/>
                  <a:ext cx="693738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3" name="Line 48"/>
                <p:cNvSpPr>
                  <a:spLocks noChangeShapeType="1"/>
                </p:cNvSpPr>
                <p:nvPr/>
              </p:nvSpPr>
              <p:spPr bwMode="auto">
                <a:xfrm flipV="1">
                  <a:off x="4362451" y="2100269"/>
                  <a:ext cx="1588" cy="15303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4" name="Line 49"/>
                <p:cNvSpPr>
                  <a:spLocks noChangeShapeType="1"/>
                </p:cNvSpPr>
                <p:nvPr/>
              </p:nvSpPr>
              <p:spPr bwMode="auto">
                <a:xfrm>
                  <a:off x="4362450" y="2100269"/>
                  <a:ext cx="2567003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5" name="Line 50"/>
                <p:cNvSpPr>
                  <a:spLocks noChangeShapeType="1"/>
                </p:cNvSpPr>
                <p:nvPr/>
              </p:nvSpPr>
              <p:spPr bwMode="auto">
                <a:xfrm flipV="1">
                  <a:off x="4602163" y="3267082"/>
                  <a:ext cx="1588" cy="995362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6" name="Line 51"/>
                <p:cNvSpPr>
                  <a:spLocks noChangeShapeType="1"/>
                </p:cNvSpPr>
                <p:nvPr/>
              </p:nvSpPr>
              <p:spPr bwMode="auto">
                <a:xfrm>
                  <a:off x="914401" y="4262444"/>
                  <a:ext cx="3687763" cy="1587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7" name="Line 52"/>
                <p:cNvSpPr>
                  <a:spLocks noChangeShapeType="1"/>
                </p:cNvSpPr>
                <p:nvPr/>
              </p:nvSpPr>
              <p:spPr bwMode="auto">
                <a:xfrm flipV="1">
                  <a:off x="2540001" y="3267082"/>
                  <a:ext cx="1588" cy="995362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8" name="Line 54"/>
                <p:cNvSpPr>
                  <a:spLocks noChangeShapeType="1"/>
                </p:cNvSpPr>
                <p:nvPr/>
              </p:nvSpPr>
              <p:spPr bwMode="auto">
                <a:xfrm flipV="1">
                  <a:off x="2346326" y="2903544"/>
                  <a:ext cx="1588" cy="727075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19" name="Line 59"/>
                <p:cNvSpPr>
                  <a:spLocks noChangeShapeType="1"/>
                </p:cNvSpPr>
                <p:nvPr/>
              </p:nvSpPr>
              <p:spPr bwMode="auto">
                <a:xfrm>
                  <a:off x="914401" y="2732094"/>
                  <a:ext cx="715963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20" name="Rectangle 60"/>
                <p:cNvSpPr>
                  <a:spLocks noChangeArrowheads="1"/>
                </p:cNvSpPr>
                <p:nvPr/>
              </p:nvSpPr>
              <p:spPr bwMode="auto">
                <a:xfrm>
                  <a:off x="914401" y="2387607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X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21" name="Line 61"/>
                <p:cNvSpPr>
                  <a:spLocks noChangeShapeType="1"/>
                </p:cNvSpPr>
                <p:nvPr/>
              </p:nvSpPr>
              <p:spPr bwMode="auto">
                <a:xfrm>
                  <a:off x="1414463" y="3095632"/>
                  <a:ext cx="2159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22" name="Line 62"/>
                <p:cNvSpPr>
                  <a:spLocks noChangeShapeType="1"/>
                </p:cNvSpPr>
                <p:nvPr/>
              </p:nvSpPr>
              <p:spPr bwMode="auto">
                <a:xfrm flipV="1">
                  <a:off x="1414463" y="3095632"/>
                  <a:ext cx="1588" cy="993775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23" name="Line 63"/>
                <p:cNvSpPr>
                  <a:spLocks noChangeShapeType="1"/>
                </p:cNvSpPr>
                <p:nvPr/>
              </p:nvSpPr>
              <p:spPr bwMode="auto">
                <a:xfrm>
                  <a:off x="1414463" y="4089407"/>
                  <a:ext cx="5419725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24" name="Line 64"/>
                <p:cNvSpPr>
                  <a:spLocks noChangeShapeType="1"/>
                </p:cNvSpPr>
                <p:nvPr/>
              </p:nvSpPr>
              <p:spPr bwMode="auto">
                <a:xfrm flipV="1">
                  <a:off x="6834188" y="2903544"/>
                  <a:ext cx="1588" cy="1185862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25" name="Line 65"/>
                <p:cNvSpPr>
                  <a:spLocks noChangeShapeType="1"/>
                </p:cNvSpPr>
                <p:nvPr/>
              </p:nvSpPr>
              <p:spPr bwMode="auto">
                <a:xfrm flipV="1">
                  <a:off x="6616701" y="2273307"/>
                  <a:ext cx="1588" cy="1357312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26" name="Line 68"/>
                <p:cNvSpPr>
                  <a:spLocks noChangeShapeType="1"/>
                </p:cNvSpPr>
                <p:nvPr/>
              </p:nvSpPr>
              <p:spPr bwMode="auto">
                <a:xfrm>
                  <a:off x="6616701" y="2273307"/>
                  <a:ext cx="3048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27" name="Line 69"/>
                <p:cNvSpPr>
                  <a:spLocks noChangeShapeType="1"/>
                </p:cNvSpPr>
                <p:nvPr/>
              </p:nvSpPr>
              <p:spPr bwMode="auto">
                <a:xfrm>
                  <a:off x="7544186" y="2092316"/>
                  <a:ext cx="360000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28" name="Rectangle 70"/>
                <p:cNvSpPr>
                  <a:spLocks noChangeArrowheads="1"/>
                </p:cNvSpPr>
                <p:nvPr/>
              </p:nvSpPr>
              <p:spPr bwMode="auto">
                <a:xfrm>
                  <a:off x="7986737" y="1946282"/>
                  <a:ext cx="157163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Z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29" name="Line 71"/>
                <p:cNvSpPr>
                  <a:spLocks noChangeShapeType="1"/>
                </p:cNvSpPr>
                <p:nvPr/>
              </p:nvSpPr>
              <p:spPr bwMode="auto">
                <a:xfrm flipV="1">
                  <a:off x="1414462" y="1928802"/>
                  <a:ext cx="5514991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30" name="Line 72"/>
                <p:cNvSpPr>
                  <a:spLocks noChangeShapeType="1"/>
                </p:cNvSpPr>
                <p:nvPr/>
              </p:nvSpPr>
              <p:spPr bwMode="auto">
                <a:xfrm flipV="1">
                  <a:off x="1414462" y="1928801"/>
                  <a:ext cx="0" cy="803292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31" name="Rectangle 74"/>
                <p:cNvSpPr>
                  <a:spLocks noChangeArrowheads="1"/>
                </p:cNvSpPr>
                <p:nvPr/>
              </p:nvSpPr>
              <p:spPr bwMode="auto">
                <a:xfrm>
                  <a:off x="4014788" y="3248032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32" name="Rectangle 75"/>
                <p:cNvSpPr>
                  <a:spLocks noChangeArrowheads="1"/>
                </p:cNvSpPr>
                <p:nvPr/>
              </p:nvSpPr>
              <p:spPr bwMode="auto">
                <a:xfrm>
                  <a:off x="4210051" y="3382969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33" name="Line 76"/>
                <p:cNvSpPr>
                  <a:spLocks noChangeShapeType="1"/>
                </p:cNvSpPr>
                <p:nvPr/>
              </p:nvSpPr>
              <p:spPr bwMode="auto">
                <a:xfrm>
                  <a:off x="4037013" y="3267082"/>
                  <a:ext cx="195263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34" name="Rectangle 77"/>
                <p:cNvSpPr>
                  <a:spLocks noChangeArrowheads="1"/>
                </p:cNvSpPr>
                <p:nvPr/>
              </p:nvSpPr>
              <p:spPr bwMode="auto">
                <a:xfrm>
                  <a:off x="4014788" y="2520957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35" name="Rectangle 78"/>
                <p:cNvSpPr>
                  <a:spLocks noChangeArrowheads="1"/>
                </p:cNvSpPr>
                <p:nvPr/>
              </p:nvSpPr>
              <p:spPr bwMode="auto">
                <a:xfrm>
                  <a:off x="4210051" y="2655894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36" name="Rectangle 79"/>
                <p:cNvSpPr>
                  <a:spLocks noChangeArrowheads="1"/>
                </p:cNvSpPr>
                <p:nvPr/>
              </p:nvSpPr>
              <p:spPr bwMode="auto">
                <a:xfrm>
                  <a:off x="6205538" y="2520957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37" name="Rectangle 80"/>
                <p:cNvSpPr>
                  <a:spLocks noChangeArrowheads="1"/>
                </p:cNvSpPr>
                <p:nvPr/>
              </p:nvSpPr>
              <p:spPr bwMode="auto">
                <a:xfrm>
                  <a:off x="6400801" y="2655894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38" name="Rectangle 81"/>
                <p:cNvSpPr>
                  <a:spLocks noChangeArrowheads="1"/>
                </p:cNvSpPr>
                <p:nvPr/>
              </p:nvSpPr>
              <p:spPr bwMode="auto">
                <a:xfrm>
                  <a:off x="6205538" y="3248032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39" name="Rectangle 82"/>
                <p:cNvSpPr>
                  <a:spLocks noChangeArrowheads="1"/>
                </p:cNvSpPr>
                <p:nvPr/>
              </p:nvSpPr>
              <p:spPr bwMode="auto">
                <a:xfrm>
                  <a:off x="6400801" y="3382969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9540" name="Line 83"/>
                <p:cNvSpPr>
                  <a:spLocks noChangeShapeType="1"/>
                </p:cNvSpPr>
                <p:nvPr/>
              </p:nvSpPr>
              <p:spPr bwMode="auto">
                <a:xfrm>
                  <a:off x="6227763" y="3267082"/>
                  <a:ext cx="2159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41" name="Line 85"/>
                <p:cNvSpPr>
                  <a:spLocks noChangeShapeType="1"/>
                </p:cNvSpPr>
                <p:nvPr/>
              </p:nvSpPr>
              <p:spPr bwMode="auto">
                <a:xfrm>
                  <a:off x="4770438" y="2571757"/>
                  <a:ext cx="0" cy="1081087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542" name="Text Box 86"/>
                <p:cNvSpPr txBox="1">
                  <a:spLocks noChangeArrowheads="1"/>
                </p:cNvSpPr>
                <p:nvPr/>
              </p:nvSpPr>
              <p:spPr bwMode="auto">
                <a:xfrm>
                  <a:off x="4405313" y="2241557"/>
                  <a:ext cx="728663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5000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“1”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2" name="椭圆 81"/>
                <p:cNvSpPr/>
                <p:nvPr/>
              </p:nvSpPr>
              <p:spPr>
                <a:xfrm>
                  <a:off x="2317750" y="2867032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83" name="椭圆 82"/>
                <p:cNvSpPr/>
                <p:nvPr/>
              </p:nvSpPr>
              <p:spPr>
                <a:xfrm>
                  <a:off x="1370013" y="2697170"/>
                  <a:ext cx="71437" cy="7143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84" name="椭圆 83"/>
                <p:cNvSpPr/>
                <p:nvPr/>
              </p:nvSpPr>
              <p:spPr>
                <a:xfrm>
                  <a:off x="2506663" y="4224344"/>
                  <a:ext cx="71437" cy="71437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85" name="椭圆 84"/>
                <p:cNvSpPr/>
                <p:nvPr/>
              </p:nvSpPr>
              <p:spPr>
                <a:xfrm>
                  <a:off x="4743450" y="2857507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grpSp>
              <p:nvGrpSpPr>
                <p:cNvPr id="19547" name="组合 18"/>
                <p:cNvGrpSpPr/>
                <p:nvPr/>
              </p:nvGrpSpPr>
              <p:grpSpPr bwMode="auto">
                <a:xfrm>
                  <a:off x="6929454" y="1857364"/>
                  <a:ext cx="603251" cy="512764"/>
                  <a:chOff x="836185" y="3286093"/>
                  <a:chExt cx="1424897" cy="787427"/>
                </a:xfrm>
              </p:grpSpPr>
              <p:sp>
                <p:nvSpPr>
                  <p:cNvPr id="89" name="弧形 88"/>
                  <p:cNvSpPr/>
                  <p:nvPr/>
                </p:nvSpPr>
                <p:spPr>
                  <a:xfrm>
                    <a:off x="1274864" y="3286121"/>
                    <a:ext cx="986178" cy="784987"/>
                  </a:xfrm>
                  <a:prstGeom prst="arc">
                    <a:avLst>
                      <a:gd name="adj1" fmla="val 16200000"/>
                      <a:gd name="adj2" fmla="val 5524654"/>
                    </a:avLst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 fontAlgn="base">
                      <a:spcBef>
                        <a:spcPct val="0"/>
                      </a:spcBef>
                      <a:spcAft>
                        <a:spcPct val="0"/>
                      </a:spcAft>
                      <a:defRPr/>
                    </a:pPr>
                    <a:endParaRPr lang="zh-CN" altLang="en-US" sz="1600">
                      <a:solidFill>
                        <a:srgbClr val="000000"/>
                      </a:solidFill>
                    </a:endParaRPr>
                  </a:p>
                </p:txBody>
              </p:sp>
              <p:cxnSp>
                <p:nvCxnSpPr>
                  <p:cNvPr id="90" name="直接连接符 89"/>
                  <p:cNvCxnSpPr>
                    <a:endCxn id="89" idx="0"/>
                  </p:cNvCxnSpPr>
                  <p:nvPr/>
                </p:nvCxnSpPr>
                <p:spPr>
                  <a:xfrm>
                    <a:off x="843647" y="3286121"/>
                    <a:ext cx="914932" cy="2439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直接连接符 21"/>
                  <p:cNvCxnSpPr/>
                  <p:nvPr/>
                </p:nvCxnSpPr>
                <p:spPr>
                  <a:xfrm>
                    <a:off x="843647" y="4071107"/>
                    <a:ext cx="914932" cy="2439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2" name="直接连接符 91"/>
                  <p:cNvCxnSpPr/>
                  <p:nvPr/>
                </p:nvCxnSpPr>
                <p:spPr>
                  <a:xfrm rot="5400000">
                    <a:off x="442433" y="3679834"/>
                    <a:ext cx="787425" cy="0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94" name="椭圆 93"/>
              <p:cNvSpPr/>
              <p:nvPr/>
            </p:nvSpPr>
            <p:spPr>
              <a:xfrm>
                <a:off x="6053138" y="3233738"/>
                <a:ext cx="107950" cy="10795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椭圆 98"/>
              <p:cNvSpPr/>
              <p:nvPr/>
            </p:nvSpPr>
            <p:spPr>
              <a:xfrm>
                <a:off x="4867275" y="2876550"/>
                <a:ext cx="107950" cy="10795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椭圆 101"/>
              <p:cNvSpPr/>
              <p:nvPr/>
            </p:nvSpPr>
            <p:spPr>
              <a:xfrm>
                <a:off x="3795713" y="3243263"/>
                <a:ext cx="107950" cy="10795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椭圆 102"/>
              <p:cNvSpPr/>
              <p:nvPr/>
            </p:nvSpPr>
            <p:spPr>
              <a:xfrm>
                <a:off x="2619375" y="2876550"/>
                <a:ext cx="107950" cy="10795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9467" name="Rectangle 79"/>
            <p:cNvSpPr>
              <a:spLocks noChangeArrowheads="1"/>
            </p:cNvSpPr>
            <p:nvPr/>
          </p:nvSpPr>
          <p:spPr bwMode="auto">
            <a:xfrm>
              <a:off x="3500430" y="2409820"/>
              <a:ext cx="1857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8" name="Rectangle 79"/>
            <p:cNvSpPr>
              <a:spLocks noChangeArrowheads="1"/>
            </p:cNvSpPr>
            <p:nvPr/>
          </p:nvSpPr>
          <p:spPr bwMode="auto">
            <a:xfrm>
              <a:off x="3529006" y="3124200"/>
              <a:ext cx="1857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9" name="Line 76"/>
            <p:cNvSpPr>
              <a:spLocks noChangeShapeType="1"/>
            </p:cNvSpPr>
            <p:nvPr/>
          </p:nvSpPr>
          <p:spPr bwMode="auto">
            <a:xfrm>
              <a:off x="3543293" y="3152773"/>
              <a:ext cx="195263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9470" name="Rectangle 79"/>
            <p:cNvSpPr>
              <a:spLocks noChangeArrowheads="1"/>
            </p:cNvSpPr>
            <p:nvPr/>
          </p:nvSpPr>
          <p:spPr bwMode="auto">
            <a:xfrm>
              <a:off x="5762634" y="2409820"/>
              <a:ext cx="1857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1" name="Rectangle 79"/>
            <p:cNvSpPr>
              <a:spLocks noChangeArrowheads="1"/>
            </p:cNvSpPr>
            <p:nvPr/>
          </p:nvSpPr>
          <p:spPr bwMode="auto">
            <a:xfrm>
              <a:off x="5791210" y="3124200"/>
              <a:ext cx="1857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2" name="Line 76"/>
            <p:cNvSpPr>
              <a:spLocks noChangeShapeType="1"/>
            </p:cNvSpPr>
            <p:nvPr/>
          </p:nvSpPr>
          <p:spPr bwMode="auto">
            <a:xfrm>
              <a:off x="5805497" y="3152773"/>
              <a:ext cx="195263" cy="1587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19465" name="Text Box 7"/>
          <p:cNvSpPr txBox="1">
            <a:spLocks noChangeArrowheads="1"/>
          </p:cNvSpPr>
          <p:nvPr/>
        </p:nvSpPr>
        <p:spPr bwMode="auto">
          <a:xfrm>
            <a:off x="5815013" y="6429375"/>
            <a:ext cx="33289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5.2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时序逻辑电路的分析方法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00" grpId="0"/>
      <p:bldP spid="10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ext Box 6"/>
          <p:cNvSpPr txBox="1">
            <a:spLocks noChangeArrowheads="1"/>
          </p:cNvSpPr>
          <p:nvPr/>
        </p:nvSpPr>
        <p:spPr bwMode="auto">
          <a:xfrm>
            <a:off x="358775" y="142875"/>
            <a:ext cx="2951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C00000"/>
                </a:solidFill>
                <a:latin typeface="宋体" panose="02010600030101010101" pitchFamily="2" charset="-122"/>
              </a:rPr>
              <a:t>② </a:t>
            </a:r>
            <a:r>
              <a:rPr kumimoji="1" lang="zh-CN" altLang="en-US" sz="2400" b="1">
                <a:solidFill>
                  <a:srgbClr val="C00000"/>
                </a:solidFill>
                <a:latin typeface="宋体" panose="02010600030101010101" pitchFamily="2" charset="-122"/>
              </a:rPr>
              <a:t>求状态方程</a:t>
            </a:r>
            <a:endParaRPr kumimoji="1" lang="zh-CN" altLang="en-US" sz="2400" b="1">
              <a:solidFill>
                <a:srgbClr val="C00000"/>
              </a:solidFill>
              <a:latin typeface="宋体" panose="02010600030101010101" pitchFamily="2" charset="-122"/>
            </a:endParaRPr>
          </a:p>
        </p:txBody>
      </p:sp>
      <p:sp>
        <p:nvSpPr>
          <p:cNvPr id="6" name="Text Box 14"/>
          <p:cNvSpPr txBox="1">
            <a:spLocks noChangeArrowheads="1"/>
          </p:cNvSpPr>
          <p:nvPr/>
        </p:nvSpPr>
        <p:spPr bwMode="auto">
          <a:xfrm>
            <a:off x="357188" y="2187575"/>
            <a:ext cx="252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C00000"/>
                </a:solidFill>
                <a:latin typeface="宋体" panose="02010600030101010101" pitchFamily="2" charset="-122"/>
              </a:rPr>
              <a:t>③ </a:t>
            </a:r>
            <a:r>
              <a:rPr kumimoji="1" lang="zh-CN" altLang="en-US" sz="2400" b="1">
                <a:solidFill>
                  <a:srgbClr val="C00000"/>
                </a:solidFill>
                <a:latin typeface="宋体" panose="02010600030101010101" pitchFamily="2" charset="-122"/>
              </a:rPr>
              <a:t>列状态表</a:t>
            </a:r>
            <a:endParaRPr kumimoji="1" lang="zh-CN" altLang="en-US" sz="2400" b="1">
              <a:solidFill>
                <a:srgbClr val="C00000"/>
              </a:solidFill>
              <a:latin typeface="宋体" panose="02010600030101010101" pitchFamily="2" charset="-122"/>
            </a:endParaRPr>
          </a:p>
        </p:txBody>
      </p:sp>
      <p:sp>
        <p:nvSpPr>
          <p:cNvPr id="83" name="Text Box 58"/>
          <p:cNvSpPr txBox="1">
            <a:spLocks noChangeArrowheads="1"/>
          </p:cNvSpPr>
          <p:nvPr/>
        </p:nvSpPr>
        <p:spPr bwMode="auto">
          <a:xfrm>
            <a:off x="5318125" y="2187575"/>
            <a:ext cx="2374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C00000"/>
                </a:solidFill>
                <a:latin typeface="宋体" panose="02010600030101010101" pitchFamily="2" charset="-122"/>
              </a:rPr>
              <a:t>④ </a:t>
            </a:r>
            <a:r>
              <a:rPr kumimoji="1" lang="zh-CN" altLang="en-US" sz="2400" b="1">
                <a:solidFill>
                  <a:srgbClr val="C00000"/>
                </a:solidFill>
                <a:latin typeface="宋体" panose="02010600030101010101" pitchFamily="2" charset="-122"/>
              </a:rPr>
              <a:t>画状态图</a:t>
            </a:r>
            <a:endParaRPr kumimoji="1" lang="zh-CN" altLang="en-US" sz="2400" b="1">
              <a:solidFill>
                <a:srgbClr val="C00000"/>
              </a:solidFill>
              <a:latin typeface="宋体" panose="02010600030101010101" pitchFamily="2" charset="-122"/>
            </a:endParaRPr>
          </a:p>
        </p:txBody>
      </p:sp>
      <p:sp>
        <p:nvSpPr>
          <p:cNvPr id="4117" name="Line 26"/>
          <p:cNvSpPr>
            <a:spLocks noChangeShapeType="1"/>
          </p:cNvSpPr>
          <p:nvPr/>
        </p:nvSpPr>
        <p:spPr bwMode="auto">
          <a:xfrm flipH="1">
            <a:off x="5873750" y="3910013"/>
            <a:ext cx="11080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4119" name="Line 28"/>
          <p:cNvSpPr>
            <a:spLocks noChangeShapeType="1"/>
          </p:cNvSpPr>
          <p:nvPr/>
        </p:nvSpPr>
        <p:spPr bwMode="auto">
          <a:xfrm flipV="1">
            <a:off x="7331075" y="4271963"/>
            <a:ext cx="1588" cy="10287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stealth" w="lg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4125" name="Rectangle 39"/>
          <p:cNvSpPr>
            <a:spLocks noChangeArrowheads="1"/>
          </p:cNvSpPr>
          <p:nvPr/>
        </p:nvSpPr>
        <p:spPr bwMode="auto">
          <a:xfrm>
            <a:off x="6234113" y="3044825"/>
            <a:ext cx="409575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5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1/0</a:t>
            </a:r>
            <a:endParaRPr lang="en-US" altLang="zh-CN" sz="16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28" name="Rectangle 42"/>
          <p:cNvSpPr>
            <a:spLocks noChangeArrowheads="1"/>
          </p:cNvSpPr>
          <p:nvPr/>
        </p:nvSpPr>
        <p:spPr bwMode="auto">
          <a:xfrm>
            <a:off x="6805613" y="4630738"/>
            <a:ext cx="41116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0/0</a:t>
            </a:r>
            <a:endParaRPr lang="en-US" altLang="zh-CN" sz="16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30" name="Rectangle 44"/>
          <p:cNvSpPr>
            <a:spLocks noChangeArrowheads="1"/>
          </p:cNvSpPr>
          <p:nvPr/>
        </p:nvSpPr>
        <p:spPr bwMode="auto">
          <a:xfrm>
            <a:off x="6215063" y="3902075"/>
            <a:ext cx="41116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0/0</a:t>
            </a:r>
            <a:endParaRPr lang="en-US" altLang="zh-CN" sz="16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31" name="Rectangle 45"/>
          <p:cNvSpPr>
            <a:spLocks noChangeArrowheads="1"/>
          </p:cNvSpPr>
          <p:nvPr/>
        </p:nvSpPr>
        <p:spPr bwMode="auto">
          <a:xfrm>
            <a:off x="4519613" y="4630738"/>
            <a:ext cx="409575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5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1/1</a:t>
            </a:r>
            <a:endParaRPr lang="en-US" altLang="zh-CN" sz="16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95"/>
          <p:cNvGrpSpPr/>
          <p:nvPr/>
        </p:nvGrpSpPr>
        <p:grpSpPr bwMode="auto">
          <a:xfrm>
            <a:off x="5175250" y="2871788"/>
            <a:ext cx="3398838" cy="3111500"/>
            <a:chOff x="5175250" y="2871245"/>
            <a:chExt cx="3398838" cy="3111500"/>
          </a:xfrm>
        </p:grpSpPr>
        <p:grpSp>
          <p:nvGrpSpPr>
            <p:cNvPr id="20546" name="组合 92"/>
            <p:cNvGrpSpPr/>
            <p:nvPr/>
          </p:nvGrpSpPr>
          <p:grpSpPr bwMode="auto">
            <a:xfrm>
              <a:off x="6981825" y="3584033"/>
              <a:ext cx="684213" cy="684212"/>
              <a:chOff x="6981825" y="3584033"/>
              <a:chExt cx="684213" cy="684212"/>
            </a:xfrm>
          </p:grpSpPr>
          <p:sp>
            <p:nvSpPr>
              <p:cNvPr id="20565" name="Rectangle 21"/>
              <p:cNvSpPr>
                <a:spLocks noChangeArrowheads="1"/>
              </p:cNvSpPr>
              <p:nvPr/>
            </p:nvSpPr>
            <p:spPr bwMode="auto">
              <a:xfrm>
                <a:off x="7167707" y="3722145"/>
                <a:ext cx="317517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5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" name="椭圆 83"/>
              <p:cNvSpPr/>
              <p:nvPr/>
            </p:nvSpPr>
            <p:spPr bwMode="auto">
              <a:xfrm>
                <a:off x="6981825" y="3584032"/>
                <a:ext cx="684213" cy="684213"/>
              </a:xfrm>
              <a:prstGeom prst="ellipse">
                <a:avLst/>
              </a:prstGeom>
              <a:noFill/>
              <a:ln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0547" name="组合 94"/>
            <p:cNvGrpSpPr/>
            <p:nvPr/>
          </p:nvGrpSpPr>
          <p:grpSpPr bwMode="auto">
            <a:xfrm>
              <a:off x="7007224" y="5285833"/>
              <a:ext cx="684213" cy="684212"/>
              <a:chOff x="7007224" y="5285833"/>
              <a:chExt cx="684213" cy="684212"/>
            </a:xfrm>
          </p:grpSpPr>
          <p:sp>
            <p:nvSpPr>
              <p:cNvPr id="20563" name="Rectangle 23"/>
              <p:cNvSpPr>
                <a:spLocks noChangeArrowheads="1"/>
              </p:cNvSpPr>
              <p:nvPr/>
            </p:nvSpPr>
            <p:spPr bwMode="auto">
              <a:xfrm>
                <a:off x="7167707" y="5419183"/>
                <a:ext cx="317517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5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" name="椭圆 84"/>
              <p:cNvSpPr/>
              <p:nvPr/>
            </p:nvSpPr>
            <p:spPr bwMode="auto">
              <a:xfrm>
                <a:off x="7007225" y="5285832"/>
                <a:ext cx="684213" cy="684213"/>
              </a:xfrm>
              <a:prstGeom prst="ellipse">
                <a:avLst/>
              </a:prstGeom>
              <a:noFill/>
              <a:ln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0548" name="组合 91"/>
            <p:cNvGrpSpPr/>
            <p:nvPr/>
          </p:nvGrpSpPr>
          <p:grpSpPr bwMode="auto">
            <a:xfrm>
              <a:off x="5175250" y="3584033"/>
              <a:ext cx="684213" cy="684212"/>
              <a:chOff x="5175250" y="3584033"/>
              <a:chExt cx="684213" cy="684212"/>
            </a:xfrm>
          </p:grpSpPr>
          <p:sp>
            <p:nvSpPr>
              <p:cNvPr id="20561" name="Rectangle 19"/>
              <p:cNvSpPr>
                <a:spLocks noChangeArrowheads="1"/>
              </p:cNvSpPr>
              <p:nvPr/>
            </p:nvSpPr>
            <p:spPr bwMode="auto">
              <a:xfrm>
                <a:off x="5341987" y="3722145"/>
                <a:ext cx="317517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5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" name="椭圆 85"/>
              <p:cNvSpPr/>
              <p:nvPr/>
            </p:nvSpPr>
            <p:spPr bwMode="auto">
              <a:xfrm>
                <a:off x="5175250" y="3584032"/>
                <a:ext cx="684213" cy="684213"/>
              </a:xfrm>
              <a:prstGeom prst="ellipse">
                <a:avLst/>
              </a:prstGeom>
              <a:noFill/>
              <a:ln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0549" name="组合 93"/>
            <p:cNvGrpSpPr/>
            <p:nvPr/>
          </p:nvGrpSpPr>
          <p:grpSpPr bwMode="auto">
            <a:xfrm>
              <a:off x="5175250" y="5298533"/>
              <a:ext cx="684213" cy="684212"/>
              <a:chOff x="5175250" y="5298533"/>
              <a:chExt cx="684213" cy="684212"/>
            </a:xfrm>
          </p:grpSpPr>
          <p:sp>
            <p:nvSpPr>
              <p:cNvPr id="20559" name="Rectangle 25"/>
              <p:cNvSpPr>
                <a:spLocks noChangeArrowheads="1"/>
              </p:cNvSpPr>
              <p:nvPr/>
            </p:nvSpPr>
            <p:spPr bwMode="auto">
              <a:xfrm>
                <a:off x="5341987" y="5419183"/>
                <a:ext cx="302903" cy="384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5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" name="椭圆 86"/>
              <p:cNvSpPr/>
              <p:nvPr/>
            </p:nvSpPr>
            <p:spPr bwMode="auto">
              <a:xfrm>
                <a:off x="5175250" y="5298532"/>
                <a:ext cx="684213" cy="684213"/>
              </a:xfrm>
              <a:prstGeom prst="ellipse">
                <a:avLst/>
              </a:prstGeom>
              <a:noFill/>
              <a:ln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0550" name="组合 80"/>
            <p:cNvGrpSpPr/>
            <p:nvPr/>
          </p:nvGrpSpPr>
          <p:grpSpPr bwMode="auto">
            <a:xfrm>
              <a:off x="7889875" y="2871245"/>
              <a:ext cx="684213" cy="1111250"/>
              <a:chOff x="7889875" y="2871245"/>
              <a:chExt cx="684213" cy="1111250"/>
            </a:xfrm>
          </p:grpSpPr>
          <p:sp>
            <p:nvSpPr>
              <p:cNvPr id="20551" name="Rectangle 35"/>
              <p:cNvSpPr>
                <a:spLocks noChangeArrowheads="1"/>
              </p:cNvSpPr>
              <p:nvPr/>
            </p:nvSpPr>
            <p:spPr bwMode="auto">
              <a:xfrm>
                <a:off x="7978962" y="3471320"/>
                <a:ext cx="14748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 i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2" name="Rectangle 36"/>
              <p:cNvSpPr>
                <a:spLocks noChangeArrowheads="1"/>
              </p:cNvSpPr>
              <p:nvPr/>
            </p:nvSpPr>
            <p:spPr bwMode="auto">
              <a:xfrm>
                <a:off x="8148834" y="3596733"/>
                <a:ext cx="10901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700" b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en-US" altLang="zh-CN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3" name="Rectangle 37"/>
              <p:cNvSpPr>
                <a:spLocks noChangeArrowheads="1"/>
              </p:cNvSpPr>
              <p:nvPr/>
            </p:nvSpPr>
            <p:spPr bwMode="auto">
              <a:xfrm>
                <a:off x="8244089" y="3471320"/>
                <a:ext cx="14748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 i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4" name="Rectangle 38"/>
              <p:cNvSpPr>
                <a:spLocks noChangeArrowheads="1"/>
              </p:cNvSpPr>
              <p:nvPr/>
            </p:nvSpPr>
            <p:spPr bwMode="auto">
              <a:xfrm>
                <a:off x="8413960" y="3596733"/>
                <a:ext cx="10901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700" b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en-US" altLang="zh-CN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5" name="Rectangle 46"/>
              <p:cNvSpPr>
                <a:spLocks noChangeArrowheads="1"/>
              </p:cNvSpPr>
              <p:nvPr/>
            </p:nvSpPr>
            <p:spPr bwMode="auto">
              <a:xfrm>
                <a:off x="7959911" y="2871245"/>
                <a:ext cx="17153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</a:t>
                </a:r>
                <a:endPara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6" name="Rectangle 47"/>
              <p:cNvSpPr>
                <a:spLocks noChangeArrowheads="1"/>
              </p:cNvSpPr>
              <p:nvPr/>
            </p:nvSpPr>
            <p:spPr bwMode="auto">
              <a:xfrm>
                <a:off x="8186936" y="2888708"/>
                <a:ext cx="705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endPara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7" name="Rectangle 48"/>
              <p:cNvSpPr>
                <a:spLocks noChangeArrowheads="1"/>
              </p:cNvSpPr>
              <p:nvPr/>
            </p:nvSpPr>
            <p:spPr bwMode="auto">
              <a:xfrm>
                <a:off x="8320293" y="2871245"/>
                <a:ext cx="1571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Z</a:t>
                </a:r>
                <a:endPara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" name="椭圆 87"/>
              <p:cNvSpPr/>
              <p:nvPr/>
            </p:nvSpPr>
            <p:spPr bwMode="auto">
              <a:xfrm>
                <a:off x="7889875" y="3298282"/>
                <a:ext cx="684213" cy="684213"/>
              </a:xfrm>
              <a:prstGeom prst="ellips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0" name="Group 13"/>
          <p:cNvGrpSpPr/>
          <p:nvPr/>
        </p:nvGrpSpPr>
        <p:grpSpPr bwMode="auto">
          <a:xfrm>
            <a:off x="603250" y="682625"/>
            <a:ext cx="7675563" cy="1176338"/>
            <a:chOff x="585" y="799"/>
            <a:chExt cx="4835" cy="741"/>
          </a:xfrm>
        </p:grpSpPr>
        <p:graphicFrame>
          <p:nvGraphicFramePr>
            <p:cNvPr id="20544" name="Object 2"/>
            <p:cNvGraphicFramePr>
              <a:graphicFrameLocks noChangeAspect="1"/>
            </p:cNvGraphicFramePr>
            <p:nvPr/>
          </p:nvGraphicFramePr>
          <p:xfrm>
            <a:off x="703" y="799"/>
            <a:ext cx="4717" cy="74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450" name="公式" r:id="rId1" imgW="5386070" imgH="601345" progId="Equation.3">
                    <p:embed/>
                  </p:oleObj>
                </mc:Choice>
                <mc:Fallback>
                  <p:oleObj name="公式" r:id="rId1" imgW="5386070" imgH="601345" progId="Equation.3">
                    <p:embed/>
                    <p:pic>
                      <p:nvPicPr>
                        <p:cNvPr id="0" name="图片 44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03" y="799"/>
                          <a:ext cx="4717" cy="74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0545" name="AutoShape 12"/>
            <p:cNvSpPr/>
            <p:nvPr/>
          </p:nvSpPr>
          <p:spPr bwMode="auto">
            <a:xfrm>
              <a:off x="585" y="933"/>
              <a:ext cx="72" cy="499"/>
            </a:xfrm>
            <a:prstGeom prst="leftBrace">
              <a:avLst>
                <a:gd name="adj1" fmla="val 92407"/>
                <a:gd name="adj2" fmla="val 50000"/>
              </a:avLst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50" name="任意多边形 49"/>
          <p:cNvSpPr/>
          <p:nvPr/>
        </p:nvSpPr>
        <p:spPr>
          <a:xfrm>
            <a:off x="5740400" y="3473450"/>
            <a:ext cx="1331913" cy="214313"/>
          </a:xfrm>
          <a:custGeom>
            <a:avLst/>
            <a:gdLst>
              <a:gd name="connsiteX0" fmla="*/ 0 w 1571625"/>
              <a:gd name="connsiteY0" fmla="*/ 295275 h 295275"/>
              <a:gd name="connsiteX1" fmla="*/ 733425 w 1571625"/>
              <a:gd name="connsiteY1" fmla="*/ 0 h 295275"/>
              <a:gd name="connsiteX2" fmla="*/ 1571625 w 1571625"/>
              <a:gd name="connsiteY2" fmla="*/ 295275 h 295275"/>
              <a:gd name="connsiteX3" fmla="*/ 1571625 w 1571625"/>
              <a:gd name="connsiteY3" fmla="*/ 295275 h 295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1625" h="295275">
                <a:moveTo>
                  <a:pt x="0" y="295275"/>
                </a:moveTo>
                <a:cubicBezTo>
                  <a:pt x="235744" y="147637"/>
                  <a:pt x="471488" y="0"/>
                  <a:pt x="733425" y="0"/>
                </a:cubicBezTo>
                <a:cubicBezTo>
                  <a:pt x="995362" y="0"/>
                  <a:pt x="1571625" y="295275"/>
                  <a:pt x="1571625" y="295275"/>
                </a:cubicBezTo>
                <a:lnTo>
                  <a:pt x="1571625" y="295275"/>
                </a:lnTo>
              </a:path>
            </a:pathLst>
          </a:custGeom>
          <a:ln w="25400">
            <a:solidFill>
              <a:srgbClr val="006600"/>
            </a:solidFill>
            <a:headEnd type="stealth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000000"/>
              </a:solidFill>
            </a:endParaRPr>
          </a:p>
        </p:txBody>
      </p:sp>
      <p:grpSp>
        <p:nvGrpSpPr>
          <p:cNvPr id="11" name="组合 90"/>
          <p:cNvGrpSpPr/>
          <p:nvPr/>
        </p:nvGrpSpPr>
        <p:grpSpPr bwMode="auto">
          <a:xfrm>
            <a:off x="5857875" y="4159250"/>
            <a:ext cx="2482850" cy="1457325"/>
            <a:chOff x="5857929" y="4159250"/>
            <a:chExt cx="2482796" cy="1456987"/>
          </a:xfrm>
        </p:grpSpPr>
        <p:sp>
          <p:nvSpPr>
            <p:cNvPr id="20540" name="Line 27"/>
            <p:cNvSpPr>
              <a:spLocks noChangeShapeType="1"/>
            </p:cNvSpPr>
            <p:nvPr/>
          </p:nvSpPr>
          <p:spPr bwMode="auto">
            <a:xfrm flipH="1">
              <a:off x="5857929" y="5616237"/>
              <a:ext cx="1152337" cy="0"/>
            </a:xfrm>
            <a:prstGeom prst="line">
              <a:avLst/>
            </a:prstGeom>
            <a:noFill/>
            <a:ln w="23813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0541" name="Rectangle 40"/>
            <p:cNvSpPr>
              <a:spLocks noChangeArrowheads="1"/>
            </p:cNvSpPr>
            <p:nvPr/>
          </p:nvSpPr>
          <p:spPr bwMode="auto">
            <a:xfrm>
              <a:off x="6233488" y="5184534"/>
              <a:ext cx="410489" cy="3846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0/0</a:t>
              </a:r>
              <a:endParaRPr lang="en-US" altLang="zh-CN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2" name="Rectangle 43"/>
            <p:cNvSpPr>
              <a:spLocks noChangeArrowheads="1"/>
            </p:cNvSpPr>
            <p:nvPr/>
          </p:nvSpPr>
          <p:spPr bwMode="auto">
            <a:xfrm>
              <a:off x="7930236" y="4630640"/>
              <a:ext cx="410489" cy="3846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1/0</a:t>
              </a:r>
              <a:endParaRPr lang="en-US" altLang="zh-CN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任意多边形 50"/>
            <p:cNvSpPr/>
            <p:nvPr/>
          </p:nvSpPr>
          <p:spPr bwMode="auto">
            <a:xfrm rot="5400000">
              <a:off x="7103424" y="4628218"/>
              <a:ext cx="1223679" cy="285744"/>
            </a:xfrm>
            <a:custGeom>
              <a:avLst/>
              <a:gdLst>
                <a:gd name="connsiteX0" fmla="*/ 0 w 1571625"/>
                <a:gd name="connsiteY0" fmla="*/ 295275 h 295275"/>
                <a:gd name="connsiteX1" fmla="*/ 733425 w 1571625"/>
                <a:gd name="connsiteY1" fmla="*/ 0 h 295275"/>
                <a:gd name="connsiteX2" fmla="*/ 1571625 w 1571625"/>
                <a:gd name="connsiteY2" fmla="*/ 295275 h 295275"/>
                <a:gd name="connsiteX3" fmla="*/ 1571625 w 1571625"/>
                <a:gd name="connsiteY3" fmla="*/ 29527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1625" h="295275">
                  <a:moveTo>
                    <a:pt x="0" y="295275"/>
                  </a:moveTo>
                  <a:cubicBezTo>
                    <a:pt x="235744" y="147637"/>
                    <a:pt x="471488" y="0"/>
                    <a:pt x="733425" y="0"/>
                  </a:cubicBezTo>
                  <a:cubicBezTo>
                    <a:pt x="995362" y="0"/>
                    <a:pt x="1571625" y="295275"/>
                    <a:pt x="1571625" y="295275"/>
                  </a:cubicBezTo>
                  <a:lnTo>
                    <a:pt x="1571625" y="295275"/>
                  </a:lnTo>
                </a:path>
              </a:pathLst>
            </a:custGeom>
            <a:ln w="25400">
              <a:solidFill>
                <a:srgbClr val="006600"/>
              </a:solidFill>
              <a:headEnd type="stealth" w="lg" len="lg"/>
              <a:tailEnd type="non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2" name="组合 91"/>
          <p:cNvGrpSpPr/>
          <p:nvPr/>
        </p:nvGrpSpPr>
        <p:grpSpPr bwMode="auto">
          <a:xfrm>
            <a:off x="5505450" y="4259263"/>
            <a:ext cx="1566863" cy="2170112"/>
            <a:chOff x="5505450" y="4259266"/>
            <a:chExt cx="1566863" cy="2170109"/>
          </a:xfrm>
        </p:grpSpPr>
        <p:sp>
          <p:nvSpPr>
            <p:cNvPr id="20536" name="Line 29"/>
            <p:cNvSpPr>
              <a:spLocks noChangeShapeType="1"/>
            </p:cNvSpPr>
            <p:nvPr/>
          </p:nvSpPr>
          <p:spPr bwMode="auto">
            <a:xfrm>
              <a:off x="5505450" y="4259266"/>
              <a:ext cx="1588" cy="104373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stealth" w="lg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0537" name="Rectangle 41"/>
            <p:cNvSpPr>
              <a:spLocks noChangeArrowheads="1"/>
            </p:cNvSpPr>
            <p:nvPr/>
          </p:nvSpPr>
          <p:spPr bwMode="auto">
            <a:xfrm>
              <a:off x="5564207" y="4630640"/>
              <a:ext cx="410489" cy="3846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0/0</a:t>
              </a:r>
              <a:endParaRPr lang="en-US" altLang="zh-CN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8" name="Rectangle 49"/>
            <p:cNvSpPr>
              <a:spLocks noChangeArrowheads="1"/>
            </p:cNvSpPr>
            <p:nvPr/>
          </p:nvSpPr>
          <p:spPr bwMode="auto">
            <a:xfrm>
              <a:off x="6286682" y="6044754"/>
              <a:ext cx="410489" cy="3846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1/0</a:t>
              </a:r>
              <a:endParaRPr lang="en-US" altLang="zh-CN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" name="任意多边形 51"/>
            <p:cNvSpPr/>
            <p:nvPr/>
          </p:nvSpPr>
          <p:spPr bwMode="auto">
            <a:xfrm flipH="1" flipV="1">
              <a:off x="5786438" y="5830889"/>
              <a:ext cx="1285875" cy="214312"/>
            </a:xfrm>
            <a:custGeom>
              <a:avLst/>
              <a:gdLst>
                <a:gd name="connsiteX0" fmla="*/ 0 w 1571625"/>
                <a:gd name="connsiteY0" fmla="*/ 295275 h 295275"/>
                <a:gd name="connsiteX1" fmla="*/ 733425 w 1571625"/>
                <a:gd name="connsiteY1" fmla="*/ 0 h 295275"/>
                <a:gd name="connsiteX2" fmla="*/ 1571625 w 1571625"/>
                <a:gd name="connsiteY2" fmla="*/ 295275 h 295275"/>
                <a:gd name="connsiteX3" fmla="*/ 1571625 w 1571625"/>
                <a:gd name="connsiteY3" fmla="*/ 29527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1625" h="295275">
                  <a:moveTo>
                    <a:pt x="0" y="295275"/>
                  </a:moveTo>
                  <a:cubicBezTo>
                    <a:pt x="235744" y="147637"/>
                    <a:pt x="471488" y="0"/>
                    <a:pt x="733425" y="0"/>
                  </a:cubicBezTo>
                  <a:cubicBezTo>
                    <a:pt x="995362" y="0"/>
                    <a:pt x="1571625" y="295275"/>
                    <a:pt x="1571625" y="295275"/>
                  </a:cubicBezTo>
                  <a:lnTo>
                    <a:pt x="1571625" y="295275"/>
                  </a:lnTo>
                </a:path>
              </a:pathLst>
            </a:custGeom>
            <a:ln w="25400">
              <a:solidFill>
                <a:srgbClr val="006600"/>
              </a:solidFill>
              <a:headEnd type="stealth" w="lg" len="lg"/>
              <a:tailEnd type="non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53" name="任意多边形 52"/>
          <p:cNvSpPr/>
          <p:nvPr/>
        </p:nvSpPr>
        <p:spPr>
          <a:xfrm rot="16200000" flipH="1">
            <a:off x="4531518" y="4637882"/>
            <a:ext cx="1223963" cy="285750"/>
          </a:xfrm>
          <a:custGeom>
            <a:avLst/>
            <a:gdLst>
              <a:gd name="connsiteX0" fmla="*/ 0 w 1571625"/>
              <a:gd name="connsiteY0" fmla="*/ 295275 h 295275"/>
              <a:gd name="connsiteX1" fmla="*/ 733425 w 1571625"/>
              <a:gd name="connsiteY1" fmla="*/ 0 h 295275"/>
              <a:gd name="connsiteX2" fmla="*/ 1571625 w 1571625"/>
              <a:gd name="connsiteY2" fmla="*/ 295275 h 295275"/>
              <a:gd name="connsiteX3" fmla="*/ 1571625 w 1571625"/>
              <a:gd name="connsiteY3" fmla="*/ 295275 h 295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1625" h="295275">
                <a:moveTo>
                  <a:pt x="0" y="295275"/>
                </a:moveTo>
                <a:cubicBezTo>
                  <a:pt x="235744" y="147637"/>
                  <a:pt x="471488" y="0"/>
                  <a:pt x="733425" y="0"/>
                </a:cubicBezTo>
                <a:cubicBezTo>
                  <a:pt x="995362" y="0"/>
                  <a:pt x="1571625" y="295275"/>
                  <a:pt x="1571625" y="295275"/>
                </a:cubicBezTo>
                <a:lnTo>
                  <a:pt x="1571625" y="295275"/>
                </a:lnTo>
              </a:path>
            </a:pathLst>
          </a:custGeom>
          <a:ln w="25400">
            <a:solidFill>
              <a:srgbClr val="006600"/>
            </a:solidFill>
            <a:headEnd type="none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000000"/>
              </a:solidFill>
            </a:endParaRPr>
          </a:p>
        </p:txBody>
      </p:sp>
      <p:grpSp>
        <p:nvGrpSpPr>
          <p:cNvPr id="13" name="组合 81"/>
          <p:cNvGrpSpPr/>
          <p:nvPr/>
        </p:nvGrpSpPr>
        <p:grpSpPr bwMode="auto">
          <a:xfrm>
            <a:off x="714375" y="2830513"/>
            <a:ext cx="3429000" cy="3286125"/>
            <a:chOff x="714348" y="2829965"/>
            <a:chExt cx="3429024" cy="3286148"/>
          </a:xfrm>
        </p:grpSpPr>
        <p:cxnSp>
          <p:nvCxnSpPr>
            <p:cNvPr id="54" name="直接连接符 53"/>
            <p:cNvCxnSpPr/>
            <p:nvPr/>
          </p:nvCxnSpPr>
          <p:spPr>
            <a:xfrm>
              <a:off x="714348" y="2829965"/>
              <a:ext cx="3429024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>
            <a:xfrm>
              <a:off x="714348" y="3830097"/>
              <a:ext cx="3429024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接连接符 55"/>
            <p:cNvCxnSpPr/>
            <p:nvPr/>
          </p:nvCxnSpPr>
          <p:spPr>
            <a:xfrm>
              <a:off x="714348" y="6114525"/>
              <a:ext cx="3429024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连接符 59"/>
            <p:cNvCxnSpPr/>
            <p:nvPr/>
          </p:nvCxnSpPr>
          <p:spPr>
            <a:xfrm rot="5400000">
              <a:off x="572266" y="4472245"/>
              <a:ext cx="3286148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/>
            <p:nvPr/>
          </p:nvCxnSpPr>
          <p:spPr>
            <a:xfrm rot="16200000" flipH="1">
              <a:off x="1500167" y="3115717"/>
              <a:ext cx="1000132" cy="42862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/>
            <p:nvPr/>
          </p:nvCxnSpPr>
          <p:spPr>
            <a:xfrm>
              <a:off x="714348" y="3258593"/>
              <a:ext cx="1500199" cy="57150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20533" name="Object 3"/>
            <p:cNvGraphicFramePr>
              <a:graphicFrameLocks noChangeAspect="1"/>
            </p:cNvGraphicFramePr>
            <p:nvPr/>
          </p:nvGraphicFramePr>
          <p:xfrm>
            <a:off x="785786" y="2972841"/>
            <a:ext cx="1084247" cy="35325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451" name="公式" r:id="rId3" imgW="851535" imgH="150495" progId="Equation.3">
                    <p:embed/>
                  </p:oleObj>
                </mc:Choice>
                <mc:Fallback>
                  <p:oleObj name="公式" r:id="rId3" imgW="851535" imgH="150495" progId="Equation.3">
                    <p:embed/>
                    <p:pic>
                      <p:nvPicPr>
                        <p:cNvPr id="0" name="图片 445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85786" y="2972841"/>
                          <a:ext cx="1084247" cy="35325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534" name="Object 51"/>
            <p:cNvGraphicFramePr>
              <a:graphicFrameLocks noChangeAspect="1"/>
            </p:cNvGraphicFramePr>
            <p:nvPr/>
          </p:nvGraphicFramePr>
          <p:xfrm>
            <a:off x="857224" y="3472907"/>
            <a:ext cx="533400" cy="3540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452" name="公式" r:id="rId5" imgW="338455" imgH="150495" progId="Equation.3">
                    <p:embed/>
                  </p:oleObj>
                </mc:Choice>
                <mc:Fallback>
                  <p:oleObj name="公式" r:id="rId5" imgW="338455" imgH="150495" progId="Equation.3">
                    <p:embed/>
                    <p:pic>
                      <p:nvPicPr>
                        <p:cNvPr id="0" name="图片 44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57224" y="3472907"/>
                          <a:ext cx="533400" cy="3540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535" name="Object 52"/>
            <p:cNvGraphicFramePr>
              <a:graphicFrameLocks noChangeAspect="1"/>
            </p:cNvGraphicFramePr>
            <p:nvPr/>
          </p:nvGraphicFramePr>
          <p:xfrm>
            <a:off x="1965308" y="3017293"/>
            <a:ext cx="249238" cy="2413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453" name="公式" r:id="rId7" imgW="74930" imgH="50165" progId="Equation.3">
                    <p:embed/>
                  </p:oleObj>
                </mc:Choice>
                <mc:Fallback>
                  <p:oleObj name="公式" r:id="rId7" imgW="74930" imgH="50165" progId="Equation.3">
                    <p:embed/>
                    <p:pic>
                      <p:nvPicPr>
                        <p:cNvPr id="0" name="图片 44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65308" y="3017293"/>
                          <a:ext cx="249238" cy="2413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" name="组合 88"/>
          <p:cNvGrpSpPr/>
          <p:nvPr/>
        </p:nvGrpSpPr>
        <p:grpSpPr bwMode="auto">
          <a:xfrm>
            <a:off x="2544763" y="2830513"/>
            <a:ext cx="1339850" cy="3286125"/>
            <a:chOff x="2544582" y="2829965"/>
            <a:chExt cx="1340192" cy="3286148"/>
          </a:xfrm>
        </p:grpSpPr>
        <p:cxnSp>
          <p:nvCxnSpPr>
            <p:cNvPr id="61" name="直接连接符 60"/>
            <p:cNvCxnSpPr/>
            <p:nvPr/>
          </p:nvCxnSpPr>
          <p:spPr>
            <a:xfrm rot="5400000">
              <a:off x="1570809" y="4472245"/>
              <a:ext cx="3286148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25" name="矩形 66"/>
            <p:cNvSpPr>
              <a:spLocks noChangeArrowheads="1"/>
            </p:cNvSpPr>
            <p:nvPr/>
          </p:nvSpPr>
          <p:spPr bwMode="auto">
            <a:xfrm>
              <a:off x="2544582" y="3187155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7030A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6" name="矩形 67"/>
            <p:cNvSpPr>
              <a:spLocks noChangeArrowheads="1"/>
            </p:cNvSpPr>
            <p:nvPr/>
          </p:nvSpPr>
          <p:spPr bwMode="auto">
            <a:xfrm>
              <a:off x="3571868" y="3187155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7030A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5" name="组合 89"/>
          <p:cNvGrpSpPr/>
          <p:nvPr/>
        </p:nvGrpSpPr>
        <p:grpSpPr bwMode="auto">
          <a:xfrm>
            <a:off x="714375" y="3902075"/>
            <a:ext cx="3429000" cy="2143125"/>
            <a:chOff x="714348" y="3901535"/>
            <a:chExt cx="3429024" cy="2143140"/>
          </a:xfrm>
        </p:grpSpPr>
        <p:cxnSp>
          <p:nvCxnSpPr>
            <p:cNvPr id="57" name="直接连接符 56"/>
            <p:cNvCxnSpPr/>
            <p:nvPr/>
          </p:nvCxnSpPr>
          <p:spPr>
            <a:xfrm>
              <a:off x="714348" y="4401602"/>
              <a:ext cx="3429024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接连接符 57"/>
            <p:cNvCxnSpPr/>
            <p:nvPr/>
          </p:nvCxnSpPr>
          <p:spPr>
            <a:xfrm>
              <a:off x="714348" y="4971517"/>
              <a:ext cx="3429024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接连接符 58"/>
            <p:cNvCxnSpPr/>
            <p:nvPr/>
          </p:nvCxnSpPr>
          <p:spPr>
            <a:xfrm>
              <a:off x="714348" y="5543021"/>
              <a:ext cx="3429024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20" name="矩形 68"/>
            <p:cNvSpPr>
              <a:spLocks noChangeArrowheads="1"/>
            </p:cNvSpPr>
            <p:nvPr/>
          </p:nvSpPr>
          <p:spPr bwMode="auto">
            <a:xfrm>
              <a:off x="1130458" y="3901535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2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1" name="矩形 69"/>
            <p:cNvSpPr>
              <a:spLocks noChangeArrowheads="1"/>
            </p:cNvSpPr>
            <p:nvPr/>
          </p:nvSpPr>
          <p:spPr bwMode="auto">
            <a:xfrm>
              <a:off x="1142976" y="4501557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2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2" name="矩形 70"/>
            <p:cNvSpPr>
              <a:spLocks noChangeArrowheads="1"/>
            </p:cNvSpPr>
            <p:nvPr/>
          </p:nvSpPr>
          <p:spPr bwMode="auto">
            <a:xfrm>
              <a:off x="1142976" y="5073061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2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3" name="矩形 71"/>
            <p:cNvSpPr>
              <a:spLocks noChangeArrowheads="1"/>
            </p:cNvSpPr>
            <p:nvPr/>
          </p:nvSpPr>
          <p:spPr bwMode="auto">
            <a:xfrm>
              <a:off x="1142976" y="5644565"/>
              <a:ext cx="4269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2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73" name="矩形 72"/>
          <p:cNvSpPr>
            <a:spLocks noChangeArrowheads="1"/>
          </p:cNvSpPr>
          <p:nvPr/>
        </p:nvSpPr>
        <p:spPr bwMode="auto">
          <a:xfrm>
            <a:off x="2357438" y="3902075"/>
            <a:ext cx="7032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01</a:t>
            </a:r>
            <a:r>
              <a:rPr kumimoji="1"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2000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" name="矩形 73"/>
          <p:cNvSpPr>
            <a:spLocks noChangeArrowheads="1"/>
          </p:cNvSpPr>
          <p:nvPr/>
        </p:nvSpPr>
        <p:spPr bwMode="auto">
          <a:xfrm>
            <a:off x="3368675" y="3902075"/>
            <a:ext cx="6889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kumimoji="1"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zh-CN" altLang="en-US" sz="2000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" name="矩形 74"/>
          <p:cNvSpPr>
            <a:spLocks noChangeArrowheads="1"/>
          </p:cNvSpPr>
          <p:nvPr/>
        </p:nvSpPr>
        <p:spPr bwMode="auto">
          <a:xfrm>
            <a:off x="2357438" y="4502150"/>
            <a:ext cx="7032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kumimoji="1"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2000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" name="矩形 77"/>
          <p:cNvSpPr>
            <a:spLocks noChangeArrowheads="1"/>
          </p:cNvSpPr>
          <p:nvPr/>
        </p:nvSpPr>
        <p:spPr bwMode="auto">
          <a:xfrm>
            <a:off x="3357563" y="4502150"/>
            <a:ext cx="7032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00</a:t>
            </a:r>
            <a:r>
              <a:rPr kumimoji="1"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2000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6" name="组合 88"/>
          <p:cNvGrpSpPr/>
          <p:nvPr/>
        </p:nvGrpSpPr>
        <p:grpSpPr bwMode="auto">
          <a:xfrm>
            <a:off x="2357438" y="5073650"/>
            <a:ext cx="1703387" cy="400050"/>
            <a:chOff x="2357438" y="5073650"/>
            <a:chExt cx="1703387" cy="400084"/>
          </a:xfrm>
        </p:grpSpPr>
        <p:sp>
          <p:nvSpPr>
            <p:cNvPr id="20515" name="矩形 75"/>
            <p:cNvSpPr>
              <a:spLocks noChangeArrowheads="1"/>
            </p:cNvSpPr>
            <p:nvPr/>
          </p:nvSpPr>
          <p:spPr bwMode="auto">
            <a:xfrm>
              <a:off x="2357438" y="5073650"/>
              <a:ext cx="689552" cy="4000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kumimoji="1"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6" name="矩形 78"/>
            <p:cNvSpPr>
              <a:spLocks noChangeArrowheads="1"/>
            </p:cNvSpPr>
            <p:nvPr/>
          </p:nvSpPr>
          <p:spPr bwMode="auto">
            <a:xfrm>
              <a:off x="3357110" y="5073650"/>
              <a:ext cx="703715" cy="4000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kumimoji="1"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7" name="组合 89"/>
          <p:cNvGrpSpPr/>
          <p:nvPr/>
        </p:nvGrpSpPr>
        <p:grpSpPr bwMode="auto">
          <a:xfrm>
            <a:off x="2357438" y="5645150"/>
            <a:ext cx="1703387" cy="400050"/>
            <a:chOff x="2357438" y="5645116"/>
            <a:chExt cx="1703387" cy="400084"/>
          </a:xfrm>
        </p:grpSpPr>
        <p:sp>
          <p:nvSpPr>
            <p:cNvPr id="20513" name="矩形 76"/>
            <p:cNvSpPr>
              <a:spLocks noChangeArrowheads="1"/>
            </p:cNvSpPr>
            <p:nvPr/>
          </p:nvSpPr>
          <p:spPr bwMode="auto">
            <a:xfrm>
              <a:off x="2357438" y="5645116"/>
              <a:ext cx="703715" cy="4000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kumimoji="1"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4" name="矩形 79"/>
            <p:cNvSpPr>
              <a:spLocks noChangeArrowheads="1"/>
            </p:cNvSpPr>
            <p:nvPr/>
          </p:nvSpPr>
          <p:spPr bwMode="auto">
            <a:xfrm>
              <a:off x="3357110" y="5645116"/>
              <a:ext cx="703715" cy="4000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kumimoji="1"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8" name="组合 102"/>
          <p:cNvGrpSpPr/>
          <p:nvPr/>
        </p:nvGrpSpPr>
        <p:grpSpPr bwMode="auto">
          <a:xfrm>
            <a:off x="6057900" y="4438650"/>
            <a:ext cx="665163" cy="615950"/>
            <a:chOff x="6057900" y="4438650"/>
            <a:chExt cx="665162" cy="615950"/>
          </a:xfrm>
        </p:grpSpPr>
        <p:sp>
          <p:nvSpPr>
            <p:cNvPr id="98" name="任意多边形 97"/>
            <p:cNvSpPr/>
            <p:nvPr/>
          </p:nvSpPr>
          <p:spPr>
            <a:xfrm>
              <a:off x="6057900" y="4438650"/>
              <a:ext cx="665162" cy="615950"/>
            </a:xfrm>
            <a:custGeom>
              <a:avLst/>
              <a:gdLst>
                <a:gd name="connsiteX0" fmla="*/ 295275 w 665162"/>
                <a:gd name="connsiteY0" fmla="*/ 0 h 615950"/>
                <a:gd name="connsiteX1" fmla="*/ 647700 w 665162"/>
                <a:gd name="connsiteY1" fmla="*/ 276225 h 615950"/>
                <a:gd name="connsiteX2" fmla="*/ 400050 w 665162"/>
                <a:gd name="connsiteY2" fmla="*/ 600075 h 615950"/>
                <a:gd name="connsiteX3" fmla="*/ 57150 w 665162"/>
                <a:gd name="connsiteY3" fmla="*/ 371475 h 615950"/>
                <a:gd name="connsiteX4" fmla="*/ 57150 w 665162"/>
                <a:gd name="connsiteY4" fmla="*/ 142875 h 615950"/>
                <a:gd name="connsiteX5" fmla="*/ 57150 w 665162"/>
                <a:gd name="connsiteY5" fmla="*/ 142875 h 61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5162" h="615950">
                  <a:moveTo>
                    <a:pt x="295275" y="0"/>
                  </a:moveTo>
                  <a:cubicBezTo>
                    <a:pt x="462756" y="88106"/>
                    <a:pt x="630238" y="176213"/>
                    <a:pt x="647700" y="276225"/>
                  </a:cubicBezTo>
                  <a:cubicBezTo>
                    <a:pt x="665162" y="376237"/>
                    <a:pt x="498475" y="584200"/>
                    <a:pt x="400050" y="600075"/>
                  </a:cubicBezTo>
                  <a:cubicBezTo>
                    <a:pt x="301625" y="615950"/>
                    <a:pt x="114300" y="447675"/>
                    <a:pt x="57150" y="371475"/>
                  </a:cubicBezTo>
                  <a:cubicBezTo>
                    <a:pt x="0" y="295275"/>
                    <a:pt x="57150" y="142875"/>
                    <a:pt x="57150" y="142875"/>
                  </a:cubicBezTo>
                  <a:lnTo>
                    <a:pt x="57150" y="142875"/>
                  </a:lnTo>
                </a:path>
              </a:pathLst>
            </a:custGeom>
            <a:ln w="19050">
              <a:solidFill>
                <a:srgbClr val="FF0000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0512" name="矩形 100"/>
            <p:cNvSpPr>
              <a:spLocks noChangeArrowheads="1"/>
            </p:cNvSpPr>
            <p:nvPr/>
          </p:nvSpPr>
          <p:spPr bwMode="auto">
            <a:xfrm>
              <a:off x="6134811" y="4533494"/>
              <a:ext cx="55175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X=0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9" name="组合 103"/>
          <p:cNvGrpSpPr/>
          <p:nvPr/>
        </p:nvGrpSpPr>
        <p:grpSpPr bwMode="auto">
          <a:xfrm>
            <a:off x="4629150" y="5029200"/>
            <a:ext cx="3838575" cy="1595438"/>
            <a:chOff x="4629150" y="5029200"/>
            <a:chExt cx="3838575" cy="1595874"/>
          </a:xfrm>
        </p:grpSpPr>
        <p:sp>
          <p:nvSpPr>
            <p:cNvPr id="100" name="任意多边形 99"/>
            <p:cNvSpPr/>
            <p:nvPr/>
          </p:nvSpPr>
          <p:spPr>
            <a:xfrm>
              <a:off x="4629150" y="5029200"/>
              <a:ext cx="3838575" cy="1557764"/>
            </a:xfrm>
            <a:custGeom>
              <a:avLst/>
              <a:gdLst>
                <a:gd name="connsiteX0" fmla="*/ 0 w 3838575"/>
                <a:gd name="connsiteY0" fmla="*/ 314325 h 1557337"/>
                <a:gd name="connsiteX1" fmla="*/ 657225 w 3838575"/>
                <a:gd name="connsiteY1" fmla="*/ 1238250 h 1557337"/>
                <a:gd name="connsiteX2" fmla="*/ 1924050 w 3838575"/>
                <a:gd name="connsiteY2" fmla="*/ 1514475 h 1557337"/>
                <a:gd name="connsiteX3" fmla="*/ 3238500 w 3838575"/>
                <a:gd name="connsiteY3" fmla="*/ 981075 h 1557337"/>
                <a:gd name="connsiteX4" fmla="*/ 3838575 w 3838575"/>
                <a:gd name="connsiteY4" fmla="*/ 0 h 155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8575" h="1557337">
                  <a:moveTo>
                    <a:pt x="0" y="314325"/>
                  </a:moveTo>
                  <a:cubicBezTo>
                    <a:pt x="168275" y="676275"/>
                    <a:pt x="336550" y="1038225"/>
                    <a:pt x="657225" y="1238250"/>
                  </a:cubicBezTo>
                  <a:cubicBezTo>
                    <a:pt x="977900" y="1438275"/>
                    <a:pt x="1493838" y="1557337"/>
                    <a:pt x="1924050" y="1514475"/>
                  </a:cubicBezTo>
                  <a:cubicBezTo>
                    <a:pt x="2354262" y="1471613"/>
                    <a:pt x="2919413" y="1233487"/>
                    <a:pt x="3238500" y="981075"/>
                  </a:cubicBezTo>
                  <a:cubicBezTo>
                    <a:pt x="3557587" y="728663"/>
                    <a:pt x="3698081" y="364331"/>
                    <a:pt x="3838575" y="0"/>
                  </a:cubicBezTo>
                </a:path>
              </a:pathLst>
            </a:custGeom>
            <a:ln w="19050">
              <a:solidFill>
                <a:srgbClr val="006600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0510" name="矩形 101"/>
            <p:cNvSpPr>
              <a:spLocks noChangeArrowheads="1"/>
            </p:cNvSpPr>
            <p:nvPr/>
          </p:nvSpPr>
          <p:spPr bwMode="auto">
            <a:xfrm>
              <a:off x="7358082" y="6286520"/>
              <a:ext cx="55175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X=1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0508" name="Text Box 7"/>
          <p:cNvSpPr txBox="1">
            <a:spLocks noChangeArrowheads="1"/>
          </p:cNvSpPr>
          <p:nvPr/>
        </p:nvSpPr>
        <p:spPr bwMode="auto">
          <a:xfrm>
            <a:off x="5815013" y="115888"/>
            <a:ext cx="33289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6.2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时序逻辑电路的分析方法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4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4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4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500"/>
                                        <p:tgtEl>
                                          <p:spTgt spid="4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4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3" grpId="0"/>
      <p:bldP spid="4117" grpId="0" animBg="1"/>
      <p:bldP spid="4119" grpId="0" animBg="1"/>
      <p:bldP spid="4125" grpId="0"/>
      <p:bldP spid="4128" grpId="0"/>
      <p:bldP spid="4130" grpId="0"/>
      <p:bldP spid="4131" grpId="0"/>
      <p:bldP spid="73" grpId="0"/>
      <p:bldP spid="74" grpId="0"/>
      <p:bldP spid="75" grpId="0"/>
      <p:bldP spid="7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51" name="Line 164"/>
          <p:cNvSpPr>
            <a:spLocks noChangeShapeType="1"/>
          </p:cNvSpPr>
          <p:nvPr/>
        </p:nvSpPr>
        <p:spPr bwMode="auto">
          <a:xfrm>
            <a:off x="4348163" y="1643063"/>
            <a:ext cx="0" cy="3600450"/>
          </a:xfrm>
          <a:prstGeom prst="line">
            <a:avLst/>
          </a:prstGeom>
          <a:noFill/>
          <a:ln w="9525">
            <a:solidFill>
              <a:srgbClr val="0000FF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39986" name="Line 154"/>
          <p:cNvSpPr>
            <a:spLocks noChangeShapeType="1"/>
          </p:cNvSpPr>
          <p:nvPr/>
        </p:nvSpPr>
        <p:spPr bwMode="auto">
          <a:xfrm>
            <a:off x="1917700" y="1751013"/>
            <a:ext cx="0" cy="3276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40043" name="Line 163"/>
          <p:cNvSpPr>
            <a:spLocks noChangeShapeType="1"/>
          </p:cNvSpPr>
          <p:nvPr/>
        </p:nvSpPr>
        <p:spPr bwMode="auto">
          <a:xfrm>
            <a:off x="2660650" y="1776413"/>
            <a:ext cx="0" cy="3276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40044" name="Line 164"/>
          <p:cNvSpPr>
            <a:spLocks noChangeShapeType="1"/>
          </p:cNvSpPr>
          <p:nvPr/>
        </p:nvSpPr>
        <p:spPr bwMode="auto">
          <a:xfrm>
            <a:off x="3414713" y="1776413"/>
            <a:ext cx="0" cy="327660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40045" name="Line 165"/>
          <p:cNvSpPr>
            <a:spLocks noChangeShapeType="1"/>
          </p:cNvSpPr>
          <p:nvPr/>
        </p:nvSpPr>
        <p:spPr bwMode="auto">
          <a:xfrm>
            <a:off x="4164013" y="1776413"/>
            <a:ext cx="0" cy="3275012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39944" name="Line 166"/>
          <p:cNvSpPr>
            <a:spLocks noChangeShapeType="1"/>
          </p:cNvSpPr>
          <p:nvPr/>
        </p:nvSpPr>
        <p:spPr bwMode="auto">
          <a:xfrm>
            <a:off x="4897438" y="1765300"/>
            <a:ext cx="0" cy="3275013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1116013" y="882650"/>
            <a:ext cx="34559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设</a:t>
            </a:r>
            <a:r>
              <a:rPr kumimoji="1" lang="en-US" altLang="zh-CN" sz="2400" b="1" i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kumimoji="1" lang="en-US" altLang="zh-CN" sz="2400" b="1" baseline="-25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en-US" altLang="zh-CN" sz="2400" b="1" i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</a:t>
            </a:r>
            <a:r>
              <a:rPr kumimoji="1" lang="en-US" altLang="zh-CN" sz="2400" b="1" baseline="-25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的初始状态为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00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kumimoji="1"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13" name="Rectangle 9"/>
          <p:cNvSpPr>
            <a:spLocks noChangeArrowheads="1"/>
          </p:cNvSpPr>
          <p:nvPr/>
        </p:nvSpPr>
        <p:spPr bwMode="auto">
          <a:xfrm>
            <a:off x="714375" y="357188"/>
            <a:ext cx="31686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⑤ </a:t>
            </a:r>
            <a:r>
              <a:rPr kumimoji="1"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画时序图</a:t>
            </a:r>
            <a:endParaRPr kumimoji="1"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136"/>
          <p:cNvGrpSpPr/>
          <p:nvPr/>
        </p:nvGrpSpPr>
        <p:grpSpPr bwMode="auto">
          <a:xfrm>
            <a:off x="939800" y="3214688"/>
            <a:ext cx="989013" cy="1042987"/>
            <a:chOff x="939800" y="3214688"/>
            <a:chExt cx="988994" cy="1043050"/>
          </a:xfrm>
        </p:grpSpPr>
        <p:sp>
          <p:nvSpPr>
            <p:cNvPr id="21648" name="Line 16"/>
            <p:cNvSpPr>
              <a:spLocks noChangeShapeType="1"/>
            </p:cNvSpPr>
            <p:nvPr/>
          </p:nvSpPr>
          <p:spPr bwMode="auto">
            <a:xfrm>
              <a:off x="979488" y="4189413"/>
              <a:ext cx="9286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49" name="Rectangle 56"/>
            <p:cNvSpPr>
              <a:spLocks noChangeArrowheads="1"/>
            </p:cNvSpPr>
            <p:nvPr/>
          </p:nvSpPr>
          <p:spPr bwMode="auto">
            <a:xfrm>
              <a:off x="939800" y="3851275"/>
              <a:ext cx="2587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9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900" b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sz="1600" b="1" baseline="-25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0" name="Line 44"/>
            <p:cNvSpPr>
              <a:spLocks noChangeShapeType="1"/>
            </p:cNvSpPr>
            <p:nvPr/>
          </p:nvSpPr>
          <p:spPr bwMode="auto">
            <a:xfrm>
              <a:off x="979488" y="3567113"/>
              <a:ext cx="949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51" name="Rectangle 58"/>
            <p:cNvSpPr>
              <a:spLocks noChangeArrowheads="1"/>
            </p:cNvSpPr>
            <p:nvPr/>
          </p:nvSpPr>
          <p:spPr bwMode="auto">
            <a:xfrm>
              <a:off x="955675" y="3214688"/>
              <a:ext cx="2587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9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900" b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 baseline="-25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2" name="矩形 115"/>
            <p:cNvSpPr>
              <a:spLocks noChangeArrowheads="1"/>
            </p:cNvSpPr>
            <p:nvPr/>
          </p:nvSpPr>
          <p:spPr bwMode="auto">
            <a:xfrm>
              <a:off x="1357290" y="3243204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21653" name="矩形 116"/>
            <p:cNvSpPr>
              <a:spLocks noChangeArrowheads="1"/>
            </p:cNvSpPr>
            <p:nvPr/>
          </p:nvSpPr>
          <p:spPr bwMode="auto">
            <a:xfrm>
              <a:off x="1357290" y="3857628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组合 137"/>
          <p:cNvGrpSpPr/>
          <p:nvPr/>
        </p:nvGrpSpPr>
        <p:grpSpPr bwMode="auto">
          <a:xfrm>
            <a:off x="979488" y="4457700"/>
            <a:ext cx="949325" cy="400050"/>
            <a:chOff x="979489" y="4457650"/>
            <a:chExt cx="949306" cy="400110"/>
          </a:xfrm>
        </p:grpSpPr>
        <p:sp>
          <p:nvSpPr>
            <p:cNvPr id="21645" name="Line 35"/>
            <p:cNvSpPr>
              <a:spLocks noChangeShapeType="1"/>
            </p:cNvSpPr>
            <p:nvPr/>
          </p:nvSpPr>
          <p:spPr bwMode="auto">
            <a:xfrm>
              <a:off x="979489" y="4776788"/>
              <a:ext cx="949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46" name="Rectangle 60"/>
            <p:cNvSpPr>
              <a:spLocks noChangeArrowheads="1"/>
            </p:cNvSpPr>
            <p:nvPr/>
          </p:nvSpPr>
          <p:spPr bwMode="auto">
            <a:xfrm>
              <a:off x="998538" y="4494213"/>
              <a:ext cx="149225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9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7" name="矩形 117"/>
            <p:cNvSpPr>
              <a:spLocks noChangeArrowheads="1"/>
            </p:cNvSpPr>
            <p:nvPr/>
          </p:nvSpPr>
          <p:spPr bwMode="auto">
            <a:xfrm>
              <a:off x="1357290" y="445765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组合 138"/>
          <p:cNvGrpSpPr/>
          <p:nvPr/>
        </p:nvGrpSpPr>
        <p:grpSpPr bwMode="auto">
          <a:xfrm>
            <a:off x="1908175" y="3243263"/>
            <a:ext cx="752475" cy="946150"/>
            <a:chOff x="1908175" y="3243204"/>
            <a:chExt cx="752475" cy="946209"/>
          </a:xfrm>
        </p:grpSpPr>
        <p:sp>
          <p:nvSpPr>
            <p:cNvPr id="21640" name="Line 17"/>
            <p:cNvSpPr>
              <a:spLocks noChangeShapeType="1"/>
            </p:cNvSpPr>
            <p:nvPr/>
          </p:nvSpPr>
          <p:spPr bwMode="auto">
            <a:xfrm flipV="1">
              <a:off x="1908175" y="3746500"/>
              <a:ext cx="1588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41" name="Line 18"/>
            <p:cNvSpPr>
              <a:spLocks noChangeShapeType="1"/>
            </p:cNvSpPr>
            <p:nvPr/>
          </p:nvSpPr>
          <p:spPr bwMode="auto">
            <a:xfrm>
              <a:off x="1908175" y="3746500"/>
              <a:ext cx="7524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42" name="Line 44"/>
            <p:cNvSpPr>
              <a:spLocks noChangeShapeType="1"/>
            </p:cNvSpPr>
            <p:nvPr/>
          </p:nvSpPr>
          <p:spPr bwMode="auto">
            <a:xfrm>
              <a:off x="1928794" y="3562351"/>
              <a:ext cx="7200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43" name="矩形 123"/>
            <p:cNvSpPr>
              <a:spLocks noChangeArrowheads="1"/>
            </p:cNvSpPr>
            <p:nvPr/>
          </p:nvSpPr>
          <p:spPr bwMode="auto">
            <a:xfrm>
              <a:off x="2143108" y="3243204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21644" name="矩形 124"/>
            <p:cNvSpPr>
              <a:spLocks noChangeArrowheads="1"/>
            </p:cNvSpPr>
            <p:nvPr/>
          </p:nvSpPr>
          <p:spPr bwMode="auto">
            <a:xfrm>
              <a:off x="2143108" y="367183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6" name="组合 140"/>
          <p:cNvGrpSpPr/>
          <p:nvPr/>
        </p:nvGrpSpPr>
        <p:grpSpPr bwMode="auto">
          <a:xfrm>
            <a:off x="2660650" y="3071813"/>
            <a:ext cx="755650" cy="1185862"/>
            <a:chOff x="2660650" y="3071810"/>
            <a:chExt cx="756001" cy="1185928"/>
          </a:xfrm>
        </p:grpSpPr>
        <p:sp>
          <p:nvSpPr>
            <p:cNvPr id="21634" name="Line 19"/>
            <p:cNvSpPr>
              <a:spLocks noChangeShapeType="1"/>
            </p:cNvSpPr>
            <p:nvPr/>
          </p:nvSpPr>
          <p:spPr bwMode="auto">
            <a:xfrm flipV="1">
              <a:off x="2660650" y="3746500"/>
              <a:ext cx="1588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35" name="Line 20"/>
            <p:cNvSpPr>
              <a:spLocks noChangeShapeType="1"/>
            </p:cNvSpPr>
            <p:nvPr/>
          </p:nvSpPr>
          <p:spPr bwMode="auto">
            <a:xfrm>
              <a:off x="2660650" y="4189413"/>
              <a:ext cx="7508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36" name="Line 45"/>
            <p:cNvSpPr>
              <a:spLocks noChangeShapeType="1"/>
            </p:cNvSpPr>
            <p:nvPr/>
          </p:nvSpPr>
          <p:spPr bwMode="auto">
            <a:xfrm flipV="1">
              <a:off x="2660650" y="3114675"/>
              <a:ext cx="1588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37" name="Line 46"/>
            <p:cNvSpPr>
              <a:spLocks noChangeShapeType="1"/>
            </p:cNvSpPr>
            <p:nvPr/>
          </p:nvSpPr>
          <p:spPr bwMode="auto">
            <a:xfrm>
              <a:off x="2660651" y="3114674"/>
              <a:ext cx="7560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38" name="矩形 125"/>
            <p:cNvSpPr>
              <a:spLocks noChangeArrowheads="1"/>
            </p:cNvSpPr>
            <p:nvPr/>
          </p:nvSpPr>
          <p:spPr bwMode="auto">
            <a:xfrm>
              <a:off x="2901772" y="307181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21639" name="矩形 126"/>
            <p:cNvSpPr>
              <a:spLocks noChangeArrowheads="1"/>
            </p:cNvSpPr>
            <p:nvPr/>
          </p:nvSpPr>
          <p:spPr bwMode="auto">
            <a:xfrm>
              <a:off x="2901772" y="3857628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7" name="组合 141"/>
          <p:cNvGrpSpPr/>
          <p:nvPr/>
        </p:nvGrpSpPr>
        <p:grpSpPr bwMode="auto">
          <a:xfrm>
            <a:off x="3409950" y="3071813"/>
            <a:ext cx="755650" cy="1117600"/>
            <a:chOff x="3409942" y="3071810"/>
            <a:chExt cx="756000" cy="1117603"/>
          </a:xfrm>
        </p:grpSpPr>
        <p:sp>
          <p:nvSpPr>
            <p:cNvPr id="21629" name="Line 21"/>
            <p:cNvSpPr>
              <a:spLocks noChangeShapeType="1"/>
            </p:cNvSpPr>
            <p:nvPr/>
          </p:nvSpPr>
          <p:spPr bwMode="auto">
            <a:xfrm flipV="1">
              <a:off x="3411538" y="3746500"/>
              <a:ext cx="1587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30" name="Line 22"/>
            <p:cNvSpPr>
              <a:spLocks noChangeShapeType="1"/>
            </p:cNvSpPr>
            <p:nvPr/>
          </p:nvSpPr>
          <p:spPr bwMode="auto">
            <a:xfrm>
              <a:off x="3411538" y="3746500"/>
              <a:ext cx="7524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31" name="Line 46"/>
            <p:cNvSpPr>
              <a:spLocks noChangeShapeType="1"/>
            </p:cNvSpPr>
            <p:nvPr/>
          </p:nvSpPr>
          <p:spPr bwMode="auto">
            <a:xfrm>
              <a:off x="3409942" y="3114673"/>
              <a:ext cx="7560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32" name="矩形 127"/>
            <p:cNvSpPr>
              <a:spLocks noChangeArrowheads="1"/>
            </p:cNvSpPr>
            <p:nvPr/>
          </p:nvSpPr>
          <p:spPr bwMode="auto">
            <a:xfrm>
              <a:off x="3643306" y="307181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21633" name="矩形 128"/>
            <p:cNvSpPr>
              <a:spLocks noChangeArrowheads="1"/>
            </p:cNvSpPr>
            <p:nvPr/>
          </p:nvSpPr>
          <p:spPr bwMode="auto">
            <a:xfrm>
              <a:off x="3643306" y="367183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8" name="组合 139"/>
          <p:cNvGrpSpPr/>
          <p:nvPr/>
        </p:nvGrpSpPr>
        <p:grpSpPr bwMode="auto">
          <a:xfrm>
            <a:off x="1938338" y="4457700"/>
            <a:ext cx="720725" cy="400050"/>
            <a:chOff x="1938319" y="4457650"/>
            <a:chExt cx="720000" cy="400110"/>
          </a:xfrm>
        </p:grpSpPr>
        <p:sp>
          <p:nvSpPr>
            <p:cNvPr id="21627" name="Line 46"/>
            <p:cNvSpPr>
              <a:spLocks noChangeShapeType="1"/>
            </p:cNvSpPr>
            <p:nvPr/>
          </p:nvSpPr>
          <p:spPr bwMode="auto">
            <a:xfrm>
              <a:off x="1938319" y="4776797"/>
              <a:ext cx="7200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28" name="矩形 129"/>
            <p:cNvSpPr>
              <a:spLocks noChangeArrowheads="1"/>
            </p:cNvSpPr>
            <p:nvPr/>
          </p:nvSpPr>
          <p:spPr bwMode="auto">
            <a:xfrm>
              <a:off x="2143108" y="445765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9" name="组合 143"/>
          <p:cNvGrpSpPr/>
          <p:nvPr/>
        </p:nvGrpSpPr>
        <p:grpSpPr bwMode="auto">
          <a:xfrm>
            <a:off x="2662238" y="4457700"/>
            <a:ext cx="755650" cy="400050"/>
            <a:chOff x="2662224" y="4457650"/>
            <a:chExt cx="756000" cy="400110"/>
          </a:xfrm>
        </p:grpSpPr>
        <p:sp>
          <p:nvSpPr>
            <p:cNvPr id="21625" name="Line 46"/>
            <p:cNvSpPr>
              <a:spLocks noChangeShapeType="1"/>
            </p:cNvSpPr>
            <p:nvPr/>
          </p:nvSpPr>
          <p:spPr bwMode="auto">
            <a:xfrm>
              <a:off x="2662224" y="4776797"/>
              <a:ext cx="7560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26" name="矩形 130"/>
            <p:cNvSpPr>
              <a:spLocks noChangeArrowheads="1"/>
            </p:cNvSpPr>
            <p:nvPr/>
          </p:nvSpPr>
          <p:spPr bwMode="auto">
            <a:xfrm>
              <a:off x="2901772" y="445765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10" name="组合 144"/>
          <p:cNvGrpSpPr/>
          <p:nvPr/>
        </p:nvGrpSpPr>
        <p:grpSpPr bwMode="auto">
          <a:xfrm>
            <a:off x="3419475" y="4457700"/>
            <a:ext cx="755650" cy="400050"/>
            <a:chOff x="3419467" y="4457650"/>
            <a:chExt cx="756000" cy="400110"/>
          </a:xfrm>
        </p:grpSpPr>
        <p:sp>
          <p:nvSpPr>
            <p:cNvPr id="21623" name="Line 46"/>
            <p:cNvSpPr>
              <a:spLocks noChangeShapeType="1"/>
            </p:cNvSpPr>
            <p:nvPr/>
          </p:nvSpPr>
          <p:spPr bwMode="auto">
            <a:xfrm>
              <a:off x="3419467" y="4776796"/>
              <a:ext cx="7560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24" name="矩形 131"/>
            <p:cNvSpPr>
              <a:spLocks noChangeArrowheads="1"/>
            </p:cNvSpPr>
            <p:nvPr/>
          </p:nvSpPr>
          <p:spPr bwMode="auto">
            <a:xfrm>
              <a:off x="3643306" y="445765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11" name="组合 142"/>
          <p:cNvGrpSpPr/>
          <p:nvPr/>
        </p:nvGrpSpPr>
        <p:grpSpPr bwMode="auto">
          <a:xfrm>
            <a:off x="4164013" y="3114675"/>
            <a:ext cx="731837" cy="1143000"/>
            <a:chOff x="4164013" y="3114675"/>
            <a:chExt cx="731837" cy="1143063"/>
          </a:xfrm>
        </p:grpSpPr>
        <p:sp>
          <p:nvSpPr>
            <p:cNvPr id="21617" name="Line 23"/>
            <p:cNvSpPr>
              <a:spLocks noChangeShapeType="1"/>
            </p:cNvSpPr>
            <p:nvPr/>
          </p:nvSpPr>
          <p:spPr bwMode="auto">
            <a:xfrm flipV="1">
              <a:off x="4164013" y="3746500"/>
              <a:ext cx="1587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18" name="Line 24"/>
            <p:cNvSpPr>
              <a:spLocks noChangeShapeType="1"/>
            </p:cNvSpPr>
            <p:nvPr/>
          </p:nvSpPr>
          <p:spPr bwMode="auto">
            <a:xfrm>
              <a:off x="4164013" y="4189413"/>
              <a:ext cx="7318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19" name="Line 47"/>
            <p:cNvSpPr>
              <a:spLocks noChangeShapeType="1"/>
            </p:cNvSpPr>
            <p:nvPr/>
          </p:nvSpPr>
          <p:spPr bwMode="auto">
            <a:xfrm flipV="1">
              <a:off x="4164013" y="3114675"/>
              <a:ext cx="1587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20" name="Line 48"/>
            <p:cNvSpPr>
              <a:spLocks noChangeShapeType="1"/>
            </p:cNvSpPr>
            <p:nvPr/>
          </p:nvSpPr>
          <p:spPr bwMode="auto">
            <a:xfrm>
              <a:off x="4164013" y="3557588"/>
              <a:ext cx="7318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21" name="矩形 132"/>
            <p:cNvSpPr>
              <a:spLocks noChangeArrowheads="1"/>
            </p:cNvSpPr>
            <p:nvPr/>
          </p:nvSpPr>
          <p:spPr bwMode="auto">
            <a:xfrm>
              <a:off x="4357686" y="3243204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21622" name="矩形 133"/>
            <p:cNvSpPr>
              <a:spLocks noChangeArrowheads="1"/>
            </p:cNvSpPr>
            <p:nvPr/>
          </p:nvSpPr>
          <p:spPr bwMode="auto">
            <a:xfrm>
              <a:off x="4357686" y="3857628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12" name="组合 147"/>
          <p:cNvGrpSpPr/>
          <p:nvPr/>
        </p:nvGrpSpPr>
        <p:grpSpPr bwMode="auto">
          <a:xfrm>
            <a:off x="4341813" y="4243388"/>
            <a:ext cx="554037" cy="533400"/>
            <a:chOff x="4341813" y="4243336"/>
            <a:chExt cx="554037" cy="533452"/>
          </a:xfrm>
        </p:grpSpPr>
        <p:sp>
          <p:nvSpPr>
            <p:cNvPr id="21614" name="Line 36"/>
            <p:cNvSpPr>
              <a:spLocks noChangeShapeType="1"/>
            </p:cNvSpPr>
            <p:nvPr/>
          </p:nvSpPr>
          <p:spPr bwMode="auto">
            <a:xfrm flipV="1">
              <a:off x="4341813" y="4319588"/>
              <a:ext cx="1587" cy="457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15" name="Line 37"/>
            <p:cNvSpPr>
              <a:spLocks noChangeShapeType="1"/>
            </p:cNvSpPr>
            <p:nvPr/>
          </p:nvSpPr>
          <p:spPr bwMode="auto">
            <a:xfrm>
              <a:off x="4341813" y="4319588"/>
              <a:ext cx="554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16" name="矩形 146"/>
            <p:cNvSpPr>
              <a:spLocks noChangeArrowheads="1"/>
            </p:cNvSpPr>
            <p:nvPr/>
          </p:nvSpPr>
          <p:spPr bwMode="auto">
            <a:xfrm>
              <a:off x="4473408" y="4243336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sp>
        <p:nvSpPr>
          <p:cNvPr id="140" name="Line 43"/>
          <p:cNvSpPr>
            <a:spLocks noChangeShapeType="1"/>
          </p:cNvSpPr>
          <p:nvPr/>
        </p:nvSpPr>
        <p:spPr bwMode="auto">
          <a:xfrm>
            <a:off x="4168775" y="4775200"/>
            <a:ext cx="179388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grpSp>
        <p:nvGrpSpPr>
          <p:cNvPr id="13" name="组合 144"/>
          <p:cNvGrpSpPr/>
          <p:nvPr/>
        </p:nvGrpSpPr>
        <p:grpSpPr bwMode="auto">
          <a:xfrm>
            <a:off x="4895850" y="3028950"/>
            <a:ext cx="750888" cy="1160463"/>
            <a:chOff x="4895850" y="3028891"/>
            <a:chExt cx="750888" cy="1160522"/>
          </a:xfrm>
        </p:grpSpPr>
        <p:sp>
          <p:nvSpPr>
            <p:cNvPr id="21608" name="Line 25"/>
            <p:cNvSpPr>
              <a:spLocks noChangeShapeType="1"/>
            </p:cNvSpPr>
            <p:nvPr/>
          </p:nvSpPr>
          <p:spPr bwMode="auto">
            <a:xfrm flipV="1">
              <a:off x="4895850" y="3746500"/>
              <a:ext cx="1588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9" name="Line 26"/>
            <p:cNvSpPr>
              <a:spLocks noChangeShapeType="1"/>
            </p:cNvSpPr>
            <p:nvPr/>
          </p:nvSpPr>
          <p:spPr bwMode="auto">
            <a:xfrm>
              <a:off x="4895850" y="3746500"/>
              <a:ext cx="75088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10" name="Line 49"/>
            <p:cNvSpPr>
              <a:spLocks noChangeShapeType="1"/>
            </p:cNvSpPr>
            <p:nvPr/>
          </p:nvSpPr>
          <p:spPr bwMode="auto">
            <a:xfrm flipV="1">
              <a:off x="4895850" y="3114675"/>
              <a:ext cx="1588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11" name="Line 50"/>
            <p:cNvSpPr>
              <a:spLocks noChangeShapeType="1"/>
            </p:cNvSpPr>
            <p:nvPr/>
          </p:nvSpPr>
          <p:spPr bwMode="auto">
            <a:xfrm flipV="1">
              <a:off x="4895851" y="3114673"/>
              <a:ext cx="7477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12" name="矩形 127"/>
            <p:cNvSpPr>
              <a:spLocks noChangeArrowheads="1"/>
            </p:cNvSpPr>
            <p:nvPr/>
          </p:nvSpPr>
          <p:spPr bwMode="auto">
            <a:xfrm>
              <a:off x="5143504" y="3028891"/>
              <a:ext cx="312761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21613" name="矩形 127"/>
            <p:cNvSpPr>
              <a:spLocks noChangeArrowheads="1"/>
            </p:cNvSpPr>
            <p:nvPr/>
          </p:nvSpPr>
          <p:spPr bwMode="auto">
            <a:xfrm>
              <a:off x="5143504" y="3671833"/>
              <a:ext cx="312761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14" name="组合 149"/>
          <p:cNvGrpSpPr/>
          <p:nvPr/>
        </p:nvGrpSpPr>
        <p:grpSpPr bwMode="auto">
          <a:xfrm>
            <a:off x="5643563" y="1763713"/>
            <a:ext cx="2633662" cy="3308350"/>
            <a:chOff x="5643570" y="1763713"/>
            <a:chExt cx="2633655" cy="3308361"/>
          </a:xfrm>
        </p:grpSpPr>
        <p:sp>
          <p:nvSpPr>
            <p:cNvPr id="21586" name="Line 170"/>
            <p:cNvSpPr>
              <a:spLocks noChangeShapeType="1"/>
            </p:cNvSpPr>
            <p:nvPr/>
          </p:nvSpPr>
          <p:spPr bwMode="auto">
            <a:xfrm>
              <a:off x="7908925" y="1797062"/>
              <a:ext cx="0" cy="327501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87" name="Line 167"/>
            <p:cNvSpPr>
              <a:spLocks noChangeShapeType="1"/>
            </p:cNvSpPr>
            <p:nvPr/>
          </p:nvSpPr>
          <p:spPr bwMode="auto">
            <a:xfrm>
              <a:off x="5646738" y="1795474"/>
              <a:ext cx="0" cy="327660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88" name="Line 168"/>
            <p:cNvSpPr>
              <a:spLocks noChangeShapeType="1"/>
            </p:cNvSpPr>
            <p:nvPr/>
          </p:nvSpPr>
          <p:spPr bwMode="auto">
            <a:xfrm>
              <a:off x="6396038" y="1763713"/>
              <a:ext cx="0" cy="327501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89" name="Line 169"/>
            <p:cNvSpPr>
              <a:spLocks noChangeShapeType="1"/>
            </p:cNvSpPr>
            <p:nvPr/>
          </p:nvSpPr>
          <p:spPr bwMode="auto">
            <a:xfrm>
              <a:off x="7150100" y="1795474"/>
              <a:ext cx="0" cy="327660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0" name="Line 27"/>
            <p:cNvSpPr>
              <a:spLocks noChangeShapeType="1"/>
            </p:cNvSpPr>
            <p:nvPr/>
          </p:nvSpPr>
          <p:spPr bwMode="auto">
            <a:xfrm flipV="1">
              <a:off x="5646738" y="3746500"/>
              <a:ext cx="1587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1" name="Line 28"/>
            <p:cNvSpPr>
              <a:spLocks noChangeShapeType="1"/>
            </p:cNvSpPr>
            <p:nvPr/>
          </p:nvSpPr>
          <p:spPr bwMode="auto">
            <a:xfrm>
              <a:off x="5646738" y="4189413"/>
              <a:ext cx="752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2" name="Line 29"/>
            <p:cNvSpPr>
              <a:spLocks noChangeShapeType="1"/>
            </p:cNvSpPr>
            <p:nvPr/>
          </p:nvSpPr>
          <p:spPr bwMode="auto">
            <a:xfrm flipV="1">
              <a:off x="6399213" y="3746500"/>
              <a:ext cx="1587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3" name="Line 30"/>
            <p:cNvSpPr>
              <a:spLocks noChangeShapeType="1"/>
            </p:cNvSpPr>
            <p:nvPr/>
          </p:nvSpPr>
          <p:spPr bwMode="auto">
            <a:xfrm>
              <a:off x="6399213" y="3746500"/>
              <a:ext cx="7508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4" name="Line 31"/>
            <p:cNvSpPr>
              <a:spLocks noChangeShapeType="1"/>
            </p:cNvSpPr>
            <p:nvPr/>
          </p:nvSpPr>
          <p:spPr bwMode="auto">
            <a:xfrm flipV="1">
              <a:off x="7150100" y="3746500"/>
              <a:ext cx="1588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5" name="Line 32"/>
            <p:cNvSpPr>
              <a:spLocks noChangeShapeType="1"/>
            </p:cNvSpPr>
            <p:nvPr/>
          </p:nvSpPr>
          <p:spPr bwMode="auto">
            <a:xfrm>
              <a:off x="7150100" y="4189413"/>
              <a:ext cx="752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6" name="Line 33"/>
            <p:cNvSpPr>
              <a:spLocks noChangeShapeType="1"/>
            </p:cNvSpPr>
            <p:nvPr/>
          </p:nvSpPr>
          <p:spPr bwMode="auto">
            <a:xfrm flipV="1">
              <a:off x="7902575" y="3746500"/>
              <a:ext cx="1588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7" name="Line 34"/>
            <p:cNvSpPr>
              <a:spLocks noChangeShapeType="1"/>
            </p:cNvSpPr>
            <p:nvPr/>
          </p:nvSpPr>
          <p:spPr bwMode="auto">
            <a:xfrm>
              <a:off x="7902575" y="3746500"/>
              <a:ext cx="3746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8" name="Line 51"/>
            <p:cNvSpPr>
              <a:spLocks noChangeShapeType="1"/>
            </p:cNvSpPr>
            <p:nvPr/>
          </p:nvSpPr>
          <p:spPr bwMode="auto">
            <a:xfrm flipV="1">
              <a:off x="6399213" y="3114675"/>
              <a:ext cx="1587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99" name="Line 52"/>
            <p:cNvSpPr>
              <a:spLocks noChangeShapeType="1"/>
            </p:cNvSpPr>
            <p:nvPr/>
          </p:nvSpPr>
          <p:spPr bwMode="auto">
            <a:xfrm>
              <a:off x="6399213" y="3557588"/>
              <a:ext cx="1503362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0" name="Line 53"/>
            <p:cNvSpPr>
              <a:spLocks noChangeShapeType="1"/>
            </p:cNvSpPr>
            <p:nvPr/>
          </p:nvSpPr>
          <p:spPr bwMode="auto">
            <a:xfrm flipV="1">
              <a:off x="7902575" y="3114675"/>
              <a:ext cx="1588" cy="442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1" name="Line 54"/>
            <p:cNvSpPr>
              <a:spLocks noChangeShapeType="1"/>
            </p:cNvSpPr>
            <p:nvPr/>
          </p:nvSpPr>
          <p:spPr bwMode="auto">
            <a:xfrm>
              <a:off x="7902575" y="3114675"/>
              <a:ext cx="3746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2" name="Line 39"/>
            <p:cNvSpPr>
              <a:spLocks noChangeShapeType="1"/>
            </p:cNvSpPr>
            <p:nvPr/>
          </p:nvSpPr>
          <p:spPr bwMode="auto">
            <a:xfrm flipV="1">
              <a:off x="5643570" y="4778375"/>
              <a:ext cx="15065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3" name="Line 40"/>
            <p:cNvSpPr>
              <a:spLocks noChangeShapeType="1"/>
            </p:cNvSpPr>
            <p:nvPr/>
          </p:nvSpPr>
          <p:spPr bwMode="auto">
            <a:xfrm flipV="1">
              <a:off x="7150100" y="4319588"/>
              <a:ext cx="1588" cy="457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4" name="Line 41"/>
            <p:cNvSpPr>
              <a:spLocks noChangeShapeType="1"/>
            </p:cNvSpPr>
            <p:nvPr/>
          </p:nvSpPr>
          <p:spPr bwMode="auto">
            <a:xfrm>
              <a:off x="7150100" y="4319588"/>
              <a:ext cx="7524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5" name="Line 42"/>
            <p:cNvSpPr>
              <a:spLocks noChangeShapeType="1"/>
            </p:cNvSpPr>
            <p:nvPr/>
          </p:nvSpPr>
          <p:spPr bwMode="auto">
            <a:xfrm flipV="1">
              <a:off x="7902575" y="4319588"/>
              <a:ext cx="1588" cy="457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6" name="Line 43"/>
            <p:cNvSpPr>
              <a:spLocks noChangeShapeType="1"/>
            </p:cNvSpPr>
            <p:nvPr/>
          </p:nvSpPr>
          <p:spPr bwMode="auto">
            <a:xfrm>
              <a:off x="7902575" y="4776788"/>
              <a:ext cx="37465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607" name="Line 50"/>
            <p:cNvSpPr>
              <a:spLocks noChangeShapeType="1"/>
            </p:cNvSpPr>
            <p:nvPr/>
          </p:nvSpPr>
          <p:spPr bwMode="auto">
            <a:xfrm>
              <a:off x="5643570" y="3114673"/>
              <a:ext cx="7560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5" name="组合 146"/>
          <p:cNvGrpSpPr/>
          <p:nvPr/>
        </p:nvGrpSpPr>
        <p:grpSpPr bwMode="auto">
          <a:xfrm>
            <a:off x="4895850" y="4319588"/>
            <a:ext cx="752475" cy="538162"/>
            <a:chOff x="4895850" y="4319588"/>
            <a:chExt cx="752485" cy="538172"/>
          </a:xfrm>
        </p:grpSpPr>
        <p:sp>
          <p:nvSpPr>
            <p:cNvPr id="21583" name="Line 38"/>
            <p:cNvSpPr>
              <a:spLocks noChangeShapeType="1"/>
            </p:cNvSpPr>
            <p:nvPr/>
          </p:nvSpPr>
          <p:spPr bwMode="auto">
            <a:xfrm flipV="1">
              <a:off x="4895850" y="4319588"/>
              <a:ext cx="1588" cy="457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1584" name="矩形 132"/>
            <p:cNvSpPr>
              <a:spLocks noChangeArrowheads="1"/>
            </p:cNvSpPr>
            <p:nvPr/>
          </p:nvSpPr>
          <p:spPr bwMode="auto">
            <a:xfrm>
              <a:off x="5143504" y="4457672"/>
              <a:ext cx="312906" cy="400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21585" name="Line 50"/>
            <p:cNvSpPr>
              <a:spLocks noChangeShapeType="1"/>
            </p:cNvSpPr>
            <p:nvPr/>
          </p:nvSpPr>
          <p:spPr bwMode="auto">
            <a:xfrm flipV="1">
              <a:off x="4900615" y="4776797"/>
              <a:ext cx="7477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6" name="组合 145"/>
          <p:cNvGrpSpPr/>
          <p:nvPr/>
        </p:nvGrpSpPr>
        <p:grpSpPr bwMode="auto">
          <a:xfrm>
            <a:off x="900113" y="1681163"/>
            <a:ext cx="7377112" cy="1319212"/>
            <a:chOff x="900113" y="1681163"/>
            <a:chExt cx="7377112" cy="1319212"/>
          </a:xfrm>
        </p:grpSpPr>
        <p:grpSp>
          <p:nvGrpSpPr>
            <p:cNvPr id="21530" name="组合 135"/>
            <p:cNvGrpSpPr/>
            <p:nvPr/>
          </p:nvGrpSpPr>
          <p:grpSpPr bwMode="auto">
            <a:xfrm>
              <a:off x="979488" y="2533650"/>
              <a:ext cx="7297737" cy="466725"/>
              <a:chOff x="979488" y="2533650"/>
              <a:chExt cx="7297737" cy="466725"/>
            </a:xfrm>
          </p:grpSpPr>
          <p:sp>
            <p:nvSpPr>
              <p:cNvPr id="21579" name="Line 13"/>
              <p:cNvSpPr>
                <a:spLocks noChangeShapeType="1"/>
              </p:cNvSpPr>
              <p:nvPr/>
            </p:nvSpPr>
            <p:spPr bwMode="auto">
              <a:xfrm>
                <a:off x="979488" y="2976563"/>
                <a:ext cx="3362325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80" name="Line 14"/>
              <p:cNvSpPr>
                <a:spLocks noChangeShapeType="1"/>
              </p:cNvSpPr>
              <p:nvPr/>
            </p:nvSpPr>
            <p:spPr bwMode="auto">
              <a:xfrm flipV="1">
                <a:off x="4341813" y="2533650"/>
                <a:ext cx="1587" cy="4429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81" name="Line 15"/>
              <p:cNvSpPr>
                <a:spLocks noChangeShapeType="1"/>
              </p:cNvSpPr>
              <p:nvPr/>
            </p:nvSpPr>
            <p:spPr bwMode="auto">
              <a:xfrm>
                <a:off x="4341813" y="2533650"/>
                <a:ext cx="3935412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82" name="Rectangle 55"/>
              <p:cNvSpPr>
                <a:spLocks noChangeArrowheads="1"/>
              </p:cNvSpPr>
              <p:nvPr/>
            </p:nvSpPr>
            <p:spPr bwMode="auto">
              <a:xfrm>
                <a:off x="998538" y="2708275"/>
                <a:ext cx="161925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21531" name="组合 134"/>
            <p:cNvGrpSpPr/>
            <p:nvPr/>
          </p:nvGrpSpPr>
          <p:grpSpPr bwMode="auto">
            <a:xfrm>
              <a:off x="900113" y="1681163"/>
              <a:ext cx="7377112" cy="715962"/>
              <a:chOff x="900113" y="1681163"/>
              <a:chExt cx="7377112" cy="715962"/>
            </a:xfrm>
          </p:grpSpPr>
          <p:sp>
            <p:nvSpPr>
              <p:cNvPr id="21532" name="Rectangle 61"/>
              <p:cNvSpPr>
                <a:spLocks noChangeArrowheads="1"/>
              </p:cNvSpPr>
              <p:nvPr/>
            </p:nvSpPr>
            <p:spPr bwMode="auto">
              <a:xfrm>
                <a:off x="1651000" y="1681163"/>
                <a:ext cx="122238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3" name="Rectangle 62"/>
              <p:cNvSpPr>
                <a:spLocks noChangeArrowheads="1"/>
              </p:cNvSpPr>
              <p:nvPr/>
            </p:nvSpPr>
            <p:spPr bwMode="auto">
              <a:xfrm>
                <a:off x="2403475" y="1681163"/>
                <a:ext cx="122238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4" name="Rectangle 63"/>
              <p:cNvSpPr>
                <a:spLocks noChangeArrowheads="1"/>
              </p:cNvSpPr>
              <p:nvPr/>
            </p:nvSpPr>
            <p:spPr bwMode="auto">
              <a:xfrm>
                <a:off x="3154363" y="1681163"/>
                <a:ext cx="122237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5" name="Rectangle 64"/>
              <p:cNvSpPr>
                <a:spLocks noChangeArrowheads="1"/>
              </p:cNvSpPr>
              <p:nvPr/>
            </p:nvSpPr>
            <p:spPr bwMode="auto">
              <a:xfrm>
                <a:off x="3906838" y="1681163"/>
                <a:ext cx="122237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4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6" name="Rectangle 65"/>
              <p:cNvSpPr>
                <a:spLocks noChangeArrowheads="1"/>
              </p:cNvSpPr>
              <p:nvPr/>
            </p:nvSpPr>
            <p:spPr bwMode="auto">
              <a:xfrm>
                <a:off x="4638675" y="1681163"/>
                <a:ext cx="122238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5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7" name="Rectangle 66"/>
              <p:cNvSpPr>
                <a:spLocks noChangeArrowheads="1"/>
              </p:cNvSpPr>
              <p:nvPr/>
            </p:nvSpPr>
            <p:spPr bwMode="auto">
              <a:xfrm>
                <a:off x="5389563" y="1681163"/>
                <a:ext cx="122237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6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8" name="Rectangle 67"/>
              <p:cNvSpPr>
                <a:spLocks noChangeArrowheads="1"/>
              </p:cNvSpPr>
              <p:nvPr/>
            </p:nvSpPr>
            <p:spPr bwMode="auto">
              <a:xfrm>
                <a:off x="6142038" y="1681163"/>
                <a:ext cx="122237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7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9" name="Rectangle 68"/>
              <p:cNvSpPr>
                <a:spLocks noChangeArrowheads="1"/>
              </p:cNvSpPr>
              <p:nvPr/>
            </p:nvSpPr>
            <p:spPr bwMode="auto">
              <a:xfrm>
                <a:off x="6892925" y="1681163"/>
                <a:ext cx="122238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8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40" name="Rectangle 69"/>
              <p:cNvSpPr>
                <a:spLocks noChangeArrowheads="1"/>
              </p:cNvSpPr>
              <p:nvPr/>
            </p:nvSpPr>
            <p:spPr bwMode="auto">
              <a:xfrm>
                <a:off x="7645400" y="1681163"/>
                <a:ext cx="122238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9</a:t>
                </a:r>
                <a:endParaRPr lang="en-US" altLang="zh-CN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41" name="Line 70"/>
              <p:cNvSpPr>
                <a:spLocks noChangeShapeType="1"/>
              </p:cNvSpPr>
              <p:nvPr/>
            </p:nvSpPr>
            <p:spPr bwMode="auto">
              <a:xfrm>
                <a:off x="979488" y="2392363"/>
                <a:ext cx="554037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42" name="Line 71"/>
              <p:cNvSpPr>
                <a:spLocks noChangeShapeType="1"/>
              </p:cNvSpPr>
              <p:nvPr/>
            </p:nvSpPr>
            <p:spPr bwMode="auto">
              <a:xfrm flipV="1">
                <a:off x="1533525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43" name="Line 72"/>
              <p:cNvSpPr>
                <a:spLocks noChangeShapeType="1"/>
              </p:cNvSpPr>
              <p:nvPr/>
            </p:nvSpPr>
            <p:spPr bwMode="auto">
              <a:xfrm>
                <a:off x="1533525" y="1935163"/>
                <a:ext cx="3746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44" name="Line 73"/>
              <p:cNvSpPr>
                <a:spLocks noChangeShapeType="1"/>
              </p:cNvSpPr>
              <p:nvPr/>
            </p:nvSpPr>
            <p:spPr bwMode="auto">
              <a:xfrm flipV="1">
                <a:off x="1908175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45" name="Line 74"/>
              <p:cNvSpPr>
                <a:spLocks noChangeShapeType="1"/>
              </p:cNvSpPr>
              <p:nvPr/>
            </p:nvSpPr>
            <p:spPr bwMode="auto">
              <a:xfrm>
                <a:off x="1908175" y="2392363"/>
                <a:ext cx="376238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46" name="Line 75"/>
              <p:cNvSpPr>
                <a:spLocks noChangeShapeType="1"/>
              </p:cNvSpPr>
              <p:nvPr/>
            </p:nvSpPr>
            <p:spPr bwMode="auto">
              <a:xfrm flipV="1">
                <a:off x="2284413" y="1935163"/>
                <a:ext cx="1587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47" name="Line 76"/>
              <p:cNvSpPr>
                <a:spLocks noChangeShapeType="1"/>
              </p:cNvSpPr>
              <p:nvPr/>
            </p:nvSpPr>
            <p:spPr bwMode="auto">
              <a:xfrm>
                <a:off x="2284413" y="1935163"/>
                <a:ext cx="3762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48" name="Line 77"/>
              <p:cNvSpPr>
                <a:spLocks noChangeShapeType="1"/>
              </p:cNvSpPr>
              <p:nvPr/>
            </p:nvSpPr>
            <p:spPr bwMode="auto">
              <a:xfrm flipV="1">
                <a:off x="2660650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49" name="Line 78"/>
              <p:cNvSpPr>
                <a:spLocks noChangeShapeType="1"/>
              </p:cNvSpPr>
              <p:nvPr/>
            </p:nvSpPr>
            <p:spPr bwMode="auto">
              <a:xfrm>
                <a:off x="2660650" y="2392363"/>
                <a:ext cx="376238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0" name="Line 79"/>
              <p:cNvSpPr>
                <a:spLocks noChangeShapeType="1"/>
              </p:cNvSpPr>
              <p:nvPr/>
            </p:nvSpPr>
            <p:spPr bwMode="auto">
              <a:xfrm flipV="1">
                <a:off x="3036888" y="1935163"/>
                <a:ext cx="1587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1" name="Line 80"/>
              <p:cNvSpPr>
                <a:spLocks noChangeShapeType="1"/>
              </p:cNvSpPr>
              <p:nvPr/>
            </p:nvSpPr>
            <p:spPr bwMode="auto">
              <a:xfrm>
                <a:off x="3036888" y="1935163"/>
                <a:ext cx="3746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2" name="Line 81"/>
              <p:cNvSpPr>
                <a:spLocks noChangeShapeType="1"/>
              </p:cNvSpPr>
              <p:nvPr/>
            </p:nvSpPr>
            <p:spPr bwMode="auto">
              <a:xfrm flipV="1">
                <a:off x="3411538" y="1935163"/>
                <a:ext cx="1587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3" name="Line 82"/>
              <p:cNvSpPr>
                <a:spLocks noChangeShapeType="1"/>
              </p:cNvSpPr>
              <p:nvPr/>
            </p:nvSpPr>
            <p:spPr bwMode="auto">
              <a:xfrm>
                <a:off x="3411538" y="2392363"/>
                <a:ext cx="376237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4" name="Line 83"/>
              <p:cNvSpPr>
                <a:spLocks noChangeShapeType="1"/>
              </p:cNvSpPr>
              <p:nvPr/>
            </p:nvSpPr>
            <p:spPr bwMode="auto">
              <a:xfrm flipV="1">
                <a:off x="3787775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5" name="Line 84"/>
              <p:cNvSpPr>
                <a:spLocks noChangeShapeType="1"/>
              </p:cNvSpPr>
              <p:nvPr/>
            </p:nvSpPr>
            <p:spPr bwMode="auto">
              <a:xfrm>
                <a:off x="3787775" y="1935163"/>
                <a:ext cx="3762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6" name="Line 85"/>
              <p:cNvSpPr>
                <a:spLocks noChangeShapeType="1"/>
              </p:cNvSpPr>
              <p:nvPr/>
            </p:nvSpPr>
            <p:spPr bwMode="auto">
              <a:xfrm flipV="1">
                <a:off x="4164013" y="1935163"/>
                <a:ext cx="1587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7" name="Line 86"/>
              <p:cNvSpPr>
                <a:spLocks noChangeShapeType="1"/>
              </p:cNvSpPr>
              <p:nvPr/>
            </p:nvSpPr>
            <p:spPr bwMode="auto">
              <a:xfrm>
                <a:off x="4164013" y="2392363"/>
                <a:ext cx="376237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8" name="Line 87"/>
              <p:cNvSpPr>
                <a:spLocks noChangeShapeType="1"/>
              </p:cNvSpPr>
              <p:nvPr/>
            </p:nvSpPr>
            <p:spPr bwMode="auto">
              <a:xfrm flipV="1">
                <a:off x="4540250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59" name="Line 88"/>
              <p:cNvSpPr>
                <a:spLocks noChangeShapeType="1"/>
              </p:cNvSpPr>
              <p:nvPr/>
            </p:nvSpPr>
            <p:spPr bwMode="auto">
              <a:xfrm>
                <a:off x="4540250" y="1935163"/>
                <a:ext cx="3556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0" name="Line 89"/>
              <p:cNvSpPr>
                <a:spLocks noChangeShapeType="1"/>
              </p:cNvSpPr>
              <p:nvPr/>
            </p:nvSpPr>
            <p:spPr bwMode="auto">
              <a:xfrm flipV="1">
                <a:off x="4895850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1" name="Line 90"/>
              <p:cNvSpPr>
                <a:spLocks noChangeShapeType="1"/>
              </p:cNvSpPr>
              <p:nvPr/>
            </p:nvSpPr>
            <p:spPr bwMode="auto">
              <a:xfrm>
                <a:off x="4895850" y="2392363"/>
                <a:ext cx="376238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2" name="Line 91"/>
              <p:cNvSpPr>
                <a:spLocks noChangeShapeType="1"/>
              </p:cNvSpPr>
              <p:nvPr/>
            </p:nvSpPr>
            <p:spPr bwMode="auto">
              <a:xfrm flipV="1">
                <a:off x="5272088" y="1935163"/>
                <a:ext cx="1587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3" name="Line 92"/>
              <p:cNvSpPr>
                <a:spLocks noChangeShapeType="1"/>
              </p:cNvSpPr>
              <p:nvPr/>
            </p:nvSpPr>
            <p:spPr bwMode="auto">
              <a:xfrm>
                <a:off x="5272088" y="1935163"/>
                <a:ext cx="3746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4" name="Line 93"/>
              <p:cNvSpPr>
                <a:spLocks noChangeShapeType="1"/>
              </p:cNvSpPr>
              <p:nvPr/>
            </p:nvSpPr>
            <p:spPr bwMode="auto">
              <a:xfrm flipV="1">
                <a:off x="5646738" y="1935163"/>
                <a:ext cx="1587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5" name="Line 94"/>
              <p:cNvSpPr>
                <a:spLocks noChangeShapeType="1"/>
              </p:cNvSpPr>
              <p:nvPr/>
            </p:nvSpPr>
            <p:spPr bwMode="auto">
              <a:xfrm>
                <a:off x="5646738" y="2392363"/>
                <a:ext cx="376237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6" name="Line 95"/>
              <p:cNvSpPr>
                <a:spLocks noChangeShapeType="1"/>
              </p:cNvSpPr>
              <p:nvPr/>
            </p:nvSpPr>
            <p:spPr bwMode="auto">
              <a:xfrm flipV="1">
                <a:off x="6022975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7" name="Line 96"/>
              <p:cNvSpPr>
                <a:spLocks noChangeShapeType="1"/>
              </p:cNvSpPr>
              <p:nvPr/>
            </p:nvSpPr>
            <p:spPr bwMode="auto">
              <a:xfrm>
                <a:off x="6022975" y="1935163"/>
                <a:ext cx="3762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8" name="Line 97"/>
              <p:cNvSpPr>
                <a:spLocks noChangeShapeType="1"/>
              </p:cNvSpPr>
              <p:nvPr/>
            </p:nvSpPr>
            <p:spPr bwMode="auto">
              <a:xfrm flipV="1">
                <a:off x="6399213" y="1935163"/>
                <a:ext cx="1587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69" name="Line 98"/>
              <p:cNvSpPr>
                <a:spLocks noChangeShapeType="1"/>
              </p:cNvSpPr>
              <p:nvPr/>
            </p:nvSpPr>
            <p:spPr bwMode="auto">
              <a:xfrm>
                <a:off x="6399213" y="2392363"/>
                <a:ext cx="376237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0" name="Line 99"/>
              <p:cNvSpPr>
                <a:spLocks noChangeShapeType="1"/>
              </p:cNvSpPr>
              <p:nvPr/>
            </p:nvSpPr>
            <p:spPr bwMode="auto">
              <a:xfrm flipV="1">
                <a:off x="6775450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1" name="Line 100"/>
              <p:cNvSpPr>
                <a:spLocks noChangeShapeType="1"/>
              </p:cNvSpPr>
              <p:nvPr/>
            </p:nvSpPr>
            <p:spPr bwMode="auto">
              <a:xfrm>
                <a:off x="6775450" y="1935163"/>
                <a:ext cx="3746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2" name="Line 101"/>
              <p:cNvSpPr>
                <a:spLocks noChangeShapeType="1"/>
              </p:cNvSpPr>
              <p:nvPr/>
            </p:nvSpPr>
            <p:spPr bwMode="auto">
              <a:xfrm flipV="1">
                <a:off x="7150100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3" name="Line 102"/>
              <p:cNvSpPr>
                <a:spLocks noChangeShapeType="1"/>
              </p:cNvSpPr>
              <p:nvPr/>
            </p:nvSpPr>
            <p:spPr bwMode="auto">
              <a:xfrm>
                <a:off x="7150100" y="2392363"/>
                <a:ext cx="376238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4" name="Line 103"/>
              <p:cNvSpPr>
                <a:spLocks noChangeShapeType="1"/>
              </p:cNvSpPr>
              <p:nvPr/>
            </p:nvSpPr>
            <p:spPr bwMode="auto">
              <a:xfrm flipV="1">
                <a:off x="7526338" y="1935163"/>
                <a:ext cx="1587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5" name="Line 104"/>
              <p:cNvSpPr>
                <a:spLocks noChangeShapeType="1"/>
              </p:cNvSpPr>
              <p:nvPr/>
            </p:nvSpPr>
            <p:spPr bwMode="auto">
              <a:xfrm>
                <a:off x="7526338" y="1935163"/>
                <a:ext cx="3762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6" name="Line 105"/>
              <p:cNvSpPr>
                <a:spLocks noChangeShapeType="1"/>
              </p:cNvSpPr>
              <p:nvPr/>
            </p:nvSpPr>
            <p:spPr bwMode="auto">
              <a:xfrm flipV="1">
                <a:off x="7902575" y="1935163"/>
                <a:ext cx="1588" cy="4572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7" name="Line 106"/>
              <p:cNvSpPr>
                <a:spLocks noChangeShapeType="1"/>
              </p:cNvSpPr>
              <p:nvPr/>
            </p:nvSpPr>
            <p:spPr bwMode="auto">
              <a:xfrm>
                <a:off x="7902575" y="2392363"/>
                <a:ext cx="374650" cy="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578" name="Rectangle 107"/>
              <p:cNvSpPr>
                <a:spLocks noChangeArrowheads="1"/>
              </p:cNvSpPr>
              <p:nvPr/>
            </p:nvSpPr>
            <p:spPr bwMode="auto">
              <a:xfrm>
                <a:off x="900113" y="2108200"/>
                <a:ext cx="307975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900" b="1" i="1">
                    <a:solidFill>
                      <a:srgbClr val="CC00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CP</a:t>
                </a:r>
                <a:endParaRPr lang="en-US" altLang="zh-CN" sz="1600" b="1">
                  <a:solidFill>
                    <a:srgbClr val="CC0099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21529" name="Text Box 7"/>
          <p:cNvSpPr txBox="1">
            <a:spLocks noChangeArrowheads="1"/>
          </p:cNvSpPr>
          <p:nvPr/>
        </p:nvSpPr>
        <p:spPr bwMode="auto">
          <a:xfrm>
            <a:off x="5815013" y="115888"/>
            <a:ext cx="33289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6.2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时序逻辑电路的分析方法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9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40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40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40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40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500"/>
                                        <p:tgtEl>
                                          <p:spTgt spid="39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051" grpId="0" animBg="1"/>
      <p:bldP spid="39986" grpId="0" animBg="1"/>
      <p:bldP spid="40043" grpId="0" animBg="1"/>
      <p:bldP spid="40044" grpId="0" animBg="1"/>
      <p:bldP spid="40045" grpId="0" animBg="1"/>
      <p:bldP spid="39944" grpId="0" animBg="1"/>
      <p:bldP spid="2" grpId="0"/>
      <p:bldP spid="140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Text Box 4"/>
          <p:cNvSpPr txBox="1">
            <a:spLocks noChangeArrowheads="1"/>
          </p:cNvSpPr>
          <p:nvPr/>
        </p:nvSpPr>
        <p:spPr bwMode="auto">
          <a:xfrm>
            <a:off x="684212" y="357188"/>
            <a:ext cx="784822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练习：分析下图所示同步时序电路，要求写出驱动方程和输出方程，并列出状态转换表，画出状态转换图。。</a:t>
            </a:r>
            <a:endParaRPr kumimoji="1" lang="zh-CN" altLang="en-US" sz="2400" b="1">
              <a:solidFill>
                <a:srgbClr val="0000FF"/>
              </a:solidFill>
              <a:latin typeface="宋体" panose="02010600030101010101" pitchFamily="2" charset="-122"/>
            </a:endParaRPr>
          </a:p>
        </p:txBody>
      </p:sp>
      <p:pic>
        <p:nvPicPr>
          <p:cNvPr id="46082" name="图片 76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528" y="1628800"/>
            <a:ext cx="8631589" cy="26642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Text Box 2"/>
          <p:cNvSpPr txBox="1">
            <a:spLocks noChangeArrowheads="1"/>
          </p:cNvSpPr>
          <p:nvPr/>
        </p:nvSpPr>
        <p:spPr bwMode="auto">
          <a:xfrm>
            <a:off x="971550" y="785813"/>
            <a:ext cx="66008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例：分析下图所示异步时序电路的逻辑功能。</a:t>
            </a:r>
            <a:endParaRPr kumimoji="1" lang="zh-CN" altLang="en-US" sz="2400" b="1">
              <a:solidFill>
                <a:srgbClr val="0000FF"/>
              </a:solidFill>
              <a:latin typeface="宋体" panose="02010600030101010101" pitchFamily="2" charset="-122"/>
            </a:endParaRPr>
          </a:p>
        </p:txBody>
      </p:sp>
      <p:sp>
        <p:nvSpPr>
          <p:cNvPr id="23555" name="Text Box 4"/>
          <p:cNvSpPr txBox="1">
            <a:spLocks noChangeArrowheads="1"/>
          </p:cNvSpPr>
          <p:nvPr/>
        </p:nvSpPr>
        <p:spPr bwMode="auto">
          <a:xfrm>
            <a:off x="596900" y="214313"/>
            <a:ext cx="59769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</a:rPr>
              <a:t>三、异步时序逻辑电路的分析举例</a:t>
            </a:r>
            <a:endParaRPr lang="zh-CN" altLang="en-US" sz="2800" b="1">
              <a:solidFill>
                <a:srgbClr val="006600"/>
              </a:solidFill>
            </a:endParaRPr>
          </a:p>
        </p:txBody>
      </p:sp>
      <p:sp>
        <p:nvSpPr>
          <p:cNvPr id="91" name="Text Box 83"/>
          <p:cNvSpPr txBox="1">
            <a:spLocks noChangeArrowheads="1"/>
          </p:cNvSpPr>
          <p:nvPr/>
        </p:nvSpPr>
        <p:spPr bwMode="auto">
          <a:xfrm>
            <a:off x="1300163" y="4292600"/>
            <a:ext cx="3673475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C00000"/>
                </a:solidFill>
                <a:latin typeface="宋体" panose="02010600030101010101" pitchFamily="2" charset="-122"/>
              </a:rPr>
              <a:t>解：① 求驱动方程</a:t>
            </a:r>
            <a:endParaRPr kumimoji="1" lang="zh-CN" altLang="en-US" sz="2400" b="1">
              <a:solidFill>
                <a:srgbClr val="C000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Group 117"/>
          <p:cNvGrpSpPr/>
          <p:nvPr/>
        </p:nvGrpSpPr>
        <p:grpSpPr bwMode="auto">
          <a:xfrm>
            <a:off x="2405063" y="4816475"/>
            <a:ext cx="3022600" cy="1541463"/>
            <a:chOff x="1414" y="3034"/>
            <a:chExt cx="1904" cy="971"/>
          </a:xfrm>
        </p:grpSpPr>
        <p:graphicFrame>
          <p:nvGraphicFramePr>
            <p:cNvPr id="23644" name="Object 2"/>
            <p:cNvGraphicFramePr>
              <a:graphicFrameLocks noChangeAspect="1"/>
            </p:cNvGraphicFramePr>
            <p:nvPr/>
          </p:nvGraphicFramePr>
          <p:xfrm>
            <a:off x="1547" y="3034"/>
            <a:ext cx="1771" cy="9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208" name="公式" r:id="rId1" imgW="1778635" imgH="851535" progId="Equation.3">
                    <p:embed/>
                  </p:oleObj>
                </mc:Choice>
                <mc:Fallback>
                  <p:oleObj name="公式" r:id="rId1" imgW="1778635" imgH="851535" progId="Equation.3">
                    <p:embed/>
                    <p:pic>
                      <p:nvPicPr>
                        <p:cNvPr id="0" name="图片 520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47" y="3034"/>
                          <a:ext cx="1771" cy="9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3645" name="AutoShape 87"/>
            <p:cNvSpPr/>
            <p:nvPr/>
          </p:nvSpPr>
          <p:spPr bwMode="auto">
            <a:xfrm>
              <a:off x="1414" y="3164"/>
              <a:ext cx="91" cy="726"/>
            </a:xfrm>
            <a:prstGeom prst="leftBrace">
              <a:avLst>
                <a:gd name="adj1" fmla="val 131527"/>
                <a:gd name="adj2" fmla="val 50000"/>
              </a:avLst>
            </a:prstGeom>
            <a:noFill/>
            <a:ln w="25400">
              <a:solidFill>
                <a:schemeClr val="tx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95" name="Text Box 88"/>
          <p:cNvSpPr txBox="1">
            <a:spLocks noChangeArrowheads="1"/>
          </p:cNvSpPr>
          <p:nvPr/>
        </p:nvSpPr>
        <p:spPr bwMode="auto">
          <a:xfrm>
            <a:off x="6143625" y="5805488"/>
            <a:ext cx="19288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Moore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型）</a:t>
            </a:r>
            <a:endParaRPr lang="zh-CN" altLang="en-US" sz="2400" b="1">
              <a:solidFill>
                <a:srgbClr val="FF0000"/>
              </a:solidFill>
            </a:endParaRPr>
          </a:p>
        </p:txBody>
      </p:sp>
      <p:grpSp>
        <p:nvGrpSpPr>
          <p:cNvPr id="3" name="组合 100"/>
          <p:cNvGrpSpPr/>
          <p:nvPr/>
        </p:nvGrpSpPr>
        <p:grpSpPr bwMode="auto">
          <a:xfrm>
            <a:off x="755650" y="1562100"/>
            <a:ext cx="7632700" cy="2441575"/>
            <a:chOff x="755650" y="1562100"/>
            <a:chExt cx="7632700" cy="2441575"/>
          </a:xfrm>
        </p:grpSpPr>
        <p:grpSp>
          <p:nvGrpSpPr>
            <p:cNvPr id="23561" name="组合 93"/>
            <p:cNvGrpSpPr/>
            <p:nvPr/>
          </p:nvGrpSpPr>
          <p:grpSpPr bwMode="auto">
            <a:xfrm>
              <a:off x="755650" y="1562100"/>
              <a:ext cx="7632700" cy="2441575"/>
              <a:chOff x="755650" y="1562100"/>
              <a:chExt cx="7632700" cy="2441628"/>
            </a:xfrm>
          </p:grpSpPr>
          <p:grpSp>
            <p:nvGrpSpPr>
              <p:cNvPr id="23568" name="组合 89"/>
              <p:cNvGrpSpPr/>
              <p:nvPr/>
            </p:nvGrpSpPr>
            <p:grpSpPr bwMode="auto">
              <a:xfrm>
                <a:off x="755650" y="1562100"/>
                <a:ext cx="7632700" cy="2401888"/>
                <a:chOff x="755650" y="1690688"/>
                <a:chExt cx="7632701" cy="2401887"/>
              </a:xfrm>
            </p:grpSpPr>
            <p:sp>
              <p:nvSpPr>
                <p:cNvPr id="23571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343025" y="3094038"/>
                  <a:ext cx="1588" cy="993775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72" name="Line 8"/>
                <p:cNvSpPr>
                  <a:spLocks noChangeShapeType="1"/>
                </p:cNvSpPr>
                <p:nvPr/>
              </p:nvSpPr>
              <p:spPr bwMode="auto">
                <a:xfrm>
                  <a:off x="3424237" y="3067050"/>
                  <a:ext cx="648000" cy="0"/>
                </a:xfrm>
                <a:prstGeom prst="line">
                  <a:avLst/>
                </a:prstGeom>
                <a:noFill/>
                <a:ln w="222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73" name="Line 9"/>
                <p:cNvSpPr>
                  <a:spLocks noChangeShapeType="1"/>
                </p:cNvSpPr>
                <p:nvPr/>
              </p:nvSpPr>
              <p:spPr bwMode="auto">
                <a:xfrm>
                  <a:off x="6156325" y="2549525"/>
                  <a:ext cx="3683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74" name="Line 14"/>
                <p:cNvSpPr>
                  <a:spLocks noChangeShapeType="1"/>
                </p:cNvSpPr>
                <p:nvPr/>
              </p:nvSpPr>
              <p:spPr bwMode="auto">
                <a:xfrm>
                  <a:off x="2686049" y="2708275"/>
                  <a:ext cx="756000" cy="1587"/>
                </a:xfrm>
                <a:prstGeom prst="line">
                  <a:avLst/>
                </a:prstGeom>
                <a:noFill/>
                <a:ln w="222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75" name="Rectangle 39"/>
                <p:cNvSpPr>
                  <a:spLocks noChangeArrowheads="1"/>
                </p:cNvSpPr>
                <p:nvPr/>
              </p:nvSpPr>
              <p:spPr bwMode="auto">
                <a:xfrm>
                  <a:off x="755650" y="3787775"/>
                  <a:ext cx="3254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CC0099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CP</a:t>
                  </a:r>
                  <a:endParaRPr lang="en-US" altLang="zh-CN" sz="1600" b="1">
                    <a:solidFill>
                      <a:srgbClr val="CC00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576" name="Line 41"/>
                <p:cNvSpPr>
                  <a:spLocks noChangeShapeType="1"/>
                </p:cNvSpPr>
                <p:nvPr/>
              </p:nvSpPr>
              <p:spPr bwMode="auto">
                <a:xfrm>
                  <a:off x="6127749" y="3028950"/>
                  <a:ext cx="396000" cy="1587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77" name="Line 42"/>
                <p:cNvSpPr>
                  <a:spLocks noChangeShapeType="1"/>
                </p:cNvSpPr>
                <p:nvPr/>
              </p:nvSpPr>
              <p:spPr bwMode="auto">
                <a:xfrm>
                  <a:off x="2714612" y="3455988"/>
                  <a:ext cx="4320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78" name="Line 43"/>
                <p:cNvSpPr>
                  <a:spLocks noChangeShapeType="1"/>
                </p:cNvSpPr>
                <p:nvPr/>
              </p:nvSpPr>
              <p:spPr bwMode="auto">
                <a:xfrm>
                  <a:off x="7596188" y="2635250"/>
                  <a:ext cx="360363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79" name="Line 44"/>
                <p:cNvSpPr>
                  <a:spLocks noChangeShapeType="1"/>
                </p:cNvSpPr>
                <p:nvPr/>
              </p:nvSpPr>
              <p:spPr bwMode="auto">
                <a:xfrm flipH="1" flipV="1">
                  <a:off x="8388350" y="1700213"/>
                  <a:ext cx="0" cy="17160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0" name="Line 45"/>
                <p:cNvSpPr>
                  <a:spLocks noChangeShapeType="1"/>
                </p:cNvSpPr>
                <p:nvPr/>
              </p:nvSpPr>
              <p:spPr bwMode="auto">
                <a:xfrm>
                  <a:off x="5148263" y="2708275"/>
                  <a:ext cx="1368425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1" name="Line 47"/>
                <p:cNvSpPr>
                  <a:spLocks noChangeShapeType="1"/>
                </p:cNvSpPr>
                <p:nvPr/>
              </p:nvSpPr>
              <p:spPr bwMode="auto">
                <a:xfrm>
                  <a:off x="828675" y="4076700"/>
                  <a:ext cx="5292000" cy="0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2" name="Line 48"/>
                <p:cNvSpPr>
                  <a:spLocks noChangeShapeType="1"/>
                </p:cNvSpPr>
                <p:nvPr/>
              </p:nvSpPr>
              <p:spPr bwMode="auto">
                <a:xfrm flipH="1" flipV="1">
                  <a:off x="6129338" y="3024188"/>
                  <a:ext cx="0" cy="1052512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3" name="Line 50"/>
                <p:cNvSpPr>
                  <a:spLocks noChangeShapeType="1"/>
                </p:cNvSpPr>
                <p:nvPr/>
              </p:nvSpPr>
              <p:spPr bwMode="auto">
                <a:xfrm flipV="1">
                  <a:off x="3421062" y="2057390"/>
                  <a:ext cx="0" cy="1009660"/>
                </a:xfrm>
                <a:prstGeom prst="line">
                  <a:avLst/>
                </a:prstGeom>
                <a:noFill/>
                <a:ln w="222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4" name="Line 55"/>
                <p:cNvSpPr>
                  <a:spLocks noChangeShapeType="1"/>
                </p:cNvSpPr>
                <p:nvPr/>
              </p:nvSpPr>
              <p:spPr bwMode="auto">
                <a:xfrm>
                  <a:off x="1331913" y="2717800"/>
                  <a:ext cx="312738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5" name="Line 57"/>
                <p:cNvSpPr>
                  <a:spLocks noChangeShapeType="1"/>
                </p:cNvSpPr>
                <p:nvPr/>
              </p:nvSpPr>
              <p:spPr bwMode="auto">
                <a:xfrm>
                  <a:off x="1343025" y="3094038"/>
                  <a:ext cx="324000" cy="1587"/>
                </a:xfrm>
                <a:prstGeom prst="line">
                  <a:avLst/>
                </a:prstGeom>
                <a:noFill/>
                <a:ln w="22225">
                  <a:solidFill>
                    <a:srgbClr val="CC0099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6" name="Line 59"/>
                <p:cNvSpPr>
                  <a:spLocks noChangeShapeType="1"/>
                </p:cNvSpPr>
                <p:nvPr/>
              </p:nvSpPr>
              <p:spPr bwMode="auto">
                <a:xfrm>
                  <a:off x="3421063" y="2058988"/>
                  <a:ext cx="2735263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7" name="Line 61"/>
                <p:cNvSpPr>
                  <a:spLocks noChangeShapeType="1"/>
                </p:cNvSpPr>
                <p:nvPr/>
              </p:nvSpPr>
              <p:spPr bwMode="auto">
                <a:xfrm flipV="1">
                  <a:off x="6156325" y="2051050"/>
                  <a:ext cx="1588" cy="50400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8" name="Line 67"/>
                <p:cNvSpPr>
                  <a:spLocks noChangeShapeType="1"/>
                </p:cNvSpPr>
                <p:nvPr/>
              </p:nvSpPr>
              <p:spPr bwMode="auto">
                <a:xfrm>
                  <a:off x="1343025" y="1700213"/>
                  <a:ext cx="7045325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89" name="Line 68"/>
                <p:cNvSpPr>
                  <a:spLocks noChangeShapeType="1"/>
                </p:cNvSpPr>
                <p:nvPr/>
              </p:nvSpPr>
              <p:spPr bwMode="auto">
                <a:xfrm flipH="1" flipV="1">
                  <a:off x="1331913" y="1690688"/>
                  <a:ext cx="0" cy="10302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90" name="Rectangle 7"/>
                <p:cNvSpPr>
                  <a:spLocks noChangeArrowheads="1"/>
                </p:cNvSpPr>
                <p:nvPr/>
              </p:nvSpPr>
              <p:spPr bwMode="auto">
                <a:xfrm>
                  <a:off x="4103688" y="2443163"/>
                  <a:ext cx="1039813" cy="1262062"/>
                </a:xfrm>
                <a:prstGeom prst="rect">
                  <a:avLst/>
                </a:prstGeom>
                <a:solidFill>
                  <a:srgbClr val="FFFFFF"/>
                </a:solidFill>
                <a:ln w="42863">
                  <a:solidFill>
                    <a:srgbClr val="000000"/>
                  </a:solidFill>
                  <a:miter lim="800000"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591" name="Rectangle 12"/>
                <p:cNvSpPr>
                  <a:spLocks noChangeArrowheads="1"/>
                </p:cNvSpPr>
                <p:nvPr/>
              </p:nvSpPr>
              <p:spPr bwMode="auto">
                <a:xfrm>
                  <a:off x="4191001" y="2555875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592" name="Rectangle 13"/>
                <p:cNvSpPr>
                  <a:spLocks noChangeArrowheads="1"/>
                </p:cNvSpPr>
                <p:nvPr/>
              </p:nvSpPr>
              <p:spPr bwMode="auto">
                <a:xfrm>
                  <a:off x="4319588" y="2555875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J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593" name="Rectangle 15"/>
                <p:cNvSpPr>
                  <a:spLocks noChangeArrowheads="1"/>
                </p:cNvSpPr>
                <p:nvPr/>
              </p:nvSpPr>
              <p:spPr bwMode="auto">
                <a:xfrm>
                  <a:off x="4298951" y="2919413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594" name="Rectangle 16"/>
                <p:cNvSpPr>
                  <a:spLocks noChangeArrowheads="1"/>
                </p:cNvSpPr>
                <p:nvPr/>
              </p:nvSpPr>
              <p:spPr bwMode="auto">
                <a:xfrm>
                  <a:off x="4492626" y="2919413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595" name="Rectangle 18"/>
                <p:cNvSpPr>
                  <a:spLocks noChangeArrowheads="1"/>
                </p:cNvSpPr>
                <p:nvPr/>
              </p:nvSpPr>
              <p:spPr bwMode="auto">
                <a:xfrm>
                  <a:off x="4146551" y="3281363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596" name="Rectangle 19"/>
                <p:cNvSpPr>
                  <a:spLocks noChangeArrowheads="1"/>
                </p:cNvSpPr>
                <p:nvPr/>
              </p:nvSpPr>
              <p:spPr bwMode="auto">
                <a:xfrm>
                  <a:off x="4276726" y="3281363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K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597" name="Line 20"/>
                <p:cNvSpPr>
                  <a:spLocks noChangeShapeType="1"/>
                </p:cNvSpPr>
                <p:nvPr/>
              </p:nvSpPr>
              <p:spPr bwMode="auto">
                <a:xfrm>
                  <a:off x="4103688" y="2978150"/>
                  <a:ext cx="150813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98" name="Line 21"/>
                <p:cNvSpPr>
                  <a:spLocks noChangeShapeType="1"/>
                </p:cNvSpPr>
                <p:nvPr/>
              </p:nvSpPr>
              <p:spPr bwMode="auto">
                <a:xfrm flipH="1">
                  <a:off x="4103688" y="3073400"/>
                  <a:ext cx="150813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599" name="Rectangle 35"/>
                <p:cNvSpPr>
                  <a:spLocks noChangeArrowheads="1"/>
                </p:cNvSpPr>
                <p:nvPr/>
              </p:nvSpPr>
              <p:spPr bwMode="auto">
                <a:xfrm>
                  <a:off x="4406901" y="2058988"/>
                  <a:ext cx="31418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0" name="Rectangle 36"/>
                <p:cNvSpPr>
                  <a:spLocks noChangeArrowheads="1"/>
                </p:cNvSpPr>
                <p:nvPr/>
              </p:nvSpPr>
              <p:spPr bwMode="auto">
                <a:xfrm>
                  <a:off x="4711701" y="2193925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1" name="Rectangle 70"/>
                <p:cNvSpPr>
                  <a:spLocks noChangeArrowheads="1"/>
                </p:cNvSpPr>
                <p:nvPr/>
              </p:nvSpPr>
              <p:spPr bwMode="auto">
                <a:xfrm>
                  <a:off x="5273676" y="3054350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2" name="Rectangle 71"/>
                <p:cNvSpPr>
                  <a:spLocks noChangeArrowheads="1"/>
                </p:cNvSpPr>
                <p:nvPr/>
              </p:nvSpPr>
              <p:spPr bwMode="auto">
                <a:xfrm>
                  <a:off x="5468938" y="3189288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3" name="Line 72"/>
                <p:cNvSpPr>
                  <a:spLocks noChangeShapeType="1"/>
                </p:cNvSpPr>
                <p:nvPr/>
              </p:nvSpPr>
              <p:spPr bwMode="auto">
                <a:xfrm>
                  <a:off x="5295901" y="3073400"/>
                  <a:ext cx="195263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04" name="Rectangle 73"/>
                <p:cNvSpPr>
                  <a:spLocks noChangeArrowheads="1"/>
                </p:cNvSpPr>
                <p:nvPr/>
              </p:nvSpPr>
              <p:spPr bwMode="auto">
                <a:xfrm>
                  <a:off x="5273676" y="2327275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5" name="Rectangle 74"/>
                <p:cNvSpPr>
                  <a:spLocks noChangeArrowheads="1"/>
                </p:cNvSpPr>
                <p:nvPr/>
              </p:nvSpPr>
              <p:spPr bwMode="auto">
                <a:xfrm>
                  <a:off x="5468938" y="2462213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6" name="Rectangle 23"/>
                <p:cNvSpPr>
                  <a:spLocks noChangeArrowheads="1"/>
                </p:cNvSpPr>
                <p:nvPr/>
              </p:nvSpPr>
              <p:spPr bwMode="auto">
                <a:xfrm>
                  <a:off x="6538913" y="2414588"/>
                  <a:ext cx="1041400" cy="1262062"/>
                </a:xfrm>
                <a:prstGeom prst="rect">
                  <a:avLst/>
                </a:prstGeom>
                <a:solidFill>
                  <a:srgbClr val="FFFFFF"/>
                </a:solidFill>
                <a:ln w="42863">
                  <a:solidFill>
                    <a:srgbClr val="000000"/>
                  </a:solidFill>
                  <a:miter lim="800000"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7" name="Rectangle 24"/>
                <p:cNvSpPr>
                  <a:spLocks noChangeArrowheads="1"/>
                </p:cNvSpPr>
                <p:nvPr/>
              </p:nvSpPr>
              <p:spPr bwMode="auto">
                <a:xfrm>
                  <a:off x="6948488" y="2527300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8" name="Rectangle 25"/>
                <p:cNvSpPr>
                  <a:spLocks noChangeArrowheads="1"/>
                </p:cNvSpPr>
                <p:nvPr/>
              </p:nvSpPr>
              <p:spPr bwMode="auto">
                <a:xfrm>
                  <a:off x="7078663" y="2527300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J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09" name="Rectangle 26"/>
                <p:cNvSpPr>
                  <a:spLocks noChangeArrowheads="1"/>
                </p:cNvSpPr>
                <p:nvPr/>
              </p:nvSpPr>
              <p:spPr bwMode="auto">
                <a:xfrm>
                  <a:off x="6735763" y="2890838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10" name="Rectangle 27"/>
                <p:cNvSpPr>
                  <a:spLocks noChangeArrowheads="1"/>
                </p:cNvSpPr>
                <p:nvPr/>
              </p:nvSpPr>
              <p:spPr bwMode="auto">
                <a:xfrm>
                  <a:off x="6931026" y="2890838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11" name="Rectangle 28"/>
                <p:cNvSpPr>
                  <a:spLocks noChangeArrowheads="1"/>
                </p:cNvSpPr>
                <p:nvPr/>
              </p:nvSpPr>
              <p:spPr bwMode="auto">
                <a:xfrm>
                  <a:off x="6583363" y="3252788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6711951" y="3252788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K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13" name="Line 30"/>
                <p:cNvSpPr>
                  <a:spLocks noChangeShapeType="1"/>
                </p:cNvSpPr>
                <p:nvPr/>
              </p:nvSpPr>
              <p:spPr bwMode="auto">
                <a:xfrm>
                  <a:off x="6538913" y="2949575"/>
                  <a:ext cx="152400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14" name="Line 31"/>
                <p:cNvSpPr>
                  <a:spLocks noChangeShapeType="1"/>
                </p:cNvSpPr>
                <p:nvPr/>
              </p:nvSpPr>
              <p:spPr bwMode="auto">
                <a:xfrm flipH="1">
                  <a:off x="6538913" y="3044825"/>
                  <a:ext cx="152400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15" name="Rectangle 37"/>
                <p:cNvSpPr>
                  <a:spLocks noChangeArrowheads="1"/>
                </p:cNvSpPr>
                <p:nvPr/>
              </p:nvSpPr>
              <p:spPr bwMode="auto">
                <a:xfrm>
                  <a:off x="6842126" y="2030413"/>
                  <a:ext cx="31418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16" name="Rectangle 38"/>
                <p:cNvSpPr>
                  <a:spLocks noChangeArrowheads="1"/>
                </p:cNvSpPr>
                <p:nvPr/>
              </p:nvSpPr>
              <p:spPr bwMode="auto">
                <a:xfrm>
                  <a:off x="7146926" y="2165350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17" name="Rectangle 63"/>
                <p:cNvSpPr>
                  <a:spLocks noChangeArrowheads="1"/>
                </p:cNvSpPr>
                <p:nvPr/>
              </p:nvSpPr>
              <p:spPr bwMode="auto">
                <a:xfrm>
                  <a:off x="6545263" y="2414588"/>
                  <a:ext cx="285750" cy="406400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&amp;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18" name="Rectangle 75"/>
                <p:cNvSpPr>
                  <a:spLocks noChangeArrowheads="1"/>
                </p:cNvSpPr>
                <p:nvPr/>
              </p:nvSpPr>
              <p:spPr bwMode="auto">
                <a:xfrm>
                  <a:off x="7645401" y="2298700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19" name="Rectangle 76"/>
                <p:cNvSpPr>
                  <a:spLocks noChangeArrowheads="1"/>
                </p:cNvSpPr>
                <p:nvPr/>
              </p:nvSpPr>
              <p:spPr bwMode="auto">
                <a:xfrm>
                  <a:off x="7840663" y="2433638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0" name="Rectangle 77"/>
                <p:cNvSpPr>
                  <a:spLocks noChangeArrowheads="1"/>
                </p:cNvSpPr>
                <p:nvPr/>
              </p:nvSpPr>
              <p:spPr bwMode="auto">
                <a:xfrm>
                  <a:off x="7645401" y="3025775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1" name="Rectangle 78"/>
                <p:cNvSpPr>
                  <a:spLocks noChangeArrowheads="1"/>
                </p:cNvSpPr>
                <p:nvPr/>
              </p:nvSpPr>
              <p:spPr bwMode="auto">
                <a:xfrm>
                  <a:off x="7840663" y="3160713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2" name="Line 79"/>
                <p:cNvSpPr>
                  <a:spLocks noChangeShapeType="1"/>
                </p:cNvSpPr>
                <p:nvPr/>
              </p:nvSpPr>
              <p:spPr bwMode="auto">
                <a:xfrm>
                  <a:off x="7667626" y="3044825"/>
                  <a:ext cx="2159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23" name="Rectangle 91"/>
                <p:cNvSpPr>
                  <a:spLocks noChangeArrowheads="1"/>
                </p:cNvSpPr>
                <p:nvPr/>
              </p:nvSpPr>
              <p:spPr bwMode="auto">
                <a:xfrm>
                  <a:off x="1655763" y="2457450"/>
                  <a:ext cx="1039813" cy="1262062"/>
                </a:xfrm>
                <a:prstGeom prst="rect">
                  <a:avLst/>
                </a:prstGeom>
                <a:solidFill>
                  <a:srgbClr val="FFFFFF"/>
                </a:solidFill>
                <a:ln w="42863">
                  <a:solidFill>
                    <a:srgbClr val="000000"/>
                  </a:solidFill>
                  <a:miter lim="800000"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4" name="Rectangle 93"/>
                <p:cNvSpPr>
                  <a:spLocks noChangeArrowheads="1"/>
                </p:cNvSpPr>
                <p:nvPr/>
              </p:nvSpPr>
              <p:spPr bwMode="auto">
                <a:xfrm>
                  <a:off x="1743076" y="2570162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5" name="Rectangle 94"/>
                <p:cNvSpPr>
                  <a:spLocks noChangeArrowheads="1"/>
                </p:cNvSpPr>
                <p:nvPr/>
              </p:nvSpPr>
              <p:spPr bwMode="auto">
                <a:xfrm>
                  <a:off x="1871663" y="2570162"/>
                  <a:ext cx="12700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J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6" name="Rectangle 95"/>
                <p:cNvSpPr>
                  <a:spLocks noChangeArrowheads="1"/>
                </p:cNvSpPr>
                <p:nvPr/>
              </p:nvSpPr>
              <p:spPr bwMode="auto">
                <a:xfrm>
                  <a:off x="1851026" y="2933700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7" name="Rectangle 96"/>
                <p:cNvSpPr>
                  <a:spLocks noChangeArrowheads="1"/>
                </p:cNvSpPr>
                <p:nvPr/>
              </p:nvSpPr>
              <p:spPr bwMode="auto">
                <a:xfrm>
                  <a:off x="2044701" y="2933700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8" name="Rectangle 97"/>
                <p:cNvSpPr>
                  <a:spLocks noChangeArrowheads="1"/>
                </p:cNvSpPr>
                <p:nvPr/>
              </p:nvSpPr>
              <p:spPr bwMode="auto">
                <a:xfrm>
                  <a:off x="1698626" y="3295650"/>
                  <a:ext cx="12858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29" name="Rectangle 98"/>
                <p:cNvSpPr>
                  <a:spLocks noChangeArrowheads="1"/>
                </p:cNvSpPr>
                <p:nvPr/>
              </p:nvSpPr>
              <p:spPr bwMode="auto">
                <a:xfrm>
                  <a:off x="1828801" y="3295650"/>
                  <a:ext cx="171450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K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30" name="Line 99"/>
                <p:cNvSpPr>
                  <a:spLocks noChangeShapeType="1"/>
                </p:cNvSpPr>
                <p:nvPr/>
              </p:nvSpPr>
              <p:spPr bwMode="auto">
                <a:xfrm>
                  <a:off x="1655763" y="2992437"/>
                  <a:ext cx="150813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31" name="Line 100"/>
                <p:cNvSpPr>
                  <a:spLocks noChangeShapeType="1"/>
                </p:cNvSpPr>
                <p:nvPr/>
              </p:nvSpPr>
              <p:spPr bwMode="auto">
                <a:xfrm flipH="1">
                  <a:off x="1655763" y="3087687"/>
                  <a:ext cx="150813" cy="9525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32" name="Rectangle 102"/>
                <p:cNvSpPr>
                  <a:spLocks noChangeArrowheads="1"/>
                </p:cNvSpPr>
                <p:nvPr/>
              </p:nvSpPr>
              <p:spPr bwMode="auto">
                <a:xfrm>
                  <a:off x="1958976" y="2073275"/>
                  <a:ext cx="31418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33" name="Rectangle 103"/>
                <p:cNvSpPr>
                  <a:spLocks noChangeArrowheads="1"/>
                </p:cNvSpPr>
                <p:nvPr/>
              </p:nvSpPr>
              <p:spPr bwMode="auto">
                <a:xfrm>
                  <a:off x="2263776" y="2208212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34" name="Rectangle 104"/>
                <p:cNvSpPr>
                  <a:spLocks noChangeArrowheads="1"/>
                </p:cNvSpPr>
                <p:nvPr/>
              </p:nvSpPr>
              <p:spPr bwMode="auto">
                <a:xfrm>
                  <a:off x="2825751" y="3068637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35" name="Rectangle 105"/>
                <p:cNvSpPr>
                  <a:spLocks noChangeArrowheads="1"/>
                </p:cNvSpPr>
                <p:nvPr/>
              </p:nvSpPr>
              <p:spPr bwMode="auto">
                <a:xfrm>
                  <a:off x="3021013" y="3203575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36" name="Line 106"/>
                <p:cNvSpPr>
                  <a:spLocks noChangeShapeType="1"/>
                </p:cNvSpPr>
                <p:nvPr/>
              </p:nvSpPr>
              <p:spPr bwMode="auto">
                <a:xfrm>
                  <a:off x="2847976" y="3087687"/>
                  <a:ext cx="195263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37" name="Rectangle 107"/>
                <p:cNvSpPr>
                  <a:spLocks noChangeArrowheads="1"/>
                </p:cNvSpPr>
                <p:nvPr/>
              </p:nvSpPr>
              <p:spPr bwMode="auto">
                <a:xfrm>
                  <a:off x="2825751" y="2341562"/>
                  <a:ext cx="185738" cy="3048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38" name="Rectangle 108"/>
                <p:cNvSpPr>
                  <a:spLocks noChangeArrowheads="1"/>
                </p:cNvSpPr>
                <p:nvPr/>
              </p:nvSpPr>
              <p:spPr bwMode="auto">
                <a:xfrm>
                  <a:off x="3021013" y="2476500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39" name="Rectangle 110"/>
                <p:cNvSpPr>
                  <a:spLocks noChangeArrowheads="1"/>
                </p:cNvSpPr>
                <p:nvPr/>
              </p:nvSpPr>
              <p:spPr bwMode="auto">
                <a:xfrm>
                  <a:off x="828675" y="2995613"/>
                  <a:ext cx="431800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 i="1">
                      <a:solidFill>
                        <a:srgbClr val="CC0099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CP</a:t>
                  </a:r>
                  <a:r>
                    <a:rPr lang="en-US" altLang="zh-CN" sz="1600" b="1" i="1" baseline="-25000">
                      <a:solidFill>
                        <a:srgbClr val="CC0099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en-US" altLang="zh-CN" sz="1600" b="1" i="1" baseline="-25000">
                    <a:solidFill>
                      <a:srgbClr val="CC00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40" name="Rectangle 111"/>
                <p:cNvSpPr>
                  <a:spLocks noChangeArrowheads="1"/>
                </p:cNvSpPr>
                <p:nvPr/>
              </p:nvSpPr>
              <p:spPr bwMode="auto">
                <a:xfrm>
                  <a:off x="3636963" y="3140075"/>
                  <a:ext cx="431800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 i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CP</a:t>
                  </a:r>
                  <a:r>
                    <a:rPr lang="en-US" altLang="zh-CN" sz="1600" b="1" i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600" b="1" i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41" name="Rectangle 112"/>
                <p:cNvSpPr>
                  <a:spLocks noChangeArrowheads="1"/>
                </p:cNvSpPr>
                <p:nvPr/>
              </p:nvSpPr>
              <p:spPr bwMode="auto">
                <a:xfrm>
                  <a:off x="5724525" y="2924175"/>
                  <a:ext cx="431800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 i="1">
                      <a:solidFill>
                        <a:srgbClr val="CC0099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CP</a:t>
                  </a:r>
                  <a:r>
                    <a:rPr lang="en-US" altLang="zh-CN" sz="1600" b="1" i="1" baseline="-25000">
                      <a:solidFill>
                        <a:srgbClr val="CC0099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en-US" altLang="zh-CN" sz="1600" b="1" i="1" baseline="-25000">
                    <a:solidFill>
                      <a:srgbClr val="CC0099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642" name="Line 113"/>
                <p:cNvSpPr>
                  <a:spLocks noChangeShapeType="1"/>
                </p:cNvSpPr>
                <p:nvPr/>
              </p:nvSpPr>
              <p:spPr bwMode="auto">
                <a:xfrm>
                  <a:off x="5143505" y="3441700"/>
                  <a:ext cx="432000" cy="1587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3643" name="Line 114"/>
                <p:cNvSpPr>
                  <a:spLocks noChangeShapeType="1"/>
                </p:cNvSpPr>
                <p:nvPr/>
              </p:nvSpPr>
              <p:spPr bwMode="auto">
                <a:xfrm>
                  <a:off x="7669213" y="3413125"/>
                  <a:ext cx="719138" cy="0"/>
                </a:xfrm>
                <a:prstGeom prst="line">
                  <a:avLst/>
                </a:prstGeom>
                <a:noFill/>
                <a:ln w="2222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92" name="椭圆 91"/>
              <p:cNvSpPr/>
              <p:nvPr/>
            </p:nvSpPr>
            <p:spPr>
              <a:xfrm>
                <a:off x="1285875" y="3895776"/>
                <a:ext cx="107950" cy="107952"/>
              </a:xfrm>
              <a:prstGeom prst="ellipse">
                <a:avLst/>
              </a:prstGeom>
              <a:solidFill>
                <a:srgbClr val="FF33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椭圆 92"/>
              <p:cNvSpPr/>
              <p:nvPr/>
            </p:nvSpPr>
            <p:spPr>
              <a:xfrm>
                <a:off x="3367088" y="2519384"/>
                <a:ext cx="107950" cy="107952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4" name="椭圆 93"/>
            <p:cNvSpPr/>
            <p:nvPr/>
          </p:nvSpPr>
          <p:spPr>
            <a:xfrm>
              <a:off x="1528763" y="2909888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96" name="椭圆 95"/>
            <p:cNvSpPr/>
            <p:nvPr/>
          </p:nvSpPr>
          <p:spPr>
            <a:xfrm>
              <a:off x="7610475" y="3233738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97" name="椭圆 96"/>
            <p:cNvSpPr/>
            <p:nvPr/>
          </p:nvSpPr>
          <p:spPr>
            <a:xfrm>
              <a:off x="6410325" y="2847975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98" name="椭圆 97"/>
            <p:cNvSpPr/>
            <p:nvPr/>
          </p:nvSpPr>
          <p:spPr>
            <a:xfrm>
              <a:off x="3981450" y="2886075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99" name="椭圆 98"/>
            <p:cNvSpPr/>
            <p:nvPr/>
          </p:nvSpPr>
          <p:spPr>
            <a:xfrm>
              <a:off x="5167313" y="3257550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100" name="椭圆 99"/>
            <p:cNvSpPr/>
            <p:nvPr/>
          </p:nvSpPr>
          <p:spPr>
            <a:xfrm>
              <a:off x="2724150" y="3267075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</p:grpSp>
      <p:sp>
        <p:nvSpPr>
          <p:cNvPr id="23560" name="Text Box 7"/>
          <p:cNvSpPr txBox="1">
            <a:spLocks noChangeArrowheads="1"/>
          </p:cNvSpPr>
          <p:nvPr/>
        </p:nvSpPr>
        <p:spPr bwMode="auto">
          <a:xfrm>
            <a:off x="5815013" y="-26988"/>
            <a:ext cx="3328987" cy="3683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6.2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时序逻辑电路的分析方法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3" grpId="0"/>
      <p:bldP spid="91" grpId="0"/>
      <p:bldP spid="9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Text Box 2"/>
          <p:cNvSpPr txBox="1">
            <a:spLocks noChangeArrowheads="1"/>
          </p:cNvSpPr>
          <p:nvPr/>
        </p:nvSpPr>
        <p:spPr bwMode="auto">
          <a:xfrm>
            <a:off x="684213" y="142875"/>
            <a:ext cx="2374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C00000"/>
                </a:solidFill>
                <a:latin typeface="宋体" panose="02010600030101010101" pitchFamily="2" charset="-122"/>
              </a:rPr>
              <a:t>② </a:t>
            </a:r>
            <a:r>
              <a:rPr kumimoji="1" lang="zh-CN" altLang="en-US" sz="2400" b="1">
                <a:solidFill>
                  <a:srgbClr val="C00000"/>
                </a:solidFill>
                <a:latin typeface="宋体" panose="02010600030101010101" pitchFamily="2" charset="-122"/>
              </a:rPr>
              <a:t>求状态方程</a:t>
            </a:r>
            <a:endParaRPr kumimoji="1" lang="zh-CN" altLang="en-US" sz="2400" b="1">
              <a:solidFill>
                <a:srgbClr val="C00000"/>
              </a:solidFill>
              <a:latin typeface="宋体" panose="02010600030101010101" pitchFamily="2" charset="-122"/>
            </a:endParaRPr>
          </a:p>
        </p:txBody>
      </p:sp>
      <p:sp>
        <p:nvSpPr>
          <p:cNvPr id="6152" name="Text Box 74"/>
          <p:cNvSpPr txBox="1">
            <a:spLocks noChangeArrowheads="1"/>
          </p:cNvSpPr>
          <p:nvPr/>
        </p:nvSpPr>
        <p:spPr bwMode="auto">
          <a:xfrm>
            <a:off x="1198563" y="3921125"/>
            <a:ext cx="1658937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0        0        0       </a:t>
            </a:r>
            <a:endParaRPr lang="en-US" altLang="zh-CN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0        0        1 </a:t>
            </a:r>
            <a:endParaRPr lang="en-US" altLang="zh-CN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0        1        0</a:t>
            </a:r>
            <a:endParaRPr lang="en-US" altLang="zh-CN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0        1        1</a:t>
            </a:r>
            <a:endParaRPr lang="en-US" altLang="zh-CN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1        0        0 </a:t>
            </a:r>
            <a:endParaRPr lang="en-US" altLang="zh-CN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1        0        1</a:t>
            </a:r>
            <a:endParaRPr lang="en-US" altLang="zh-CN" sz="20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1        1        0</a:t>
            </a:r>
            <a:endParaRPr lang="en-US" altLang="zh-CN" sz="20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1        1        1</a:t>
            </a:r>
            <a:endParaRPr lang="en-US" altLang="zh-CN" sz="20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53" name="Text Box 7"/>
          <p:cNvSpPr txBox="1">
            <a:spLocks noChangeArrowheads="1"/>
          </p:cNvSpPr>
          <p:nvPr/>
        </p:nvSpPr>
        <p:spPr bwMode="auto">
          <a:xfrm>
            <a:off x="684213" y="3071813"/>
            <a:ext cx="18875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C00000"/>
                </a:solidFill>
                <a:latin typeface="宋体" panose="02010600030101010101" pitchFamily="2" charset="-122"/>
              </a:rPr>
              <a:t>③ </a:t>
            </a:r>
            <a:r>
              <a:rPr kumimoji="1" lang="zh-CN" altLang="en-US" sz="2400" b="1">
                <a:solidFill>
                  <a:srgbClr val="C00000"/>
                </a:solidFill>
                <a:latin typeface="宋体" panose="02010600030101010101" pitchFamily="2" charset="-122"/>
              </a:rPr>
              <a:t>列状态表</a:t>
            </a:r>
            <a:endParaRPr kumimoji="1" lang="zh-CN" altLang="en-US" sz="2400" b="1">
              <a:solidFill>
                <a:srgbClr val="C000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4581" name="Group 118"/>
          <p:cNvGrpSpPr/>
          <p:nvPr/>
        </p:nvGrpSpPr>
        <p:grpSpPr bwMode="auto">
          <a:xfrm>
            <a:off x="3419475" y="4287838"/>
            <a:ext cx="0" cy="2519362"/>
            <a:chOff x="3419475" y="4287835"/>
            <a:chExt cx="0" cy="2519363"/>
          </a:xfrm>
        </p:grpSpPr>
        <p:sp>
          <p:nvSpPr>
            <p:cNvPr id="24672" name="Line 87"/>
            <p:cNvSpPr>
              <a:spLocks noChangeShapeType="1"/>
            </p:cNvSpPr>
            <p:nvPr/>
          </p:nvSpPr>
          <p:spPr bwMode="auto">
            <a:xfrm>
              <a:off x="2154" y="2396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3" name="Line 88"/>
            <p:cNvSpPr>
              <a:spLocks noChangeShapeType="1"/>
            </p:cNvSpPr>
            <p:nvPr/>
          </p:nvSpPr>
          <p:spPr bwMode="auto">
            <a:xfrm>
              <a:off x="2154" y="2623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4" name="Line 89"/>
            <p:cNvSpPr>
              <a:spLocks noChangeShapeType="1"/>
            </p:cNvSpPr>
            <p:nvPr/>
          </p:nvSpPr>
          <p:spPr bwMode="auto">
            <a:xfrm>
              <a:off x="2154" y="2804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5" name="Line 90"/>
            <p:cNvSpPr>
              <a:spLocks noChangeShapeType="1"/>
            </p:cNvSpPr>
            <p:nvPr/>
          </p:nvSpPr>
          <p:spPr bwMode="auto">
            <a:xfrm>
              <a:off x="2154" y="3031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6" name="Line 91"/>
            <p:cNvSpPr>
              <a:spLocks noChangeShapeType="1"/>
            </p:cNvSpPr>
            <p:nvPr/>
          </p:nvSpPr>
          <p:spPr bwMode="auto">
            <a:xfrm>
              <a:off x="2154" y="3212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7" name="Line 92"/>
            <p:cNvSpPr>
              <a:spLocks noChangeShapeType="1"/>
            </p:cNvSpPr>
            <p:nvPr/>
          </p:nvSpPr>
          <p:spPr bwMode="auto">
            <a:xfrm>
              <a:off x="2154" y="3439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8" name="Line 93"/>
            <p:cNvSpPr>
              <a:spLocks noChangeShapeType="1"/>
            </p:cNvSpPr>
            <p:nvPr/>
          </p:nvSpPr>
          <p:spPr bwMode="auto">
            <a:xfrm>
              <a:off x="2154" y="3666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9" name="Line 94"/>
            <p:cNvSpPr>
              <a:spLocks noChangeShapeType="1"/>
            </p:cNvSpPr>
            <p:nvPr/>
          </p:nvSpPr>
          <p:spPr bwMode="auto">
            <a:xfrm>
              <a:off x="2154" y="3847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6155" name="Text Box 95"/>
          <p:cNvSpPr txBox="1">
            <a:spLocks noChangeArrowheads="1"/>
          </p:cNvSpPr>
          <p:nvPr/>
        </p:nvSpPr>
        <p:spPr bwMode="auto">
          <a:xfrm>
            <a:off x="4975225" y="3949700"/>
            <a:ext cx="317500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56" name="Text Box 96"/>
          <p:cNvSpPr txBox="1">
            <a:spLocks noChangeArrowheads="1"/>
          </p:cNvSpPr>
          <p:nvPr/>
        </p:nvSpPr>
        <p:spPr bwMode="auto">
          <a:xfrm>
            <a:off x="4989513" y="5245100"/>
            <a:ext cx="303212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58" name="Text Box 99"/>
          <p:cNvSpPr txBox="1">
            <a:spLocks noChangeArrowheads="1"/>
          </p:cNvSpPr>
          <p:nvPr/>
        </p:nvSpPr>
        <p:spPr bwMode="auto">
          <a:xfrm>
            <a:off x="7092950" y="5259388"/>
            <a:ext cx="303213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59" name="Line 100"/>
          <p:cNvSpPr>
            <a:spLocks noChangeShapeType="1"/>
          </p:cNvSpPr>
          <p:nvPr/>
        </p:nvSpPr>
        <p:spPr bwMode="auto">
          <a:xfrm rot="10800000">
            <a:off x="4211638" y="4064000"/>
            <a:ext cx="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60" name="Text Box 101"/>
          <p:cNvSpPr txBox="1">
            <a:spLocks noChangeArrowheads="1"/>
          </p:cNvSpPr>
          <p:nvPr/>
        </p:nvSpPr>
        <p:spPr bwMode="auto">
          <a:xfrm>
            <a:off x="6026150" y="3949700"/>
            <a:ext cx="3603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61" name="Line 102"/>
          <p:cNvSpPr>
            <a:spLocks noChangeShapeType="1"/>
          </p:cNvSpPr>
          <p:nvPr/>
        </p:nvSpPr>
        <p:spPr bwMode="auto">
          <a:xfrm>
            <a:off x="4111625" y="5489575"/>
            <a:ext cx="2159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62" name="Text Box 103"/>
          <p:cNvSpPr txBox="1">
            <a:spLocks noChangeArrowheads="1"/>
          </p:cNvSpPr>
          <p:nvPr/>
        </p:nvSpPr>
        <p:spPr bwMode="auto">
          <a:xfrm>
            <a:off x="6026150" y="4273550"/>
            <a:ext cx="3603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63" name="Line 104"/>
          <p:cNvSpPr>
            <a:spLocks noChangeShapeType="1"/>
          </p:cNvSpPr>
          <p:nvPr/>
        </p:nvSpPr>
        <p:spPr bwMode="auto">
          <a:xfrm>
            <a:off x="4211638" y="4365625"/>
            <a:ext cx="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64" name="Line 105"/>
          <p:cNvSpPr>
            <a:spLocks noChangeShapeType="1"/>
          </p:cNvSpPr>
          <p:nvPr/>
        </p:nvSpPr>
        <p:spPr bwMode="auto">
          <a:xfrm rot="10800000">
            <a:off x="4211638" y="4711700"/>
            <a:ext cx="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65" name="Text Box 106"/>
          <p:cNvSpPr txBox="1">
            <a:spLocks noChangeArrowheads="1"/>
          </p:cNvSpPr>
          <p:nvPr/>
        </p:nvSpPr>
        <p:spPr bwMode="auto">
          <a:xfrm>
            <a:off x="6026150" y="4619625"/>
            <a:ext cx="3603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66" name="Line 107"/>
          <p:cNvSpPr>
            <a:spLocks noChangeShapeType="1"/>
          </p:cNvSpPr>
          <p:nvPr/>
        </p:nvSpPr>
        <p:spPr bwMode="auto">
          <a:xfrm>
            <a:off x="4211638" y="5059363"/>
            <a:ext cx="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67" name="Text Box 108"/>
          <p:cNvSpPr txBox="1">
            <a:spLocks noChangeArrowheads="1"/>
          </p:cNvSpPr>
          <p:nvPr/>
        </p:nvSpPr>
        <p:spPr bwMode="auto">
          <a:xfrm>
            <a:off x="6040438" y="4949825"/>
            <a:ext cx="3603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68" name="Text Box 109"/>
          <p:cNvSpPr txBox="1">
            <a:spLocks noChangeArrowheads="1"/>
          </p:cNvSpPr>
          <p:nvPr/>
        </p:nvSpPr>
        <p:spPr bwMode="auto">
          <a:xfrm>
            <a:off x="6042025" y="5267325"/>
            <a:ext cx="3603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69" name="Line 111"/>
          <p:cNvSpPr>
            <a:spLocks noChangeShapeType="1"/>
          </p:cNvSpPr>
          <p:nvPr/>
        </p:nvSpPr>
        <p:spPr bwMode="auto">
          <a:xfrm>
            <a:off x="4211638" y="5719763"/>
            <a:ext cx="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70" name="Text Box 112"/>
          <p:cNvSpPr txBox="1">
            <a:spLocks noChangeArrowheads="1"/>
          </p:cNvSpPr>
          <p:nvPr/>
        </p:nvSpPr>
        <p:spPr bwMode="auto">
          <a:xfrm>
            <a:off x="6040438" y="5613400"/>
            <a:ext cx="3603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71" name="Line 113"/>
          <p:cNvSpPr>
            <a:spLocks noChangeShapeType="1"/>
          </p:cNvSpPr>
          <p:nvPr/>
        </p:nvSpPr>
        <p:spPr bwMode="auto">
          <a:xfrm>
            <a:off x="4125913" y="6151563"/>
            <a:ext cx="2159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72" name="Text Box 114"/>
          <p:cNvSpPr txBox="1">
            <a:spLocks noChangeArrowheads="1"/>
          </p:cNvSpPr>
          <p:nvPr/>
        </p:nvSpPr>
        <p:spPr bwMode="auto">
          <a:xfrm>
            <a:off x="6040438" y="5957888"/>
            <a:ext cx="3603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173" name="Line 115"/>
          <p:cNvSpPr>
            <a:spLocks noChangeShapeType="1"/>
          </p:cNvSpPr>
          <p:nvPr/>
        </p:nvSpPr>
        <p:spPr bwMode="auto">
          <a:xfrm>
            <a:off x="4211638" y="6367463"/>
            <a:ext cx="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74" name="Text Box 116"/>
          <p:cNvSpPr txBox="1">
            <a:spLocks noChangeArrowheads="1"/>
          </p:cNvSpPr>
          <p:nvPr/>
        </p:nvSpPr>
        <p:spPr bwMode="auto">
          <a:xfrm>
            <a:off x="6070600" y="6289675"/>
            <a:ext cx="3603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4601" name="Group 118"/>
          <p:cNvGrpSpPr/>
          <p:nvPr/>
        </p:nvGrpSpPr>
        <p:grpSpPr bwMode="auto">
          <a:xfrm>
            <a:off x="3571875" y="4330700"/>
            <a:ext cx="0" cy="2519363"/>
            <a:chOff x="3571875" y="4330698"/>
            <a:chExt cx="0" cy="2519362"/>
          </a:xfrm>
        </p:grpSpPr>
        <p:sp>
          <p:nvSpPr>
            <p:cNvPr id="24664" name="Line 87"/>
            <p:cNvSpPr>
              <a:spLocks noChangeShapeType="1"/>
            </p:cNvSpPr>
            <p:nvPr/>
          </p:nvSpPr>
          <p:spPr bwMode="auto">
            <a:xfrm>
              <a:off x="2154" y="2396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65" name="Line 88"/>
            <p:cNvSpPr>
              <a:spLocks noChangeShapeType="1"/>
            </p:cNvSpPr>
            <p:nvPr/>
          </p:nvSpPr>
          <p:spPr bwMode="auto">
            <a:xfrm>
              <a:off x="2154" y="2623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66" name="Line 89"/>
            <p:cNvSpPr>
              <a:spLocks noChangeShapeType="1"/>
            </p:cNvSpPr>
            <p:nvPr/>
          </p:nvSpPr>
          <p:spPr bwMode="auto">
            <a:xfrm>
              <a:off x="2154" y="2804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67" name="Line 90"/>
            <p:cNvSpPr>
              <a:spLocks noChangeShapeType="1"/>
            </p:cNvSpPr>
            <p:nvPr/>
          </p:nvSpPr>
          <p:spPr bwMode="auto">
            <a:xfrm>
              <a:off x="2154" y="3031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68" name="Line 91"/>
            <p:cNvSpPr>
              <a:spLocks noChangeShapeType="1"/>
            </p:cNvSpPr>
            <p:nvPr/>
          </p:nvSpPr>
          <p:spPr bwMode="auto">
            <a:xfrm>
              <a:off x="2154" y="3212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69" name="Line 92"/>
            <p:cNvSpPr>
              <a:spLocks noChangeShapeType="1"/>
            </p:cNvSpPr>
            <p:nvPr/>
          </p:nvSpPr>
          <p:spPr bwMode="auto">
            <a:xfrm>
              <a:off x="2154" y="3439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0" name="Line 93"/>
            <p:cNvSpPr>
              <a:spLocks noChangeShapeType="1"/>
            </p:cNvSpPr>
            <p:nvPr/>
          </p:nvSpPr>
          <p:spPr bwMode="auto">
            <a:xfrm>
              <a:off x="2154" y="3666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4671" name="Line 94"/>
            <p:cNvSpPr>
              <a:spLocks noChangeShapeType="1"/>
            </p:cNvSpPr>
            <p:nvPr/>
          </p:nvSpPr>
          <p:spPr bwMode="auto">
            <a:xfrm>
              <a:off x="2154" y="3847"/>
              <a:ext cx="0" cy="136"/>
            </a:xfrm>
            <a:prstGeom prst="line">
              <a:avLst/>
            </a:prstGeom>
            <a:noFill/>
            <a:ln w="28575">
              <a:solidFill>
                <a:srgbClr val="CC0099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6176" name="Line 87"/>
          <p:cNvSpPr>
            <a:spLocks noChangeShapeType="1"/>
          </p:cNvSpPr>
          <p:nvPr/>
        </p:nvSpPr>
        <p:spPr bwMode="auto">
          <a:xfrm>
            <a:off x="3419475" y="4064000"/>
            <a:ext cx="0" cy="215900"/>
          </a:xfrm>
          <a:prstGeom prst="line">
            <a:avLst/>
          </a:prstGeom>
          <a:noFill/>
          <a:ln w="28575">
            <a:solidFill>
              <a:srgbClr val="CC0099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77" name="Line 88"/>
          <p:cNvSpPr>
            <a:spLocks noChangeShapeType="1"/>
          </p:cNvSpPr>
          <p:nvPr/>
        </p:nvSpPr>
        <p:spPr bwMode="auto">
          <a:xfrm>
            <a:off x="3419475" y="4373563"/>
            <a:ext cx="0" cy="215900"/>
          </a:xfrm>
          <a:prstGeom prst="line">
            <a:avLst/>
          </a:prstGeom>
          <a:noFill/>
          <a:ln w="28575">
            <a:solidFill>
              <a:srgbClr val="CC0099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78" name="Line 89"/>
          <p:cNvSpPr>
            <a:spLocks noChangeShapeType="1"/>
          </p:cNvSpPr>
          <p:nvPr/>
        </p:nvSpPr>
        <p:spPr bwMode="auto">
          <a:xfrm>
            <a:off x="3419475" y="4724400"/>
            <a:ext cx="0" cy="215900"/>
          </a:xfrm>
          <a:prstGeom prst="line">
            <a:avLst/>
          </a:prstGeom>
          <a:noFill/>
          <a:ln w="28575">
            <a:solidFill>
              <a:srgbClr val="CC0099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79" name="Line 90"/>
          <p:cNvSpPr>
            <a:spLocks noChangeShapeType="1"/>
          </p:cNvSpPr>
          <p:nvPr/>
        </p:nvSpPr>
        <p:spPr bwMode="auto">
          <a:xfrm>
            <a:off x="3419475" y="5059363"/>
            <a:ext cx="0" cy="215900"/>
          </a:xfrm>
          <a:prstGeom prst="line">
            <a:avLst/>
          </a:prstGeom>
          <a:noFill/>
          <a:ln w="28575">
            <a:solidFill>
              <a:srgbClr val="CC0099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80" name="Line 91"/>
          <p:cNvSpPr>
            <a:spLocks noChangeShapeType="1"/>
          </p:cNvSpPr>
          <p:nvPr/>
        </p:nvSpPr>
        <p:spPr bwMode="auto">
          <a:xfrm>
            <a:off x="3419475" y="5372100"/>
            <a:ext cx="0" cy="215900"/>
          </a:xfrm>
          <a:prstGeom prst="line">
            <a:avLst/>
          </a:prstGeom>
          <a:noFill/>
          <a:ln w="28575">
            <a:solidFill>
              <a:srgbClr val="CC0099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81" name="Line 92"/>
          <p:cNvSpPr>
            <a:spLocks noChangeShapeType="1"/>
          </p:cNvSpPr>
          <p:nvPr/>
        </p:nvSpPr>
        <p:spPr bwMode="auto">
          <a:xfrm>
            <a:off x="3419475" y="5732463"/>
            <a:ext cx="0" cy="215900"/>
          </a:xfrm>
          <a:prstGeom prst="line">
            <a:avLst/>
          </a:prstGeom>
          <a:noFill/>
          <a:ln w="28575">
            <a:solidFill>
              <a:srgbClr val="CC0099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82" name="Line 93"/>
          <p:cNvSpPr>
            <a:spLocks noChangeShapeType="1"/>
          </p:cNvSpPr>
          <p:nvPr/>
        </p:nvSpPr>
        <p:spPr bwMode="auto">
          <a:xfrm>
            <a:off x="3419475" y="6067425"/>
            <a:ext cx="0" cy="215900"/>
          </a:xfrm>
          <a:prstGeom prst="line">
            <a:avLst/>
          </a:prstGeom>
          <a:noFill/>
          <a:ln w="28575">
            <a:solidFill>
              <a:srgbClr val="CC0099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6183" name="Line 94"/>
          <p:cNvSpPr>
            <a:spLocks noChangeShapeType="1"/>
          </p:cNvSpPr>
          <p:nvPr/>
        </p:nvSpPr>
        <p:spPr bwMode="auto">
          <a:xfrm>
            <a:off x="3419475" y="6380163"/>
            <a:ext cx="0" cy="215900"/>
          </a:xfrm>
          <a:prstGeom prst="line">
            <a:avLst/>
          </a:prstGeom>
          <a:noFill/>
          <a:ln w="28575">
            <a:solidFill>
              <a:srgbClr val="CC0099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grpSp>
        <p:nvGrpSpPr>
          <p:cNvPr id="4" name="组合 72"/>
          <p:cNvGrpSpPr/>
          <p:nvPr/>
        </p:nvGrpSpPr>
        <p:grpSpPr bwMode="auto">
          <a:xfrm>
            <a:off x="1214438" y="642938"/>
            <a:ext cx="3070225" cy="561975"/>
            <a:chOff x="5072066" y="2152645"/>
            <a:chExt cx="3070231" cy="561975"/>
          </a:xfrm>
        </p:grpSpPr>
        <p:graphicFrame>
          <p:nvGraphicFramePr>
            <p:cNvPr id="24662" name="Object 3"/>
            <p:cNvGraphicFramePr>
              <a:graphicFrameLocks noChangeAspect="1"/>
            </p:cNvGraphicFramePr>
            <p:nvPr/>
          </p:nvGraphicFramePr>
          <p:xfrm>
            <a:off x="6000760" y="2152645"/>
            <a:ext cx="2141537" cy="5619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401" name="公式" r:id="rId1" imgW="1428115" imgH="200660" progId="Equation.3">
                    <p:embed/>
                  </p:oleObj>
                </mc:Choice>
                <mc:Fallback>
                  <p:oleObj name="公式" r:id="rId1" imgW="1428115" imgH="200660" progId="Equation.3">
                    <p:embed/>
                    <p:pic>
                      <p:nvPicPr>
                        <p:cNvPr id="0" name="图片 640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000760" y="2152645"/>
                          <a:ext cx="2141537" cy="5619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4663" name="矩形 71"/>
            <p:cNvSpPr>
              <a:spLocks noChangeArrowheads="1"/>
            </p:cNvSpPr>
            <p:nvPr/>
          </p:nvSpPr>
          <p:spPr bwMode="auto">
            <a:xfrm>
              <a:off x="5072066" y="2214554"/>
              <a:ext cx="111440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zh-CN" altLang="en-US" sz="2400" b="1">
                  <a:solidFill>
                    <a:srgbClr val="0000FF"/>
                  </a:solidFill>
                  <a:latin typeface="宋体" panose="02010600030101010101" pitchFamily="2" charset="-122"/>
                </a:rPr>
                <a:t>代入</a:t>
              </a:r>
              <a:r>
                <a:rPr kumimoji="1" lang="en-US" altLang="zh-CN" sz="2400" b="1">
                  <a:solidFill>
                    <a:srgbClr val="0000FF"/>
                  </a:solidFill>
                  <a:latin typeface="宋体" panose="02010600030101010101" pitchFamily="2" charset="-122"/>
                </a:rPr>
                <a:t>:</a:t>
              </a:r>
              <a:r>
                <a:rPr kumimoji="1" lang="zh-CN" altLang="en-US" sz="2400" b="1">
                  <a:solidFill>
                    <a:srgbClr val="C00000"/>
                  </a:solidFill>
                  <a:latin typeface="宋体" panose="02010600030101010101" pitchFamily="2" charset="-122"/>
                </a:rPr>
                <a:t> </a:t>
              </a:r>
              <a:endParaRPr kumimoji="1" lang="zh-CN" altLang="en-US" sz="2400" b="1">
                <a:solidFill>
                  <a:srgbClr val="C00000"/>
                </a:solidFill>
                <a:latin typeface="宋体" panose="02010600030101010101" pitchFamily="2" charset="-122"/>
              </a:endParaRPr>
            </a:p>
          </p:txBody>
        </p:sp>
      </p:grpSp>
      <p:grpSp>
        <p:nvGrpSpPr>
          <p:cNvPr id="5" name="组合 75"/>
          <p:cNvGrpSpPr/>
          <p:nvPr/>
        </p:nvGrpSpPr>
        <p:grpSpPr bwMode="auto">
          <a:xfrm>
            <a:off x="1116013" y="3544888"/>
            <a:ext cx="6840537" cy="3111500"/>
            <a:chOff x="1116013" y="3544885"/>
            <a:chExt cx="6840537" cy="3111501"/>
          </a:xfrm>
        </p:grpSpPr>
        <p:graphicFrame>
          <p:nvGraphicFramePr>
            <p:cNvPr id="24645" name="Object 4"/>
            <p:cNvGraphicFramePr>
              <a:graphicFrameLocks noChangeAspect="1"/>
            </p:cNvGraphicFramePr>
            <p:nvPr/>
          </p:nvGraphicFramePr>
          <p:xfrm>
            <a:off x="1144588" y="3544885"/>
            <a:ext cx="6808787" cy="4857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402" name="公式" r:id="rId3" imgW="4885055" imgH="150495" progId="Equation.3">
                    <p:embed/>
                  </p:oleObj>
                </mc:Choice>
                <mc:Fallback>
                  <p:oleObj name="公式" r:id="rId3" imgW="4885055" imgH="150495" progId="Equation.3">
                    <p:embed/>
                    <p:pic>
                      <p:nvPicPr>
                        <p:cNvPr id="0" name="图片 640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44588" y="3544885"/>
                          <a:ext cx="6808787" cy="4857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4646" name="组合 73"/>
            <p:cNvGrpSpPr/>
            <p:nvPr/>
          </p:nvGrpSpPr>
          <p:grpSpPr bwMode="auto">
            <a:xfrm>
              <a:off x="1116013" y="3559173"/>
              <a:ext cx="6840537" cy="3097213"/>
              <a:chOff x="1116013" y="3559173"/>
              <a:chExt cx="6840537" cy="3097213"/>
            </a:xfrm>
          </p:grpSpPr>
          <p:sp>
            <p:nvSpPr>
              <p:cNvPr id="24647" name="Line 68"/>
              <p:cNvSpPr>
                <a:spLocks noChangeShapeType="1"/>
              </p:cNvSpPr>
              <p:nvPr/>
            </p:nvSpPr>
            <p:spPr bwMode="auto">
              <a:xfrm>
                <a:off x="1116013" y="3559173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48" name="Line 71"/>
              <p:cNvSpPr>
                <a:spLocks noChangeShapeType="1"/>
              </p:cNvSpPr>
              <p:nvPr/>
            </p:nvSpPr>
            <p:spPr bwMode="auto">
              <a:xfrm>
                <a:off x="3060700" y="3559173"/>
                <a:ext cx="0" cy="30972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49" name="Line 72"/>
              <p:cNvSpPr>
                <a:spLocks noChangeShapeType="1"/>
              </p:cNvSpPr>
              <p:nvPr/>
            </p:nvSpPr>
            <p:spPr bwMode="auto">
              <a:xfrm>
                <a:off x="1130300" y="3992560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0" name="Line 73"/>
              <p:cNvSpPr>
                <a:spLocks noChangeShapeType="1"/>
              </p:cNvSpPr>
              <p:nvPr/>
            </p:nvSpPr>
            <p:spPr bwMode="auto">
              <a:xfrm>
                <a:off x="1187450" y="6656385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1" name="Line 75"/>
              <p:cNvSpPr>
                <a:spLocks noChangeShapeType="1"/>
              </p:cNvSpPr>
              <p:nvPr/>
            </p:nvSpPr>
            <p:spPr bwMode="auto">
              <a:xfrm>
                <a:off x="3852863" y="3559173"/>
                <a:ext cx="0" cy="30972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2" name="Line 76"/>
              <p:cNvSpPr>
                <a:spLocks noChangeShapeType="1"/>
              </p:cNvSpPr>
              <p:nvPr/>
            </p:nvSpPr>
            <p:spPr bwMode="auto">
              <a:xfrm>
                <a:off x="4645025" y="3559173"/>
                <a:ext cx="0" cy="3097213"/>
              </a:xfrm>
              <a:prstGeom prst="line">
                <a:avLst/>
              </a:prstGeom>
              <a:noFill/>
              <a:ln w="25400" cmpd="thickThin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3" name="Line 77"/>
              <p:cNvSpPr>
                <a:spLocks noChangeShapeType="1"/>
              </p:cNvSpPr>
              <p:nvPr/>
            </p:nvSpPr>
            <p:spPr bwMode="auto">
              <a:xfrm>
                <a:off x="5738813" y="3559173"/>
                <a:ext cx="0" cy="30972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4" name="Line 78"/>
              <p:cNvSpPr>
                <a:spLocks noChangeShapeType="1"/>
              </p:cNvSpPr>
              <p:nvPr/>
            </p:nvSpPr>
            <p:spPr bwMode="auto">
              <a:xfrm>
                <a:off x="6804025" y="3559173"/>
                <a:ext cx="0" cy="30972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5" name="Line 79"/>
              <p:cNvSpPr>
                <a:spLocks noChangeShapeType="1"/>
              </p:cNvSpPr>
              <p:nvPr/>
            </p:nvSpPr>
            <p:spPr bwMode="auto">
              <a:xfrm>
                <a:off x="1144588" y="4322760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6" name="Line 80"/>
              <p:cNvSpPr>
                <a:spLocks noChangeShapeType="1"/>
              </p:cNvSpPr>
              <p:nvPr/>
            </p:nvSpPr>
            <p:spPr bwMode="auto">
              <a:xfrm>
                <a:off x="1158875" y="4640260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7" name="Line 81"/>
              <p:cNvSpPr>
                <a:spLocks noChangeShapeType="1"/>
              </p:cNvSpPr>
              <p:nvPr/>
            </p:nvSpPr>
            <p:spPr bwMode="auto">
              <a:xfrm>
                <a:off x="1158875" y="4986335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8" name="Line 82"/>
              <p:cNvSpPr>
                <a:spLocks noChangeShapeType="1"/>
              </p:cNvSpPr>
              <p:nvPr/>
            </p:nvSpPr>
            <p:spPr bwMode="auto">
              <a:xfrm>
                <a:off x="1158875" y="5302248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59" name="Line 83"/>
              <p:cNvSpPr>
                <a:spLocks noChangeShapeType="1"/>
              </p:cNvSpPr>
              <p:nvPr/>
            </p:nvSpPr>
            <p:spPr bwMode="auto">
              <a:xfrm>
                <a:off x="1144588" y="5648323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60" name="Line 84"/>
              <p:cNvSpPr>
                <a:spLocks noChangeShapeType="1"/>
              </p:cNvSpPr>
              <p:nvPr/>
            </p:nvSpPr>
            <p:spPr bwMode="auto">
              <a:xfrm>
                <a:off x="1158875" y="6008685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661" name="Line 85"/>
              <p:cNvSpPr>
                <a:spLocks noChangeShapeType="1"/>
              </p:cNvSpPr>
              <p:nvPr/>
            </p:nvSpPr>
            <p:spPr bwMode="auto">
              <a:xfrm>
                <a:off x="1173163" y="6324598"/>
                <a:ext cx="67691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94" name="Text Box 98"/>
          <p:cNvSpPr txBox="1">
            <a:spLocks noChangeArrowheads="1"/>
          </p:cNvSpPr>
          <p:nvPr/>
        </p:nvSpPr>
        <p:spPr bwMode="auto">
          <a:xfrm>
            <a:off x="7072313" y="3929063"/>
            <a:ext cx="360362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6" name="Text Box 95"/>
          <p:cNvSpPr txBox="1">
            <a:spLocks noChangeArrowheads="1"/>
          </p:cNvSpPr>
          <p:nvPr/>
        </p:nvSpPr>
        <p:spPr bwMode="auto">
          <a:xfrm>
            <a:off x="4972050" y="4270375"/>
            <a:ext cx="317500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7" name="Text Box 98"/>
          <p:cNvSpPr txBox="1">
            <a:spLocks noChangeArrowheads="1"/>
          </p:cNvSpPr>
          <p:nvPr/>
        </p:nvSpPr>
        <p:spPr bwMode="auto">
          <a:xfrm>
            <a:off x="7069138" y="4249738"/>
            <a:ext cx="360362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8" name="Text Box 95"/>
          <p:cNvSpPr txBox="1">
            <a:spLocks noChangeArrowheads="1"/>
          </p:cNvSpPr>
          <p:nvPr/>
        </p:nvSpPr>
        <p:spPr bwMode="auto">
          <a:xfrm>
            <a:off x="4972050" y="4611688"/>
            <a:ext cx="317500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9" name="Text Box 98"/>
          <p:cNvSpPr txBox="1">
            <a:spLocks noChangeArrowheads="1"/>
          </p:cNvSpPr>
          <p:nvPr/>
        </p:nvSpPr>
        <p:spPr bwMode="auto">
          <a:xfrm>
            <a:off x="7069138" y="4591050"/>
            <a:ext cx="360362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Text Box 95"/>
          <p:cNvSpPr txBox="1">
            <a:spLocks noChangeArrowheads="1"/>
          </p:cNvSpPr>
          <p:nvPr/>
        </p:nvSpPr>
        <p:spPr bwMode="auto">
          <a:xfrm>
            <a:off x="4972050" y="4935538"/>
            <a:ext cx="317500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1" name="Text Box 98"/>
          <p:cNvSpPr txBox="1">
            <a:spLocks noChangeArrowheads="1"/>
          </p:cNvSpPr>
          <p:nvPr/>
        </p:nvSpPr>
        <p:spPr bwMode="auto">
          <a:xfrm>
            <a:off x="7069138" y="4914900"/>
            <a:ext cx="360362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" name="组合 111"/>
          <p:cNvGrpSpPr/>
          <p:nvPr/>
        </p:nvGrpSpPr>
        <p:grpSpPr bwMode="auto">
          <a:xfrm>
            <a:off x="714375" y="4143375"/>
            <a:ext cx="500063" cy="1287463"/>
            <a:chOff x="6286512" y="571480"/>
            <a:chExt cx="428628" cy="1358910"/>
          </a:xfrm>
        </p:grpSpPr>
        <p:cxnSp>
          <p:nvCxnSpPr>
            <p:cNvPr id="109" name="直接连接符 108"/>
            <p:cNvCxnSpPr/>
            <p:nvPr/>
          </p:nvCxnSpPr>
          <p:spPr>
            <a:xfrm>
              <a:off x="6286512" y="1928714"/>
              <a:ext cx="428628" cy="1676"/>
            </a:xfrm>
            <a:prstGeom prst="line">
              <a:avLst/>
            </a:prstGeom>
            <a:ln w="31750">
              <a:solidFill>
                <a:srgbClr val="FF3399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接连接符 109"/>
            <p:cNvCxnSpPr/>
            <p:nvPr/>
          </p:nvCxnSpPr>
          <p:spPr>
            <a:xfrm rot="16200000" flipH="1">
              <a:off x="5607057" y="1250936"/>
              <a:ext cx="1358910" cy="0"/>
            </a:xfrm>
            <a:prstGeom prst="line">
              <a:avLst/>
            </a:prstGeom>
            <a:ln w="31750">
              <a:solidFill>
                <a:srgbClr val="FF3399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接连接符 110"/>
            <p:cNvCxnSpPr/>
            <p:nvPr/>
          </p:nvCxnSpPr>
          <p:spPr>
            <a:xfrm>
              <a:off x="6286512" y="571480"/>
              <a:ext cx="428628" cy="1676"/>
            </a:xfrm>
            <a:prstGeom prst="line">
              <a:avLst/>
            </a:prstGeom>
            <a:ln w="31750">
              <a:solidFill>
                <a:srgbClr val="FF3399"/>
              </a:solidFill>
              <a:prstDash val="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3" name="Text Box 96"/>
          <p:cNvSpPr txBox="1">
            <a:spLocks noChangeArrowheads="1"/>
          </p:cNvSpPr>
          <p:nvPr/>
        </p:nvSpPr>
        <p:spPr bwMode="auto">
          <a:xfrm>
            <a:off x="5000625" y="5618163"/>
            <a:ext cx="303213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" name="Text Box 99"/>
          <p:cNvSpPr txBox="1">
            <a:spLocks noChangeArrowheads="1"/>
          </p:cNvSpPr>
          <p:nvPr/>
        </p:nvSpPr>
        <p:spPr bwMode="auto">
          <a:xfrm>
            <a:off x="7104063" y="5632450"/>
            <a:ext cx="303212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" name="组合 114"/>
          <p:cNvGrpSpPr/>
          <p:nvPr/>
        </p:nvGrpSpPr>
        <p:grpSpPr bwMode="auto">
          <a:xfrm flipH="1">
            <a:off x="7572375" y="4857750"/>
            <a:ext cx="500063" cy="930275"/>
            <a:chOff x="6286512" y="571480"/>
            <a:chExt cx="428628" cy="1358910"/>
          </a:xfrm>
        </p:grpSpPr>
        <p:cxnSp>
          <p:nvCxnSpPr>
            <p:cNvPr id="116" name="直接连接符 115"/>
            <p:cNvCxnSpPr/>
            <p:nvPr/>
          </p:nvCxnSpPr>
          <p:spPr>
            <a:xfrm>
              <a:off x="6286512" y="1928072"/>
              <a:ext cx="428628" cy="2318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接连接符 116"/>
            <p:cNvCxnSpPr/>
            <p:nvPr/>
          </p:nvCxnSpPr>
          <p:spPr>
            <a:xfrm rot="16200000" flipH="1">
              <a:off x="5607057" y="1250936"/>
              <a:ext cx="1358910" cy="0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/>
            <p:nvPr/>
          </p:nvCxnSpPr>
          <p:spPr>
            <a:xfrm>
              <a:off x="6286512" y="571480"/>
              <a:ext cx="428628" cy="2320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 Box 96"/>
          <p:cNvSpPr txBox="1">
            <a:spLocks noChangeArrowheads="1"/>
          </p:cNvSpPr>
          <p:nvPr/>
        </p:nvSpPr>
        <p:spPr bwMode="auto">
          <a:xfrm>
            <a:off x="5000625" y="5937250"/>
            <a:ext cx="303213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" name="Text Box 99"/>
          <p:cNvSpPr txBox="1">
            <a:spLocks noChangeArrowheads="1"/>
          </p:cNvSpPr>
          <p:nvPr/>
        </p:nvSpPr>
        <p:spPr bwMode="auto">
          <a:xfrm>
            <a:off x="7104063" y="5951538"/>
            <a:ext cx="303212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9" name="组合 120"/>
          <p:cNvGrpSpPr/>
          <p:nvPr/>
        </p:nvGrpSpPr>
        <p:grpSpPr bwMode="auto">
          <a:xfrm flipH="1">
            <a:off x="7724775" y="4856163"/>
            <a:ext cx="500063" cy="1287462"/>
            <a:chOff x="6286512" y="571480"/>
            <a:chExt cx="428628" cy="1358910"/>
          </a:xfrm>
        </p:grpSpPr>
        <p:cxnSp>
          <p:nvCxnSpPr>
            <p:cNvPr id="122" name="直接连接符 121"/>
            <p:cNvCxnSpPr/>
            <p:nvPr/>
          </p:nvCxnSpPr>
          <p:spPr>
            <a:xfrm>
              <a:off x="6286512" y="1928715"/>
              <a:ext cx="428628" cy="1675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直接连接符 122"/>
            <p:cNvCxnSpPr/>
            <p:nvPr/>
          </p:nvCxnSpPr>
          <p:spPr>
            <a:xfrm rot="16200000" flipH="1">
              <a:off x="5607057" y="1250935"/>
              <a:ext cx="1358910" cy="0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接连接符 123"/>
            <p:cNvCxnSpPr/>
            <p:nvPr/>
          </p:nvCxnSpPr>
          <p:spPr>
            <a:xfrm>
              <a:off x="6286512" y="571480"/>
              <a:ext cx="428628" cy="1675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5" name="Text Box 96"/>
          <p:cNvSpPr txBox="1">
            <a:spLocks noChangeArrowheads="1"/>
          </p:cNvSpPr>
          <p:nvPr/>
        </p:nvSpPr>
        <p:spPr bwMode="auto">
          <a:xfrm>
            <a:off x="5000625" y="6253163"/>
            <a:ext cx="303213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6" name="Text Box 99"/>
          <p:cNvSpPr txBox="1">
            <a:spLocks noChangeArrowheads="1"/>
          </p:cNvSpPr>
          <p:nvPr/>
        </p:nvSpPr>
        <p:spPr bwMode="auto">
          <a:xfrm>
            <a:off x="7104063" y="6267450"/>
            <a:ext cx="303212" cy="40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" name="组合 126"/>
          <p:cNvGrpSpPr/>
          <p:nvPr/>
        </p:nvGrpSpPr>
        <p:grpSpPr bwMode="auto">
          <a:xfrm flipH="1">
            <a:off x="7877175" y="4143375"/>
            <a:ext cx="500063" cy="2357438"/>
            <a:chOff x="6286512" y="571480"/>
            <a:chExt cx="428628" cy="1358910"/>
          </a:xfrm>
        </p:grpSpPr>
        <p:cxnSp>
          <p:nvCxnSpPr>
            <p:cNvPr id="128" name="直接连接符 127"/>
            <p:cNvCxnSpPr/>
            <p:nvPr/>
          </p:nvCxnSpPr>
          <p:spPr>
            <a:xfrm>
              <a:off x="6286512" y="1928560"/>
              <a:ext cx="428628" cy="1830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接连接符 128"/>
            <p:cNvCxnSpPr/>
            <p:nvPr/>
          </p:nvCxnSpPr>
          <p:spPr>
            <a:xfrm rot="16200000" flipH="1">
              <a:off x="5607057" y="1250935"/>
              <a:ext cx="1358910" cy="0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接连接符 129"/>
            <p:cNvCxnSpPr/>
            <p:nvPr/>
          </p:nvCxnSpPr>
          <p:spPr>
            <a:xfrm>
              <a:off x="6286512" y="571480"/>
              <a:ext cx="428628" cy="1830"/>
            </a:xfrm>
            <a:prstGeom prst="line">
              <a:avLst/>
            </a:prstGeom>
            <a:ln w="31750">
              <a:solidFill>
                <a:srgbClr val="7030A0"/>
              </a:solidFill>
              <a:prstDash val="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 119"/>
          <p:cNvGrpSpPr/>
          <p:nvPr/>
        </p:nvGrpSpPr>
        <p:grpSpPr bwMode="auto">
          <a:xfrm>
            <a:off x="1368425" y="1312863"/>
            <a:ext cx="3203575" cy="1687512"/>
            <a:chOff x="711" y="709"/>
            <a:chExt cx="2018" cy="1063"/>
          </a:xfrm>
        </p:grpSpPr>
        <p:graphicFrame>
          <p:nvGraphicFramePr>
            <p:cNvPr id="24631" name="Object 2"/>
            <p:cNvGraphicFramePr>
              <a:graphicFrameLocks noChangeAspect="1"/>
            </p:cNvGraphicFramePr>
            <p:nvPr/>
          </p:nvGraphicFramePr>
          <p:xfrm>
            <a:off x="839" y="709"/>
            <a:ext cx="1890" cy="10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403" name="公式" r:id="rId5" imgW="2054225" imgH="939165" progId="Equation.3">
                    <p:embed/>
                  </p:oleObj>
                </mc:Choice>
                <mc:Fallback>
                  <p:oleObj name="公式" r:id="rId5" imgW="2054225" imgH="939165" progId="Equation.3">
                    <p:embed/>
                    <p:pic>
                      <p:nvPicPr>
                        <p:cNvPr id="0" name="图片 640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39" y="709"/>
                          <a:ext cx="1890" cy="10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4632" name="AutoShape 6"/>
            <p:cNvSpPr/>
            <p:nvPr/>
          </p:nvSpPr>
          <p:spPr bwMode="auto">
            <a:xfrm>
              <a:off x="711" y="845"/>
              <a:ext cx="91" cy="854"/>
            </a:xfrm>
            <a:prstGeom prst="leftBrace">
              <a:avLst>
                <a:gd name="adj1" fmla="val 78205"/>
                <a:gd name="adj2" fmla="val 50000"/>
              </a:avLst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24630" name="Text Box 7"/>
          <p:cNvSpPr txBox="1">
            <a:spLocks noChangeArrowheads="1"/>
          </p:cNvSpPr>
          <p:nvPr/>
        </p:nvSpPr>
        <p:spPr bwMode="auto">
          <a:xfrm>
            <a:off x="5815013" y="115888"/>
            <a:ext cx="33289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6.2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时序逻辑电路的分析方法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6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6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6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6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6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6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6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6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61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8" dur="500"/>
                                        <p:tgtEl>
                                          <p:spTgt spid="6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00"/>
                                        <p:tgtEl>
                                          <p:spTgt spid="6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6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500"/>
                                        <p:tgtEl>
                                          <p:spTgt spid="61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500"/>
                                        <p:tgtEl>
                                          <p:spTgt spid="6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500"/>
                                        <p:tgtEl>
                                          <p:spTgt spid="6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500"/>
                                        <p:tgtEl>
                                          <p:spTgt spid="6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500"/>
                                        <p:tgtEl>
                                          <p:spTgt spid="61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500"/>
                                        <p:tgtEl>
                                          <p:spTgt spid="6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500"/>
                                        <p:tgtEl>
                                          <p:spTgt spid="6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500"/>
                                        <p:tgtEl>
                                          <p:spTgt spid="6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500"/>
                                        <p:tgtEl>
                                          <p:spTgt spid="6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500"/>
                                        <p:tgtEl>
                                          <p:spTgt spid="6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2" dur="500"/>
                                        <p:tgtEl>
                                          <p:spTgt spid="61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7" dur="500"/>
                                        <p:tgtEl>
                                          <p:spTgt spid="6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500"/>
                                        <p:tgtEl>
                                          <p:spTgt spid="6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500"/>
                                        <p:tgtEl>
                                          <p:spTgt spid="6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5" dur="500"/>
                                        <p:tgtEl>
                                          <p:spTgt spid="61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0" dur="500"/>
                                        <p:tgtEl>
                                          <p:spTgt spid="6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500"/>
                                        <p:tgtEl>
                                          <p:spTgt spid="6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8" dur="500"/>
                                        <p:tgtEl>
                                          <p:spTgt spid="6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8" dur="500"/>
                                        <p:tgtEl>
                                          <p:spTgt spid="61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3" dur="500"/>
                                        <p:tgtEl>
                                          <p:spTgt spid="6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6" dur="500"/>
                                        <p:tgtEl>
                                          <p:spTgt spid="6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1" dur="500"/>
                                        <p:tgtEl>
                                          <p:spTgt spid="6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53" grpId="0"/>
      <p:bldP spid="6155" grpId="0"/>
      <p:bldP spid="6156" grpId="0"/>
      <p:bldP spid="6158" grpId="0"/>
      <p:bldP spid="6159" grpId="0" animBg="1"/>
      <p:bldP spid="6160" grpId="0"/>
      <p:bldP spid="6161" grpId="0" animBg="1"/>
      <p:bldP spid="6162" grpId="0"/>
      <p:bldP spid="6163" grpId="0" animBg="1"/>
      <p:bldP spid="6164" grpId="0" animBg="1"/>
      <p:bldP spid="6165" grpId="0"/>
      <p:bldP spid="6166" grpId="0" animBg="1"/>
      <p:bldP spid="6167" grpId="0"/>
      <p:bldP spid="6168" grpId="0"/>
      <p:bldP spid="6169" grpId="0" animBg="1"/>
      <p:bldP spid="6170" grpId="0"/>
      <p:bldP spid="6171" grpId="0" animBg="1"/>
      <p:bldP spid="6172" grpId="0"/>
      <p:bldP spid="6173" grpId="0" animBg="1"/>
      <p:bldP spid="6174" grpId="0"/>
      <p:bldP spid="6176" grpId="0" animBg="1"/>
      <p:bldP spid="6177" grpId="0" animBg="1"/>
      <p:bldP spid="6178" grpId="0" animBg="1"/>
      <p:bldP spid="6179" grpId="0" animBg="1"/>
      <p:bldP spid="6180" grpId="0" animBg="1"/>
      <p:bldP spid="6181" grpId="0" animBg="1"/>
      <p:bldP spid="6182" grpId="0" animBg="1"/>
      <p:bldP spid="6183" grpId="0" animBg="1"/>
      <p:bldP spid="94" grpId="0"/>
      <p:bldP spid="96" grpId="0"/>
      <p:bldP spid="97" grpId="0"/>
      <p:bldP spid="98" grpId="0"/>
      <p:bldP spid="99" grpId="0"/>
      <p:bldP spid="100" grpId="0"/>
      <p:bldP spid="101" grpId="0"/>
      <p:bldP spid="113" grpId="0"/>
      <p:bldP spid="114" grpId="0"/>
      <p:bldP spid="119" grpId="0"/>
      <p:bldP spid="120" grpId="0"/>
      <p:bldP spid="125" grpId="0"/>
      <p:bldP spid="12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Text Box 173"/>
          <p:cNvSpPr txBox="1">
            <a:spLocks noChangeArrowheads="1"/>
          </p:cNvSpPr>
          <p:nvPr/>
        </p:nvSpPr>
        <p:spPr bwMode="auto">
          <a:xfrm>
            <a:off x="684213" y="285750"/>
            <a:ext cx="2374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④ </a:t>
            </a: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画状态图</a:t>
            </a:r>
            <a:endParaRPr kumimoji="1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" name="组合 72"/>
          <p:cNvGrpSpPr/>
          <p:nvPr/>
        </p:nvGrpSpPr>
        <p:grpSpPr bwMode="auto">
          <a:xfrm>
            <a:off x="1714500" y="1785938"/>
            <a:ext cx="4743450" cy="4286250"/>
            <a:chOff x="1928794" y="1500174"/>
            <a:chExt cx="4742911" cy="4286270"/>
          </a:xfrm>
        </p:grpSpPr>
        <p:sp>
          <p:nvSpPr>
            <p:cNvPr id="47148" name="Oval 214"/>
            <p:cNvSpPr>
              <a:spLocks noChangeArrowheads="1"/>
            </p:cNvSpPr>
            <p:nvPr/>
          </p:nvSpPr>
          <p:spPr bwMode="auto">
            <a:xfrm>
              <a:off x="2500298" y="1500174"/>
              <a:ext cx="3168628" cy="228601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7149" name="组合 41"/>
            <p:cNvGrpSpPr/>
            <p:nvPr/>
          </p:nvGrpSpPr>
          <p:grpSpPr bwMode="auto">
            <a:xfrm>
              <a:off x="1928794" y="4429131"/>
              <a:ext cx="4742911" cy="1357313"/>
              <a:chOff x="1714480" y="3857627"/>
              <a:chExt cx="4742944" cy="1357322"/>
            </a:xfrm>
          </p:grpSpPr>
          <p:sp>
            <p:nvSpPr>
              <p:cNvPr id="39" name="圆角矩形标注 38"/>
              <p:cNvSpPr/>
              <p:nvPr/>
            </p:nvSpPr>
            <p:spPr>
              <a:xfrm>
                <a:off x="1714480" y="3857621"/>
                <a:ext cx="4714372" cy="1357328"/>
              </a:xfrm>
              <a:prstGeom prst="wedgeRoundRectCallout">
                <a:avLst>
                  <a:gd name="adj1" fmla="val -3863"/>
                  <a:gd name="adj2" fmla="val -96563"/>
                  <a:gd name="adj3" fmla="val 16667"/>
                </a:avLst>
              </a:prstGeom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51" name="矩形 39"/>
              <p:cNvSpPr>
                <a:spLocks noChangeArrowheads="1"/>
              </p:cNvSpPr>
              <p:nvPr/>
            </p:nvSpPr>
            <p:spPr bwMode="auto">
              <a:xfrm>
                <a:off x="1785919" y="4429132"/>
                <a:ext cx="4671505" cy="4616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异步五进制（模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5</a:t>
                </a: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）加法计数器。</a:t>
                </a: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52" name="矩形 40"/>
              <p:cNvSpPr>
                <a:spLocks noChangeArrowheads="1"/>
              </p:cNvSpPr>
              <p:nvPr/>
            </p:nvSpPr>
            <p:spPr bwMode="auto">
              <a:xfrm>
                <a:off x="1857356" y="4000504"/>
                <a:ext cx="157767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1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逻辑功能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:</a:t>
                </a: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4" name="组合 71"/>
          <p:cNvGrpSpPr/>
          <p:nvPr/>
        </p:nvGrpSpPr>
        <p:grpSpPr bwMode="auto">
          <a:xfrm>
            <a:off x="2428875" y="1428750"/>
            <a:ext cx="4006850" cy="2428875"/>
            <a:chOff x="2643174" y="1142984"/>
            <a:chExt cx="4006870" cy="2428892"/>
          </a:xfrm>
        </p:grpSpPr>
        <p:grpSp>
          <p:nvGrpSpPr>
            <p:cNvPr id="47129" name="组合 43"/>
            <p:cNvGrpSpPr/>
            <p:nvPr/>
          </p:nvGrpSpPr>
          <p:grpSpPr bwMode="auto">
            <a:xfrm>
              <a:off x="5643570" y="1142984"/>
              <a:ext cx="1006474" cy="863600"/>
              <a:chOff x="2124075" y="1436666"/>
              <a:chExt cx="1006474" cy="863600"/>
            </a:xfrm>
          </p:grpSpPr>
          <p:sp>
            <p:nvSpPr>
              <p:cNvPr id="47146" name="Oval 178"/>
              <p:cNvSpPr>
                <a:spLocks noChangeAspect="1" noChangeArrowheads="1"/>
              </p:cNvSpPr>
              <p:nvPr/>
            </p:nvSpPr>
            <p:spPr bwMode="auto">
              <a:xfrm>
                <a:off x="2154238" y="1436666"/>
                <a:ext cx="863599" cy="8636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47" name="Text Box 179"/>
              <p:cNvSpPr txBox="1">
                <a:spLocks noChangeArrowheads="1"/>
              </p:cNvSpPr>
              <p:nvPr/>
            </p:nvSpPr>
            <p:spPr bwMode="auto">
              <a:xfrm>
                <a:off x="2124075" y="1652566"/>
                <a:ext cx="100647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8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Q</a:t>
                </a:r>
                <a:r>
                  <a:rPr kumimoji="0" lang="en-US" altLang="zh-CN" sz="1800" b="1" i="1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2</a:t>
                </a:r>
                <a:r>
                  <a:rPr kumimoji="0" lang="en-US" altLang="zh-CN" sz="18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Q</a:t>
                </a:r>
                <a:r>
                  <a:rPr kumimoji="0" lang="en-US" altLang="zh-CN" sz="1800" b="1" i="1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</a:t>
                </a:r>
                <a:r>
                  <a:rPr kumimoji="0" lang="en-US" altLang="zh-CN" sz="18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Q</a:t>
                </a:r>
                <a:r>
                  <a:rPr kumimoji="0" lang="en-US" altLang="zh-CN" sz="1800" b="1" i="1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endParaRPr kumimoji="0" lang="en-US" altLang="zh-CN" sz="1800" b="1" i="1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130" name="组合 52"/>
            <p:cNvGrpSpPr/>
            <p:nvPr/>
          </p:nvGrpSpPr>
          <p:grpSpPr bwMode="auto">
            <a:xfrm>
              <a:off x="2643174" y="2143116"/>
              <a:ext cx="2892442" cy="1428760"/>
              <a:chOff x="2643174" y="3214686"/>
              <a:chExt cx="2892442" cy="1428760"/>
            </a:xfrm>
          </p:grpSpPr>
          <p:sp>
            <p:nvSpPr>
              <p:cNvPr id="47131" name="Oval 174"/>
              <p:cNvSpPr>
                <a:spLocks noChangeAspect="1" noChangeArrowheads="1"/>
              </p:cNvSpPr>
              <p:nvPr/>
            </p:nvSpPr>
            <p:spPr bwMode="auto">
              <a:xfrm>
                <a:off x="3214678" y="4075121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32" name="Text Box 175"/>
              <p:cNvSpPr txBox="1">
                <a:spLocks noChangeArrowheads="1"/>
              </p:cNvSpPr>
              <p:nvPr/>
            </p:nvSpPr>
            <p:spPr bwMode="auto">
              <a:xfrm>
                <a:off x="3235316" y="4181484"/>
                <a:ext cx="576263" cy="369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100</a:t>
                </a:r>
                <a:endPara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33" name="Oval 190"/>
              <p:cNvSpPr>
                <a:spLocks noChangeAspect="1" noChangeArrowheads="1"/>
              </p:cNvSpPr>
              <p:nvPr/>
            </p:nvSpPr>
            <p:spPr bwMode="auto">
              <a:xfrm>
                <a:off x="4357686" y="4071942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34" name="Text Box 191"/>
              <p:cNvSpPr txBox="1">
                <a:spLocks noChangeArrowheads="1"/>
              </p:cNvSpPr>
              <p:nvPr/>
            </p:nvSpPr>
            <p:spPr bwMode="auto">
              <a:xfrm>
                <a:off x="4397374" y="4187830"/>
                <a:ext cx="576263" cy="369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011</a:t>
                </a:r>
                <a:endPara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35" name="Oval 193"/>
              <p:cNvSpPr>
                <a:spLocks noChangeAspect="1" noChangeArrowheads="1"/>
              </p:cNvSpPr>
              <p:nvPr/>
            </p:nvSpPr>
            <p:spPr bwMode="auto">
              <a:xfrm>
                <a:off x="4929190" y="3214686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36" name="Text Box 194"/>
              <p:cNvSpPr txBox="1">
                <a:spLocks noChangeArrowheads="1"/>
              </p:cNvSpPr>
              <p:nvPr/>
            </p:nvSpPr>
            <p:spPr bwMode="auto">
              <a:xfrm>
                <a:off x="4959353" y="3330574"/>
                <a:ext cx="576263" cy="369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010</a:t>
                </a:r>
                <a:endPara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37" name="Oval 196"/>
              <p:cNvSpPr>
                <a:spLocks noChangeAspect="1" noChangeArrowheads="1"/>
              </p:cNvSpPr>
              <p:nvPr/>
            </p:nvSpPr>
            <p:spPr bwMode="auto">
              <a:xfrm>
                <a:off x="3790950" y="3214686"/>
                <a:ext cx="568324" cy="568325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38" name="Text Box 197"/>
              <p:cNvSpPr txBox="1">
                <a:spLocks noChangeArrowheads="1"/>
              </p:cNvSpPr>
              <p:nvPr/>
            </p:nvSpPr>
            <p:spPr bwMode="auto">
              <a:xfrm>
                <a:off x="3824287" y="3321049"/>
                <a:ext cx="576262" cy="369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001</a:t>
                </a:r>
                <a:endPara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39" name="Oval 199"/>
              <p:cNvSpPr>
                <a:spLocks noChangeAspect="1" noChangeArrowheads="1"/>
              </p:cNvSpPr>
              <p:nvPr/>
            </p:nvSpPr>
            <p:spPr bwMode="auto">
              <a:xfrm>
                <a:off x="2643174" y="3214686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40" name="Text Box 200"/>
              <p:cNvSpPr txBox="1">
                <a:spLocks noChangeArrowheads="1"/>
              </p:cNvSpPr>
              <p:nvPr/>
            </p:nvSpPr>
            <p:spPr bwMode="auto">
              <a:xfrm>
                <a:off x="2655874" y="3330574"/>
                <a:ext cx="576263" cy="369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000</a:t>
                </a:r>
                <a:endPara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41" name="Line 204"/>
              <p:cNvSpPr>
                <a:spLocks noChangeShapeType="1"/>
              </p:cNvSpPr>
              <p:nvPr/>
            </p:nvSpPr>
            <p:spPr bwMode="auto">
              <a:xfrm>
                <a:off x="3214678" y="3500437"/>
                <a:ext cx="57600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42" name="Line 204"/>
              <p:cNvSpPr>
                <a:spLocks noChangeShapeType="1"/>
              </p:cNvSpPr>
              <p:nvPr/>
            </p:nvSpPr>
            <p:spPr bwMode="auto">
              <a:xfrm>
                <a:off x="4357686" y="3500438"/>
                <a:ext cx="57600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43" name="Line 204"/>
              <p:cNvSpPr>
                <a:spLocks noChangeShapeType="1"/>
              </p:cNvSpPr>
              <p:nvPr/>
            </p:nvSpPr>
            <p:spPr bwMode="auto">
              <a:xfrm flipH="1">
                <a:off x="3786182" y="4357694"/>
                <a:ext cx="57600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44" name="Line 204"/>
              <p:cNvSpPr>
                <a:spLocks noChangeShapeType="1"/>
              </p:cNvSpPr>
              <p:nvPr/>
            </p:nvSpPr>
            <p:spPr bwMode="auto">
              <a:xfrm flipH="1">
                <a:off x="4814889" y="3738565"/>
                <a:ext cx="288000" cy="39600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45" name="Line 204"/>
              <p:cNvSpPr>
                <a:spLocks noChangeShapeType="1"/>
              </p:cNvSpPr>
              <p:nvPr/>
            </p:nvSpPr>
            <p:spPr bwMode="auto">
              <a:xfrm flipH="1" flipV="1">
                <a:off x="3033702" y="3738565"/>
                <a:ext cx="288000" cy="39600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7" name="组合 74"/>
          <p:cNvGrpSpPr/>
          <p:nvPr/>
        </p:nvGrpSpPr>
        <p:grpSpPr bwMode="auto">
          <a:xfrm>
            <a:off x="4714875" y="1285875"/>
            <a:ext cx="596900" cy="1147763"/>
            <a:chOff x="4929190" y="1000108"/>
            <a:chExt cx="596901" cy="1147504"/>
          </a:xfrm>
        </p:grpSpPr>
        <p:sp>
          <p:nvSpPr>
            <p:cNvPr id="47126" name="Oval 187"/>
            <p:cNvSpPr>
              <a:spLocks noChangeAspect="1" noChangeArrowheads="1"/>
            </p:cNvSpPr>
            <p:nvPr/>
          </p:nvSpPr>
          <p:spPr bwMode="auto">
            <a:xfrm>
              <a:off x="4929190" y="1000108"/>
              <a:ext cx="568325" cy="568325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6600"/>
              </a:solidFill>
              <a:round/>
            </a:ln>
          </p:spPr>
          <p:txBody>
            <a:bodyPr wrap="none" anchor="ctr"/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7127" name="Text Box 188"/>
            <p:cNvSpPr txBox="1">
              <a:spLocks noChangeArrowheads="1"/>
            </p:cNvSpPr>
            <p:nvPr/>
          </p:nvSpPr>
          <p:spPr bwMode="auto">
            <a:xfrm>
              <a:off x="4949828" y="1096946"/>
              <a:ext cx="576263" cy="369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101</a:t>
              </a:r>
              <a:endPara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7128" name="Line 204"/>
            <p:cNvSpPr>
              <a:spLocks noChangeShapeType="1"/>
            </p:cNvSpPr>
            <p:nvPr/>
          </p:nvSpPr>
          <p:spPr bwMode="auto">
            <a:xfrm rot="5400000">
              <a:off x="4926942" y="1859612"/>
              <a:ext cx="576000" cy="0"/>
            </a:xfrm>
            <a:prstGeom prst="line">
              <a:avLst/>
            </a:prstGeom>
            <a:noFill/>
            <a:ln w="2540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" name="组合 75"/>
          <p:cNvGrpSpPr/>
          <p:nvPr/>
        </p:nvGrpSpPr>
        <p:grpSpPr bwMode="auto">
          <a:xfrm>
            <a:off x="5281613" y="2428875"/>
            <a:ext cx="1181100" cy="568325"/>
            <a:chOff x="5496198" y="2143116"/>
            <a:chExt cx="1180838" cy="568325"/>
          </a:xfrm>
        </p:grpSpPr>
        <p:sp>
          <p:nvSpPr>
            <p:cNvPr id="47123" name="Oval 184"/>
            <p:cNvSpPr>
              <a:spLocks noChangeAspect="1" noChangeArrowheads="1"/>
            </p:cNvSpPr>
            <p:nvPr/>
          </p:nvSpPr>
          <p:spPr bwMode="auto">
            <a:xfrm>
              <a:off x="6072198" y="2143116"/>
              <a:ext cx="568325" cy="568325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6600"/>
              </a:solidFill>
              <a:round/>
            </a:ln>
          </p:spPr>
          <p:txBody>
            <a:bodyPr wrap="none" anchor="ctr"/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7124" name="Text Box 185"/>
            <p:cNvSpPr txBox="1">
              <a:spLocks noChangeArrowheads="1"/>
            </p:cNvSpPr>
            <p:nvPr/>
          </p:nvSpPr>
          <p:spPr bwMode="auto">
            <a:xfrm>
              <a:off x="6100773" y="2259004"/>
              <a:ext cx="576263" cy="369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110</a:t>
              </a:r>
              <a:endPara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7125" name="Line 204"/>
            <p:cNvSpPr>
              <a:spLocks noChangeShapeType="1"/>
            </p:cNvSpPr>
            <p:nvPr/>
          </p:nvSpPr>
          <p:spPr bwMode="auto">
            <a:xfrm flipH="1">
              <a:off x="5496198" y="2428868"/>
              <a:ext cx="576000" cy="0"/>
            </a:xfrm>
            <a:prstGeom prst="line">
              <a:avLst/>
            </a:prstGeom>
            <a:noFill/>
            <a:ln w="2540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9" name="组合 73"/>
          <p:cNvGrpSpPr/>
          <p:nvPr/>
        </p:nvGrpSpPr>
        <p:grpSpPr bwMode="auto">
          <a:xfrm>
            <a:off x="2405063" y="1285875"/>
            <a:ext cx="595312" cy="1147763"/>
            <a:chOff x="2619365" y="1000108"/>
            <a:chExt cx="595313" cy="1147504"/>
          </a:xfrm>
        </p:grpSpPr>
        <p:sp>
          <p:nvSpPr>
            <p:cNvPr id="47120" name="Oval 181"/>
            <p:cNvSpPr>
              <a:spLocks noChangeAspect="1" noChangeArrowheads="1"/>
            </p:cNvSpPr>
            <p:nvPr/>
          </p:nvSpPr>
          <p:spPr bwMode="auto">
            <a:xfrm>
              <a:off x="2619365" y="1000108"/>
              <a:ext cx="568325" cy="568325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6600"/>
              </a:solidFill>
              <a:round/>
            </a:ln>
          </p:spPr>
          <p:txBody>
            <a:bodyPr wrap="none" anchor="ctr"/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7121" name="Text Box 182"/>
            <p:cNvSpPr txBox="1">
              <a:spLocks noChangeArrowheads="1"/>
            </p:cNvSpPr>
            <p:nvPr/>
          </p:nvSpPr>
          <p:spPr bwMode="auto">
            <a:xfrm>
              <a:off x="2638415" y="1096946"/>
              <a:ext cx="576263" cy="369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66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111</a:t>
              </a:r>
              <a:endPara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7122" name="Line 204"/>
            <p:cNvSpPr>
              <a:spLocks noChangeShapeType="1"/>
            </p:cNvSpPr>
            <p:nvPr/>
          </p:nvSpPr>
          <p:spPr bwMode="auto">
            <a:xfrm rot="5400000">
              <a:off x="2640926" y="1859612"/>
              <a:ext cx="576000" cy="0"/>
            </a:xfrm>
            <a:prstGeom prst="line">
              <a:avLst/>
            </a:prstGeom>
            <a:noFill/>
            <a:ln w="2540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3" name="矩形 42"/>
          <p:cNvSpPr>
            <a:spLocks noChangeArrowheads="1"/>
          </p:cNvSpPr>
          <p:nvPr/>
        </p:nvSpPr>
        <p:spPr bwMode="auto">
          <a:xfrm>
            <a:off x="3429000" y="3000375"/>
            <a:ext cx="1011238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有效状态</a:t>
            </a: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2214563" y="928688"/>
            <a:ext cx="1011237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无效状态</a:t>
            </a: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4489450" y="928688"/>
            <a:ext cx="101123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无效状态</a:t>
            </a: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矩形 45"/>
          <p:cNvSpPr>
            <a:spLocks noChangeArrowheads="1"/>
          </p:cNvSpPr>
          <p:nvPr/>
        </p:nvSpPr>
        <p:spPr bwMode="auto">
          <a:xfrm>
            <a:off x="6429375" y="2571750"/>
            <a:ext cx="1011238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无效状态</a:t>
            </a: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矩形 46"/>
          <p:cNvSpPr>
            <a:spLocks noChangeArrowheads="1"/>
          </p:cNvSpPr>
          <p:nvPr/>
        </p:nvSpPr>
        <p:spPr bwMode="auto">
          <a:xfrm>
            <a:off x="5357813" y="3357563"/>
            <a:ext cx="26590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电路能够</a:t>
            </a:r>
            <a:r>
              <a:rPr kumimoji="1" lang="zh-CN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自启动</a:t>
            </a:r>
            <a:r>
              <a:rPr kumimoji="1" lang="zh-CN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。</a:t>
            </a:r>
            <a:endParaRPr kumimoji="0" lang="zh-CN" altLang="en-US" sz="2400" b="0" i="1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0" name="组合 49"/>
          <p:cNvGrpSpPr/>
          <p:nvPr/>
        </p:nvGrpSpPr>
        <p:grpSpPr bwMode="auto">
          <a:xfrm>
            <a:off x="3000375" y="4643438"/>
            <a:ext cx="5072063" cy="1357312"/>
            <a:chOff x="3143240" y="4643446"/>
            <a:chExt cx="5072098" cy="1357313"/>
          </a:xfrm>
        </p:grpSpPr>
        <p:sp>
          <p:nvSpPr>
            <p:cNvPr id="48" name="圆角矩形标注 47"/>
            <p:cNvSpPr/>
            <p:nvPr/>
          </p:nvSpPr>
          <p:spPr bwMode="auto">
            <a:xfrm>
              <a:off x="3143240" y="4643446"/>
              <a:ext cx="5072098" cy="1357313"/>
            </a:xfrm>
            <a:prstGeom prst="wedgeRoundRectCallout">
              <a:avLst>
                <a:gd name="adj1" fmla="val 32905"/>
                <a:gd name="adj2" fmla="val -116914"/>
                <a:gd name="adj3" fmla="val 16667"/>
              </a:avLst>
            </a:prstGeom>
            <a:solidFill>
              <a:srgbClr val="FFFF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19" name="矩形 39"/>
            <p:cNvSpPr>
              <a:spLocks noChangeArrowheads="1"/>
            </p:cNvSpPr>
            <p:nvPr/>
          </p:nvSpPr>
          <p:spPr bwMode="auto">
            <a:xfrm>
              <a:off x="3357554" y="4714884"/>
              <a:ext cx="4672003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若电路处于无效状态下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,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经过若干个脉冲后能够进入有效循环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,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称电路能够自启动。</a:t>
              </a: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12"/>
          <p:cNvSpPr txBox="1">
            <a:spLocks noChangeArrowheads="1"/>
          </p:cNvSpPr>
          <p:nvPr/>
        </p:nvSpPr>
        <p:spPr bwMode="auto">
          <a:xfrm>
            <a:off x="611188" y="285750"/>
            <a:ext cx="6983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练习：分析下图所示异步时序电路的逻辑功能。</a:t>
            </a:r>
            <a:endParaRPr kumimoji="1" lang="zh-CN" altLang="en-US" sz="2400" b="1">
              <a:solidFill>
                <a:srgbClr val="0000FF"/>
              </a:solidFill>
              <a:latin typeface="宋体" panose="02010600030101010101" pitchFamily="2" charset="-122"/>
            </a:endParaRPr>
          </a:p>
        </p:txBody>
      </p:sp>
      <p:grpSp>
        <p:nvGrpSpPr>
          <p:cNvPr id="26627" name="组合 11"/>
          <p:cNvGrpSpPr/>
          <p:nvPr/>
        </p:nvGrpSpPr>
        <p:grpSpPr bwMode="auto">
          <a:xfrm>
            <a:off x="985838" y="1143000"/>
            <a:ext cx="7086600" cy="2133600"/>
            <a:chOff x="985862" y="1142984"/>
            <a:chExt cx="7086600" cy="2133600"/>
          </a:xfrm>
        </p:grpSpPr>
        <p:pic>
          <p:nvPicPr>
            <p:cNvPr id="26628" name="Picture 4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5862" y="1142984"/>
              <a:ext cx="7086600" cy="2133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椭圆 8"/>
            <p:cNvSpPr/>
            <p:nvPr/>
          </p:nvSpPr>
          <p:spPr>
            <a:xfrm>
              <a:off x="7419999" y="2552684"/>
              <a:ext cx="144463" cy="14446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5319737" y="2562209"/>
              <a:ext cx="144462" cy="14446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11" name="椭圆 10"/>
            <p:cNvSpPr/>
            <p:nvPr/>
          </p:nvSpPr>
          <p:spPr>
            <a:xfrm>
              <a:off x="3214712" y="2552684"/>
              <a:ext cx="144462" cy="14446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Text Box 7"/>
          <p:cNvSpPr txBox="1">
            <a:spLocks noChangeArrowheads="1"/>
          </p:cNvSpPr>
          <p:nvPr/>
        </p:nvSpPr>
        <p:spPr bwMode="auto">
          <a:xfrm>
            <a:off x="0" y="68263"/>
            <a:ext cx="756126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36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36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590550" y="714375"/>
            <a:ext cx="29098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  <a:latin typeface="宋体" panose="02010600030101010101" pitchFamily="2" charset="-122"/>
              </a:rPr>
              <a:t>一、寄存器</a:t>
            </a:r>
            <a:endParaRPr lang="zh-CN" altLang="en-US" sz="2800" b="1">
              <a:solidFill>
                <a:srgbClr val="006600"/>
              </a:solidFill>
              <a:latin typeface="宋体" panose="02010600030101010101" pitchFamily="2" charset="-122"/>
            </a:endParaRPr>
          </a:p>
        </p:txBody>
      </p:sp>
      <p:sp>
        <p:nvSpPr>
          <p:cNvPr id="5" name="Text Box 9"/>
          <p:cNvSpPr txBox="1">
            <a:spLocks noChangeArrowheads="1"/>
          </p:cNvSpPr>
          <p:nvPr/>
        </p:nvSpPr>
        <p:spPr bwMode="auto">
          <a:xfrm>
            <a:off x="601663" y="2214563"/>
            <a:ext cx="7704137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寄存器是由具有存储功能的触发器组合起来构成的。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一个触发器可以存储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位二进制数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，存放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二进制数的寄存器，需用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触发器来构成。</a:t>
            </a:r>
            <a:endParaRPr kumimoji="1"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8688" y="3746500"/>
            <a:ext cx="29702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kumimoji="1" lang="zh-CN" altLang="en-US" sz="2400" b="1">
                <a:solidFill>
                  <a:srgbClr val="FF0000"/>
                </a:solidFill>
                <a:latin typeface="宋体" panose="02010600030101010101" pitchFamily="2" charset="-122"/>
              </a:rPr>
              <a:t>寄存器分类</a:t>
            </a:r>
            <a:endParaRPr kumimoji="1" lang="zh-CN" altLang="en-US" sz="2400" b="1">
              <a:solidFill>
                <a:srgbClr val="FF00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组合 22"/>
          <p:cNvGrpSpPr/>
          <p:nvPr/>
        </p:nvGrpSpPr>
        <p:grpSpPr bwMode="auto">
          <a:xfrm>
            <a:off x="571500" y="1285875"/>
            <a:ext cx="8001000" cy="2214563"/>
            <a:chOff x="571500" y="1285860"/>
            <a:chExt cx="8001000" cy="2214578"/>
          </a:xfrm>
        </p:grpSpPr>
        <p:sp>
          <p:nvSpPr>
            <p:cNvPr id="27665" name="Text Box 8"/>
            <p:cNvSpPr txBox="1">
              <a:spLocks noChangeArrowheads="1"/>
            </p:cNvSpPr>
            <p:nvPr/>
          </p:nvSpPr>
          <p:spPr bwMode="auto">
            <a:xfrm>
              <a:off x="601634" y="1357298"/>
              <a:ext cx="792003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    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在数字电路中，用来</a:t>
              </a:r>
              <a:r>
                <a:rPr kumimoji="1" lang="zh-CN" altLang="en-US" sz="2400" b="1">
                  <a:solidFill>
                    <a:srgbClr val="FF0000"/>
                  </a:solidFill>
                  <a:latin typeface="宋体" panose="02010600030101010101" pitchFamily="2" charset="-122"/>
                </a:rPr>
                <a:t>存放一组二进制数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的电路称为寄存器。</a:t>
              </a:r>
              <a:endPara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27666" name="Rectangle 16"/>
            <p:cNvSpPr>
              <a:spLocks noChangeArrowheads="1"/>
            </p:cNvSpPr>
            <p:nvPr/>
          </p:nvSpPr>
          <p:spPr bwMode="auto">
            <a:xfrm>
              <a:off x="571500" y="1285860"/>
              <a:ext cx="8001000" cy="2214578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" name="组合 19"/>
          <p:cNvGrpSpPr/>
          <p:nvPr/>
        </p:nvGrpSpPr>
        <p:grpSpPr bwMode="auto">
          <a:xfrm>
            <a:off x="1184275" y="4395788"/>
            <a:ext cx="3017838" cy="2033587"/>
            <a:chOff x="3714744" y="4357694"/>
            <a:chExt cx="3017448" cy="2033301"/>
          </a:xfrm>
        </p:grpSpPr>
        <p:sp>
          <p:nvSpPr>
            <p:cNvPr id="27661" name="矩形 14"/>
            <p:cNvSpPr>
              <a:spLocks noChangeArrowheads="1"/>
            </p:cNvSpPr>
            <p:nvPr/>
          </p:nvSpPr>
          <p:spPr bwMode="auto">
            <a:xfrm>
              <a:off x="5000628" y="4357694"/>
              <a:ext cx="173156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zh-CN" altLang="en-US" sz="2400" b="1">
                  <a:solidFill>
                    <a:srgbClr val="0000FF"/>
                  </a:solidFill>
                  <a:latin typeface="宋体" panose="02010600030101010101" pitchFamily="2" charset="-122"/>
                </a:rPr>
                <a:t>数据寄存器</a:t>
              </a:r>
              <a:endParaRPr lang="zh-CN" altLang="en-US" sz="2400">
                <a:solidFill>
                  <a:srgbClr val="0000FF"/>
                </a:solidFill>
              </a:endParaRPr>
            </a:p>
          </p:txBody>
        </p:sp>
        <p:sp>
          <p:nvSpPr>
            <p:cNvPr id="27662" name="矩形 15"/>
            <p:cNvSpPr>
              <a:spLocks noChangeArrowheads="1"/>
            </p:cNvSpPr>
            <p:nvPr/>
          </p:nvSpPr>
          <p:spPr bwMode="auto">
            <a:xfrm>
              <a:off x="5000628" y="5929330"/>
              <a:ext cx="173156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zh-CN" altLang="en-US" sz="2400" b="1">
                  <a:solidFill>
                    <a:srgbClr val="0000FF"/>
                  </a:solidFill>
                  <a:latin typeface="宋体" panose="02010600030101010101" pitchFamily="2" charset="-122"/>
                </a:rPr>
                <a:t>移位寄存器</a:t>
              </a:r>
              <a:endParaRPr lang="zh-CN" altLang="en-US" sz="2400">
                <a:solidFill>
                  <a:srgbClr val="0000FF"/>
                </a:solidFill>
              </a:endParaRPr>
            </a:p>
          </p:txBody>
        </p:sp>
        <p:sp>
          <p:nvSpPr>
            <p:cNvPr id="27663" name="矩形 16"/>
            <p:cNvSpPr>
              <a:spLocks noChangeArrowheads="1"/>
            </p:cNvSpPr>
            <p:nvPr/>
          </p:nvSpPr>
          <p:spPr bwMode="auto">
            <a:xfrm>
              <a:off x="3714744" y="4729001"/>
              <a:ext cx="928693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zh-CN" altLang="en-US" sz="2400" b="1">
                  <a:solidFill>
                    <a:srgbClr val="0000FF"/>
                  </a:solidFill>
                  <a:latin typeface="宋体" panose="02010600030101010101" pitchFamily="2" charset="-122"/>
                </a:rPr>
                <a:t>按照基本功能</a:t>
              </a:r>
              <a:endParaRPr lang="zh-CN" altLang="en-US" sz="2400">
                <a:solidFill>
                  <a:srgbClr val="0000FF"/>
                </a:solidFill>
              </a:endParaRPr>
            </a:p>
          </p:txBody>
        </p:sp>
        <p:sp>
          <p:nvSpPr>
            <p:cNvPr id="27664" name="AutoShape 11"/>
            <p:cNvSpPr/>
            <p:nvPr/>
          </p:nvSpPr>
          <p:spPr bwMode="auto">
            <a:xfrm>
              <a:off x="4643439" y="4572008"/>
              <a:ext cx="285752" cy="1584325"/>
            </a:xfrm>
            <a:prstGeom prst="leftBrace">
              <a:avLst>
                <a:gd name="adj1" fmla="val 65506"/>
                <a:gd name="adj2" fmla="val 50000"/>
              </a:avLst>
            </a:prstGeom>
            <a:noFill/>
            <a:ln w="31750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7" name="组合 21"/>
          <p:cNvGrpSpPr/>
          <p:nvPr/>
        </p:nvGrpSpPr>
        <p:grpSpPr bwMode="auto">
          <a:xfrm>
            <a:off x="5026025" y="4395788"/>
            <a:ext cx="2689225" cy="2027237"/>
            <a:chOff x="492103" y="4545036"/>
            <a:chExt cx="2689218" cy="2027236"/>
          </a:xfrm>
        </p:grpSpPr>
        <p:sp>
          <p:nvSpPr>
            <p:cNvPr id="27657" name="Text Box 12"/>
            <p:cNvSpPr txBox="1">
              <a:spLocks noChangeArrowheads="1"/>
            </p:cNvSpPr>
            <p:nvPr/>
          </p:nvSpPr>
          <p:spPr bwMode="auto">
            <a:xfrm>
              <a:off x="1741459" y="4545036"/>
              <a:ext cx="143986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C00000"/>
                  </a:solidFill>
                </a:rPr>
                <a:t>并行方式</a:t>
              </a:r>
              <a:endParaRPr lang="zh-CN" altLang="en-US" sz="2400" b="1">
                <a:solidFill>
                  <a:srgbClr val="C00000"/>
                </a:solidFill>
              </a:endParaRPr>
            </a:p>
          </p:txBody>
        </p:sp>
        <p:sp>
          <p:nvSpPr>
            <p:cNvPr id="27658" name="Text Box 13"/>
            <p:cNvSpPr txBox="1">
              <a:spLocks noChangeArrowheads="1"/>
            </p:cNvSpPr>
            <p:nvPr/>
          </p:nvSpPr>
          <p:spPr bwMode="auto">
            <a:xfrm>
              <a:off x="1711296" y="6115072"/>
              <a:ext cx="1439863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C00000"/>
                  </a:solidFill>
                </a:rPr>
                <a:t>串行方式</a:t>
              </a:r>
              <a:endParaRPr lang="zh-CN" altLang="en-US" sz="2400" b="1">
                <a:solidFill>
                  <a:srgbClr val="C00000"/>
                </a:solidFill>
              </a:endParaRPr>
            </a:p>
          </p:txBody>
        </p:sp>
        <p:sp>
          <p:nvSpPr>
            <p:cNvPr id="27659" name="Text Box 14"/>
            <p:cNvSpPr txBox="1">
              <a:spLocks noChangeArrowheads="1"/>
            </p:cNvSpPr>
            <p:nvPr/>
          </p:nvSpPr>
          <p:spPr bwMode="auto">
            <a:xfrm>
              <a:off x="492103" y="4788298"/>
              <a:ext cx="936625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C00000"/>
                  </a:solidFill>
                </a:rPr>
                <a:t>按照输入输出方式</a:t>
              </a:r>
              <a:endParaRPr lang="zh-CN" altLang="en-US" sz="2400" b="1">
                <a:solidFill>
                  <a:srgbClr val="C00000"/>
                </a:solidFill>
              </a:endParaRPr>
            </a:p>
          </p:txBody>
        </p:sp>
        <p:sp>
          <p:nvSpPr>
            <p:cNvPr id="27660" name="AutoShape 11"/>
            <p:cNvSpPr/>
            <p:nvPr/>
          </p:nvSpPr>
          <p:spPr bwMode="auto">
            <a:xfrm>
              <a:off x="1428728" y="4786322"/>
              <a:ext cx="285752" cy="1584325"/>
            </a:xfrm>
            <a:prstGeom prst="leftBrace">
              <a:avLst>
                <a:gd name="adj1" fmla="val 65506"/>
                <a:gd name="adj2" fmla="val 50000"/>
              </a:avLst>
            </a:prstGeom>
            <a:noFill/>
            <a:ln w="317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矩形 1"/>
          <p:cNvSpPr>
            <a:spLocks noChangeArrowheads="1"/>
          </p:cNvSpPr>
          <p:nvPr/>
        </p:nvSpPr>
        <p:spPr bwMode="auto">
          <a:xfrm>
            <a:off x="500063" y="214313"/>
            <a:ext cx="20399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数据寄存器</a:t>
            </a:r>
            <a:endParaRPr lang="zh-CN" altLang="en-US" sz="240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8" name="Rectangle 6"/>
          <p:cNvSpPr>
            <a:spLocks noChangeArrowheads="1"/>
          </p:cNvSpPr>
          <p:nvPr/>
        </p:nvSpPr>
        <p:spPr bwMode="auto">
          <a:xfrm>
            <a:off x="571500" y="714375"/>
            <a:ext cx="6643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）电平触发的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位数据寄存器（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74LS75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</a:t>
            </a:r>
            <a:endParaRPr kumimoji="1"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74"/>
          <p:cNvGrpSpPr/>
          <p:nvPr/>
        </p:nvGrpSpPr>
        <p:grpSpPr bwMode="auto">
          <a:xfrm>
            <a:off x="642938" y="3786188"/>
            <a:ext cx="1514475" cy="425450"/>
            <a:chOff x="375" y="2262"/>
            <a:chExt cx="665" cy="268"/>
          </a:xfrm>
        </p:grpSpPr>
        <p:sp>
          <p:nvSpPr>
            <p:cNvPr id="28759" name="Rectangle 34"/>
            <p:cNvSpPr>
              <a:spLocks noChangeArrowheads="1"/>
            </p:cNvSpPr>
            <p:nvPr/>
          </p:nvSpPr>
          <p:spPr bwMode="auto">
            <a:xfrm>
              <a:off x="375" y="2305"/>
              <a:ext cx="260" cy="2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3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接收</a:t>
              </a:r>
              <a:endParaRPr lang="zh-CN" altLang="en-US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60" name="Line 51"/>
            <p:cNvSpPr>
              <a:spLocks noChangeShapeType="1"/>
            </p:cNvSpPr>
            <p:nvPr/>
          </p:nvSpPr>
          <p:spPr bwMode="auto">
            <a:xfrm>
              <a:off x="701" y="2524"/>
              <a:ext cx="142" cy="1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761" name="Line 52"/>
            <p:cNvSpPr>
              <a:spLocks noChangeShapeType="1"/>
            </p:cNvSpPr>
            <p:nvPr/>
          </p:nvSpPr>
          <p:spPr bwMode="auto">
            <a:xfrm flipV="1">
              <a:off x="839" y="2262"/>
              <a:ext cx="0" cy="268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762" name="Line 53"/>
            <p:cNvSpPr>
              <a:spLocks noChangeShapeType="1"/>
            </p:cNvSpPr>
            <p:nvPr/>
          </p:nvSpPr>
          <p:spPr bwMode="auto">
            <a:xfrm>
              <a:off x="843" y="2268"/>
              <a:ext cx="63" cy="1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763" name="Line 54"/>
            <p:cNvSpPr>
              <a:spLocks noChangeShapeType="1"/>
            </p:cNvSpPr>
            <p:nvPr/>
          </p:nvSpPr>
          <p:spPr bwMode="auto">
            <a:xfrm flipV="1">
              <a:off x="902" y="2262"/>
              <a:ext cx="0" cy="268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764" name="Line 55"/>
            <p:cNvSpPr>
              <a:spLocks noChangeShapeType="1"/>
            </p:cNvSpPr>
            <p:nvPr/>
          </p:nvSpPr>
          <p:spPr bwMode="auto">
            <a:xfrm>
              <a:off x="898" y="2524"/>
              <a:ext cx="142" cy="0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组合 161"/>
          <p:cNvGrpSpPr/>
          <p:nvPr/>
        </p:nvGrpSpPr>
        <p:grpSpPr bwMode="auto">
          <a:xfrm>
            <a:off x="2844800" y="4881563"/>
            <a:ext cx="5470525" cy="476250"/>
            <a:chOff x="2557463" y="5080014"/>
            <a:chExt cx="5470525" cy="475953"/>
          </a:xfrm>
        </p:grpSpPr>
        <p:sp>
          <p:nvSpPr>
            <p:cNvPr id="28755" name="Text Box 69"/>
            <p:cNvSpPr txBox="1">
              <a:spLocks noChangeArrowheads="1"/>
            </p:cNvSpPr>
            <p:nvPr/>
          </p:nvSpPr>
          <p:spPr bwMode="auto">
            <a:xfrm>
              <a:off x="2557463" y="5080014"/>
              <a:ext cx="3587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56" name="Text Box 70"/>
            <p:cNvSpPr txBox="1">
              <a:spLocks noChangeArrowheads="1"/>
            </p:cNvSpPr>
            <p:nvPr/>
          </p:nvSpPr>
          <p:spPr bwMode="auto">
            <a:xfrm>
              <a:off x="4259263" y="5091127"/>
              <a:ext cx="3587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57" name="Text Box 71"/>
            <p:cNvSpPr txBox="1">
              <a:spLocks noChangeArrowheads="1"/>
            </p:cNvSpPr>
            <p:nvPr/>
          </p:nvSpPr>
          <p:spPr bwMode="auto">
            <a:xfrm>
              <a:off x="5957888" y="5080014"/>
              <a:ext cx="3587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58" name="Text Box 72"/>
            <p:cNvSpPr txBox="1">
              <a:spLocks noChangeArrowheads="1"/>
            </p:cNvSpPr>
            <p:nvPr/>
          </p:nvSpPr>
          <p:spPr bwMode="auto">
            <a:xfrm>
              <a:off x="7669213" y="5094302"/>
              <a:ext cx="3587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" name="组合 163"/>
          <p:cNvGrpSpPr/>
          <p:nvPr/>
        </p:nvGrpSpPr>
        <p:grpSpPr bwMode="auto">
          <a:xfrm>
            <a:off x="2859088" y="1428750"/>
            <a:ext cx="5470525" cy="476250"/>
            <a:chOff x="2557463" y="5080014"/>
            <a:chExt cx="5470525" cy="475953"/>
          </a:xfrm>
        </p:grpSpPr>
        <p:sp>
          <p:nvSpPr>
            <p:cNvPr id="28751" name="Text Box 69"/>
            <p:cNvSpPr txBox="1">
              <a:spLocks noChangeArrowheads="1"/>
            </p:cNvSpPr>
            <p:nvPr/>
          </p:nvSpPr>
          <p:spPr bwMode="auto">
            <a:xfrm>
              <a:off x="2557463" y="5080014"/>
              <a:ext cx="3587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52" name="Text Box 70"/>
            <p:cNvSpPr txBox="1">
              <a:spLocks noChangeArrowheads="1"/>
            </p:cNvSpPr>
            <p:nvPr/>
          </p:nvSpPr>
          <p:spPr bwMode="auto">
            <a:xfrm>
              <a:off x="4259263" y="5091127"/>
              <a:ext cx="3587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53" name="Text Box 71"/>
            <p:cNvSpPr txBox="1">
              <a:spLocks noChangeArrowheads="1"/>
            </p:cNvSpPr>
            <p:nvPr/>
          </p:nvSpPr>
          <p:spPr bwMode="auto">
            <a:xfrm>
              <a:off x="5957888" y="5080014"/>
              <a:ext cx="3587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54" name="Text Box 72"/>
            <p:cNvSpPr txBox="1">
              <a:spLocks noChangeArrowheads="1"/>
            </p:cNvSpPr>
            <p:nvPr/>
          </p:nvSpPr>
          <p:spPr bwMode="auto">
            <a:xfrm>
              <a:off x="7669213" y="5094302"/>
              <a:ext cx="3587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69" name="矩形 168"/>
          <p:cNvSpPr>
            <a:spLocks noChangeArrowheads="1"/>
          </p:cNvSpPr>
          <p:nvPr/>
        </p:nvSpPr>
        <p:spPr bwMode="auto">
          <a:xfrm>
            <a:off x="3071813" y="5643563"/>
            <a:ext cx="31003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74LS75</a:t>
            </a:r>
            <a:r>
              <a:rPr kumimoji="1"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称为</a:t>
            </a:r>
            <a:r>
              <a:rPr kumimoji="1"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4D</a:t>
            </a:r>
            <a:r>
              <a:rPr kumimoji="1"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锁存器</a:t>
            </a:r>
            <a:endParaRPr kumimoji="1"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" name="组合 99"/>
          <p:cNvGrpSpPr/>
          <p:nvPr/>
        </p:nvGrpSpPr>
        <p:grpSpPr bwMode="auto">
          <a:xfrm>
            <a:off x="862013" y="1881188"/>
            <a:ext cx="7639050" cy="3024187"/>
            <a:chOff x="862013" y="1881188"/>
            <a:chExt cx="7639050" cy="3024187"/>
          </a:xfrm>
        </p:grpSpPr>
        <p:sp>
          <p:nvSpPr>
            <p:cNvPr id="28682" name="Line 10"/>
            <p:cNvSpPr>
              <a:spLocks noChangeShapeType="1"/>
            </p:cNvSpPr>
            <p:nvPr/>
          </p:nvSpPr>
          <p:spPr bwMode="auto">
            <a:xfrm flipV="1">
              <a:off x="4152901" y="2262188"/>
              <a:ext cx="1588" cy="20177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83" name="Line 11"/>
            <p:cNvSpPr>
              <a:spLocks noChangeShapeType="1"/>
            </p:cNvSpPr>
            <p:nvPr/>
          </p:nvSpPr>
          <p:spPr bwMode="auto">
            <a:xfrm flipV="1">
              <a:off x="5848350" y="2262188"/>
              <a:ext cx="1588" cy="20177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84" name="Line 12"/>
            <p:cNvSpPr>
              <a:spLocks noChangeShapeType="1"/>
            </p:cNvSpPr>
            <p:nvPr/>
          </p:nvSpPr>
          <p:spPr bwMode="auto">
            <a:xfrm flipV="1">
              <a:off x="7543800" y="2262188"/>
              <a:ext cx="1588" cy="20177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85" name="Line 13"/>
            <p:cNvSpPr>
              <a:spLocks noChangeShapeType="1"/>
            </p:cNvSpPr>
            <p:nvPr/>
          </p:nvSpPr>
          <p:spPr bwMode="auto">
            <a:xfrm flipV="1">
              <a:off x="2457451" y="2262188"/>
              <a:ext cx="1588" cy="2017712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86" name="Line 14"/>
            <p:cNvSpPr>
              <a:spLocks noChangeShapeType="1"/>
            </p:cNvSpPr>
            <p:nvPr/>
          </p:nvSpPr>
          <p:spPr bwMode="auto">
            <a:xfrm flipV="1">
              <a:off x="4730750" y="1947863"/>
              <a:ext cx="1588" cy="27574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87" name="Line 15"/>
            <p:cNvSpPr>
              <a:spLocks noChangeShapeType="1"/>
            </p:cNvSpPr>
            <p:nvPr/>
          </p:nvSpPr>
          <p:spPr bwMode="auto">
            <a:xfrm flipV="1">
              <a:off x="6426200" y="1947863"/>
              <a:ext cx="1588" cy="27574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88" name="Line 16"/>
            <p:cNvSpPr>
              <a:spLocks noChangeShapeType="1"/>
            </p:cNvSpPr>
            <p:nvPr/>
          </p:nvSpPr>
          <p:spPr bwMode="auto">
            <a:xfrm flipV="1">
              <a:off x="8121650" y="1947863"/>
              <a:ext cx="1588" cy="27574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89" name="Line 17"/>
            <p:cNvSpPr>
              <a:spLocks noChangeShapeType="1"/>
            </p:cNvSpPr>
            <p:nvPr/>
          </p:nvSpPr>
          <p:spPr bwMode="auto">
            <a:xfrm flipV="1">
              <a:off x="3036888" y="1947863"/>
              <a:ext cx="1588" cy="27574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90" name="Rectangle 18"/>
            <p:cNvSpPr>
              <a:spLocks noChangeArrowheads="1"/>
            </p:cNvSpPr>
            <p:nvPr/>
          </p:nvSpPr>
          <p:spPr bwMode="auto">
            <a:xfrm>
              <a:off x="3773488" y="2576513"/>
              <a:ext cx="1336675" cy="1074738"/>
            </a:xfrm>
            <a:prstGeom prst="rect">
              <a:avLst/>
            </a:prstGeom>
            <a:solidFill>
              <a:srgbClr val="FFFFFF"/>
            </a:solidFill>
            <a:ln w="39688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691" name="Rectangle 20"/>
            <p:cNvSpPr>
              <a:spLocks noChangeArrowheads="1"/>
            </p:cNvSpPr>
            <p:nvPr/>
          </p:nvSpPr>
          <p:spPr bwMode="auto">
            <a:xfrm>
              <a:off x="5468937" y="2576513"/>
              <a:ext cx="1336675" cy="1074738"/>
            </a:xfrm>
            <a:prstGeom prst="rect">
              <a:avLst/>
            </a:prstGeom>
            <a:solidFill>
              <a:srgbClr val="FFFFFF"/>
            </a:solidFill>
            <a:ln w="39688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692" name="Rectangle 22"/>
            <p:cNvSpPr>
              <a:spLocks noChangeArrowheads="1"/>
            </p:cNvSpPr>
            <p:nvPr/>
          </p:nvSpPr>
          <p:spPr bwMode="auto">
            <a:xfrm>
              <a:off x="7185025" y="2576513"/>
              <a:ext cx="1316038" cy="1074738"/>
            </a:xfrm>
            <a:prstGeom prst="rect">
              <a:avLst/>
            </a:prstGeom>
            <a:solidFill>
              <a:srgbClr val="FFFFFF"/>
            </a:solidFill>
            <a:ln w="39688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693" name="Rectangle 24"/>
            <p:cNvSpPr>
              <a:spLocks noChangeArrowheads="1"/>
            </p:cNvSpPr>
            <p:nvPr/>
          </p:nvSpPr>
          <p:spPr bwMode="auto">
            <a:xfrm>
              <a:off x="2078038" y="2576513"/>
              <a:ext cx="1336675" cy="1074738"/>
            </a:xfrm>
            <a:prstGeom prst="rect">
              <a:avLst/>
            </a:prstGeom>
            <a:solidFill>
              <a:srgbClr val="FFFFFF"/>
            </a:solidFill>
            <a:ln w="39688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694" name="Rectangle 25"/>
            <p:cNvSpPr>
              <a:spLocks noChangeArrowheads="1"/>
            </p:cNvSpPr>
            <p:nvPr/>
          </p:nvSpPr>
          <p:spPr bwMode="auto">
            <a:xfrm>
              <a:off x="2317751" y="3249613"/>
              <a:ext cx="195263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695" name="Rectangle 26"/>
            <p:cNvSpPr>
              <a:spLocks noChangeArrowheads="1"/>
            </p:cNvSpPr>
            <p:nvPr/>
          </p:nvSpPr>
          <p:spPr bwMode="auto">
            <a:xfrm>
              <a:off x="2497138" y="3249613"/>
              <a:ext cx="146050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696" name="Rectangle 27"/>
            <p:cNvSpPr>
              <a:spLocks noChangeArrowheads="1"/>
            </p:cNvSpPr>
            <p:nvPr/>
          </p:nvSpPr>
          <p:spPr bwMode="auto">
            <a:xfrm>
              <a:off x="2876551" y="3249613"/>
              <a:ext cx="146050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697" name="Rectangle 28"/>
            <p:cNvSpPr>
              <a:spLocks noChangeArrowheads="1"/>
            </p:cNvSpPr>
            <p:nvPr/>
          </p:nvSpPr>
          <p:spPr bwMode="auto">
            <a:xfrm>
              <a:off x="2995613" y="3249613"/>
              <a:ext cx="211138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698" name="Line 30"/>
            <p:cNvSpPr>
              <a:spLocks noChangeShapeType="1"/>
            </p:cNvSpPr>
            <p:nvPr/>
          </p:nvSpPr>
          <p:spPr bwMode="auto">
            <a:xfrm flipH="1">
              <a:off x="862013" y="4279900"/>
              <a:ext cx="6681787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8699" name="Rectangle 35"/>
            <p:cNvSpPr>
              <a:spLocks noChangeArrowheads="1"/>
            </p:cNvSpPr>
            <p:nvPr/>
          </p:nvSpPr>
          <p:spPr bwMode="auto">
            <a:xfrm>
              <a:off x="2657476" y="1881188"/>
              <a:ext cx="211138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00" name="Rectangle 36"/>
            <p:cNvSpPr>
              <a:spLocks noChangeArrowheads="1"/>
            </p:cNvSpPr>
            <p:nvPr/>
          </p:nvSpPr>
          <p:spPr bwMode="auto">
            <a:xfrm>
              <a:off x="2836863" y="2016126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01" name="Rectangle 37"/>
            <p:cNvSpPr>
              <a:spLocks noChangeArrowheads="1"/>
            </p:cNvSpPr>
            <p:nvPr/>
          </p:nvSpPr>
          <p:spPr bwMode="auto">
            <a:xfrm>
              <a:off x="4352926" y="1881188"/>
              <a:ext cx="211138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02" name="Rectangle 38"/>
            <p:cNvSpPr>
              <a:spLocks noChangeArrowheads="1"/>
            </p:cNvSpPr>
            <p:nvPr/>
          </p:nvSpPr>
          <p:spPr bwMode="auto">
            <a:xfrm>
              <a:off x="4532313" y="2016126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03" name="Rectangle 39"/>
            <p:cNvSpPr>
              <a:spLocks noChangeArrowheads="1"/>
            </p:cNvSpPr>
            <p:nvPr/>
          </p:nvSpPr>
          <p:spPr bwMode="auto">
            <a:xfrm>
              <a:off x="6048375" y="1881188"/>
              <a:ext cx="211138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04" name="Rectangle 40"/>
            <p:cNvSpPr>
              <a:spLocks noChangeArrowheads="1"/>
            </p:cNvSpPr>
            <p:nvPr/>
          </p:nvSpPr>
          <p:spPr bwMode="auto">
            <a:xfrm>
              <a:off x="6227762" y="2016126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05" name="Rectangle 41"/>
            <p:cNvSpPr>
              <a:spLocks noChangeArrowheads="1"/>
            </p:cNvSpPr>
            <p:nvPr/>
          </p:nvSpPr>
          <p:spPr bwMode="auto">
            <a:xfrm>
              <a:off x="7743825" y="1881188"/>
              <a:ext cx="211138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06" name="Rectangle 42"/>
            <p:cNvSpPr>
              <a:spLocks noChangeArrowheads="1"/>
            </p:cNvSpPr>
            <p:nvPr/>
          </p:nvSpPr>
          <p:spPr bwMode="auto">
            <a:xfrm>
              <a:off x="7923212" y="2016126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8707" name="Group 73"/>
            <p:cNvGrpSpPr/>
            <p:nvPr/>
          </p:nvGrpSpPr>
          <p:grpSpPr bwMode="auto">
            <a:xfrm>
              <a:off x="2697163" y="4527550"/>
              <a:ext cx="5367337" cy="377825"/>
              <a:chOff x="1518" y="2757"/>
              <a:chExt cx="3381" cy="238"/>
            </a:xfrm>
          </p:grpSpPr>
          <p:sp>
            <p:nvSpPr>
              <p:cNvPr id="28743" name="Rectangle 43"/>
              <p:cNvSpPr>
                <a:spLocks noChangeArrowheads="1"/>
              </p:cNvSpPr>
              <p:nvPr/>
            </p:nvSpPr>
            <p:spPr bwMode="auto">
              <a:xfrm>
                <a:off x="4722" y="2757"/>
                <a:ext cx="134" cy="2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3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44" name="Rectangle 44"/>
              <p:cNvSpPr>
                <a:spLocks noChangeArrowheads="1"/>
              </p:cNvSpPr>
              <p:nvPr/>
            </p:nvSpPr>
            <p:spPr bwMode="auto">
              <a:xfrm>
                <a:off x="4835" y="2841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45" name="Rectangle 45"/>
              <p:cNvSpPr>
                <a:spLocks noChangeArrowheads="1"/>
              </p:cNvSpPr>
              <p:nvPr/>
            </p:nvSpPr>
            <p:spPr bwMode="auto">
              <a:xfrm>
                <a:off x="3654" y="2757"/>
                <a:ext cx="134" cy="2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3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46" name="Rectangle 46"/>
              <p:cNvSpPr>
                <a:spLocks noChangeArrowheads="1"/>
              </p:cNvSpPr>
              <p:nvPr/>
            </p:nvSpPr>
            <p:spPr bwMode="auto">
              <a:xfrm>
                <a:off x="3767" y="2841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47" name="Rectangle 47"/>
              <p:cNvSpPr>
                <a:spLocks noChangeArrowheads="1"/>
              </p:cNvSpPr>
              <p:nvPr/>
            </p:nvSpPr>
            <p:spPr bwMode="auto">
              <a:xfrm>
                <a:off x="2586" y="2757"/>
                <a:ext cx="134" cy="2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3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48" name="Rectangle 48"/>
              <p:cNvSpPr>
                <a:spLocks noChangeArrowheads="1"/>
              </p:cNvSpPr>
              <p:nvPr/>
            </p:nvSpPr>
            <p:spPr bwMode="auto">
              <a:xfrm>
                <a:off x="2699" y="2841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49" name="Rectangle 49"/>
              <p:cNvSpPr>
                <a:spLocks noChangeArrowheads="1"/>
              </p:cNvSpPr>
              <p:nvPr/>
            </p:nvSpPr>
            <p:spPr bwMode="auto">
              <a:xfrm>
                <a:off x="1518" y="2757"/>
                <a:ext cx="134" cy="2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3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50" name="Rectangle 50"/>
              <p:cNvSpPr>
                <a:spLocks noChangeArrowheads="1"/>
              </p:cNvSpPr>
              <p:nvPr/>
            </p:nvSpPr>
            <p:spPr bwMode="auto">
              <a:xfrm>
                <a:off x="1631" y="2841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8708" name="Rectangle 56"/>
            <p:cNvSpPr>
              <a:spLocks noChangeArrowheads="1"/>
            </p:cNvSpPr>
            <p:nvPr/>
          </p:nvSpPr>
          <p:spPr bwMode="auto">
            <a:xfrm>
              <a:off x="4013201" y="3249613"/>
              <a:ext cx="195263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09" name="Rectangle 57"/>
            <p:cNvSpPr>
              <a:spLocks noChangeArrowheads="1"/>
            </p:cNvSpPr>
            <p:nvPr/>
          </p:nvSpPr>
          <p:spPr bwMode="auto">
            <a:xfrm>
              <a:off x="4192588" y="3249613"/>
              <a:ext cx="146050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0" name="Rectangle 58"/>
            <p:cNvSpPr>
              <a:spLocks noChangeArrowheads="1"/>
            </p:cNvSpPr>
            <p:nvPr/>
          </p:nvSpPr>
          <p:spPr bwMode="auto">
            <a:xfrm>
              <a:off x="4572001" y="3249613"/>
              <a:ext cx="146050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1" name="Rectangle 59"/>
            <p:cNvSpPr>
              <a:spLocks noChangeArrowheads="1"/>
            </p:cNvSpPr>
            <p:nvPr/>
          </p:nvSpPr>
          <p:spPr bwMode="auto">
            <a:xfrm>
              <a:off x="4691062" y="3249613"/>
              <a:ext cx="211138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2" name="Rectangle 60"/>
            <p:cNvSpPr>
              <a:spLocks noChangeArrowheads="1"/>
            </p:cNvSpPr>
            <p:nvPr/>
          </p:nvSpPr>
          <p:spPr bwMode="auto">
            <a:xfrm>
              <a:off x="5708650" y="3249613"/>
              <a:ext cx="195263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3" name="Rectangle 61"/>
            <p:cNvSpPr>
              <a:spLocks noChangeArrowheads="1"/>
            </p:cNvSpPr>
            <p:nvPr/>
          </p:nvSpPr>
          <p:spPr bwMode="auto">
            <a:xfrm>
              <a:off x="5888037" y="3249613"/>
              <a:ext cx="146050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4" name="Rectangle 62"/>
            <p:cNvSpPr>
              <a:spLocks noChangeArrowheads="1"/>
            </p:cNvSpPr>
            <p:nvPr/>
          </p:nvSpPr>
          <p:spPr bwMode="auto">
            <a:xfrm>
              <a:off x="6267450" y="3249613"/>
              <a:ext cx="146050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5" name="Rectangle 63"/>
            <p:cNvSpPr>
              <a:spLocks noChangeArrowheads="1"/>
            </p:cNvSpPr>
            <p:nvPr/>
          </p:nvSpPr>
          <p:spPr bwMode="auto">
            <a:xfrm>
              <a:off x="6386512" y="3249613"/>
              <a:ext cx="211138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6" name="Rectangle 64"/>
            <p:cNvSpPr>
              <a:spLocks noChangeArrowheads="1"/>
            </p:cNvSpPr>
            <p:nvPr/>
          </p:nvSpPr>
          <p:spPr bwMode="auto">
            <a:xfrm>
              <a:off x="7404100" y="3249613"/>
              <a:ext cx="195263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7" name="Rectangle 65"/>
            <p:cNvSpPr>
              <a:spLocks noChangeArrowheads="1"/>
            </p:cNvSpPr>
            <p:nvPr/>
          </p:nvSpPr>
          <p:spPr bwMode="auto">
            <a:xfrm>
              <a:off x="7583487" y="3249613"/>
              <a:ext cx="146050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8" name="Rectangle 66"/>
            <p:cNvSpPr>
              <a:spLocks noChangeArrowheads="1"/>
            </p:cNvSpPr>
            <p:nvPr/>
          </p:nvSpPr>
          <p:spPr bwMode="auto">
            <a:xfrm>
              <a:off x="7962900" y="3249613"/>
              <a:ext cx="146050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19" name="Rectangle 67"/>
            <p:cNvSpPr>
              <a:spLocks noChangeArrowheads="1"/>
            </p:cNvSpPr>
            <p:nvPr/>
          </p:nvSpPr>
          <p:spPr bwMode="auto">
            <a:xfrm>
              <a:off x="8081962" y="3249613"/>
              <a:ext cx="211138" cy="350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8720" name="Group 82"/>
            <p:cNvGrpSpPr/>
            <p:nvPr/>
          </p:nvGrpSpPr>
          <p:grpSpPr bwMode="auto">
            <a:xfrm>
              <a:off x="2381251" y="3551237"/>
              <a:ext cx="155575" cy="84138"/>
              <a:chOff x="3207" y="3502"/>
              <a:chExt cx="98" cy="53"/>
            </a:xfrm>
          </p:grpSpPr>
          <p:sp>
            <p:nvSpPr>
              <p:cNvPr id="28741" name="Line 83"/>
              <p:cNvSpPr>
                <a:spLocks noChangeShapeType="1"/>
              </p:cNvSpPr>
              <p:nvPr/>
            </p:nvSpPr>
            <p:spPr bwMode="auto">
              <a:xfrm flipH="1">
                <a:off x="3207" y="3502"/>
                <a:ext cx="49" cy="53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8742" name="Line 84"/>
              <p:cNvSpPr>
                <a:spLocks noChangeShapeType="1"/>
              </p:cNvSpPr>
              <p:nvPr/>
            </p:nvSpPr>
            <p:spPr bwMode="auto">
              <a:xfrm>
                <a:off x="3256" y="3502"/>
                <a:ext cx="49" cy="53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8721" name="Group 85"/>
            <p:cNvGrpSpPr/>
            <p:nvPr/>
          </p:nvGrpSpPr>
          <p:grpSpPr bwMode="auto">
            <a:xfrm>
              <a:off x="4081463" y="3551237"/>
              <a:ext cx="155575" cy="84138"/>
              <a:chOff x="3207" y="3502"/>
              <a:chExt cx="98" cy="53"/>
            </a:xfrm>
          </p:grpSpPr>
          <p:sp>
            <p:nvSpPr>
              <p:cNvPr id="28739" name="Line 86"/>
              <p:cNvSpPr>
                <a:spLocks noChangeShapeType="1"/>
              </p:cNvSpPr>
              <p:nvPr/>
            </p:nvSpPr>
            <p:spPr bwMode="auto">
              <a:xfrm flipH="1">
                <a:off x="3207" y="3502"/>
                <a:ext cx="49" cy="53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8740" name="Line 87"/>
              <p:cNvSpPr>
                <a:spLocks noChangeShapeType="1"/>
              </p:cNvSpPr>
              <p:nvPr/>
            </p:nvSpPr>
            <p:spPr bwMode="auto">
              <a:xfrm>
                <a:off x="3256" y="3502"/>
                <a:ext cx="49" cy="53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8722" name="Group 88"/>
            <p:cNvGrpSpPr/>
            <p:nvPr/>
          </p:nvGrpSpPr>
          <p:grpSpPr bwMode="auto">
            <a:xfrm>
              <a:off x="5767387" y="3551237"/>
              <a:ext cx="155575" cy="84138"/>
              <a:chOff x="3207" y="3502"/>
              <a:chExt cx="98" cy="53"/>
            </a:xfrm>
          </p:grpSpPr>
          <p:sp>
            <p:nvSpPr>
              <p:cNvPr id="28737" name="Line 89"/>
              <p:cNvSpPr>
                <a:spLocks noChangeShapeType="1"/>
              </p:cNvSpPr>
              <p:nvPr/>
            </p:nvSpPr>
            <p:spPr bwMode="auto">
              <a:xfrm flipH="1">
                <a:off x="3207" y="3502"/>
                <a:ext cx="49" cy="53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8738" name="Line 90"/>
              <p:cNvSpPr>
                <a:spLocks noChangeShapeType="1"/>
              </p:cNvSpPr>
              <p:nvPr/>
            </p:nvSpPr>
            <p:spPr bwMode="auto">
              <a:xfrm>
                <a:off x="3256" y="3502"/>
                <a:ext cx="49" cy="53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8723" name="Group 91"/>
            <p:cNvGrpSpPr/>
            <p:nvPr/>
          </p:nvGrpSpPr>
          <p:grpSpPr bwMode="auto">
            <a:xfrm>
              <a:off x="7466012" y="3551237"/>
              <a:ext cx="155575" cy="84138"/>
              <a:chOff x="3207" y="3502"/>
              <a:chExt cx="98" cy="53"/>
            </a:xfrm>
          </p:grpSpPr>
          <p:sp>
            <p:nvSpPr>
              <p:cNvPr id="28735" name="Line 92"/>
              <p:cNvSpPr>
                <a:spLocks noChangeShapeType="1"/>
              </p:cNvSpPr>
              <p:nvPr/>
            </p:nvSpPr>
            <p:spPr bwMode="auto">
              <a:xfrm flipH="1">
                <a:off x="3207" y="3502"/>
                <a:ext cx="49" cy="53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28736" name="Line 93"/>
              <p:cNvSpPr>
                <a:spLocks noChangeShapeType="1"/>
              </p:cNvSpPr>
              <p:nvPr/>
            </p:nvSpPr>
            <p:spPr bwMode="auto">
              <a:xfrm>
                <a:off x="3256" y="3502"/>
                <a:ext cx="49" cy="53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88" name="椭圆 87"/>
            <p:cNvSpPr/>
            <p:nvPr/>
          </p:nvSpPr>
          <p:spPr>
            <a:xfrm>
              <a:off x="2400300" y="2447925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椭圆 88"/>
            <p:cNvSpPr/>
            <p:nvPr/>
          </p:nvSpPr>
          <p:spPr>
            <a:xfrm>
              <a:off x="4100513" y="2443163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椭圆 89"/>
            <p:cNvSpPr/>
            <p:nvPr/>
          </p:nvSpPr>
          <p:spPr>
            <a:xfrm>
              <a:off x="5786438" y="2447925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椭圆 90"/>
            <p:cNvSpPr/>
            <p:nvPr/>
          </p:nvSpPr>
          <p:spPr>
            <a:xfrm>
              <a:off x="7481888" y="2447925"/>
              <a:ext cx="107950" cy="10795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" name="椭圆 91"/>
            <p:cNvSpPr/>
            <p:nvPr/>
          </p:nvSpPr>
          <p:spPr>
            <a:xfrm>
              <a:off x="2419350" y="4243388"/>
              <a:ext cx="71438" cy="71437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3" name="椭圆 92"/>
            <p:cNvSpPr/>
            <p:nvPr/>
          </p:nvSpPr>
          <p:spPr>
            <a:xfrm>
              <a:off x="4114800" y="4238625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" name="椭圆 93"/>
            <p:cNvSpPr/>
            <p:nvPr/>
          </p:nvSpPr>
          <p:spPr>
            <a:xfrm>
              <a:off x="5810250" y="4233863"/>
              <a:ext cx="71438" cy="71437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31" name="Rectangle 41"/>
            <p:cNvSpPr>
              <a:spLocks noChangeArrowheads="1"/>
            </p:cNvSpPr>
            <p:nvPr/>
          </p:nvSpPr>
          <p:spPr bwMode="auto">
            <a:xfrm>
              <a:off x="8001024" y="2571744"/>
              <a:ext cx="1859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32" name="Rectangle 41"/>
            <p:cNvSpPr>
              <a:spLocks noChangeArrowheads="1"/>
            </p:cNvSpPr>
            <p:nvPr/>
          </p:nvSpPr>
          <p:spPr bwMode="auto">
            <a:xfrm>
              <a:off x="6314878" y="2571744"/>
              <a:ext cx="1859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33" name="Rectangle 41"/>
            <p:cNvSpPr>
              <a:spLocks noChangeArrowheads="1"/>
            </p:cNvSpPr>
            <p:nvPr/>
          </p:nvSpPr>
          <p:spPr bwMode="auto">
            <a:xfrm>
              <a:off x="4600366" y="2571744"/>
              <a:ext cx="1859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734" name="Rectangle 41"/>
            <p:cNvSpPr>
              <a:spLocks noChangeArrowheads="1"/>
            </p:cNvSpPr>
            <p:nvPr/>
          </p:nvSpPr>
          <p:spPr bwMode="auto">
            <a:xfrm>
              <a:off x="2928926" y="2571744"/>
              <a:ext cx="18594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681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16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6"/>
          <p:cNvSpPr>
            <a:spLocks noChangeArrowheads="1"/>
          </p:cNvSpPr>
          <p:nvPr/>
        </p:nvSpPr>
        <p:spPr bwMode="auto">
          <a:xfrm>
            <a:off x="214313" y="100013"/>
            <a:ext cx="66436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）边沿触发的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位数据寄存器（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74HC175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</a:t>
            </a:r>
            <a:endParaRPr kumimoji="1"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148"/>
          <p:cNvGrpSpPr/>
          <p:nvPr/>
        </p:nvGrpSpPr>
        <p:grpSpPr bwMode="auto">
          <a:xfrm>
            <a:off x="857250" y="4500563"/>
            <a:ext cx="7429500" cy="2141537"/>
            <a:chOff x="408" y="2616"/>
            <a:chExt cx="5120" cy="1568"/>
          </a:xfrm>
        </p:grpSpPr>
        <p:graphicFrame>
          <p:nvGraphicFramePr>
            <p:cNvPr id="29825" name="Object 4"/>
            <p:cNvGraphicFramePr>
              <a:graphicFrameLocks noChangeAspect="1"/>
            </p:cNvGraphicFramePr>
            <p:nvPr/>
          </p:nvGraphicFramePr>
          <p:xfrm>
            <a:off x="408" y="2616"/>
            <a:ext cx="5120" cy="156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413" name="Worksheet" r:id="rId1" imgW="5270500" imgH="1625600" progId="Excel.Sheet.8">
                    <p:embed/>
                  </p:oleObj>
                </mc:Choice>
                <mc:Fallback>
                  <p:oleObj name="Worksheet" r:id="rId1" imgW="5270500" imgH="1625600" progId="Excel.Sheet.8">
                    <p:embed/>
                    <p:pic>
                      <p:nvPicPr>
                        <p:cNvPr id="0" name="图片 74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08" y="2616"/>
                          <a:ext cx="5120" cy="156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9826" name="Line 147"/>
            <p:cNvSpPr>
              <a:spLocks noChangeShapeType="1"/>
            </p:cNvSpPr>
            <p:nvPr/>
          </p:nvSpPr>
          <p:spPr bwMode="auto">
            <a:xfrm>
              <a:off x="567" y="2922"/>
              <a:ext cx="9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组合 260"/>
          <p:cNvGrpSpPr/>
          <p:nvPr/>
        </p:nvGrpSpPr>
        <p:grpSpPr bwMode="auto">
          <a:xfrm>
            <a:off x="500063" y="742950"/>
            <a:ext cx="7643812" cy="3043238"/>
            <a:chOff x="500034" y="857232"/>
            <a:chExt cx="7643866" cy="3043316"/>
          </a:xfrm>
        </p:grpSpPr>
        <p:grpSp>
          <p:nvGrpSpPr>
            <p:cNvPr id="29702" name="组合 132"/>
            <p:cNvGrpSpPr/>
            <p:nvPr/>
          </p:nvGrpSpPr>
          <p:grpSpPr bwMode="auto">
            <a:xfrm>
              <a:off x="500034" y="857232"/>
              <a:ext cx="7643866" cy="2786068"/>
              <a:chOff x="285720" y="3214686"/>
              <a:chExt cx="7643866" cy="2786068"/>
            </a:xfrm>
          </p:grpSpPr>
          <p:sp>
            <p:nvSpPr>
              <p:cNvPr id="29711" name="Line 21"/>
              <p:cNvSpPr>
                <a:spLocks noChangeShapeType="1"/>
              </p:cNvSpPr>
              <p:nvPr/>
            </p:nvSpPr>
            <p:spPr bwMode="auto">
              <a:xfrm flipV="1">
                <a:off x="1571604" y="5273686"/>
                <a:ext cx="5721752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9712" name="组合 31"/>
              <p:cNvGrpSpPr/>
              <p:nvPr/>
            </p:nvGrpSpPr>
            <p:grpSpPr bwMode="auto">
              <a:xfrm>
                <a:off x="1285852" y="3214686"/>
                <a:ext cx="1609726" cy="1700275"/>
                <a:chOff x="4000496" y="3418961"/>
                <a:chExt cx="1609726" cy="1700275"/>
              </a:xfrm>
            </p:grpSpPr>
            <p:grpSp>
              <p:nvGrpSpPr>
                <p:cNvPr id="29804" name="组合 28"/>
                <p:cNvGrpSpPr/>
                <p:nvPr/>
              </p:nvGrpSpPr>
              <p:grpSpPr bwMode="auto">
                <a:xfrm>
                  <a:off x="4214810" y="3418961"/>
                  <a:ext cx="1395412" cy="1700275"/>
                  <a:chOff x="4214810" y="3418961"/>
                  <a:chExt cx="1395412" cy="1700275"/>
                </a:xfrm>
              </p:grpSpPr>
              <p:sp>
                <p:nvSpPr>
                  <p:cNvPr id="29806" name="Oval 121"/>
                  <p:cNvSpPr>
                    <a:spLocks noChangeArrowheads="1"/>
                  </p:cNvSpPr>
                  <p:nvPr/>
                </p:nvSpPr>
                <p:spPr bwMode="auto">
                  <a:xfrm>
                    <a:off x="4902666" y="4975236"/>
                    <a:ext cx="144000" cy="144000"/>
                  </a:xfrm>
                  <a:prstGeom prst="ellipse">
                    <a:avLst/>
                  </a:prstGeom>
                  <a:noFill/>
                  <a:ln w="254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grpSp>
                <p:nvGrpSpPr>
                  <p:cNvPr id="29807" name="组合 27"/>
                  <p:cNvGrpSpPr/>
                  <p:nvPr/>
                </p:nvGrpSpPr>
                <p:grpSpPr bwMode="auto">
                  <a:xfrm>
                    <a:off x="4214810" y="3418961"/>
                    <a:ext cx="1395412" cy="1559444"/>
                    <a:chOff x="4214810" y="3418961"/>
                    <a:chExt cx="1395412" cy="1559444"/>
                  </a:xfrm>
                </p:grpSpPr>
                <p:sp>
                  <p:nvSpPr>
                    <p:cNvPr id="29808" name="Line 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43504" y="4162430"/>
                      <a:ext cx="157162" cy="158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809" name="Rectangle 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4810" y="4071942"/>
                      <a:ext cx="1395412" cy="906463"/>
                    </a:xfrm>
                    <a:prstGeom prst="rect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endParaRPr lang="zh-CN" altLang="en-US" sz="160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10" name="Line 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43438" y="3714752"/>
                      <a:ext cx="1587" cy="36000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811" name="Line 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214942" y="3714752"/>
                      <a:ext cx="3175" cy="21590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812" name="Rectangle 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00562" y="4714884"/>
                      <a:ext cx="2476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1D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13" name="Rectangle 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81780" y="4714884"/>
                      <a:ext cx="147476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14" name="Rectangle 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57752" y="4500570"/>
                      <a:ext cx="250068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C1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15" name="Rectangle 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27554" y="4143380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16" name="Rectangle 8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43504" y="4143380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17" name="Oval 1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43504" y="3929066"/>
                      <a:ext cx="144000" cy="144000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endParaRPr lang="zh-CN" altLang="en-US" sz="160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18" name="Line 2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5567" y="4143379"/>
                      <a:ext cx="216000" cy="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42" name="等腰三角形 21"/>
                    <p:cNvSpPr/>
                    <p:nvPr/>
                  </p:nvSpPr>
                  <p:spPr>
                    <a:xfrm>
                      <a:off x="4786313" y="4752494"/>
                      <a:ext cx="357191" cy="214318"/>
                    </a:xfrm>
                    <a:prstGeom prst="triangle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>
                        <a:solidFill>
                          <a:srgbClr val="FFFFFF"/>
                        </a:solidFill>
                      </a:endParaRPr>
                    </a:p>
                  </p:txBody>
                </p:sp>
                <p:sp>
                  <p:nvSpPr>
                    <p:cNvPr id="29820" name="Line 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76100" y="3436424"/>
                      <a:ext cx="158750" cy="158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821" name="Rectangle 9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64912" y="3418961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22" name="Rectangle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739537" y="3530086"/>
                      <a:ext cx="76944" cy="18466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2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23" name="Rectangle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52312" y="3530086"/>
                      <a:ext cx="76944" cy="18466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2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24" name="Rectangle 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68904" y="3418961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</p:grpSp>
            </p:grpSp>
            <p:sp>
              <p:nvSpPr>
                <p:cNvPr id="29805" name="矩形 227"/>
                <p:cNvSpPr>
                  <a:spLocks noChangeArrowheads="1"/>
                </p:cNvSpPr>
                <p:nvPr/>
              </p:nvSpPr>
              <p:spPr bwMode="auto">
                <a:xfrm>
                  <a:off x="4000496" y="3702610"/>
                  <a:ext cx="54373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r>
                    <a:rPr lang="en-US" altLang="zh-CN" sz="1800" b="1" baseline="-25000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en-US" altLang="zh-CN" sz="1800" b="1" baseline="-25000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9713" name="组合 32"/>
              <p:cNvGrpSpPr/>
              <p:nvPr/>
            </p:nvGrpSpPr>
            <p:grpSpPr bwMode="auto">
              <a:xfrm>
                <a:off x="2962274" y="3214686"/>
                <a:ext cx="1609726" cy="1700275"/>
                <a:chOff x="4000496" y="3418961"/>
                <a:chExt cx="1609726" cy="1700275"/>
              </a:xfrm>
            </p:grpSpPr>
            <p:grpSp>
              <p:nvGrpSpPr>
                <p:cNvPr id="29783" name="组合 28"/>
                <p:cNvGrpSpPr/>
                <p:nvPr/>
              </p:nvGrpSpPr>
              <p:grpSpPr bwMode="auto">
                <a:xfrm>
                  <a:off x="4214810" y="3418961"/>
                  <a:ext cx="1395412" cy="1700275"/>
                  <a:chOff x="4214810" y="3418961"/>
                  <a:chExt cx="1395412" cy="1700275"/>
                </a:xfrm>
              </p:grpSpPr>
              <p:sp>
                <p:nvSpPr>
                  <p:cNvPr id="29785" name="Oval 121"/>
                  <p:cNvSpPr>
                    <a:spLocks noChangeArrowheads="1"/>
                  </p:cNvSpPr>
                  <p:nvPr/>
                </p:nvSpPr>
                <p:spPr bwMode="auto">
                  <a:xfrm>
                    <a:off x="4902666" y="4975236"/>
                    <a:ext cx="144000" cy="144000"/>
                  </a:xfrm>
                  <a:prstGeom prst="ellipse">
                    <a:avLst/>
                  </a:prstGeom>
                  <a:noFill/>
                  <a:ln w="254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grpSp>
                <p:nvGrpSpPr>
                  <p:cNvPr id="29786" name="组合 27"/>
                  <p:cNvGrpSpPr/>
                  <p:nvPr/>
                </p:nvGrpSpPr>
                <p:grpSpPr bwMode="auto">
                  <a:xfrm>
                    <a:off x="4214810" y="3418961"/>
                    <a:ext cx="1395412" cy="1559444"/>
                    <a:chOff x="4214810" y="3418961"/>
                    <a:chExt cx="1395412" cy="1559444"/>
                  </a:xfrm>
                </p:grpSpPr>
                <p:sp>
                  <p:nvSpPr>
                    <p:cNvPr id="29787" name="Line 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43504" y="4162430"/>
                      <a:ext cx="157162" cy="158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88" name="Rectangle 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4810" y="4071942"/>
                      <a:ext cx="1395412" cy="906463"/>
                    </a:xfrm>
                    <a:prstGeom prst="rect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endParaRPr lang="zh-CN" altLang="en-US" sz="160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89" name="Line 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43438" y="3714752"/>
                      <a:ext cx="1587" cy="36000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90" name="Line 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214942" y="3714752"/>
                      <a:ext cx="3175" cy="21590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91" name="Rectangle 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00562" y="4714884"/>
                      <a:ext cx="2476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1D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2" name="Rectangle 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81780" y="4714884"/>
                      <a:ext cx="147476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3" name="Rectangle 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57752" y="4500570"/>
                      <a:ext cx="250068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C1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4" name="Rectangle 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27554" y="4143380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5" name="Rectangle 8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43504" y="4143380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6" name="Oval 1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43504" y="3929066"/>
                      <a:ext cx="144000" cy="144000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endParaRPr lang="zh-CN" altLang="en-US" sz="160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7" name="Line 2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5567" y="4143379"/>
                      <a:ext cx="216000" cy="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1" name="等腰三角形 220"/>
                    <p:cNvSpPr/>
                    <p:nvPr/>
                  </p:nvSpPr>
                  <p:spPr>
                    <a:xfrm>
                      <a:off x="4786303" y="4752494"/>
                      <a:ext cx="357191" cy="214318"/>
                    </a:xfrm>
                    <a:prstGeom prst="triangle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>
                        <a:solidFill>
                          <a:srgbClr val="FFFFFF"/>
                        </a:solidFill>
                      </a:endParaRPr>
                    </a:p>
                  </p:txBody>
                </p:sp>
                <p:sp>
                  <p:nvSpPr>
                    <p:cNvPr id="29799" name="Line 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76100" y="3436424"/>
                      <a:ext cx="158750" cy="158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800" name="Rectangle 9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64912" y="3418961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01" name="Rectangle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739537" y="3530086"/>
                      <a:ext cx="76944" cy="18466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2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02" name="Rectangle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52312" y="3530086"/>
                      <a:ext cx="76944" cy="18466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2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803" name="Rectangle 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68904" y="3418961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</p:grpSp>
            </p:grpSp>
            <p:sp>
              <p:nvSpPr>
                <p:cNvPr id="29784" name="矩形 206"/>
                <p:cNvSpPr>
                  <a:spLocks noChangeArrowheads="1"/>
                </p:cNvSpPr>
                <p:nvPr/>
              </p:nvSpPr>
              <p:spPr bwMode="auto">
                <a:xfrm>
                  <a:off x="4000496" y="3702610"/>
                  <a:ext cx="54373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r>
                    <a:rPr lang="en-US" altLang="zh-CN" sz="1800" b="1" baseline="-25000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en-US" altLang="zh-CN" sz="1800" b="1" baseline="-25000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9714" name="组合 54"/>
              <p:cNvGrpSpPr/>
              <p:nvPr/>
            </p:nvGrpSpPr>
            <p:grpSpPr bwMode="auto">
              <a:xfrm>
                <a:off x="4643438" y="3214686"/>
                <a:ext cx="1609726" cy="1700275"/>
                <a:chOff x="4000496" y="3418961"/>
                <a:chExt cx="1609726" cy="1700275"/>
              </a:xfrm>
            </p:grpSpPr>
            <p:grpSp>
              <p:nvGrpSpPr>
                <p:cNvPr id="29762" name="组合 28"/>
                <p:cNvGrpSpPr/>
                <p:nvPr/>
              </p:nvGrpSpPr>
              <p:grpSpPr bwMode="auto">
                <a:xfrm>
                  <a:off x="4214810" y="3418961"/>
                  <a:ext cx="1395412" cy="1700275"/>
                  <a:chOff x="4214810" y="3418961"/>
                  <a:chExt cx="1395412" cy="1700275"/>
                </a:xfrm>
              </p:grpSpPr>
              <p:sp>
                <p:nvSpPr>
                  <p:cNvPr id="29764" name="Oval 121"/>
                  <p:cNvSpPr>
                    <a:spLocks noChangeArrowheads="1"/>
                  </p:cNvSpPr>
                  <p:nvPr/>
                </p:nvSpPr>
                <p:spPr bwMode="auto">
                  <a:xfrm>
                    <a:off x="4902666" y="4975236"/>
                    <a:ext cx="144000" cy="144000"/>
                  </a:xfrm>
                  <a:prstGeom prst="ellipse">
                    <a:avLst/>
                  </a:prstGeom>
                  <a:noFill/>
                  <a:ln w="254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grpSp>
                <p:nvGrpSpPr>
                  <p:cNvPr id="29765" name="组合 27"/>
                  <p:cNvGrpSpPr/>
                  <p:nvPr/>
                </p:nvGrpSpPr>
                <p:grpSpPr bwMode="auto">
                  <a:xfrm>
                    <a:off x="4214810" y="3418961"/>
                    <a:ext cx="1395412" cy="1559444"/>
                    <a:chOff x="4214810" y="3418961"/>
                    <a:chExt cx="1395412" cy="1559444"/>
                  </a:xfrm>
                </p:grpSpPr>
                <p:sp>
                  <p:nvSpPr>
                    <p:cNvPr id="29766" name="Line 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43504" y="4162430"/>
                      <a:ext cx="157162" cy="158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67" name="Rectangle 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4810" y="4071942"/>
                      <a:ext cx="1395412" cy="906463"/>
                    </a:xfrm>
                    <a:prstGeom prst="rect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endParaRPr lang="zh-CN" altLang="en-US" sz="160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68" name="Line 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43438" y="3714752"/>
                      <a:ext cx="1587" cy="36000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69" name="Line 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214942" y="3714752"/>
                      <a:ext cx="3175" cy="21590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70" name="Rectangle 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00562" y="4714884"/>
                      <a:ext cx="2476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1D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71" name="Rectangle 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81780" y="4714884"/>
                      <a:ext cx="147476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72" name="Rectangle 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57752" y="4500570"/>
                      <a:ext cx="250068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C1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73" name="Rectangle 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27554" y="4143380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74" name="Rectangle 8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43504" y="4143380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75" name="Oval 1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43504" y="3929066"/>
                      <a:ext cx="144000" cy="144000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endParaRPr lang="zh-CN" altLang="en-US" sz="160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76" name="Line 2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5567" y="4143379"/>
                      <a:ext cx="216000" cy="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00" name="等腰三角形 199"/>
                    <p:cNvSpPr/>
                    <p:nvPr/>
                  </p:nvSpPr>
                  <p:spPr>
                    <a:xfrm>
                      <a:off x="4786314" y="4752494"/>
                      <a:ext cx="357190" cy="214318"/>
                    </a:xfrm>
                    <a:prstGeom prst="triangle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>
                        <a:solidFill>
                          <a:srgbClr val="FFFFFF"/>
                        </a:solidFill>
                      </a:endParaRPr>
                    </a:p>
                  </p:txBody>
                </p:sp>
                <p:sp>
                  <p:nvSpPr>
                    <p:cNvPr id="29778" name="Line 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76100" y="3436424"/>
                      <a:ext cx="158750" cy="158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79" name="Rectangle 9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64912" y="3418961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80" name="Rectangle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739537" y="3530086"/>
                      <a:ext cx="76944" cy="18466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2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81" name="Rectangle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52312" y="3530086"/>
                      <a:ext cx="76944" cy="18466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2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82" name="Rectangle 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68904" y="3418961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</p:grpSp>
            </p:grpSp>
            <p:sp>
              <p:nvSpPr>
                <p:cNvPr id="29763" name="矩形 185"/>
                <p:cNvSpPr>
                  <a:spLocks noChangeArrowheads="1"/>
                </p:cNvSpPr>
                <p:nvPr/>
              </p:nvSpPr>
              <p:spPr bwMode="auto">
                <a:xfrm>
                  <a:off x="4000496" y="3702610"/>
                  <a:ext cx="54373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r>
                    <a:rPr lang="en-US" altLang="zh-CN" sz="1800" b="1" baseline="-25000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en-US" altLang="zh-CN" sz="1800" b="1" baseline="-25000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9715" name="组合 76"/>
              <p:cNvGrpSpPr/>
              <p:nvPr/>
            </p:nvGrpSpPr>
            <p:grpSpPr bwMode="auto">
              <a:xfrm>
                <a:off x="6319860" y="3214686"/>
                <a:ext cx="1609726" cy="1700275"/>
                <a:chOff x="4000496" y="3418961"/>
                <a:chExt cx="1609726" cy="1700275"/>
              </a:xfrm>
            </p:grpSpPr>
            <p:grpSp>
              <p:nvGrpSpPr>
                <p:cNvPr id="29741" name="组合 28"/>
                <p:cNvGrpSpPr/>
                <p:nvPr/>
              </p:nvGrpSpPr>
              <p:grpSpPr bwMode="auto">
                <a:xfrm>
                  <a:off x="4214810" y="3418961"/>
                  <a:ext cx="1395412" cy="1700275"/>
                  <a:chOff x="4214810" y="3418961"/>
                  <a:chExt cx="1395412" cy="1700275"/>
                </a:xfrm>
              </p:grpSpPr>
              <p:sp>
                <p:nvSpPr>
                  <p:cNvPr id="29743" name="Oval 121"/>
                  <p:cNvSpPr>
                    <a:spLocks noChangeArrowheads="1"/>
                  </p:cNvSpPr>
                  <p:nvPr/>
                </p:nvSpPr>
                <p:spPr bwMode="auto">
                  <a:xfrm>
                    <a:off x="4902666" y="4975236"/>
                    <a:ext cx="144000" cy="144000"/>
                  </a:xfrm>
                  <a:prstGeom prst="ellipse">
                    <a:avLst/>
                  </a:prstGeom>
                  <a:noFill/>
                  <a:ln w="254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grpSp>
                <p:nvGrpSpPr>
                  <p:cNvPr id="29744" name="组合 27"/>
                  <p:cNvGrpSpPr/>
                  <p:nvPr/>
                </p:nvGrpSpPr>
                <p:grpSpPr bwMode="auto">
                  <a:xfrm>
                    <a:off x="4214810" y="3418961"/>
                    <a:ext cx="1395412" cy="1559444"/>
                    <a:chOff x="4214810" y="3418961"/>
                    <a:chExt cx="1395412" cy="1559444"/>
                  </a:xfrm>
                </p:grpSpPr>
                <p:sp>
                  <p:nvSpPr>
                    <p:cNvPr id="29745" name="Line 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43504" y="4162430"/>
                      <a:ext cx="157162" cy="158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46" name="Rectangle 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4810" y="4071942"/>
                      <a:ext cx="1395412" cy="906463"/>
                    </a:xfrm>
                    <a:prstGeom prst="rect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endParaRPr lang="zh-CN" altLang="en-US" sz="160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47" name="Line 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43438" y="3714752"/>
                      <a:ext cx="1587" cy="36000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48" name="Line 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214942" y="3714752"/>
                      <a:ext cx="3175" cy="21590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49" name="Rectangle 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00562" y="4714884"/>
                      <a:ext cx="2476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1D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50" name="Rectangle 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81780" y="4714884"/>
                      <a:ext cx="147476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51" name="Rectangle 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57752" y="4500570"/>
                      <a:ext cx="250068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C1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52" name="Rectangle 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27554" y="4143380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53" name="Rectangle 8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43504" y="4143380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254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54" name="Oval 1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43504" y="3929066"/>
                      <a:ext cx="144000" cy="144000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endParaRPr lang="zh-CN" altLang="en-US" sz="160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55" name="Line 2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5567" y="4143379"/>
                      <a:ext cx="216000" cy="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79" name="等腰三角形 178"/>
                    <p:cNvSpPr/>
                    <p:nvPr/>
                  </p:nvSpPr>
                  <p:spPr>
                    <a:xfrm>
                      <a:off x="4786304" y="4752494"/>
                      <a:ext cx="357190" cy="214318"/>
                    </a:xfrm>
                    <a:prstGeom prst="triangle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>
                        <a:solidFill>
                          <a:srgbClr val="FFFFFF"/>
                        </a:solidFill>
                      </a:endParaRPr>
                    </a:p>
                  </p:txBody>
                </p:sp>
                <p:sp>
                  <p:nvSpPr>
                    <p:cNvPr id="29757" name="Line 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76100" y="3436424"/>
                      <a:ext cx="158750" cy="1588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9758" name="Rectangle 9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64912" y="3418961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59" name="Rectangle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739537" y="3530086"/>
                      <a:ext cx="76944" cy="18466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2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60" name="Rectangle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52312" y="3530086"/>
                      <a:ext cx="76944" cy="18466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200" b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61" name="Rectangle 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68904" y="3418961"/>
                      <a:ext cx="146050" cy="2444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lIns="0" tIns="0" rIns="0" bIns="0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fontAlgn="base" hangingPunct="1">
                        <a:spcBef>
                          <a:spcPct val="0"/>
                        </a:spcBef>
                        <a:spcAft>
                          <a:spcPct val="0"/>
                        </a:spcAft>
                        <a:buFontTx/>
                        <a:buNone/>
                      </a:pPr>
                      <a:r>
                        <a:rPr lang="en-US" altLang="zh-CN" sz="1600" b="1" i="1">
                          <a:solidFill>
                            <a:srgbClr val="40008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</a:t>
                      </a:r>
                      <a:endParaRPr lang="en-US" altLang="zh-CN" sz="16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</p:grpSp>
            </p:grpSp>
            <p:sp>
              <p:nvSpPr>
                <p:cNvPr id="29742" name="矩形 164"/>
                <p:cNvSpPr>
                  <a:spLocks noChangeArrowheads="1"/>
                </p:cNvSpPr>
                <p:nvPr/>
              </p:nvSpPr>
              <p:spPr bwMode="auto">
                <a:xfrm>
                  <a:off x="4000496" y="3702610"/>
                  <a:ext cx="543739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r>
                    <a:rPr lang="en-US" altLang="zh-CN" sz="1800" b="1" baseline="-25000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</a:t>
                  </a:r>
                  <a:endParaRPr lang="en-US" altLang="zh-CN" sz="1800" b="1" baseline="-25000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9716" name="组合 68"/>
              <p:cNvGrpSpPr/>
              <p:nvPr/>
            </p:nvGrpSpPr>
            <p:grpSpPr bwMode="auto">
              <a:xfrm rot="5400000">
                <a:off x="1155677" y="5046661"/>
                <a:ext cx="428622" cy="454024"/>
                <a:chOff x="2870188" y="4786321"/>
                <a:chExt cx="500067" cy="525466"/>
              </a:xfrm>
            </p:grpSpPr>
            <p:sp>
              <p:nvSpPr>
                <p:cNvPr id="162" name="椭圆 161"/>
                <p:cNvSpPr/>
                <p:nvPr/>
              </p:nvSpPr>
              <p:spPr>
                <a:xfrm>
                  <a:off x="3072128" y="4887370"/>
                  <a:ext cx="107425" cy="108401"/>
                </a:xfrm>
                <a:prstGeom prst="ellipse">
                  <a:avLst/>
                </a:prstGeom>
                <a:noFill/>
                <a:ln>
                  <a:solidFill>
                    <a:srgbClr val="00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63" name="等腰三角形 162"/>
                <p:cNvSpPr/>
                <p:nvPr/>
              </p:nvSpPr>
              <p:spPr>
                <a:xfrm>
                  <a:off x="2870242" y="4984746"/>
                  <a:ext cx="500083" cy="428094"/>
                </a:xfrm>
                <a:prstGeom prst="triangle">
                  <a:avLst/>
                </a:prstGeom>
                <a:noFill/>
                <a:ln>
                  <a:solidFill>
                    <a:srgbClr val="00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</p:grpSp>
          <p:graphicFrame>
            <p:nvGraphicFramePr>
              <p:cNvPr id="29717" name="Object 3"/>
              <p:cNvGraphicFramePr>
                <a:graphicFrameLocks noChangeAspect="1"/>
              </p:cNvGraphicFramePr>
              <p:nvPr/>
            </p:nvGraphicFramePr>
            <p:xfrm>
              <a:off x="285720" y="5572140"/>
              <a:ext cx="427020" cy="408041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7414" name="公式" r:id="rId3" imgW="150495" imgH="100330" progId="Equation.3">
                      <p:embed/>
                    </p:oleObj>
                  </mc:Choice>
                  <mc:Fallback>
                    <p:oleObj name="公式" r:id="rId3" imgW="150495" imgH="100330" progId="Equation.3">
                      <p:embed/>
                      <p:pic>
                        <p:nvPicPr>
                          <p:cNvPr id="0" name="图片 741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5720" y="5572140"/>
                            <a:ext cx="427020" cy="408041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9718" name="Object 3"/>
              <p:cNvGraphicFramePr>
                <a:graphicFrameLocks noChangeAspect="1"/>
              </p:cNvGraphicFramePr>
              <p:nvPr/>
            </p:nvGraphicFramePr>
            <p:xfrm>
              <a:off x="357158" y="5072074"/>
              <a:ext cx="373400" cy="31116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7415" name="公式" r:id="rId5" imgW="150495" imgH="74930" progId="Equation.3">
                      <p:embed/>
                    </p:oleObj>
                  </mc:Choice>
                  <mc:Fallback>
                    <p:oleObj name="公式" r:id="rId5" imgW="150495" imgH="74930" progId="Equation.3">
                      <p:embed/>
                      <p:pic>
                        <p:nvPicPr>
                          <p:cNvPr id="0" name="图片 741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57158" y="5072074"/>
                            <a:ext cx="373400" cy="31116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29719" name="Line 21"/>
              <p:cNvSpPr>
                <a:spLocks noChangeShapeType="1"/>
              </p:cNvSpPr>
              <p:nvPr/>
            </p:nvSpPr>
            <p:spPr bwMode="auto">
              <a:xfrm flipV="1">
                <a:off x="1571604" y="5791534"/>
                <a:ext cx="61436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9720" name="组合 68"/>
              <p:cNvGrpSpPr/>
              <p:nvPr/>
            </p:nvGrpSpPr>
            <p:grpSpPr bwMode="auto">
              <a:xfrm rot="5400000">
                <a:off x="1155677" y="5559431"/>
                <a:ext cx="428622" cy="454024"/>
                <a:chOff x="2870188" y="4786321"/>
                <a:chExt cx="500067" cy="525466"/>
              </a:xfrm>
            </p:grpSpPr>
            <p:sp>
              <p:nvSpPr>
                <p:cNvPr id="160" name="椭圆 159"/>
                <p:cNvSpPr/>
                <p:nvPr/>
              </p:nvSpPr>
              <p:spPr>
                <a:xfrm>
                  <a:off x="3072134" y="4887370"/>
                  <a:ext cx="107425" cy="108401"/>
                </a:xfrm>
                <a:prstGeom prst="ellipse">
                  <a:avLst/>
                </a:prstGeom>
                <a:noFill/>
                <a:ln>
                  <a:solidFill>
                    <a:srgbClr val="00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61" name="等腰三角形 160"/>
                <p:cNvSpPr/>
                <p:nvPr/>
              </p:nvSpPr>
              <p:spPr>
                <a:xfrm>
                  <a:off x="2870249" y="4984746"/>
                  <a:ext cx="500083" cy="428094"/>
                </a:xfrm>
                <a:prstGeom prst="triangle">
                  <a:avLst/>
                </a:prstGeom>
                <a:noFill/>
                <a:ln>
                  <a:solidFill>
                    <a:srgbClr val="00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</p:grpSp>
          <p:cxnSp>
            <p:nvCxnSpPr>
              <p:cNvPr id="144" name="直接连接符 143"/>
              <p:cNvCxnSpPr/>
              <p:nvPr/>
            </p:nvCxnSpPr>
            <p:spPr bwMode="auto">
              <a:xfrm rot="5400000">
                <a:off x="3762366" y="5107034"/>
                <a:ext cx="357197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直接连接符 144"/>
              <p:cNvCxnSpPr/>
              <p:nvPr/>
            </p:nvCxnSpPr>
            <p:spPr bwMode="auto">
              <a:xfrm rot="5400000">
                <a:off x="5440365" y="5107034"/>
                <a:ext cx="357197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接连接符 145"/>
              <p:cNvCxnSpPr/>
              <p:nvPr/>
            </p:nvCxnSpPr>
            <p:spPr bwMode="auto">
              <a:xfrm rot="5400000">
                <a:off x="7121540" y="5107034"/>
                <a:ext cx="357197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接连接符 146"/>
              <p:cNvCxnSpPr/>
              <p:nvPr/>
            </p:nvCxnSpPr>
            <p:spPr bwMode="auto">
              <a:xfrm rot="5400000">
                <a:off x="2143892" y="5285633"/>
                <a:ext cx="1000150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接连接符 147"/>
              <p:cNvCxnSpPr/>
              <p:nvPr/>
            </p:nvCxnSpPr>
            <p:spPr bwMode="auto">
              <a:xfrm rot="5400000">
                <a:off x="3856817" y="5285633"/>
                <a:ext cx="1000150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接连接符 148"/>
              <p:cNvCxnSpPr/>
              <p:nvPr/>
            </p:nvCxnSpPr>
            <p:spPr bwMode="auto">
              <a:xfrm rot="5400000">
                <a:off x="5501479" y="5285633"/>
                <a:ext cx="1000150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接连接符 149"/>
              <p:cNvCxnSpPr/>
              <p:nvPr/>
            </p:nvCxnSpPr>
            <p:spPr bwMode="auto">
              <a:xfrm rot="5400000">
                <a:off x="7215991" y="5285633"/>
                <a:ext cx="1000150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接连接符 150"/>
              <p:cNvCxnSpPr/>
              <p:nvPr/>
            </p:nvCxnSpPr>
            <p:spPr bwMode="auto">
              <a:xfrm rot="5400000">
                <a:off x="2074841" y="5107034"/>
                <a:ext cx="357197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729" name="Oval 134"/>
              <p:cNvSpPr>
                <a:spLocks noChangeArrowheads="1"/>
              </p:cNvSpPr>
              <p:nvPr/>
            </p:nvSpPr>
            <p:spPr bwMode="auto">
              <a:xfrm>
                <a:off x="2227246" y="5240350"/>
                <a:ext cx="72000" cy="72000"/>
              </a:xfrm>
              <a:prstGeom prst="ellipse">
                <a:avLst/>
              </a:prstGeom>
              <a:solidFill>
                <a:schemeClr val="tx1"/>
              </a:solidFill>
              <a:ln w="254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30" name="Oval 134"/>
              <p:cNvSpPr>
                <a:spLocks noChangeArrowheads="1"/>
              </p:cNvSpPr>
              <p:nvPr/>
            </p:nvSpPr>
            <p:spPr bwMode="auto">
              <a:xfrm>
                <a:off x="3903658" y="5240350"/>
                <a:ext cx="72000" cy="72000"/>
              </a:xfrm>
              <a:prstGeom prst="ellipse">
                <a:avLst/>
              </a:prstGeom>
              <a:solidFill>
                <a:schemeClr val="tx1"/>
              </a:solidFill>
              <a:ln w="254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31" name="Oval 134"/>
              <p:cNvSpPr>
                <a:spLocks noChangeArrowheads="1"/>
              </p:cNvSpPr>
              <p:nvPr/>
            </p:nvSpPr>
            <p:spPr bwMode="auto">
              <a:xfrm>
                <a:off x="5580070" y="5227650"/>
                <a:ext cx="72000" cy="72000"/>
              </a:xfrm>
              <a:prstGeom prst="ellipse">
                <a:avLst/>
              </a:prstGeom>
              <a:solidFill>
                <a:schemeClr val="tx1"/>
              </a:solidFill>
              <a:ln w="254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32" name="Oval 134"/>
              <p:cNvSpPr>
                <a:spLocks noChangeArrowheads="1"/>
              </p:cNvSpPr>
              <p:nvPr/>
            </p:nvSpPr>
            <p:spPr bwMode="auto">
              <a:xfrm>
                <a:off x="2609836" y="5740416"/>
                <a:ext cx="72000" cy="72000"/>
              </a:xfrm>
              <a:prstGeom prst="ellipse">
                <a:avLst/>
              </a:prstGeom>
              <a:solidFill>
                <a:schemeClr val="tx1"/>
              </a:solidFill>
              <a:ln w="254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33" name="Oval 134"/>
              <p:cNvSpPr>
                <a:spLocks noChangeArrowheads="1"/>
              </p:cNvSpPr>
              <p:nvPr/>
            </p:nvSpPr>
            <p:spPr bwMode="auto">
              <a:xfrm>
                <a:off x="4332286" y="5740416"/>
                <a:ext cx="72000" cy="72000"/>
              </a:xfrm>
              <a:prstGeom prst="ellipse">
                <a:avLst/>
              </a:prstGeom>
              <a:solidFill>
                <a:schemeClr val="tx1"/>
              </a:solidFill>
              <a:ln w="254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34" name="Oval 134"/>
              <p:cNvSpPr>
                <a:spLocks noChangeArrowheads="1"/>
              </p:cNvSpPr>
              <p:nvPr/>
            </p:nvSpPr>
            <p:spPr bwMode="auto">
              <a:xfrm>
                <a:off x="5975360" y="5745179"/>
                <a:ext cx="72000" cy="72000"/>
              </a:xfrm>
              <a:prstGeom prst="ellipse">
                <a:avLst/>
              </a:prstGeom>
              <a:solidFill>
                <a:schemeClr val="tx1"/>
              </a:solidFill>
              <a:ln w="254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58" name="直接连接符 157"/>
              <p:cNvCxnSpPr/>
              <p:nvPr/>
            </p:nvCxnSpPr>
            <p:spPr bwMode="auto">
              <a:xfrm rot="10800000">
                <a:off x="688948" y="5286427"/>
                <a:ext cx="428628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接连接符 158"/>
              <p:cNvCxnSpPr/>
              <p:nvPr/>
            </p:nvCxnSpPr>
            <p:spPr bwMode="auto">
              <a:xfrm rot="10800000">
                <a:off x="688948" y="5786502"/>
                <a:ext cx="42862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1" name="直接连接符 250"/>
            <p:cNvCxnSpPr/>
            <p:nvPr/>
          </p:nvCxnSpPr>
          <p:spPr bwMode="auto">
            <a:xfrm rot="5400000">
              <a:off x="1429510" y="3071058"/>
              <a:ext cx="1285908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直接连接符 252"/>
            <p:cNvCxnSpPr/>
            <p:nvPr/>
          </p:nvCxnSpPr>
          <p:spPr bwMode="auto">
            <a:xfrm rot="5400000">
              <a:off x="3144022" y="3071058"/>
              <a:ext cx="1285908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直接连接符 253"/>
            <p:cNvCxnSpPr/>
            <p:nvPr/>
          </p:nvCxnSpPr>
          <p:spPr bwMode="auto">
            <a:xfrm rot="5400000">
              <a:off x="4787095" y="3071058"/>
              <a:ext cx="1285908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直接连接符 254"/>
            <p:cNvCxnSpPr/>
            <p:nvPr/>
          </p:nvCxnSpPr>
          <p:spPr bwMode="auto">
            <a:xfrm rot="5400000">
              <a:off x="6501607" y="3071058"/>
              <a:ext cx="1285908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07" name="矩形 255"/>
            <p:cNvSpPr>
              <a:spLocks noChangeArrowheads="1"/>
            </p:cNvSpPr>
            <p:nvPr/>
          </p:nvSpPr>
          <p:spPr bwMode="auto">
            <a:xfrm>
              <a:off x="2071670" y="3500438"/>
              <a:ext cx="45557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sp>
          <p:nvSpPr>
            <p:cNvPr id="29708" name="矩形 257"/>
            <p:cNvSpPr>
              <a:spLocks noChangeArrowheads="1"/>
            </p:cNvSpPr>
            <p:nvPr/>
          </p:nvSpPr>
          <p:spPr bwMode="auto">
            <a:xfrm>
              <a:off x="3759236" y="3500438"/>
              <a:ext cx="45557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sp>
          <p:nvSpPr>
            <p:cNvPr id="29709" name="矩形 258"/>
            <p:cNvSpPr>
              <a:spLocks noChangeArrowheads="1"/>
            </p:cNvSpPr>
            <p:nvPr/>
          </p:nvSpPr>
          <p:spPr bwMode="auto">
            <a:xfrm>
              <a:off x="5402310" y="3500438"/>
              <a:ext cx="45557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sp>
          <p:nvSpPr>
            <p:cNvPr id="29710" name="矩形 259"/>
            <p:cNvSpPr>
              <a:spLocks noChangeArrowheads="1"/>
            </p:cNvSpPr>
            <p:nvPr/>
          </p:nvSpPr>
          <p:spPr bwMode="auto">
            <a:xfrm>
              <a:off x="7143768" y="3500438"/>
              <a:ext cx="45557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</p:grpSp>
      <p:sp>
        <p:nvSpPr>
          <p:cNvPr id="262" name="矩形 261"/>
          <p:cNvSpPr>
            <a:spLocks noChangeArrowheads="1"/>
          </p:cNvSpPr>
          <p:nvPr/>
        </p:nvSpPr>
        <p:spPr bwMode="auto">
          <a:xfrm>
            <a:off x="3143250" y="4000500"/>
            <a:ext cx="2649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kumimoji="1"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74HC175</a:t>
            </a:r>
            <a:r>
              <a:rPr kumimoji="1"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功能表</a:t>
            </a:r>
            <a:endParaRPr lang="zh-CN" altLang="en-US" sz="2400">
              <a:solidFill>
                <a:srgbClr val="C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39"/>
          <p:cNvGrpSpPr/>
          <p:nvPr/>
        </p:nvGrpSpPr>
        <p:grpSpPr bwMode="auto">
          <a:xfrm>
            <a:off x="928688" y="2825750"/>
            <a:ext cx="7219950" cy="2909888"/>
            <a:chOff x="928688" y="2825750"/>
            <a:chExt cx="7219950" cy="2909888"/>
          </a:xfrm>
        </p:grpSpPr>
        <p:grpSp>
          <p:nvGrpSpPr>
            <p:cNvPr id="30735" name="组合 34"/>
            <p:cNvGrpSpPr/>
            <p:nvPr/>
          </p:nvGrpSpPr>
          <p:grpSpPr bwMode="auto">
            <a:xfrm>
              <a:off x="928688" y="2825750"/>
              <a:ext cx="7219950" cy="2909888"/>
              <a:chOff x="928688" y="2825750"/>
              <a:chExt cx="7219950" cy="2909888"/>
            </a:xfrm>
          </p:grpSpPr>
          <p:pic>
            <p:nvPicPr>
              <p:cNvPr id="30740" name="Picture 3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8688" y="2825750"/>
                <a:ext cx="7219950" cy="2909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" name="椭圆 14"/>
              <p:cNvSpPr/>
              <p:nvPr/>
            </p:nvSpPr>
            <p:spPr>
              <a:xfrm>
                <a:off x="2266950" y="4705350"/>
                <a:ext cx="125413" cy="1254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椭圆 15"/>
              <p:cNvSpPr/>
              <p:nvPr/>
            </p:nvSpPr>
            <p:spPr>
              <a:xfrm>
                <a:off x="3814763" y="4705350"/>
                <a:ext cx="125412" cy="1254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椭圆 16"/>
              <p:cNvSpPr/>
              <p:nvPr/>
            </p:nvSpPr>
            <p:spPr>
              <a:xfrm>
                <a:off x="5348288" y="4705350"/>
                <a:ext cx="125412" cy="1254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椭圆 17"/>
              <p:cNvSpPr/>
              <p:nvPr/>
            </p:nvSpPr>
            <p:spPr>
              <a:xfrm>
                <a:off x="6796088" y="4705350"/>
                <a:ext cx="125412" cy="1254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椭圆 18"/>
              <p:cNvSpPr/>
              <p:nvPr/>
            </p:nvSpPr>
            <p:spPr>
              <a:xfrm>
                <a:off x="4257675" y="4376738"/>
                <a:ext cx="125413" cy="125412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椭圆 19"/>
              <p:cNvSpPr/>
              <p:nvPr/>
            </p:nvSpPr>
            <p:spPr>
              <a:xfrm>
                <a:off x="5805488" y="4376738"/>
                <a:ext cx="125412" cy="125412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椭圆 20"/>
              <p:cNvSpPr/>
              <p:nvPr/>
            </p:nvSpPr>
            <p:spPr>
              <a:xfrm>
                <a:off x="7258050" y="4376738"/>
                <a:ext cx="125413" cy="125412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椭圆 21"/>
              <p:cNvSpPr/>
              <p:nvPr/>
            </p:nvSpPr>
            <p:spPr>
              <a:xfrm>
                <a:off x="2733675" y="4376738"/>
                <a:ext cx="125413" cy="125412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椭圆 22"/>
              <p:cNvSpPr/>
              <p:nvPr/>
            </p:nvSpPr>
            <p:spPr>
              <a:xfrm>
                <a:off x="3057525" y="3724275"/>
                <a:ext cx="90488" cy="9048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椭圆 23"/>
              <p:cNvSpPr/>
              <p:nvPr/>
            </p:nvSpPr>
            <p:spPr>
              <a:xfrm>
                <a:off x="4519613" y="3733800"/>
                <a:ext cx="90487" cy="9048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椭圆 24"/>
              <p:cNvSpPr/>
              <p:nvPr/>
            </p:nvSpPr>
            <p:spPr>
              <a:xfrm>
                <a:off x="6053138" y="3724275"/>
                <a:ext cx="90487" cy="9048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椭圆 25"/>
              <p:cNvSpPr/>
              <p:nvPr/>
            </p:nvSpPr>
            <p:spPr>
              <a:xfrm>
                <a:off x="7534275" y="3724275"/>
                <a:ext cx="90488" cy="9048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椭圆 28"/>
              <p:cNvSpPr/>
              <p:nvPr/>
            </p:nvSpPr>
            <p:spPr>
              <a:xfrm>
                <a:off x="5367338" y="5329238"/>
                <a:ext cx="90487" cy="90487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椭圆 29"/>
              <p:cNvSpPr/>
              <p:nvPr/>
            </p:nvSpPr>
            <p:spPr>
              <a:xfrm>
                <a:off x="4752975" y="5072063"/>
                <a:ext cx="90488" cy="90487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椭圆 30"/>
              <p:cNvSpPr/>
              <p:nvPr/>
            </p:nvSpPr>
            <p:spPr>
              <a:xfrm>
                <a:off x="3829050" y="5338763"/>
                <a:ext cx="90488" cy="90487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椭圆 31"/>
              <p:cNvSpPr/>
              <p:nvPr/>
            </p:nvSpPr>
            <p:spPr>
              <a:xfrm>
                <a:off x="2281238" y="5338763"/>
                <a:ext cx="90487" cy="90487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椭圆 32"/>
              <p:cNvSpPr/>
              <p:nvPr/>
            </p:nvSpPr>
            <p:spPr>
              <a:xfrm>
                <a:off x="3214688" y="5081588"/>
                <a:ext cx="90487" cy="90487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椭圆 33"/>
              <p:cNvSpPr/>
              <p:nvPr/>
            </p:nvSpPr>
            <p:spPr>
              <a:xfrm>
                <a:off x="1681163" y="5081588"/>
                <a:ext cx="90487" cy="90487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30736" name="Rectangle 41"/>
            <p:cNvSpPr>
              <a:spLocks noChangeArrowheads="1"/>
            </p:cNvSpPr>
            <p:nvPr/>
          </p:nvSpPr>
          <p:spPr bwMode="auto">
            <a:xfrm>
              <a:off x="2500298" y="3633017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8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37" name="Rectangle 41"/>
            <p:cNvSpPr>
              <a:spLocks noChangeArrowheads="1"/>
            </p:cNvSpPr>
            <p:nvPr/>
          </p:nvSpPr>
          <p:spPr bwMode="auto">
            <a:xfrm>
              <a:off x="4048098" y="362426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8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38" name="Rectangle 41"/>
            <p:cNvSpPr>
              <a:spLocks noChangeArrowheads="1"/>
            </p:cNvSpPr>
            <p:nvPr/>
          </p:nvSpPr>
          <p:spPr bwMode="auto">
            <a:xfrm>
              <a:off x="5572132" y="362426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8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39" name="Rectangle 41"/>
            <p:cNvSpPr>
              <a:spLocks noChangeArrowheads="1"/>
            </p:cNvSpPr>
            <p:nvPr/>
          </p:nvSpPr>
          <p:spPr bwMode="auto">
            <a:xfrm>
              <a:off x="7048494" y="362426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8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0723" name="矩形 1"/>
          <p:cNvSpPr>
            <a:spLocks noChangeArrowheads="1"/>
          </p:cNvSpPr>
          <p:nvPr/>
        </p:nvSpPr>
        <p:spPr bwMode="auto">
          <a:xfrm>
            <a:off x="500063" y="142875"/>
            <a:ext cx="2039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移位寄存器</a:t>
            </a:r>
            <a:endParaRPr lang="zh-CN" altLang="en-US" sz="240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" name="组合 4"/>
          <p:cNvGrpSpPr/>
          <p:nvPr/>
        </p:nvGrpSpPr>
        <p:grpSpPr bwMode="auto">
          <a:xfrm>
            <a:off x="571500" y="642938"/>
            <a:ext cx="8001000" cy="1285875"/>
            <a:chOff x="571500" y="785794"/>
            <a:chExt cx="8001000" cy="1285884"/>
          </a:xfrm>
        </p:grpSpPr>
        <p:sp>
          <p:nvSpPr>
            <p:cNvPr id="30733" name="Rectangle 9"/>
            <p:cNvSpPr>
              <a:spLocks noChangeArrowheads="1"/>
            </p:cNvSpPr>
            <p:nvPr/>
          </p:nvSpPr>
          <p:spPr bwMode="auto">
            <a:xfrm>
              <a:off x="611188" y="785794"/>
              <a:ext cx="7889902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</a:t>
              </a:r>
              <a:r>
                <a:rPr kumimoji="1"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移位寄存器中的数据可以在移位脉冲作用下依次逐位</a:t>
              </a:r>
              <a:r>
                <a:rPr kumimoji="1"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右移或左移</a:t>
              </a:r>
              <a:r>
                <a:rPr kumimoji="1"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。数据可以并行输入、并行输出；串行输入、串行输出；并行输入、串行输出；串行输入、并行输出。</a:t>
              </a:r>
              <a:endPara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734" name="Rectangle 16"/>
            <p:cNvSpPr>
              <a:spLocks noChangeArrowheads="1"/>
            </p:cNvSpPr>
            <p:nvPr/>
          </p:nvSpPr>
          <p:spPr bwMode="auto">
            <a:xfrm>
              <a:off x="571500" y="785794"/>
              <a:ext cx="8001000" cy="1285884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611188" y="2000250"/>
            <a:ext cx="3240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）单向移位寄存器</a:t>
            </a:r>
            <a:endParaRPr kumimoji="1"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5" name="Text Box 122"/>
          <p:cNvSpPr txBox="1">
            <a:spLocks noChangeArrowheads="1"/>
          </p:cNvSpPr>
          <p:nvPr/>
        </p:nvSpPr>
        <p:spPr bwMode="auto">
          <a:xfrm>
            <a:off x="346075" y="3786188"/>
            <a:ext cx="13684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串行输入</a:t>
            </a:r>
            <a:endParaRPr lang="zh-CN" altLang="en-US" sz="20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6" name="Text Box 123"/>
          <p:cNvSpPr txBox="1">
            <a:spLocks noChangeArrowheads="1"/>
          </p:cNvSpPr>
          <p:nvPr/>
        </p:nvSpPr>
        <p:spPr bwMode="auto">
          <a:xfrm>
            <a:off x="7572375" y="3754438"/>
            <a:ext cx="13271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串行输出</a:t>
            </a:r>
            <a:endParaRPr lang="zh-CN" altLang="en-US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7" name="Text Box 124"/>
          <p:cNvSpPr txBox="1">
            <a:spLocks noChangeArrowheads="1"/>
          </p:cNvSpPr>
          <p:nvPr/>
        </p:nvSpPr>
        <p:spPr bwMode="auto">
          <a:xfrm>
            <a:off x="4643438" y="2500313"/>
            <a:ext cx="13684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并行输出</a:t>
            </a:r>
            <a:endParaRPr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" name="组合 131"/>
          <p:cNvGrpSpPr/>
          <p:nvPr/>
        </p:nvGrpSpPr>
        <p:grpSpPr bwMode="auto">
          <a:xfrm>
            <a:off x="928688" y="5967413"/>
            <a:ext cx="7216775" cy="533400"/>
            <a:chOff x="571472" y="5929329"/>
            <a:chExt cx="7216263" cy="533104"/>
          </a:xfrm>
        </p:grpSpPr>
        <p:graphicFrame>
          <p:nvGraphicFramePr>
            <p:cNvPr id="30731" name="Object 4"/>
            <p:cNvGraphicFramePr>
              <a:graphicFrameLocks noChangeAspect="1"/>
            </p:cNvGraphicFramePr>
            <p:nvPr/>
          </p:nvGraphicFramePr>
          <p:xfrm>
            <a:off x="2514434" y="5929329"/>
            <a:ext cx="5273301" cy="53310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274" name="公式" r:id="rId2" imgW="3456940" imgH="175260" progId="Equation.3">
                    <p:embed/>
                  </p:oleObj>
                </mc:Choice>
                <mc:Fallback>
                  <p:oleObj name="公式" r:id="rId2" imgW="3456940" imgH="175260" progId="Equation.3">
                    <p:embed/>
                    <p:pic>
                      <p:nvPicPr>
                        <p:cNvPr id="0" name="图片 827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14434" y="5929329"/>
                          <a:ext cx="5273301" cy="53310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732" name="矩形 130"/>
            <p:cNvSpPr>
              <a:spLocks noChangeArrowheads="1"/>
            </p:cNvSpPr>
            <p:nvPr/>
          </p:nvSpPr>
          <p:spPr bwMode="auto">
            <a:xfrm>
              <a:off x="571472" y="5954730"/>
              <a:ext cx="19288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kumimoji="1" lang="zh-CN" altLang="en-US" sz="2400" b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状态方程：</a:t>
              </a:r>
              <a:endParaRPr lang="zh-CN" altLang="en-US" sz="2400">
                <a:solidFill>
                  <a:srgbClr val="C00000"/>
                </a:solidFill>
              </a:endParaRPr>
            </a:p>
          </p:txBody>
        </p:sp>
      </p:grpSp>
      <p:sp>
        <p:nvSpPr>
          <p:cNvPr id="30730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25" grpId="0"/>
      <p:bldP spid="126" grpId="0"/>
      <p:bldP spid="127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Text Box 231"/>
          <p:cNvSpPr txBox="1">
            <a:spLocks noChangeArrowheads="1"/>
          </p:cNvSpPr>
          <p:nvPr/>
        </p:nvSpPr>
        <p:spPr bwMode="auto">
          <a:xfrm>
            <a:off x="357188" y="71438"/>
            <a:ext cx="14192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</a:rPr>
              <a:t>波形图</a:t>
            </a:r>
            <a:endParaRPr lang="zh-CN" altLang="en-US" sz="2400" b="1">
              <a:solidFill>
                <a:srgbClr val="0000FF"/>
              </a:solidFill>
            </a:endParaRPr>
          </a:p>
        </p:txBody>
      </p:sp>
      <p:grpSp>
        <p:nvGrpSpPr>
          <p:cNvPr id="2" name="组合 371"/>
          <p:cNvGrpSpPr/>
          <p:nvPr/>
        </p:nvGrpSpPr>
        <p:grpSpPr bwMode="auto">
          <a:xfrm>
            <a:off x="5721350" y="71438"/>
            <a:ext cx="3136900" cy="4165600"/>
            <a:chOff x="5575300" y="273050"/>
            <a:chExt cx="3136900" cy="4165581"/>
          </a:xfrm>
        </p:grpSpPr>
        <p:sp>
          <p:nvSpPr>
            <p:cNvPr id="31934" name="Text Box 11"/>
            <p:cNvSpPr txBox="1">
              <a:spLocks noChangeArrowheads="1"/>
            </p:cNvSpPr>
            <p:nvPr/>
          </p:nvSpPr>
          <p:spPr bwMode="auto">
            <a:xfrm>
              <a:off x="5608637" y="273050"/>
              <a:ext cx="3032125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lang="zh-CN" altLang="en-US" sz="2400" b="1">
                  <a:solidFill>
                    <a:srgbClr val="0000FF"/>
                  </a:solidFill>
                </a:rPr>
                <a:t>数据移位状态表</a:t>
              </a:r>
              <a:endParaRPr lang="zh-CN" altLang="en-US" sz="2400" b="1">
                <a:solidFill>
                  <a:srgbClr val="0000FF"/>
                </a:solidFill>
              </a:endParaRPr>
            </a:p>
          </p:txBody>
        </p:sp>
        <p:graphicFrame>
          <p:nvGraphicFramePr>
            <p:cNvPr id="31935" name="Object 3"/>
            <p:cNvGraphicFramePr>
              <a:graphicFrameLocks noChangeAspect="1"/>
            </p:cNvGraphicFramePr>
            <p:nvPr/>
          </p:nvGraphicFramePr>
          <p:xfrm>
            <a:off x="5575300" y="971531"/>
            <a:ext cx="3136900" cy="34671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297" name="Worksheet" r:id="rId1" imgW="2463800" imgH="2717800" progId="Excel.Sheet.8">
                    <p:embed/>
                  </p:oleObj>
                </mc:Choice>
                <mc:Fallback>
                  <p:oleObj name="Worksheet" r:id="rId1" imgW="2463800" imgH="2717800" progId="Excel.Sheet.8">
                    <p:embed/>
                    <p:pic>
                      <p:nvPicPr>
                        <p:cNvPr id="0" name="图片 929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575300" y="971531"/>
                          <a:ext cx="3136900" cy="34671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" name="组合 326"/>
          <p:cNvGrpSpPr/>
          <p:nvPr/>
        </p:nvGrpSpPr>
        <p:grpSpPr bwMode="auto">
          <a:xfrm>
            <a:off x="1501775" y="2168525"/>
            <a:ext cx="579438" cy="2357438"/>
            <a:chOff x="1355693" y="2354271"/>
            <a:chExt cx="579439" cy="2357441"/>
          </a:xfrm>
        </p:grpSpPr>
        <p:sp>
          <p:nvSpPr>
            <p:cNvPr id="31928" name="Line 265"/>
            <p:cNvSpPr>
              <a:spLocks noChangeShapeType="1"/>
            </p:cNvSpPr>
            <p:nvPr/>
          </p:nvSpPr>
          <p:spPr bwMode="auto">
            <a:xfrm flipV="1">
              <a:off x="1357281" y="2354271"/>
              <a:ext cx="1589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29" name="Line 265"/>
            <p:cNvSpPr>
              <a:spLocks noChangeShapeType="1"/>
            </p:cNvSpPr>
            <p:nvPr/>
          </p:nvSpPr>
          <p:spPr bwMode="auto">
            <a:xfrm rot="5400000" flipV="1">
              <a:off x="1647001" y="2494768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30" name="Line 265"/>
            <p:cNvSpPr>
              <a:spLocks noChangeShapeType="1"/>
            </p:cNvSpPr>
            <p:nvPr/>
          </p:nvSpPr>
          <p:spPr bwMode="auto">
            <a:xfrm flipV="1">
              <a:off x="1355693" y="3000384"/>
              <a:ext cx="1589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31" name="Line 265"/>
            <p:cNvSpPr>
              <a:spLocks noChangeShapeType="1"/>
            </p:cNvSpPr>
            <p:nvPr/>
          </p:nvSpPr>
          <p:spPr bwMode="auto">
            <a:xfrm rot="5400000" flipV="1">
              <a:off x="1645413" y="2712241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32" name="Line 265"/>
            <p:cNvSpPr>
              <a:spLocks noChangeShapeType="1"/>
            </p:cNvSpPr>
            <p:nvPr/>
          </p:nvSpPr>
          <p:spPr bwMode="auto">
            <a:xfrm rot="5400000" flipV="1">
              <a:off x="1647001" y="3780643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33" name="Line 265"/>
            <p:cNvSpPr>
              <a:spLocks noChangeShapeType="1"/>
            </p:cNvSpPr>
            <p:nvPr/>
          </p:nvSpPr>
          <p:spPr bwMode="auto">
            <a:xfrm rot="5400000" flipV="1">
              <a:off x="1647001" y="4423581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组合 327"/>
          <p:cNvGrpSpPr/>
          <p:nvPr/>
        </p:nvGrpSpPr>
        <p:grpSpPr bwMode="auto">
          <a:xfrm>
            <a:off x="2065338" y="2168525"/>
            <a:ext cx="577850" cy="2360613"/>
            <a:chOff x="1919257" y="2354271"/>
            <a:chExt cx="577849" cy="2360613"/>
          </a:xfrm>
        </p:grpSpPr>
        <p:sp>
          <p:nvSpPr>
            <p:cNvPr id="31921" name="Line 265"/>
            <p:cNvSpPr>
              <a:spLocks noChangeShapeType="1"/>
            </p:cNvSpPr>
            <p:nvPr/>
          </p:nvSpPr>
          <p:spPr bwMode="auto">
            <a:xfrm flipV="1">
              <a:off x="1927617" y="2354271"/>
              <a:ext cx="1589" cy="431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22" name="Line 265"/>
            <p:cNvSpPr>
              <a:spLocks noChangeShapeType="1"/>
            </p:cNvSpPr>
            <p:nvPr/>
          </p:nvSpPr>
          <p:spPr bwMode="auto">
            <a:xfrm rot="5400000" flipV="1">
              <a:off x="2208975" y="2066140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23" name="Line 265"/>
            <p:cNvSpPr>
              <a:spLocks noChangeShapeType="1"/>
            </p:cNvSpPr>
            <p:nvPr/>
          </p:nvSpPr>
          <p:spPr bwMode="auto">
            <a:xfrm flipV="1">
              <a:off x="1926030" y="3000384"/>
              <a:ext cx="1589" cy="431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24" name="Line 265"/>
            <p:cNvSpPr>
              <a:spLocks noChangeShapeType="1"/>
            </p:cNvSpPr>
            <p:nvPr/>
          </p:nvSpPr>
          <p:spPr bwMode="auto">
            <a:xfrm rot="5400000" flipV="1">
              <a:off x="2207388" y="3140869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25" name="Line 265"/>
            <p:cNvSpPr>
              <a:spLocks noChangeShapeType="1"/>
            </p:cNvSpPr>
            <p:nvPr/>
          </p:nvSpPr>
          <p:spPr bwMode="auto">
            <a:xfrm flipV="1">
              <a:off x="1927617" y="3640146"/>
              <a:ext cx="1589" cy="431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26" name="Line 265"/>
            <p:cNvSpPr>
              <a:spLocks noChangeShapeType="1"/>
            </p:cNvSpPr>
            <p:nvPr/>
          </p:nvSpPr>
          <p:spPr bwMode="auto">
            <a:xfrm rot="5400000" flipV="1">
              <a:off x="2208975" y="3352015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27" name="Line 265"/>
            <p:cNvSpPr>
              <a:spLocks noChangeShapeType="1"/>
            </p:cNvSpPr>
            <p:nvPr/>
          </p:nvSpPr>
          <p:spPr bwMode="auto">
            <a:xfrm rot="5400000" flipV="1">
              <a:off x="2208975" y="4426753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组合 328"/>
          <p:cNvGrpSpPr/>
          <p:nvPr/>
        </p:nvGrpSpPr>
        <p:grpSpPr bwMode="auto">
          <a:xfrm>
            <a:off x="2640013" y="2171700"/>
            <a:ext cx="579437" cy="2357438"/>
            <a:chOff x="2493931" y="2357430"/>
            <a:chExt cx="579438" cy="2357454"/>
          </a:xfrm>
        </p:grpSpPr>
        <p:sp>
          <p:nvSpPr>
            <p:cNvPr id="31914" name="Line 265"/>
            <p:cNvSpPr>
              <a:spLocks noChangeShapeType="1"/>
            </p:cNvSpPr>
            <p:nvPr/>
          </p:nvSpPr>
          <p:spPr bwMode="auto">
            <a:xfrm rot="5400000" flipV="1">
              <a:off x="2785238" y="2069299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15" name="Line 265"/>
            <p:cNvSpPr>
              <a:spLocks noChangeShapeType="1"/>
            </p:cNvSpPr>
            <p:nvPr/>
          </p:nvSpPr>
          <p:spPr bwMode="auto">
            <a:xfrm flipV="1">
              <a:off x="2493931" y="3000384"/>
              <a:ext cx="1589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16" name="Line 265"/>
            <p:cNvSpPr>
              <a:spLocks noChangeShapeType="1"/>
            </p:cNvSpPr>
            <p:nvPr/>
          </p:nvSpPr>
          <p:spPr bwMode="auto">
            <a:xfrm rot="5400000" flipV="1">
              <a:off x="2783651" y="2712241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17" name="Line 265"/>
            <p:cNvSpPr>
              <a:spLocks noChangeShapeType="1"/>
            </p:cNvSpPr>
            <p:nvPr/>
          </p:nvSpPr>
          <p:spPr bwMode="auto">
            <a:xfrm flipV="1">
              <a:off x="2495518" y="3640146"/>
              <a:ext cx="1589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18" name="Line 265"/>
            <p:cNvSpPr>
              <a:spLocks noChangeShapeType="1"/>
            </p:cNvSpPr>
            <p:nvPr/>
          </p:nvSpPr>
          <p:spPr bwMode="auto">
            <a:xfrm rot="5400000" flipV="1">
              <a:off x="2785238" y="3780643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19" name="Line 265"/>
            <p:cNvSpPr>
              <a:spLocks noChangeShapeType="1"/>
            </p:cNvSpPr>
            <p:nvPr/>
          </p:nvSpPr>
          <p:spPr bwMode="auto">
            <a:xfrm flipV="1">
              <a:off x="2495518" y="4283084"/>
              <a:ext cx="1589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920" name="Line 265"/>
            <p:cNvSpPr>
              <a:spLocks noChangeShapeType="1"/>
            </p:cNvSpPr>
            <p:nvPr/>
          </p:nvSpPr>
          <p:spPr bwMode="auto">
            <a:xfrm rot="5400000" flipV="1">
              <a:off x="2785238" y="3998125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6" name="组合 323"/>
          <p:cNvGrpSpPr/>
          <p:nvPr/>
        </p:nvGrpSpPr>
        <p:grpSpPr bwMode="auto">
          <a:xfrm>
            <a:off x="288925" y="1528763"/>
            <a:ext cx="5286375" cy="431800"/>
            <a:chOff x="142844" y="1714509"/>
            <a:chExt cx="5286375" cy="431800"/>
          </a:xfrm>
        </p:grpSpPr>
        <p:grpSp>
          <p:nvGrpSpPr>
            <p:cNvPr id="31905" name="组合 48"/>
            <p:cNvGrpSpPr/>
            <p:nvPr/>
          </p:nvGrpSpPr>
          <p:grpSpPr bwMode="auto">
            <a:xfrm>
              <a:off x="214282" y="1714509"/>
              <a:ext cx="5214937" cy="431800"/>
              <a:chOff x="357187" y="5214950"/>
              <a:chExt cx="5214944" cy="431813"/>
            </a:xfrm>
          </p:grpSpPr>
          <p:sp>
            <p:nvSpPr>
              <p:cNvPr id="31907" name="Line 265"/>
              <p:cNvSpPr>
                <a:spLocks noChangeShapeType="1"/>
              </p:cNvSpPr>
              <p:nvPr/>
            </p:nvSpPr>
            <p:spPr bwMode="auto">
              <a:xfrm flipV="1">
                <a:off x="1357290" y="5214963"/>
                <a:ext cx="1588" cy="4318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08" name="Line 265"/>
              <p:cNvSpPr>
                <a:spLocks noChangeShapeType="1"/>
              </p:cNvSpPr>
              <p:nvPr/>
            </p:nvSpPr>
            <p:spPr bwMode="auto">
              <a:xfrm rot="5400000" flipV="1">
                <a:off x="1642250" y="5357029"/>
                <a:ext cx="0" cy="5730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09" name="Line 265"/>
              <p:cNvSpPr>
                <a:spLocks noChangeShapeType="1"/>
              </p:cNvSpPr>
              <p:nvPr/>
            </p:nvSpPr>
            <p:spPr bwMode="auto">
              <a:xfrm flipV="1">
                <a:off x="1928794" y="5214963"/>
                <a:ext cx="1587" cy="4318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10" name="Line 265"/>
              <p:cNvSpPr>
                <a:spLocks noChangeShapeType="1"/>
              </p:cNvSpPr>
              <p:nvPr/>
            </p:nvSpPr>
            <p:spPr bwMode="auto">
              <a:xfrm rot="5400000" flipH="1" flipV="1">
                <a:off x="2464579" y="4679178"/>
                <a:ext cx="0" cy="10715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11" name="Line 265"/>
              <p:cNvSpPr>
                <a:spLocks noChangeShapeType="1"/>
              </p:cNvSpPr>
              <p:nvPr/>
            </p:nvSpPr>
            <p:spPr bwMode="auto">
              <a:xfrm rot="5400000" flipV="1">
                <a:off x="857238" y="4714899"/>
                <a:ext cx="0" cy="1000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12" name="Line 265"/>
              <p:cNvSpPr>
                <a:spLocks noChangeShapeType="1"/>
              </p:cNvSpPr>
              <p:nvPr/>
            </p:nvSpPr>
            <p:spPr bwMode="auto">
              <a:xfrm flipV="1">
                <a:off x="3000364" y="5214950"/>
                <a:ext cx="1587" cy="4318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13" name="Line 265"/>
              <p:cNvSpPr>
                <a:spLocks noChangeShapeType="1"/>
              </p:cNvSpPr>
              <p:nvPr/>
            </p:nvSpPr>
            <p:spPr bwMode="auto">
              <a:xfrm rot="5400000" flipH="1" flipV="1">
                <a:off x="4286247" y="4357694"/>
                <a:ext cx="0" cy="25717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31906" name="矩形 167"/>
            <p:cNvSpPr>
              <a:spLocks noChangeArrowheads="1"/>
            </p:cNvSpPr>
            <p:nvPr/>
          </p:nvSpPr>
          <p:spPr bwMode="auto">
            <a:xfrm>
              <a:off x="142844" y="1804996"/>
              <a:ext cx="3857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1600" b="1" i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</a:t>
              </a:r>
              <a:endParaRPr lang="zh-CN" altLang="en-US" sz="1600" i="1" baseline="-25000">
                <a:solidFill>
                  <a:srgbClr val="FF0000"/>
                </a:solidFill>
              </a:endParaRPr>
            </a:p>
          </p:txBody>
        </p:sp>
      </p:grpSp>
      <p:grpSp>
        <p:nvGrpSpPr>
          <p:cNvPr id="8" name="组合 353"/>
          <p:cNvGrpSpPr/>
          <p:nvPr/>
        </p:nvGrpSpPr>
        <p:grpSpPr bwMode="auto">
          <a:xfrm>
            <a:off x="3208338" y="2168525"/>
            <a:ext cx="577850" cy="2360613"/>
            <a:chOff x="3062257" y="2354271"/>
            <a:chExt cx="577849" cy="2360613"/>
          </a:xfrm>
        </p:grpSpPr>
        <p:sp>
          <p:nvSpPr>
            <p:cNvPr id="31897" name="Line 265"/>
            <p:cNvSpPr>
              <a:spLocks noChangeShapeType="1"/>
            </p:cNvSpPr>
            <p:nvPr/>
          </p:nvSpPr>
          <p:spPr bwMode="auto">
            <a:xfrm flipV="1">
              <a:off x="3070617" y="2354271"/>
              <a:ext cx="1589" cy="431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31898" name="组合 329"/>
            <p:cNvGrpSpPr/>
            <p:nvPr/>
          </p:nvGrpSpPr>
          <p:grpSpPr bwMode="auto">
            <a:xfrm>
              <a:off x="3062257" y="2786058"/>
              <a:ext cx="577849" cy="1928826"/>
              <a:chOff x="3062257" y="2786058"/>
              <a:chExt cx="577849" cy="1928826"/>
            </a:xfrm>
          </p:grpSpPr>
          <p:sp>
            <p:nvSpPr>
              <p:cNvPr id="31899" name="Line 265"/>
              <p:cNvSpPr>
                <a:spLocks noChangeShapeType="1"/>
              </p:cNvSpPr>
              <p:nvPr/>
            </p:nvSpPr>
            <p:spPr bwMode="auto">
              <a:xfrm rot="5400000" flipV="1">
                <a:off x="3351975" y="2497927"/>
                <a:ext cx="0" cy="5762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00" name="Line 265"/>
              <p:cNvSpPr>
                <a:spLocks noChangeShapeType="1"/>
              </p:cNvSpPr>
              <p:nvPr/>
            </p:nvSpPr>
            <p:spPr bwMode="auto">
              <a:xfrm rot="5400000" flipV="1">
                <a:off x="3350388" y="2712253"/>
                <a:ext cx="0" cy="5762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01" name="Line 265"/>
              <p:cNvSpPr>
                <a:spLocks noChangeShapeType="1"/>
              </p:cNvSpPr>
              <p:nvPr/>
            </p:nvSpPr>
            <p:spPr bwMode="auto">
              <a:xfrm flipV="1">
                <a:off x="3070617" y="3640146"/>
                <a:ext cx="1589" cy="4318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02" name="Line 265"/>
              <p:cNvSpPr>
                <a:spLocks noChangeShapeType="1"/>
              </p:cNvSpPr>
              <p:nvPr/>
            </p:nvSpPr>
            <p:spPr bwMode="auto">
              <a:xfrm rot="5400000" flipV="1">
                <a:off x="3351975" y="3352015"/>
                <a:ext cx="0" cy="5762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03" name="Line 265"/>
              <p:cNvSpPr>
                <a:spLocks noChangeShapeType="1"/>
              </p:cNvSpPr>
              <p:nvPr/>
            </p:nvSpPr>
            <p:spPr bwMode="auto">
              <a:xfrm flipV="1">
                <a:off x="3070617" y="4283084"/>
                <a:ext cx="1589" cy="4318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904" name="Line 265"/>
              <p:cNvSpPr>
                <a:spLocks noChangeShapeType="1"/>
              </p:cNvSpPr>
              <p:nvPr/>
            </p:nvSpPr>
            <p:spPr bwMode="auto">
              <a:xfrm rot="5400000" flipV="1">
                <a:off x="3351975" y="4426753"/>
                <a:ext cx="0" cy="5762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0" name="组合 330"/>
          <p:cNvGrpSpPr/>
          <p:nvPr/>
        </p:nvGrpSpPr>
        <p:grpSpPr bwMode="auto">
          <a:xfrm>
            <a:off x="3783013" y="2597150"/>
            <a:ext cx="579437" cy="1931988"/>
            <a:chOff x="3636931" y="2782899"/>
            <a:chExt cx="579438" cy="1931985"/>
          </a:xfrm>
        </p:grpSpPr>
        <p:sp>
          <p:nvSpPr>
            <p:cNvPr id="31891" name="Line 265"/>
            <p:cNvSpPr>
              <a:spLocks noChangeShapeType="1"/>
            </p:cNvSpPr>
            <p:nvPr/>
          </p:nvSpPr>
          <p:spPr bwMode="auto">
            <a:xfrm rot="5400000" flipV="1">
              <a:off x="3928238" y="2494768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92" name="Line 265"/>
            <p:cNvSpPr>
              <a:spLocks noChangeShapeType="1"/>
            </p:cNvSpPr>
            <p:nvPr/>
          </p:nvSpPr>
          <p:spPr bwMode="auto">
            <a:xfrm flipV="1">
              <a:off x="3636931" y="3000384"/>
              <a:ext cx="1589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93" name="Line 265"/>
            <p:cNvSpPr>
              <a:spLocks noChangeShapeType="1"/>
            </p:cNvSpPr>
            <p:nvPr/>
          </p:nvSpPr>
          <p:spPr bwMode="auto">
            <a:xfrm rot="5400000" flipV="1">
              <a:off x="3926651" y="3140881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94" name="Line 265"/>
            <p:cNvSpPr>
              <a:spLocks noChangeShapeType="1"/>
            </p:cNvSpPr>
            <p:nvPr/>
          </p:nvSpPr>
          <p:spPr bwMode="auto">
            <a:xfrm rot="5400000" flipV="1">
              <a:off x="3928238" y="3355183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95" name="Line 265"/>
            <p:cNvSpPr>
              <a:spLocks noChangeShapeType="1"/>
            </p:cNvSpPr>
            <p:nvPr/>
          </p:nvSpPr>
          <p:spPr bwMode="auto">
            <a:xfrm flipV="1">
              <a:off x="3638518" y="4283084"/>
              <a:ext cx="1589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96" name="Line 265"/>
            <p:cNvSpPr>
              <a:spLocks noChangeShapeType="1"/>
            </p:cNvSpPr>
            <p:nvPr/>
          </p:nvSpPr>
          <p:spPr bwMode="auto">
            <a:xfrm rot="5400000" flipV="1">
              <a:off x="3928238" y="3998125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1" name="组合 331"/>
          <p:cNvGrpSpPr/>
          <p:nvPr/>
        </p:nvGrpSpPr>
        <p:grpSpPr bwMode="auto">
          <a:xfrm>
            <a:off x="4351338" y="2600325"/>
            <a:ext cx="577850" cy="1497013"/>
            <a:chOff x="4205257" y="2786058"/>
            <a:chExt cx="577849" cy="1497026"/>
          </a:xfrm>
        </p:grpSpPr>
        <p:sp>
          <p:nvSpPr>
            <p:cNvPr id="31886" name="Line 265"/>
            <p:cNvSpPr>
              <a:spLocks noChangeShapeType="1"/>
            </p:cNvSpPr>
            <p:nvPr/>
          </p:nvSpPr>
          <p:spPr bwMode="auto">
            <a:xfrm rot="5400000" flipV="1">
              <a:off x="4494975" y="2497927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87" name="Line 265"/>
            <p:cNvSpPr>
              <a:spLocks noChangeShapeType="1"/>
            </p:cNvSpPr>
            <p:nvPr/>
          </p:nvSpPr>
          <p:spPr bwMode="auto">
            <a:xfrm rot="5400000" flipV="1">
              <a:off x="4493388" y="3140869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88" name="Line 265"/>
            <p:cNvSpPr>
              <a:spLocks noChangeShapeType="1"/>
            </p:cNvSpPr>
            <p:nvPr/>
          </p:nvSpPr>
          <p:spPr bwMode="auto">
            <a:xfrm flipV="1">
              <a:off x="4213617" y="3640146"/>
              <a:ext cx="1589" cy="431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89" name="Line 265"/>
            <p:cNvSpPr>
              <a:spLocks noChangeShapeType="1"/>
            </p:cNvSpPr>
            <p:nvPr/>
          </p:nvSpPr>
          <p:spPr bwMode="auto">
            <a:xfrm rot="5400000" flipV="1">
              <a:off x="4494975" y="3783811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90" name="Line 265"/>
            <p:cNvSpPr>
              <a:spLocks noChangeShapeType="1"/>
            </p:cNvSpPr>
            <p:nvPr/>
          </p:nvSpPr>
          <p:spPr bwMode="auto">
            <a:xfrm rot="5400000" flipV="1">
              <a:off x="4494975" y="3994953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2" name="组合 332"/>
          <p:cNvGrpSpPr/>
          <p:nvPr/>
        </p:nvGrpSpPr>
        <p:grpSpPr bwMode="auto">
          <a:xfrm>
            <a:off x="4927600" y="2597150"/>
            <a:ext cx="577850" cy="1931988"/>
            <a:chOff x="4781518" y="2782899"/>
            <a:chExt cx="577851" cy="1931985"/>
          </a:xfrm>
        </p:grpSpPr>
        <p:sp>
          <p:nvSpPr>
            <p:cNvPr id="31881" name="Line 265"/>
            <p:cNvSpPr>
              <a:spLocks noChangeShapeType="1"/>
            </p:cNvSpPr>
            <p:nvPr/>
          </p:nvSpPr>
          <p:spPr bwMode="auto">
            <a:xfrm rot="5400000" flipV="1">
              <a:off x="5071238" y="2494768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82" name="Line 265"/>
            <p:cNvSpPr>
              <a:spLocks noChangeShapeType="1"/>
            </p:cNvSpPr>
            <p:nvPr/>
          </p:nvSpPr>
          <p:spPr bwMode="auto">
            <a:xfrm rot="5400000" flipV="1">
              <a:off x="5069651" y="3140881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83" name="Line 265"/>
            <p:cNvSpPr>
              <a:spLocks noChangeShapeType="1"/>
            </p:cNvSpPr>
            <p:nvPr/>
          </p:nvSpPr>
          <p:spPr bwMode="auto">
            <a:xfrm rot="5400000" flipV="1">
              <a:off x="5071238" y="3780643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84" name="Line 265"/>
            <p:cNvSpPr>
              <a:spLocks noChangeShapeType="1"/>
            </p:cNvSpPr>
            <p:nvPr/>
          </p:nvSpPr>
          <p:spPr bwMode="auto">
            <a:xfrm flipV="1">
              <a:off x="4781518" y="4283084"/>
              <a:ext cx="1589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85" name="Line 265"/>
            <p:cNvSpPr>
              <a:spLocks noChangeShapeType="1"/>
            </p:cNvSpPr>
            <p:nvPr/>
          </p:nvSpPr>
          <p:spPr bwMode="auto">
            <a:xfrm rot="5400000" flipV="1">
              <a:off x="5071238" y="4423581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3" name="组合 306"/>
          <p:cNvGrpSpPr/>
          <p:nvPr/>
        </p:nvGrpSpPr>
        <p:grpSpPr bwMode="auto">
          <a:xfrm>
            <a:off x="288925" y="2262188"/>
            <a:ext cx="647700" cy="338137"/>
            <a:chOff x="142844" y="2487101"/>
            <a:chExt cx="647700" cy="338137"/>
          </a:xfrm>
        </p:grpSpPr>
        <p:sp>
          <p:nvSpPr>
            <p:cNvPr id="31879" name="Line 265"/>
            <p:cNvSpPr>
              <a:spLocks noChangeShapeType="1"/>
            </p:cNvSpPr>
            <p:nvPr/>
          </p:nvSpPr>
          <p:spPr bwMode="auto">
            <a:xfrm rot="5400000" flipH="1" flipV="1">
              <a:off x="502413" y="2533932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80" name="矩形 210"/>
            <p:cNvSpPr>
              <a:spLocks noChangeArrowheads="1"/>
            </p:cNvSpPr>
            <p:nvPr/>
          </p:nvSpPr>
          <p:spPr bwMode="auto">
            <a:xfrm>
              <a:off x="142844" y="2487101"/>
              <a:ext cx="4016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i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 i="1" baseline="-25000">
                <a:solidFill>
                  <a:srgbClr val="FF0000"/>
                </a:solidFill>
              </a:endParaRPr>
            </a:p>
          </p:txBody>
        </p:sp>
      </p:grpSp>
      <p:grpSp>
        <p:nvGrpSpPr>
          <p:cNvPr id="14" name="组合 307"/>
          <p:cNvGrpSpPr/>
          <p:nvPr/>
        </p:nvGrpSpPr>
        <p:grpSpPr bwMode="auto">
          <a:xfrm>
            <a:off x="288925" y="2905125"/>
            <a:ext cx="646113" cy="338138"/>
            <a:chOff x="142844" y="3130038"/>
            <a:chExt cx="646113" cy="338138"/>
          </a:xfrm>
        </p:grpSpPr>
        <p:sp>
          <p:nvSpPr>
            <p:cNvPr id="31877" name="Line 265"/>
            <p:cNvSpPr>
              <a:spLocks noChangeShapeType="1"/>
            </p:cNvSpPr>
            <p:nvPr/>
          </p:nvSpPr>
          <p:spPr bwMode="auto">
            <a:xfrm rot="5400000" flipH="1" flipV="1">
              <a:off x="500826" y="3180044"/>
              <a:ext cx="0" cy="576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78" name="矩形 211"/>
            <p:cNvSpPr>
              <a:spLocks noChangeArrowheads="1"/>
            </p:cNvSpPr>
            <p:nvPr/>
          </p:nvSpPr>
          <p:spPr bwMode="auto">
            <a:xfrm>
              <a:off x="142844" y="3130038"/>
              <a:ext cx="401638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i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i="1" baseline="-25000">
                <a:solidFill>
                  <a:srgbClr val="FF0000"/>
                </a:solidFill>
              </a:endParaRPr>
            </a:p>
          </p:txBody>
        </p:sp>
      </p:grpSp>
      <p:grpSp>
        <p:nvGrpSpPr>
          <p:cNvPr id="15" name="组合 308"/>
          <p:cNvGrpSpPr/>
          <p:nvPr/>
        </p:nvGrpSpPr>
        <p:grpSpPr bwMode="auto">
          <a:xfrm>
            <a:off x="288925" y="3548063"/>
            <a:ext cx="647700" cy="338137"/>
            <a:chOff x="142844" y="3772976"/>
            <a:chExt cx="647700" cy="338137"/>
          </a:xfrm>
        </p:grpSpPr>
        <p:sp>
          <p:nvSpPr>
            <p:cNvPr id="31875" name="Line 265"/>
            <p:cNvSpPr>
              <a:spLocks noChangeShapeType="1"/>
            </p:cNvSpPr>
            <p:nvPr/>
          </p:nvSpPr>
          <p:spPr bwMode="auto">
            <a:xfrm rot="5400000" flipH="1" flipV="1">
              <a:off x="502413" y="3819807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76" name="矩形 212"/>
            <p:cNvSpPr>
              <a:spLocks noChangeArrowheads="1"/>
            </p:cNvSpPr>
            <p:nvPr/>
          </p:nvSpPr>
          <p:spPr bwMode="auto">
            <a:xfrm>
              <a:off x="142844" y="3772976"/>
              <a:ext cx="4016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i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1600" i="1" baseline="-25000">
                <a:solidFill>
                  <a:srgbClr val="FF0000"/>
                </a:solidFill>
              </a:endParaRPr>
            </a:p>
          </p:txBody>
        </p:sp>
      </p:grpSp>
      <p:grpSp>
        <p:nvGrpSpPr>
          <p:cNvPr id="16" name="组合 309"/>
          <p:cNvGrpSpPr/>
          <p:nvPr/>
        </p:nvGrpSpPr>
        <p:grpSpPr bwMode="auto">
          <a:xfrm>
            <a:off x="288925" y="4191000"/>
            <a:ext cx="647700" cy="338138"/>
            <a:chOff x="142844" y="4415913"/>
            <a:chExt cx="647700" cy="338138"/>
          </a:xfrm>
        </p:grpSpPr>
        <p:sp>
          <p:nvSpPr>
            <p:cNvPr id="31873" name="Line 265"/>
            <p:cNvSpPr>
              <a:spLocks noChangeShapeType="1"/>
            </p:cNvSpPr>
            <p:nvPr/>
          </p:nvSpPr>
          <p:spPr bwMode="auto">
            <a:xfrm rot="5400000" flipH="1" flipV="1">
              <a:off x="502413" y="4462745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74" name="矩形 213"/>
            <p:cNvSpPr>
              <a:spLocks noChangeArrowheads="1"/>
            </p:cNvSpPr>
            <p:nvPr/>
          </p:nvSpPr>
          <p:spPr bwMode="auto">
            <a:xfrm>
              <a:off x="142844" y="4415913"/>
              <a:ext cx="401638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i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zh-CN" altLang="en-US" sz="1600" i="1" baseline="-25000">
                <a:solidFill>
                  <a:srgbClr val="FF0000"/>
                </a:solidFill>
              </a:endParaRPr>
            </a:p>
          </p:txBody>
        </p:sp>
      </p:grpSp>
      <p:grpSp>
        <p:nvGrpSpPr>
          <p:cNvPr id="17" name="组合 318"/>
          <p:cNvGrpSpPr/>
          <p:nvPr/>
        </p:nvGrpSpPr>
        <p:grpSpPr bwMode="auto">
          <a:xfrm>
            <a:off x="288925" y="560388"/>
            <a:ext cx="5216525" cy="757237"/>
            <a:chOff x="142844" y="785794"/>
            <a:chExt cx="5216525" cy="756744"/>
          </a:xfrm>
        </p:grpSpPr>
        <p:grpSp>
          <p:nvGrpSpPr>
            <p:cNvPr id="31817" name="组合 305"/>
            <p:cNvGrpSpPr/>
            <p:nvPr/>
          </p:nvGrpSpPr>
          <p:grpSpPr bwMode="auto">
            <a:xfrm>
              <a:off x="142844" y="1110738"/>
              <a:ext cx="5216525" cy="431800"/>
              <a:chOff x="142844" y="1110738"/>
              <a:chExt cx="5216525" cy="431800"/>
            </a:xfrm>
          </p:grpSpPr>
          <p:grpSp>
            <p:nvGrpSpPr>
              <p:cNvPr id="31826" name="组合 165"/>
              <p:cNvGrpSpPr/>
              <p:nvPr/>
            </p:nvGrpSpPr>
            <p:grpSpPr bwMode="auto">
              <a:xfrm>
                <a:off x="214282" y="1110738"/>
                <a:ext cx="5145087" cy="431800"/>
                <a:chOff x="357188" y="571480"/>
                <a:chExt cx="5145087" cy="431800"/>
              </a:xfrm>
            </p:grpSpPr>
            <p:grpSp>
              <p:nvGrpSpPr>
                <p:cNvPr id="31828" name="组合 229"/>
                <p:cNvGrpSpPr/>
                <p:nvPr/>
              </p:nvGrpSpPr>
              <p:grpSpPr bwMode="auto">
                <a:xfrm>
                  <a:off x="930275" y="571480"/>
                  <a:ext cx="1143000" cy="431800"/>
                  <a:chOff x="2285984" y="5500702"/>
                  <a:chExt cx="1143008" cy="432000"/>
                </a:xfrm>
              </p:grpSpPr>
              <p:grpSp>
                <p:nvGrpSpPr>
                  <p:cNvPr id="31863" name="组合 193"/>
                  <p:cNvGrpSpPr/>
                  <p:nvPr/>
                </p:nvGrpSpPr>
                <p:grpSpPr bwMode="auto">
                  <a:xfrm>
                    <a:off x="2285984" y="5500702"/>
                    <a:ext cx="573753" cy="432000"/>
                    <a:chOff x="3641057" y="4786322"/>
                    <a:chExt cx="573753" cy="432000"/>
                  </a:xfrm>
                </p:grpSpPr>
                <p:sp>
                  <p:nvSpPr>
                    <p:cNvPr id="31869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43306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FF"/>
                      </a:solidFill>
                      <a:round/>
                      <a:tailEnd type="triangl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70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29058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71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3785057" y="4642322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72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4070810" y="5070950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31864" name="组合 194"/>
                  <p:cNvGrpSpPr/>
                  <p:nvPr/>
                </p:nvGrpSpPr>
                <p:grpSpPr bwMode="auto">
                  <a:xfrm>
                    <a:off x="2855239" y="5500702"/>
                    <a:ext cx="573753" cy="432000"/>
                    <a:chOff x="3641057" y="4786322"/>
                    <a:chExt cx="573753" cy="432000"/>
                  </a:xfrm>
                </p:grpSpPr>
                <p:sp>
                  <p:nvSpPr>
                    <p:cNvPr id="31865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43306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FF"/>
                      </a:solidFill>
                      <a:round/>
                      <a:tailEnd type="triangl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66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29058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67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3785057" y="4642322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68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4070810" y="5070950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31829" name="组合 250"/>
                <p:cNvGrpSpPr/>
                <p:nvPr/>
              </p:nvGrpSpPr>
              <p:grpSpPr bwMode="auto">
                <a:xfrm>
                  <a:off x="2073275" y="571480"/>
                  <a:ext cx="1143000" cy="431800"/>
                  <a:chOff x="2285984" y="5500702"/>
                  <a:chExt cx="1143008" cy="432000"/>
                </a:xfrm>
              </p:grpSpPr>
              <p:grpSp>
                <p:nvGrpSpPr>
                  <p:cNvPr id="31853" name="组合 193"/>
                  <p:cNvGrpSpPr/>
                  <p:nvPr/>
                </p:nvGrpSpPr>
                <p:grpSpPr bwMode="auto">
                  <a:xfrm>
                    <a:off x="2285984" y="5500702"/>
                    <a:ext cx="573753" cy="432000"/>
                    <a:chOff x="3641057" y="4786322"/>
                    <a:chExt cx="573753" cy="432000"/>
                  </a:xfrm>
                </p:grpSpPr>
                <p:sp>
                  <p:nvSpPr>
                    <p:cNvPr id="31859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43306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FF"/>
                      </a:solidFill>
                      <a:round/>
                      <a:tailEnd type="triangl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60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29058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61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3785057" y="4642322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62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4070810" y="5070950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31854" name="组合 194"/>
                  <p:cNvGrpSpPr/>
                  <p:nvPr/>
                </p:nvGrpSpPr>
                <p:grpSpPr bwMode="auto">
                  <a:xfrm>
                    <a:off x="2855239" y="5500702"/>
                    <a:ext cx="573753" cy="432000"/>
                    <a:chOff x="3641057" y="4786322"/>
                    <a:chExt cx="573753" cy="432000"/>
                  </a:xfrm>
                </p:grpSpPr>
                <p:sp>
                  <p:nvSpPr>
                    <p:cNvPr id="31855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43306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FF"/>
                      </a:solidFill>
                      <a:round/>
                      <a:tailEnd type="triangl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56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29058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57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3785057" y="4642322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58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4070810" y="5070950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31830" name="组合 261"/>
                <p:cNvGrpSpPr/>
                <p:nvPr/>
              </p:nvGrpSpPr>
              <p:grpSpPr bwMode="auto">
                <a:xfrm>
                  <a:off x="3216275" y="571480"/>
                  <a:ext cx="1143000" cy="431800"/>
                  <a:chOff x="2285984" y="5500702"/>
                  <a:chExt cx="1143008" cy="432000"/>
                </a:xfrm>
              </p:grpSpPr>
              <p:grpSp>
                <p:nvGrpSpPr>
                  <p:cNvPr id="31843" name="组合 193"/>
                  <p:cNvGrpSpPr/>
                  <p:nvPr/>
                </p:nvGrpSpPr>
                <p:grpSpPr bwMode="auto">
                  <a:xfrm>
                    <a:off x="2285984" y="5500702"/>
                    <a:ext cx="573753" cy="432000"/>
                    <a:chOff x="3641057" y="4786322"/>
                    <a:chExt cx="573753" cy="432000"/>
                  </a:xfrm>
                </p:grpSpPr>
                <p:sp>
                  <p:nvSpPr>
                    <p:cNvPr id="31849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43306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FF"/>
                      </a:solidFill>
                      <a:round/>
                      <a:tailEnd type="triangl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50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29058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51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3785057" y="4642322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52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4070810" y="5070950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31844" name="组合 194"/>
                  <p:cNvGrpSpPr/>
                  <p:nvPr/>
                </p:nvGrpSpPr>
                <p:grpSpPr bwMode="auto">
                  <a:xfrm>
                    <a:off x="2855239" y="5500702"/>
                    <a:ext cx="573753" cy="432000"/>
                    <a:chOff x="3641057" y="4786322"/>
                    <a:chExt cx="573753" cy="432000"/>
                  </a:xfrm>
                </p:grpSpPr>
                <p:sp>
                  <p:nvSpPr>
                    <p:cNvPr id="31845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43306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FF"/>
                      </a:solidFill>
                      <a:round/>
                      <a:tailEnd type="triangl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46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29058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47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3785057" y="4642322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48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4070810" y="5070950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31831" name="组合 272"/>
                <p:cNvGrpSpPr/>
                <p:nvPr/>
              </p:nvGrpSpPr>
              <p:grpSpPr bwMode="auto">
                <a:xfrm>
                  <a:off x="4359275" y="571480"/>
                  <a:ext cx="1143000" cy="431800"/>
                  <a:chOff x="2285984" y="5500702"/>
                  <a:chExt cx="1143008" cy="432000"/>
                </a:xfrm>
              </p:grpSpPr>
              <p:grpSp>
                <p:nvGrpSpPr>
                  <p:cNvPr id="31833" name="组合 193"/>
                  <p:cNvGrpSpPr/>
                  <p:nvPr/>
                </p:nvGrpSpPr>
                <p:grpSpPr bwMode="auto">
                  <a:xfrm>
                    <a:off x="2285984" y="5500702"/>
                    <a:ext cx="573753" cy="432000"/>
                    <a:chOff x="3641057" y="4786322"/>
                    <a:chExt cx="573753" cy="432000"/>
                  </a:xfrm>
                </p:grpSpPr>
                <p:sp>
                  <p:nvSpPr>
                    <p:cNvPr id="31839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43306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FF"/>
                      </a:solidFill>
                      <a:round/>
                      <a:tailEnd type="triangl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40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29058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41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3785057" y="4642322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42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4070810" y="5070950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31834" name="组合 194"/>
                  <p:cNvGrpSpPr/>
                  <p:nvPr/>
                </p:nvGrpSpPr>
                <p:grpSpPr bwMode="auto">
                  <a:xfrm>
                    <a:off x="2855239" y="5500702"/>
                    <a:ext cx="573753" cy="432000"/>
                    <a:chOff x="3641057" y="4786322"/>
                    <a:chExt cx="573753" cy="432000"/>
                  </a:xfrm>
                </p:grpSpPr>
                <p:sp>
                  <p:nvSpPr>
                    <p:cNvPr id="31835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43306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FF"/>
                      </a:solidFill>
                      <a:round/>
                      <a:tailEnd type="triangl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36" name="Line 2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29058" y="4786322"/>
                      <a:ext cx="1588" cy="432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37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3785057" y="4642322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31838" name="Line 265"/>
                    <p:cNvSpPr>
                      <a:spLocks noChangeShapeType="1"/>
                    </p:cNvSpPr>
                    <p:nvPr/>
                  </p:nvSpPr>
                  <p:spPr bwMode="auto">
                    <a:xfrm rot="5400000" flipV="1">
                      <a:off x="4070810" y="5070950"/>
                      <a:ext cx="0" cy="2880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zh-CN" altLang="en-US" sz="16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sp>
              <p:nvSpPr>
                <p:cNvPr id="31832" name="Line 265"/>
                <p:cNvSpPr>
                  <a:spLocks noChangeShapeType="1"/>
                </p:cNvSpPr>
                <p:nvPr/>
              </p:nvSpPr>
              <p:spPr bwMode="auto">
                <a:xfrm rot="5400000" flipH="1" flipV="1">
                  <a:off x="645319" y="711974"/>
                  <a:ext cx="0" cy="57626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31827" name="矩形 166"/>
              <p:cNvSpPr>
                <a:spLocks noChangeArrowheads="1"/>
              </p:cNvSpPr>
              <p:nvPr/>
            </p:nvSpPr>
            <p:spPr bwMode="auto">
              <a:xfrm>
                <a:off x="142844" y="1182176"/>
                <a:ext cx="446088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1600" b="1" i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CP</a:t>
                </a:r>
                <a:endParaRPr lang="zh-CN" altLang="en-US" sz="1600" i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31818" name="矩形 310"/>
            <p:cNvSpPr>
              <a:spLocks noChangeArrowheads="1"/>
            </p:cNvSpPr>
            <p:nvPr/>
          </p:nvSpPr>
          <p:spPr bwMode="auto">
            <a:xfrm>
              <a:off x="785786" y="78579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31819" name="矩形 311"/>
            <p:cNvSpPr>
              <a:spLocks noChangeArrowheads="1"/>
            </p:cNvSpPr>
            <p:nvPr/>
          </p:nvSpPr>
          <p:spPr bwMode="auto">
            <a:xfrm>
              <a:off x="1355784" y="78579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31820" name="矩形 312"/>
            <p:cNvSpPr>
              <a:spLocks noChangeArrowheads="1"/>
            </p:cNvSpPr>
            <p:nvPr/>
          </p:nvSpPr>
          <p:spPr bwMode="auto">
            <a:xfrm>
              <a:off x="1927288" y="78579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31821" name="矩形 313"/>
            <p:cNvSpPr>
              <a:spLocks noChangeArrowheads="1"/>
            </p:cNvSpPr>
            <p:nvPr/>
          </p:nvSpPr>
          <p:spPr bwMode="auto">
            <a:xfrm>
              <a:off x="2498792" y="78579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31822" name="矩形 314"/>
            <p:cNvSpPr>
              <a:spLocks noChangeArrowheads="1"/>
            </p:cNvSpPr>
            <p:nvPr/>
          </p:nvSpPr>
          <p:spPr bwMode="auto">
            <a:xfrm>
              <a:off x="3070296" y="78579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31823" name="矩形 315"/>
            <p:cNvSpPr>
              <a:spLocks noChangeArrowheads="1"/>
            </p:cNvSpPr>
            <p:nvPr/>
          </p:nvSpPr>
          <p:spPr bwMode="auto">
            <a:xfrm>
              <a:off x="3641800" y="78579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31824" name="矩形 316"/>
            <p:cNvSpPr>
              <a:spLocks noChangeArrowheads="1"/>
            </p:cNvSpPr>
            <p:nvPr/>
          </p:nvSpPr>
          <p:spPr bwMode="auto">
            <a:xfrm>
              <a:off x="4213304" y="78579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31825" name="矩形 317"/>
            <p:cNvSpPr>
              <a:spLocks noChangeArrowheads="1"/>
            </p:cNvSpPr>
            <p:nvPr/>
          </p:nvSpPr>
          <p:spPr bwMode="auto">
            <a:xfrm>
              <a:off x="4784808" y="78579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</p:grpSp>
      <p:grpSp>
        <p:nvGrpSpPr>
          <p:cNvPr id="128" name="组合 325"/>
          <p:cNvGrpSpPr/>
          <p:nvPr/>
        </p:nvGrpSpPr>
        <p:grpSpPr bwMode="auto">
          <a:xfrm>
            <a:off x="928688" y="2168525"/>
            <a:ext cx="579437" cy="2360613"/>
            <a:chOff x="782607" y="2354271"/>
            <a:chExt cx="579441" cy="2360613"/>
          </a:xfrm>
        </p:grpSpPr>
        <p:sp>
          <p:nvSpPr>
            <p:cNvPr id="31812" name="Line 265"/>
            <p:cNvSpPr>
              <a:spLocks noChangeShapeType="1"/>
            </p:cNvSpPr>
            <p:nvPr/>
          </p:nvSpPr>
          <p:spPr bwMode="auto">
            <a:xfrm flipV="1">
              <a:off x="789380" y="2354271"/>
              <a:ext cx="1589" cy="431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13" name="Line 265"/>
            <p:cNvSpPr>
              <a:spLocks noChangeShapeType="1"/>
            </p:cNvSpPr>
            <p:nvPr/>
          </p:nvSpPr>
          <p:spPr bwMode="auto">
            <a:xfrm rot="5400000" flipV="1">
              <a:off x="1070738" y="2066140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14" name="Line 265"/>
            <p:cNvSpPr>
              <a:spLocks noChangeShapeType="1"/>
            </p:cNvSpPr>
            <p:nvPr/>
          </p:nvSpPr>
          <p:spPr bwMode="auto">
            <a:xfrm rot="5400000" flipV="1">
              <a:off x="1070738" y="4426753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15" name="Line 265"/>
            <p:cNvSpPr>
              <a:spLocks noChangeShapeType="1"/>
            </p:cNvSpPr>
            <p:nvPr/>
          </p:nvSpPr>
          <p:spPr bwMode="auto">
            <a:xfrm rot="5400000" flipV="1">
              <a:off x="1073917" y="3140869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1816" name="Line 265"/>
            <p:cNvSpPr>
              <a:spLocks noChangeShapeType="1"/>
            </p:cNvSpPr>
            <p:nvPr/>
          </p:nvSpPr>
          <p:spPr bwMode="auto">
            <a:xfrm rot="5400000" flipV="1">
              <a:off x="1073917" y="3783811"/>
              <a:ext cx="0" cy="576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29" name="组合 354"/>
          <p:cNvGrpSpPr/>
          <p:nvPr/>
        </p:nvGrpSpPr>
        <p:grpSpPr bwMode="auto">
          <a:xfrm>
            <a:off x="931863" y="639763"/>
            <a:ext cx="4000500" cy="4064000"/>
            <a:chOff x="785786" y="825760"/>
            <a:chExt cx="4000528" cy="4063472"/>
          </a:xfrm>
        </p:grpSpPr>
        <p:cxnSp>
          <p:nvCxnSpPr>
            <p:cNvPr id="356" name="直接连接符 355"/>
            <p:cNvCxnSpPr/>
            <p:nvPr/>
          </p:nvCxnSpPr>
          <p:spPr>
            <a:xfrm rot="5400000">
              <a:off x="-1229283" y="2840829"/>
              <a:ext cx="4031726" cy="1587"/>
            </a:xfrm>
            <a:prstGeom prst="line">
              <a:avLst/>
            </a:prstGeom>
            <a:ln w="1270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接连接符 356"/>
            <p:cNvCxnSpPr/>
            <p:nvPr/>
          </p:nvCxnSpPr>
          <p:spPr>
            <a:xfrm rot="5400000">
              <a:off x="-87863" y="2872575"/>
              <a:ext cx="4031726" cy="1588"/>
            </a:xfrm>
            <a:prstGeom prst="line">
              <a:avLst/>
            </a:prstGeom>
            <a:ln w="1270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接连接符 357"/>
            <p:cNvCxnSpPr/>
            <p:nvPr/>
          </p:nvCxnSpPr>
          <p:spPr>
            <a:xfrm rot="5400000">
              <a:off x="-659367" y="2872575"/>
              <a:ext cx="4031726" cy="1588"/>
            </a:xfrm>
            <a:prstGeom prst="line">
              <a:avLst/>
            </a:prstGeom>
            <a:ln w="1270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接连接符 358"/>
            <p:cNvCxnSpPr/>
            <p:nvPr/>
          </p:nvCxnSpPr>
          <p:spPr>
            <a:xfrm rot="5400000">
              <a:off x="483641" y="2872575"/>
              <a:ext cx="4031726" cy="1588"/>
            </a:xfrm>
            <a:prstGeom prst="line">
              <a:avLst/>
            </a:prstGeom>
            <a:ln w="1270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接连接符 359"/>
            <p:cNvCxnSpPr/>
            <p:nvPr/>
          </p:nvCxnSpPr>
          <p:spPr>
            <a:xfrm rot="5400000">
              <a:off x="1055145" y="2872575"/>
              <a:ext cx="4031726" cy="1588"/>
            </a:xfrm>
            <a:prstGeom prst="line">
              <a:avLst/>
            </a:prstGeom>
            <a:ln w="1270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接连接符 360"/>
            <p:cNvCxnSpPr/>
            <p:nvPr/>
          </p:nvCxnSpPr>
          <p:spPr>
            <a:xfrm rot="5400000">
              <a:off x="1628237" y="2872575"/>
              <a:ext cx="4031726" cy="1587"/>
            </a:xfrm>
            <a:prstGeom prst="line">
              <a:avLst/>
            </a:prstGeom>
            <a:ln w="1270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接连接符 361"/>
            <p:cNvCxnSpPr/>
            <p:nvPr/>
          </p:nvCxnSpPr>
          <p:spPr>
            <a:xfrm rot="5400000">
              <a:off x="2198153" y="2872575"/>
              <a:ext cx="4031726" cy="1588"/>
            </a:xfrm>
            <a:prstGeom prst="line">
              <a:avLst/>
            </a:prstGeom>
            <a:ln w="1270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接连接符 362"/>
            <p:cNvCxnSpPr/>
            <p:nvPr/>
          </p:nvCxnSpPr>
          <p:spPr>
            <a:xfrm rot="5400000">
              <a:off x="2769657" y="2872575"/>
              <a:ext cx="4031726" cy="1588"/>
            </a:xfrm>
            <a:prstGeom prst="line">
              <a:avLst/>
            </a:prstGeom>
            <a:ln w="1270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0" name="组合 365"/>
          <p:cNvGrpSpPr/>
          <p:nvPr/>
        </p:nvGrpSpPr>
        <p:grpSpPr bwMode="auto">
          <a:xfrm>
            <a:off x="6646863" y="1336675"/>
            <a:ext cx="1857375" cy="309563"/>
            <a:chOff x="6500826" y="1714488"/>
            <a:chExt cx="1857386" cy="309565"/>
          </a:xfrm>
        </p:grpSpPr>
        <p:cxnSp>
          <p:nvCxnSpPr>
            <p:cNvPr id="146" name="直接箭头连接符 145"/>
            <p:cNvCxnSpPr/>
            <p:nvPr/>
          </p:nvCxnSpPr>
          <p:spPr bwMode="auto">
            <a:xfrm>
              <a:off x="7000891" y="1738301"/>
              <a:ext cx="357190" cy="285752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接箭头连接符 146"/>
            <p:cNvCxnSpPr/>
            <p:nvPr/>
          </p:nvCxnSpPr>
          <p:spPr bwMode="auto">
            <a:xfrm>
              <a:off x="7500957" y="1738301"/>
              <a:ext cx="357189" cy="285752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接箭头连接符 147"/>
            <p:cNvCxnSpPr/>
            <p:nvPr/>
          </p:nvCxnSpPr>
          <p:spPr bwMode="auto">
            <a:xfrm>
              <a:off x="8001022" y="1738301"/>
              <a:ext cx="357190" cy="285752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接箭头连接符 364"/>
            <p:cNvCxnSpPr/>
            <p:nvPr/>
          </p:nvCxnSpPr>
          <p:spPr bwMode="auto">
            <a:xfrm>
              <a:off x="6500826" y="1714488"/>
              <a:ext cx="357189" cy="285752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组合 366"/>
          <p:cNvGrpSpPr/>
          <p:nvPr/>
        </p:nvGrpSpPr>
        <p:grpSpPr bwMode="auto">
          <a:xfrm>
            <a:off x="6646863" y="1693863"/>
            <a:ext cx="1857375" cy="309562"/>
            <a:chOff x="6500826" y="1714488"/>
            <a:chExt cx="1857386" cy="309565"/>
          </a:xfrm>
        </p:grpSpPr>
        <p:cxnSp>
          <p:nvCxnSpPr>
            <p:cNvPr id="368" name="直接箭头连接符 367"/>
            <p:cNvCxnSpPr/>
            <p:nvPr/>
          </p:nvCxnSpPr>
          <p:spPr bwMode="auto">
            <a:xfrm>
              <a:off x="7000891" y="1738300"/>
              <a:ext cx="357190" cy="285753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接箭头连接符 368"/>
            <p:cNvCxnSpPr/>
            <p:nvPr/>
          </p:nvCxnSpPr>
          <p:spPr bwMode="auto">
            <a:xfrm>
              <a:off x="7500957" y="1738300"/>
              <a:ext cx="357189" cy="285753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接箭头连接符 369"/>
            <p:cNvCxnSpPr/>
            <p:nvPr/>
          </p:nvCxnSpPr>
          <p:spPr bwMode="auto">
            <a:xfrm>
              <a:off x="8001022" y="1738300"/>
              <a:ext cx="357190" cy="285753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接箭头连接符 370"/>
            <p:cNvCxnSpPr/>
            <p:nvPr/>
          </p:nvCxnSpPr>
          <p:spPr bwMode="auto">
            <a:xfrm>
              <a:off x="6500826" y="1714488"/>
              <a:ext cx="357189" cy="285753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组合 413"/>
          <p:cNvGrpSpPr/>
          <p:nvPr/>
        </p:nvGrpSpPr>
        <p:grpSpPr bwMode="auto">
          <a:xfrm>
            <a:off x="3432175" y="4857750"/>
            <a:ext cx="1928813" cy="644525"/>
            <a:chOff x="3286116" y="4857760"/>
            <a:chExt cx="1928260" cy="643736"/>
          </a:xfrm>
        </p:grpSpPr>
        <p:cxnSp>
          <p:nvCxnSpPr>
            <p:cNvPr id="385" name="直接箭头连接符 384"/>
            <p:cNvCxnSpPr/>
            <p:nvPr/>
          </p:nvCxnSpPr>
          <p:spPr>
            <a:xfrm rot="5400000" flipH="1" flipV="1">
              <a:off x="3358461" y="5358002"/>
              <a:ext cx="285400" cy="1587"/>
            </a:xfrm>
            <a:prstGeom prst="straightConnector1">
              <a:avLst/>
            </a:prstGeom>
            <a:ln w="25400">
              <a:solidFill>
                <a:srgbClr val="0066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接箭头连接符 385"/>
            <p:cNvCxnSpPr/>
            <p:nvPr/>
          </p:nvCxnSpPr>
          <p:spPr>
            <a:xfrm rot="5400000" flipH="1" flipV="1">
              <a:off x="3856793" y="5356417"/>
              <a:ext cx="285400" cy="1587"/>
            </a:xfrm>
            <a:prstGeom prst="straightConnector1">
              <a:avLst/>
            </a:prstGeom>
            <a:ln w="25400">
              <a:solidFill>
                <a:srgbClr val="0066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接箭头连接符 386"/>
            <p:cNvCxnSpPr/>
            <p:nvPr/>
          </p:nvCxnSpPr>
          <p:spPr>
            <a:xfrm rot="5400000" flipH="1" flipV="1">
              <a:off x="4356712" y="5356417"/>
              <a:ext cx="285400" cy="1588"/>
            </a:xfrm>
            <a:prstGeom prst="straightConnector1">
              <a:avLst/>
            </a:prstGeom>
            <a:ln w="25400">
              <a:solidFill>
                <a:srgbClr val="0066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接箭头连接符 387"/>
            <p:cNvCxnSpPr/>
            <p:nvPr/>
          </p:nvCxnSpPr>
          <p:spPr>
            <a:xfrm rot="5400000" flipH="1" flipV="1">
              <a:off x="4856632" y="5356417"/>
              <a:ext cx="285400" cy="1587"/>
            </a:xfrm>
            <a:prstGeom prst="straightConnector1">
              <a:avLst/>
            </a:prstGeom>
            <a:ln w="25400">
              <a:solidFill>
                <a:srgbClr val="0066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792" name="矩形 210"/>
            <p:cNvSpPr>
              <a:spLocks noChangeArrowheads="1"/>
            </p:cNvSpPr>
            <p:nvPr/>
          </p:nvSpPr>
          <p:spPr bwMode="auto">
            <a:xfrm>
              <a:off x="3286116" y="4857760"/>
              <a:ext cx="4016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 i="1" baseline="-25000">
                <a:solidFill>
                  <a:srgbClr val="000000"/>
                </a:solidFill>
              </a:endParaRPr>
            </a:p>
          </p:txBody>
        </p:sp>
        <p:sp>
          <p:nvSpPr>
            <p:cNvPr id="31793" name="矩形 210"/>
            <p:cNvSpPr>
              <a:spLocks noChangeArrowheads="1"/>
            </p:cNvSpPr>
            <p:nvPr/>
          </p:nvSpPr>
          <p:spPr bwMode="auto">
            <a:xfrm>
              <a:off x="3813172" y="4857760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i="1" baseline="-25000">
                <a:solidFill>
                  <a:srgbClr val="000000"/>
                </a:solidFill>
              </a:endParaRPr>
            </a:p>
          </p:txBody>
        </p:sp>
        <p:sp>
          <p:nvSpPr>
            <p:cNvPr id="31794" name="矩形 210"/>
            <p:cNvSpPr>
              <a:spLocks noChangeArrowheads="1"/>
            </p:cNvSpPr>
            <p:nvPr/>
          </p:nvSpPr>
          <p:spPr bwMode="auto">
            <a:xfrm>
              <a:off x="4313238" y="4857760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1600" i="1" baseline="-25000">
                <a:solidFill>
                  <a:srgbClr val="000000"/>
                </a:solidFill>
              </a:endParaRPr>
            </a:p>
          </p:txBody>
        </p:sp>
        <p:sp>
          <p:nvSpPr>
            <p:cNvPr id="31795" name="矩形 210"/>
            <p:cNvSpPr>
              <a:spLocks noChangeArrowheads="1"/>
            </p:cNvSpPr>
            <p:nvPr/>
          </p:nvSpPr>
          <p:spPr bwMode="auto">
            <a:xfrm>
              <a:off x="4813304" y="4857760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zh-CN" altLang="en-US" sz="1600" i="1" baseline="-25000">
                <a:solidFill>
                  <a:srgbClr val="000000"/>
                </a:solidFill>
              </a:endParaRPr>
            </a:p>
          </p:txBody>
        </p:sp>
      </p:grpSp>
      <p:sp>
        <p:nvSpPr>
          <p:cNvPr id="401" name="矩形 400"/>
          <p:cNvSpPr>
            <a:spLocks noChangeArrowheads="1"/>
          </p:cNvSpPr>
          <p:nvPr/>
        </p:nvSpPr>
        <p:spPr bwMode="auto">
          <a:xfrm>
            <a:off x="1503363" y="5253038"/>
            <a:ext cx="18780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1     1     0    1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2" name="矩形 401"/>
          <p:cNvSpPr>
            <a:spLocks noChangeArrowheads="1"/>
          </p:cNvSpPr>
          <p:nvPr/>
        </p:nvSpPr>
        <p:spPr bwMode="auto">
          <a:xfrm>
            <a:off x="5360988" y="5253038"/>
            <a:ext cx="18780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0     0     0    0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3" name="组合 409"/>
          <p:cNvGrpSpPr/>
          <p:nvPr/>
        </p:nvGrpSpPr>
        <p:grpSpPr bwMode="auto">
          <a:xfrm>
            <a:off x="1503363" y="5500688"/>
            <a:ext cx="5786437" cy="1195387"/>
            <a:chOff x="1357290" y="5500702"/>
            <a:chExt cx="5786478" cy="1195393"/>
          </a:xfrm>
        </p:grpSpPr>
        <p:grpSp>
          <p:nvGrpSpPr>
            <p:cNvPr id="31776" name="组合 407"/>
            <p:cNvGrpSpPr/>
            <p:nvPr/>
          </p:nvGrpSpPr>
          <p:grpSpPr bwMode="auto">
            <a:xfrm>
              <a:off x="3286116" y="5500702"/>
              <a:ext cx="1928826" cy="500861"/>
              <a:chOff x="3286116" y="5500702"/>
              <a:chExt cx="1928826" cy="500861"/>
            </a:xfrm>
          </p:grpSpPr>
          <p:sp>
            <p:nvSpPr>
              <p:cNvPr id="373" name="矩形 372"/>
              <p:cNvSpPr/>
              <p:nvPr/>
            </p:nvSpPr>
            <p:spPr>
              <a:xfrm>
                <a:off x="3286116" y="5500702"/>
                <a:ext cx="1928827" cy="500065"/>
              </a:xfrm>
              <a:prstGeom prst="rect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31784" name="组合 394"/>
              <p:cNvGrpSpPr/>
              <p:nvPr/>
            </p:nvGrpSpPr>
            <p:grpSpPr bwMode="auto">
              <a:xfrm>
                <a:off x="3785972" y="5500703"/>
                <a:ext cx="1000341" cy="500860"/>
                <a:chOff x="3785972" y="5500703"/>
                <a:chExt cx="1000341" cy="500860"/>
              </a:xfrm>
            </p:grpSpPr>
            <p:cxnSp>
              <p:nvCxnSpPr>
                <p:cNvPr id="375" name="直接连接符 374"/>
                <p:cNvCxnSpPr/>
                <p:nvPr/>
              </p:nvCxnSpPr>
              <p:spPr>
                <a:xfrm rot="5400000">
                  <a:off x="3494874" y="5793598"/>
                  <a:ext cx="582616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直接连接符 375"/>
                <p:cNvCxnSpPr/>
                <p:nvPr/>
              </p:nvCxnSpPr>
              <p:spPr>
                <a:xfrm rot="5400000">
                  <a:off x="4036216" y="5750734"/>
                  <a:ext cx="500065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接连接符 376"/>
                <p:cNvCxnSpPr/>
                <p:nvPr/>
              </p:nvCxnSpPr>
              <p:spPr>
                <a:xfrm rot="5400000">
                  <a:off x="4536283" y="5750734"/>
                  <a:ext cx="500065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1777" name="组合 406"/>
            <p:cNvGrpSpPr/>
            <p:nvPr/>
          </p:nvGrpSpPr>
          <p:grpSpPr bwMode="auto">
            <a:xfrm>
              <a:off x="1357290" y="5748354"/>
              <a:ext cx="5786478" cy="4762"/>
              <a:chOff x="1357290" y="5748354"/>
              <a:chExt cx="5786478" cy="4762"/>
            </a:xfrm>
          </p:grpSpPr>
          <p:cxnSp>
            <p:nvCxnSpPr>
              <p:cNvPr id="382" name="直接箭头连接符 381"/>
              <p:cNvCxnSpPr/>
              <p:nvPr/>
            </p:nvCxnSpPr>
            <p:spPr>
              <a:xfrm flipV="1">
                <a:off x="5214942" y="5753115"/>
                <a:ext cx="1928826" cy="0"/>
              </a:xfrm>
              <a:prstGeom prst="straightConnector1">
                <a:avLst/>
              </a:prstGeom>
              <a:ln w="25400">
                <a:solidFill>
                  <a:srgbClr val="0000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接箭头连接符 382"/>
              <p:cNvCxnSpPr/>
              <p:nvPr/>
            </p:nvCxnSpPr>
            <p:spPr>
              <a:xfrm flipV="1">
                <a:off x="1357290" y="5748353"/>
                <a:ext cx="1928826" cy="0"/>
              </a:xfrm>
              <a:prstGeom prst="straightConnector1">
                <a:avLst/>
              </a:prstGeom>
              <a:ln w="25400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78" name="组合 408"/>
            <p:cNvGrpSpPr/>
            <p:nvPr/>
          </p:nvGrpSpPr>
          <p:grpSpPr bwMode="auto">
            <a:xfrm>
              <a:off x="3857620" y="6000768"/>
              <a:ext cx="446088" cy="695327"/>
              <a:chOff x="3857620" y="6000768"/>
              <a:chExt cx="446088" cy="695327"/>
            </a:xfrm>
          </p:grpSpPr>
          <p:cxnSp>
            <p:nvCxnSpPr>
              <p:cNvPr id="403" name="直接箭头连接符 402"/>
              <p:cNvCxnSpPr/>
              <p:nvPr/>
            </p:nvCxnSpPr>
            <p:spPr>
              <a:xfrm rot="5400000" flipH="1" flipV="1">
                <a:off x="3965572" y="6321443"/>
                <a:ext cx="642941" cy="1588"/>
              </a:xfrm>
              <a:prstGeom prst="straightConnector1">
                <a:avLst/>
              </a:prstGeom>
              <a:ln w="38100">
                <a:solidFill>
                  <a:srgbClr val="6600CC"/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780" name="矩形 166"/>
              <p:cNvSpPr>
                <a:spLocks noChangeArrowheads="1"/>
              </p:cNvSpPr>
              <p:nvPr/>
            </p:nvSpPr>
            <p:spPr bwMode="auto">
              <a:xfrm>
                <a:off x="3857620" y="6357958"/>
                <a:ext cx="446088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1600" b="1" i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CP</a:t>
                </a:r>
                <a:endParaRPr lang="zh-CN" altLang="en-US" sz="1600" i="1">
                  <a:solidFill>
                    <a:srgbClr val="000000"/>
                  </a:solidFill>
                </a:endParaRPr>
              </a:p>
            </p:txBody>
          </p:sp>
        </p:grpSp>
      </p:grpSp>
      <p:pic>
        <p:nvPicPr>
          <p:cNvPr id="31769" name="Picture 4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5175" y="6215063"/>
            <a:ext cx="2143125" cy="417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3" name="矩形 392"/>
          <p:cNvSpPr>
            <a:spLocks noChangeArrowheads="1"/>
          </p:cNvSpPr>
          <p:nvPr/>
        </p:nvSpPr>
        <p:spPr bwMode="auto">
          <a:xfrm>
            <a:off x="3482975" y="5500688"/>
            <a:ext cx="18780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0     0     0    0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1" name="矩形 410"/>
          <p:cNvSpPr/>
          <p:nvPr/>
        </p:nvSpPr>
        <p:spPr>
          <a:xfrm>
            <a:off x="4575175" y="6215063"/>
            <a:ext cx="1143000" cy="5000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412" name="矩形 411"/>
          <p:cNvSpPr/>
          <p:nvPr/>
        </p:nvSpPr>
        <p:spPr>
          <a:xfrm>
            <a:off x="5718175" y="6215063"/>
            <a:ext cx="1143000" cy="5000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413" name="矩形 412"/>
          <p:cNvSpPr>
            <a:spLocks noChangeArrowheads="1"/>
          </p:cNvSpPr>
          <p:nvPr/>
        </p:nvSpPr>
        <p:spPr bwMode="auto">
          <a:xfrm>
            <a:off x="3482975" y="5500688"/>
            <a:ext cx="18780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1     1     0    1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5" name="矩形 414"/>
          <p:cNvSpPr>
            <a:spLocks noChangeArrowheads="1"/>
          </p:cNvSpPr>
          <p:nvPr/>
        </p:nvSpPr>
        <p:spPr bwMode="auto">
          <a:xfrm>
            <a:off x="5360988" y="5253038"/>
            <a:ext cx="18780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1     1     0    1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75" name="Text Box 7"/>
          <p:cNvSpPr txBox="1">
            <a:spLocks noChangeArrowheads="1"/>
          </p:cNvSpPr>
          <p:nvPr/>
        </p:nvSpPr>
        <p:spPr bwMode="auto">
          <a:xfrm>
            <a:off x="5678488" y="6443663"/>
            <a:ext cx="34147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6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5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39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1" grpId="0"/>
      <p:bldP spid="401" grpId="1"/>
      <p:bldP spid="402" grpId="0"/>
      <p:bldP spid="402" grpId="1"/>
      <p:bldP spid="393" grpId="0"/>
      <p:bldP spid="411" grpId="0" animBg="1"/>
      <p:bldP spid="412" grpId="0" animBg="1"/>
      <p:bldP spid="413" grpId="0"/>
      <p:bldP spid="413" grpId="1"/>
      <p:bldP spid="415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8"/>
          <p:cNvSpPr>
            <a:spLocks noChangeArrowheads="1"/>
          </p:cNvSpPr>
          <p:nvPr/>
        </p:nvSpPr>
        <p:spPr bwMode="auto">
          <a:xfrm>
            <a:off x="285750" y="142875"/>
            <a:ext cx="2857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（</a:t>
            </a:r>
            <a:r>
              <a:rPr kumimoji="1" lang="en-US" altLang="zh-CN" sz="2400" b="1">
                <a:solidFill>
                  <a:srgbClr val="0000FF"/>
                </a:solidFill>
                <a:latin typeface="宋体" panose="02010600030101010101" pitchFamily="2" charset="-122"/>
              </a:rPr>
              <a:t>2</a:t>
            </a: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）左移寄存器</a:t>
            </a:r>
            <a:endParaRPr kumimoji="1" lang="zh-CN" altLang="en-US" sz="2400" b="1">
              <a:solidFill>
                <a:srgbClr val="0000FF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组合 131"/>
          <p:cNvGrpSpPr/>
          <p:nvPr/>
        </p:nvGrpSpPr>
        <p:grpSpPr bwMode="auto">
          <a:xfrm>
            <a:off x="468313" y="1214438"/>
            <a:ext cx="8351837" cy="3376612"/>
            <a:chOff x="468313" y="1214438"/>
            <a:chExt cx="8351837" cy="3377129"/>
          </a:xfrm>
        </p:grpSpPr>
        <p:grpSp>
          <p:nvGrpSpPr>
            <p:cNvPr id="32773" name="组合 127"/>
            <p:cNvGrpSpPr/>
            <p:nvPr/>
          </p:nvGrpSpPr>
          <p:grpSpPr bwMode="auto">
            <a:xfrm>
              <a:off x="468313" y="1214438"/>
              <a:ext cx="8351837" cy="3377129"/>
              <a:chOff x="468313" y="1412875"/>
              <a:chExt cx="8351837" cy="3772650"/>
            </a:xfrm>
          </p:grpSpPr>
          <p:sp>
            <p:nvSpPr>
              <p:cNvPr id="32778" name="Line 24"/>
              <p:cNvSpPr>
                <a:spLocks noChangeShapeType="1"/>
              </p:cNvSpPr>
              <p:nvPr/>
            </p:nvSpPr>
            <p:spPr bwMode="auto">
              <a:xfrm flipV="1">
                <a:off x="3054350" y="4222750"/>
                <a:ext cx="1587" cy="733425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79" name="Line 28"/>
              <p:cNvSpPr>
                <a:spLocks noChangeShapeType="1"/>
              </p:cNvSpPr>
              <p:nvPr/>
            </p:nvSpPr>
            <p:spPr bwMode="auto">
              <a:xfrm flipV="1">
                <a:off x="4537075" y="4222750"/>
                <a:ext cx="1587" cy="733425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0" name="Line 57"/>
              <p:cNvSpPr>
                <a:spLocks noChangeShapeType="1"/>
              </p:cNvSpPr>
              <p:nvPr/>
            </p:nvSpPr>
            <p:spPr bwMode="auto">
              <a:xfrm>
                <a:off x="4352925" y="2147888"/>
                <a:ext cx="1587" cy="482600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1" name="Line 67"/>
              <p:cNvSpPr>
                <a:spLocks noChangeShapeType="1"/>
              </p:cNvSpPr>
              <p:nvPr/>
            </p:nvSpPr>
            <p:spPr bwMode="auto">
              <a:xfrm flipV="1">
                <a:off x="5851525" y="2106613"/>
                <a:ext cx="1587" cy="334963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2" name="Line 21"/>
              <p:cNvSpPr>
                <a:spLocks noChangeShapeType="1"/>
              </p:cNvSpPr>
              <p:nvPr/>
            </p:nvSpPr>
            <p:spPr bwMode="auto">
              <a:xfrm>
                <a:off x="1539875" y="4956175"/>
                <a:ext cx="151447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3" name="Line 26"/>
              <p:cNvSpPr>
                <a:spLocks noChangeShapeType="1"/>
              </p:cNvSpPr>
              <p:nvPr/>
            </p:nvSpPr>
            <p:spPr bwMode="auto">
              <a:xfrm>
                <a:off x="3054350" y="4956175"/>
                <a:ext cx="148272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4" name="Line 30"/>
              <p:cNvSpPr>
                <a:spLocks noChangeShapeType="1"/>
              </p:cNvSpPr>
              <p:nvPr/>
            </p:nvSpPr>
            <p:spPr bwMode="auto">
              <a:xfrm>
                <a:off x="4537075" y="4956175"/>
                <a:ext cx="151447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5" name="Line 38"/>
              <p:cNvSpPr>
                <a:spLocks noChangeShapeType="1"/>
              </p:cNvSpPr>
              <p:nvPr/>
            </p:nvSpPr>
            <p:spPr bwMode="auto">
              <a:xfrm flipV="1">
                <a:off x="4386263" y="3825875"/>
                <a:ext cx="1587" cy="879475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6" name="Line 48"/>
              <p:cNvSpPr>
                <a:spLocks noChangeShapeType="1"/>
              </p:cNvSpPr>
              <p:nvPr/>
            </p:nvSpPr>
            <p:spPr bwMode="auto">
              <a:xfrm>
                <a:off x="4386263" y="4705350"/>
                <a:ext cx="148272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7" name="Line 51"/>
              <p:cNvSpPr>
                <a:spLocks noChangeShapeType="1"/>
              </p:cNvSpPr>
              <p:nvPr/>
            </p:nvSpPr>
            <p:spPr bwMode="auto">
              <a:xfrm>
                <a:off x="1489075" y="2630488"/>
                <a:ext cx="2863850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8" name="Line 59"/>
              <p:cNvSpPr>
                <a:spLocks noChangeShapeType="1"/>
              </p:cNvSpPr>
              <p:nvPr/>
            </p:nvSpPr>
            <p:spPr bwMode="auto">
              <a:xfrm>
                <a:off x="4352925" y="2630488"/>
                <a:ext cx="1587" cy="817563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89" name="Line 62"/>
              <p:cNvSpPr>
                <a:spLocks noChangeShapeType="1"/>
              </p:cNvSpPr>
              <p:nvPr/>
            </p:nvSpPr>
            <p:spPr bwMode="auto">
              <a:xfrm flipV="1">
                <a:off x="5851525" y="2441575"/>
                <a:ext cx="1587" cy="98583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90" name="Line 66"/>
              <p:cNvSpPr>
                <a:spLocks noChangeShapeType="1"/>
              </p:cNvSpPr>
              <p:nvPr/>
            </p:nvSpPr>
            <p:spPr bwMode="auto">
              <a:xfrm>
                <a:off x="2987675" y="2441575"/>
                <a:ext cx="2863850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91" name="Line 75"/>
              <p:cNvSpPr>
                <a:spLocks noChangeShapeType="1"/>
              </p:cNvSpPr>
              <p:nvPr/>
            </p:nvSpPr>
            <p:spPr bwMode="auto">
              <a:xfrm flipH="1">
                <a:off x="1273175" y="2441575"/>
                <a:ext cx="1531937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92" name="Line 76"/>
              <p:cNvSpPr>
                <a:spLocks noChangeShapeType="1"/>
              </p:cNvSpPr>
              <p:nvPr/>
            </p:nvSpPr>
            <p:spPr bwMode="auto">
              <a:xfrm>
                <a:off x="2805113" y="2441575"/>
                <a:ext cx="1587" cy="1006475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93" name="Line 70"/>
              <p:cNvSpPr>
                <a:spLocks noChangeShapeType="1"/>
              </p:cNvSpPr>
              <p:nvPr/>
            </p:nvSpPr>
            <p:spPr bwMode="auto">
              <a:xfrm>
                <a:off x="4486275" y="2609850"/>
                <a:ext cx="298132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94" name="Line 71"/>
              <p:cNvSpPr>
                <a:spLocks noChangeShapeType="1"/>
              </p:cNvSpPr>
              <p:nvPr/>
            </p:nvSpPr>
            <p:spPr bwMode="auto">
              <a:xfrm>
                <a:off x="7467600" y="2609850"/>
                <a:ext cx="1587" cy="85883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795" name="Rectangle 12"/>
              <p:cNvSpPr>
                <a:spLocks noChangeArrowheads="1"/>
              </p:cNvSpPr>
              <p:nvPr/>
            </p:nvSpPr>
            <p:spPr bwMode="auto">
              <a:xfrm>
                <a:off x="1822450" y="3133725"/>
                <a:ext cx="782637" cy="1298575"/>
              </a:xfrm>
              <a:prstGeom prst="rect">
                <a:avLst/>
              </a:prstGeom>
              <a:noFill/>
              <a:ln w="15875">
                <a:solidFill>
                  <a:srgbClr val="FF0080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6" name="Rectangle 13"/>
              <p:cNvSpPr>
                <a:spLocks noChangeArrowheads="1"/>
              </p:cNvSpPr>
              <p:nvPr/>
            </p:nvSpPr>
            <p:spPr bwMode="auto">
              <a:xfrm>
                <a:off x="3321050" y="3133725"/>
                <a:ext cx="782637" cy="1298575"/>
              </a:xfrm>
              <a:prstGeom prst="rect">
                <a:avLst/>
              </a:prstGeom>
              <a:noFill/>
              <a:ln w="15875">
                <a:solidFill>
                  <a:srgbClr val="FF0080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7" name="Rectangle 14"/>
              <p:cNvSpPr>
                <a:spLocks noChangeArrowheads="1"/>
              </p:cNvSpPr>
              <p:nvPr/>
            </p:nvSpPr>
            <p:spPr bwMode="auto">
              <a:xfrm>
                <a:off x="4819650" y="3133725"/>
                <a:ext cx="782637" cy="1298575"/>
              </a:xfrm>
              <a:prstGeom prst="rect">
                <a:avLst/>
              </a:prstGeom>
              <a:noFill/>
              <a:ln w="15875">
                <a:solidFill>
                  <a:srgbClr val="FF0080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8" name="Rectangle 15"/>
              <p:cNvSpPr>
                <a:spLocks noChangeArrowheads="1"/>
              </p:cNvSpPr>
              <p:nvPr/>
            </p:nvSpPr>
            <p:spPr bwMode="auto">
              <a:xfrm>
                <a:off x="6318250" y="3133725"/>
                <a:ext cx="782637" cy="1298575"/>
              </a:xfrm>
              <a:prstGeom prst="rect">
                <a:avLst/>
              </a:prstGeom>
              <a:noFill/>
              <a:ln w="15875">
                <a:solidFill>
                  <a:srgbClr val="FF0080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99" name="Line 16"/>
              <p:cNvSpPr>
                <a:spLocks noChangeShapeType="1"/>
              </p:cNvSpPr>
              <p:nvPr/>
            </p:nvSpPr>
            <p:spPr bwMode="auto">
              <a:xfrm>
                <a:off x="5602288" y="3427413"/>
                <a:ext cx="233362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00" name="Line 17"/>
              <p:cNvSpPr>
                <a:spLocks noChangeShapeType="1"/>
              </p:cNvSpPr>
              <p:nvPr/>
            </p:nvSpPr>
            <p:spPr bwMode="auto">
              <a:xfrm flipV="1">
                <a:off x="6318250" y="3406775"/>
                <a:ext cx="1587" cy="2063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01" name="Line 18"/>
              <p:cNvSpPr>
                <a:spLocks noChangeShapeType="1"/>
              </p:cNvSpPr>
              <p:nvPr/>
            </p:nvSpPr>
            <p:spPr bwMode="auto">
              <a:xfrm flipH="1">
                <a:off x="1539874" y="4222749"/>
                <a:ext cx="216000" cy="1589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02" name="Line 19"/>
              <p:cNvSpPr>
                <a:spLocks noChangeShapeType="1"/>
              </p:cNvSpPr>
              <p:nvPr/>
            </p:nvSpPr>
            <p:spPr bwMode="auto">
              <a:xfrm>
                <a:off x="1539875" y="4222750"/>
                <a:ext cx="1587" cy="733425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03" name="Line 20"/>
              <p:cNvSpPr>
                <a:spLocks noChangeShapeType="1"/>
              </p:cNvSpPr>
              <p:nvPr/>
            </p:nvSpPr>
            <p:spPr bwMode="auto">
              <a:xfrm flipH="1">
                <a:off x="1023938" y="4956175"/>
                <a:ext cx="515937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04" name="Oval 22"/>
              <p:cNvSpPr>
                <a:spLocks noChangeArrowheads="1"/>
              </p:cNvSpPr>
              <p:nvPr/>
            </p:nvSpPr>
            <p:spPr bwMode="auto">
              <a:xfrm>
                <a:off x="1506538" y="4914900"/>
                <a:ext cx="66675" cy="84138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5" name="Oval 23"/>
              <p:cNvSpPr>
                <a:spLocks noChangeArrowheads="1"/>
              </p:cNvSpPr>
              <p:nvPr/>
            </p:nvSpPr>
            <p:spPr bwMode="auto">
              <a:xfrm>
                <a:off x="3021013" y="4914900"/>
                <a:ext cx="66675" cy="84138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6" name="Line 25"/>
              <p:cNvSpPr>
                <a:spLocks noChangeShapeType="1"/>
              </p:cNvSpPr>
              <p:nvPr/>
            </p:nvSpPr>
            <p:spPr bwMode="auto">
              <a:xfrm>
                <a:off x="3054350" y="4222749"/>
                <a:ext cx="252000" cy="1589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07" name="Oval 27"/>
              <p:cNvSpPr>
                <a:spLocks noChangeArrowheads="1"/>
              </p:cNvSpPr>
              <p:nvPr/>
            </p:nvSpPr>
            <p:spPr bwMode="auto">
              <a:xfrm>
                <a:off x="4503738" y="4914900"/>
                <a:ext cx="66675" cy="84138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08" name="Line 29"/>
              <p:cNvSpPr>
                <a:spLocks noChangeShapeType="1"/>
              </p:cNvSpPr>
              <p:nvPr/>
            </p:nvSpPr>
            <p:spPr bwMode="auto">
              <a:xfrm>
                <a:off x="4537075" y="4222749"/>
                <a:ext cx="252000" cy="1589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09" name="Line 31"/>
              <p:cNvSpPr>
                <a:spLocks noChangeShapeType="1"/>
              </p:cNvSpPr>
              <p:nvPr/>
            </p:nvSpPr>
            <p:spPr bwMode="auto">
              <a:xfrm flipV="1">
                <a:off x="6051550" y="4244975"/>
                <a:ext cx="1587" cy="711200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10" name="Line 32"/>
              <p:cNvSpPr>
                <a:spLocks noChangeShapeType="1"/>
              </p:cNvSpPr>
              <p:nvPr/>
            </p:nvSpPr>
            <p:spPr bwMode="auto">
              <a:xfrm>
                <a:off x="6051549" y="4244975"/>
                <a:ext cx="216000" cy="1589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11" name="Line 33"/>
              <p:cNvSpPr>
                <a:spLocks noChangeShapeType="1"/>
              </p:cNvSpPr>
              <p:nvPr/>
            </p:nvSpPr>
            <p:spPr bwMode="auto">
              <a:xfrm>
                <a:off x="2887663" y="4705350"/>
                <a:ext cx="1498600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12" name="Oval 34"/>
              <p:cNvSpPr>
                <a:spLocks noChangeArrowheads="1"/>
              </p:cNvSpPr>
              <p:nvPr/>
            </p:nvSpPr>
            <p:spPr bwMode="auto">
              <a:xfrm>
                <a:off x="4352925" y="4664075"/>
                <a:ext cx="66675" cy="82550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3" name="Line 35"/>
              <p:cNvSpPr>
                <a:spLocks noChangeShapeType="1"/>
              </p:cNvSpPr>
              <p:nvPr/>
            </p:nvSpPr>
            <p:spPr bwMode="auto">
              <a:xfrm>
                <a:off x="1406525" y="3846513"/>
                <a:ext cx="1587" cy="85883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14" name="Line 36"/>
              <p:cNvSpPr>
                <a:spLocks noChangeShapeType="1"/>
              </p:cNvSpPr>
              <p:nvPr/>
            </p:nvSpPr>
            <p:spPr bwMode="auto">
              <a:xfrm flipH="1">
                <a:off x="1006475" y="4705350"/>
                <a:ext cx="400050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15" name="Line 37"/>
              <p:cNvSpPr>
                <a:spLocks noChangeShapeType="1"/>
              </p:cNvSpPr>
              <p:nvPr/>
            </p:nvSpPr>
            <p:spPr bwMode="auto">
              <a:xfrm flipV="1">
                <a:off x="2887663" y="3825875"/>
                <a:ext cx="1587" cy="879475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16" name="Line 39"/>
              <p:cNvSpPr>
                <a:spLocks noChangeShapeType="1"/>
              </p:cNvSpPr>
              <p:nvPr/>
            </p:nvSpPr>
            <p:spPr bwMode="auto">
              <a:xfrm flipV="1">
                <a:off x="5868988" y="3825875"/>
                <a:ext cx="1587" cy="879475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17" name="Line 40"/>
              <p:cNvSpPr>
                <a:spLocks noChangeShapeType="1"/>
              </p:cNvSpPr>
              <p:nvPr/>
            </p:nvSpPr>
            <p:spPr bwMode="auto">
              <a:xfrm>
                <a:off x="1406525" y="4705350"/>
                <a:ext cx="1481137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18" name="Oval 41"/>
              <p:cNvSpPr>
                <a:spLocks noChangeArrowheads="1"/>
              </p:cNvSpPr>
              <p:nvPr/>
            </p:nvSpPr>
            <p:spPr bwMode="auto">
              <a:xfrm>
                <a:off x="1373188" y="4664075"/>
                <a:ext cx="66675" cy="82550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19" name="Oval 42"/>
              <p:cNvSpPr>
                <a:spLocks noChangeArrowheads="1"/>
              </p:cNvSpPr>
              <p:nvPr/>
            </p:nvSpPr>
            <p:spPr bwMode="auto">
              <a:xfrm>
                <a:off x="2854325" y="4664075"/>
                <a:ext cx="66675" cy="82550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20" name="Line 43"/>
              <p:cNvSpPr>
                <a:spLocks noChangeShapeType="1"/>
              </p:cNvSpPr>
              <p:nvPr/>
            </p:nvSpPr>
            <p:spPr bwMode="auto">
              <a:xfrm>
                <a:off x="1406525" y="3846513"/>
                <a:ext cx="41592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21" name="Line 44"/>
              <p:cNvSpPr>
                <a:spLocks noChangeShapeType="1"/>
              </p:cNvSpPr>
              <p:nvPr/>
            </p:nvSpPr>
            <p:spPr bwMode="auto">
              <a:xfrm>
                <a:off x="1822450" y="3846513"/>
                <a:ext cx="1587" cy="2063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22" name="Line 45"/>
              <p:cNvSpPr>
                <a:spLocks noChangeShapeType="1"/>
              </p:cNvSpPr>
              <p:nvPr/>
            </p:nvSpPr>
            <p:spPr bwMode="auto">
              <a:xfrm>
                <a:off x="2887663" y="3825875"/>
                <a:ext cx="433387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23" name="Line 46"/>
              <p:cNvSpPr>
                <a:spLocks noChangeShapeType="1"/>
              </p:cNvSpPr>
              <p:nvPr/>
            </p:nvSpPr>
            <p:spPr bwMode="auto">
              <a:xfrm>
                <a:off x="4386263" y="3825875"/>
                <a:ext cx="449262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24" name="Line 47"/>
              <p:cNvSpPr>
                <a:spLocks noChangeShapeType="1"/>
              </p:cNvSpPr>
              <p:nvPr/>
            </p:nvSpPr>
            <p:spPr bwMode="auto">
              <a:xfrm flipH="1">
                <a:off x="5868988" y="3825875"/>
                <a:ext cx="449262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25" name="Line 49"/>
              <p:cNvSpPr>
                <a:spLocks noChangeShapeType="1"/>
              </p:cNvSpPr>
              <p:nvPr/>
            </p:nvSpPr>
            <p:spPr bwMode="auto">
              <a:xfrm flipV="1">
                <a:off x="1489075" y="2630488"/>
                <a:ext cx="1587" cy="796925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26" name="Line 50"/>
              <p:cNvSpPr>
                <a:spLocks noChangeShapeType="1"/>
              </p:cNvSpPr>
              <p:nvPr/>
            </p:nvSpPr>
            <p:spPr bwMode="auto">
              <a:xfrm flipH="1">
                <a:off x="1489075" y="3427413"/>
                <a:ext cx="33337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27" name="Oval 52"/>
              <p:cNvSpPr>
                <a:spLocks noChangeArrowheads="1"/>
              </p:cNvSpPr>
              <p:nvPr/>
            </p:nvSpPr>
            <p:spPr bwMode="auto">
              <a:xfrm>
                <a:off x="4319588" y="2589213"/>
                <a:ext cx="66675" cy="82550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28" name="Line 53"/>
              <p:cNvSpPr>
                <a:spLocks noChangeShapeType="1"/>
              </p:cNvSpPr>
              <p:nvPr/>
            </p:nvSpPr>
            <p:spPr bwMode="auto">
              <a:xfrm>
                <a:off x="7467600" y="2147888"/>
                <a:ext cx="1587" cy="461963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29" name="Oval 54"/>
              <p:cNvSpPr>
                <a:spLocks noChangeArrowheads="1"/>
              </p:cNvSpPr>
              <p:nvPr/>
            </p:nvSpPr>
            <p:spPr bwMode="auto">
              <a:xfrm>
                <a:off x="7434263" y="2566988"/>
                <a:ext cx="66675" cy="84138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30" name="Line 55"/>
              <p:cNvSpPr>
                <a:spLocks noChangeShapeType="1"/>
              </p:cNvSpPr>
              <p:nvPr/>
            </p:nvSpPr>
            <p:spPr bwMode="auto">
              <a:xfrm>
                <a:off x="2805113" y="2170113"/>
                <a:ext cx="1587" cy="271463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31" name="Oval 56"/>
              <p:cNvSpPr>
                <a:spLocks noChangeArrowheads="1"/>
              </p:cNvSpPr>
              <p:nvPr/>
            </p:nvSpPr>
            <p:spPr bwMode="auto">
              <a:xfrm>
                <a:off x="2771775" y="2400300"/>
                <a:ext cx="66675" cy="84138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32" name="Line 58"/>
              <p:cNvSpPr>
                <a:spLocks noChangeShapeType="1"/>
              </p:cNvSpPr>
              <p:nvPr/>
            </p:nvSpPr>
            <p:spPr bwMode="auto">
              <a:xfrm>
                <a:off x="7100888" y="3468688"/>
                <a:ext cx="366712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33" name="Line 60"/>
              <p:cNvSpPr>
                <a:spLocks noChangeShapeType="1"/>
              </p:cNvSpPr>
              <p:nvPr/>
            </p:nvSpPr>
            <p:spPr bwMode="auto">
              <a:xfrm flipH="1">
                <a:off x="2605088" y="3448050"/>
                <a:ext cx="20002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34" name="Line 61"/>
              <p:cNvSpPr>
                <a:spLocks noChangeShapeType="1"/>
              </p:cNvSpPr>
              <p:nvPr/>
            </p:nvSpPr>
            <p:spPr bwMode="auto">
              <a:xfrm>
                <a:off x="4103688" y="3448050"/>
                <a:ext cx="249237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35" name="Oval 63"/>
              <p:cNvSpPr>
                <a:spLocks noChangeArrowheads="1"/>
              </p:cNvSpPr>
              <p:nvPr/>
            </p:nvSpPr>
            <p:spPr bwMode="auto">
              <a:xfrm>
                <a:off x="5818188" y="2400300"/>
                <a:ext cx="66675" cy="84138"/>
              </a:xfrm>
              <a:prstGeom prst="ellipse">
                <a:avLst/>
              </a:prstGeom>
              <a:solidFill>
                <a:srgbClr val="FF0000"/>
              </a:solidFill>
              <a:ln w="15875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36" name="Line 64"/>
              <p:cNvSpPr>
                <a:spLocks noChangeShapeType="1"/>
              </p:cNvSpPr>
              <p:nvPr/>
            </p:nvSpPr>
            <p:spPr bwMode="auto">
              <a:xfrm flipH="1">
                <a:off x="2987675" y="3427413"/>
                <a:ext cx="33337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37" name="Line 65"/>
              <p:cNvSpPr>
                <a:spLocks noChangeShapeType="1"/>
              </p:cNvSpPr>
              <p:nvPr/>
            </p:nvSpPr>
            <p:spPr bwMode="auto">
              <a:xfrm flipV="1">
                <a:off x="2987675" y="2441575"/>
                <a:ext cx="1587" cy="98583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38" name="Line 68"/>
              <p:cNvSpPr>
                <a:spLocks noChangeShapeType="1"/>
              </p:cNvSpPr>
              <p:nvPr/>
            </p:nvSpPr>
            <p:spPr bwMode="auto">
              <a:xfrm flipH="1">
                <a:off x="4486275" y="3468688"/>
                <a:ext cx="333375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39" name="Line 69"/>
              <p:cNvSpPr>
                <a:spLocks noChangeShapeType="1"/>
              </p:cNvSpPr>
              <p:nvPr/>
            </p:nvSpPr>
            <p:spPr bwMode="auto">
              <a:xfrm flipV="1">
                <a:off x="4486275" y="2609850"/>
                <a:ext cx="1587" cy="85883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40" name="Line 72"/>
              <p:cNvSpPr>
                <a:spLocks noChangeShapeType="1"/>
              </p:cNvSpPr>
              <p:nvPr/>
            </p:nvSpPr>
            <p:spPr bwMode="auto">
              <a:xfrm flipH="1">
                <a:off x="6002338" y="3427413"/>
                <a:ext cx="315912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41" name="Line 73"/>
              <p:cNvSpPr>
                <a:spLocks noChangeShapeType="1"/>
              </p:cNvSpPr>
              <p:nvPr/>
            </p:nvSpPr>
            <p:spPr bwMode="auto">
              <a:xfrm flipV="1">
                <a:off x="6002338" y="2441575"/>
                <a:ext cx="1587" cy="98583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42" name="Line 74"/>
              <p:cNvSpPr>
                <a:spLocks noChangeShapeType="1"/>
              </p:cNvSpPr>
              <p:nvPr/>
            </p:nvSpPr>
            <p:spPr bwMode="auto">
              <a:xfrm>
                <a:off x="6002338" y="2441575"/>
                <a:ext cx="1897062" cy="1588"/>
              </a:xfrm>
              <a:prstGeom prst="line">
                <a:avLst/>
              </a:prstGeom>
              <a:noFill/>
              <a:ln w="15875">
                <a:solidFill>
                  <a:srgbClr val="0000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843" name="Rectangle 77"/>
              <p:cNvSpPr>
                <a:spLocks noChangeArrowheads="1"/>
              </p:cNvSpPr>
              <p:nvPr/>
            </p:nvSpPr>
            <p:spPr bwMode="auto">
              <a:xfrm>
                <a:off x="1871663" y="3259138"/>
                <a:ext cx="311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44" name="Rectangle 78"/>
              <p:cNvSpPr>
                <a:spLocks noChangeArrowheads="1"/>
              </p:cNvSpPr>
              <p:nvPr/>
            </p:nvSpPr>
            <p:spPr bwMode="auto">
              <a:xfrm>
                <a:off x="2038350" y="3762375"/>
                <a:ext cx="31418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45" name="Rectangle 79"/>
              <p:cNvSpPr>
                <a:spLocks noChangeArrowheads="1"/>
              </p:cNvSpPr>
              <p:nvPr/>
            </p:nvSpPr>
            <p:spPr bwMode="auto">
              <a:xfrm rot="5400000">
                <a:off x="1817233" y="3695800"/>
                <a:ext cx="2580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∧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46" name="Rectangle 80"/>
              <p:cNvSpPr>
                <a:spLocks noChangeArrowheads="1"/>
              </p:cNvSpPr>
              <p:nvPr/>
            </p:nvSpPr>
            <p:spPr bwMode="auto">
              <a:xfrm>
                <a:off x="1905000" y="4076700"/>
                <a:ext cx="18594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47" name="Rectangle 81"/>
              <p:cNvSpPr>
                <a:spLocks noChangeArrowheads="1"/>
              </p:cNvSpPr>
              <p:nvPr/>
            </p:nvSpPr>
            <p:spPr bwMode="auto">
              <a:xfrm>
                <a:off x="2374900" y="3248365"/>
                <a:ext cx="19877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48" name="Rectangle 82"/>
              <p:cNvSpPr>
                <a:spLocks noChangeArrowheads="1"/>
              </p:cNvSpPr>
              <p:nvPr/>
            </p:nvSpPr>
            <p:spPr bwMode="auto">
              <a:xfrm>
                <a:off x="3370263" y="3259138"/>
                <a:ext cx="311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49" name="Rectangle 83"/>
              <p:cNvSpPr>
                <a:spLocks noChangeArrowheads="1"/>
              </p:cNvSpPr>
              <p:nvPr/>
            </p:nvSpPr>
            <p:spPr bwMode="auto">
              <a:xfrm>
                <a:off x="3857620" y="3248365"/>
                <a:ext cx="19877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0" name="Rectangle 84"/>
              <p:cNvSpPr>
                <a:spLocks noChangeArrowheads="1"/>
              </p:cNvSpPr>
              <p:nvPr/>
            </p:nvSpPr>
            <p:spPr bwMode="auto">
              <a:xfrm rot="5400000">
                <a:off x="3315833" y="3695800"/>
                <a:ext cx="2580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∧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1" name="Rectangle 85"/>
              <p:cNvSpPr>
                <a:spLocks noChangeArrowheads="1"/>
              </p:cNvSpPr>
              <p:nvPr/>
            </p:nvSpPr>
            <p:spPr bwMode="auto">
              <a:xfrm>
                <a:off x="3403600" y="4076700"/>
                <a:ext cx="18594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2" name="Rectangle 86"/>
              <p:cNvSpPr>
                <a:spLocks noChangeArrowheads="1"/>
              </p:cNvSpPr>
              <p:nvPr/>
            </p:nvSpPr>
            <p:spPr bwMode="auto">
              <a:xfrm>
                <a:off x="3536950" y="3762375"/>
                <a:ext cx="31418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3" name="Rectangle 87"/>
              <p:cNvSpPr>
                <a:spLocks noChangeArrowheads="1"/>
              </p:cNvSpPr>
              <p:nvPr/>
            </p:nvSpPr>
            <p:spPr bwMode="auto">
              <a:xfrm>
                <a:off x="6858016" y="3248365"/>
                <a:ext cx="19877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4" name="Rectangle 88"/>
              <p:cNvSpPr>
                <a:spLocks noChangeArrowheads="1"/>
              </p:cNvSpPr>
              <p:nvPr/>
            </p:nvSpPr>
            <p:spPr bwMode="auto">
              <a:xfrm>
                <a:off x="6367463" y="3259138"/>
                <a:ext cx="311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5" name="Rectangle 89"/>
              <p:cNvSpPr>
                <a:spLocks noChangeArrowheads="1"/>
              </p:cNvSpPr>
              <p:nvPr/>
            </p:nvSpPr>
            <p:spPr bwMode="auto">
              <a:xfrm rot="5400000">
                <a:off x="6293983" y="3695800"/>
                <a:ext cx="2580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∧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6" name="Rectangle 90"/>
              <p:cNvSpPr>
                <a:spLocks noChangeArrowheads="1"/>
              </p:cNvSpPr>
              <p:nvPr/>
            </p:nvSpPr>
            <p:spPr bwMode="auto">
              <a:xfrm>
                <a:off x="4868863" y="3259138"/>
                <a:ext cx="311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7" name="Rectangle 91"/>
              <p:cNvSpPr>
                <a:spLocks noChangeArrowheads="1"/>
              </p:cNvSpPr>
              <p:nvPr/>
            </p:nvSpPr>
            <p:spPr bwMode="auto">
              <a:xfrm rot="5400000">
                <a:off x="4795383" y="3695800"/>
                <a:ext cx="2580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∧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8" name="Rectangle 92"/>
              <p:cNvSpPr>
                <a:spLocks noChangeArrowheads="1"/>
              </p:cNvSpPr>
              <p:nvPr/>
            </p:nvSpPr>
            <p:spPr bwMode="auto">
              <a:xfrm>
                <a:off x="5035550" y="3762375"/>
                <a:ext cx="31418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59" name="Rectangle 93"/>
              <p:cNvSpPr>
                <a:spLocks noChangeArrowheads="1"/>
              </p:cNvSpPr>
              <p:nvPr/>
            </p:nvSpPr>
            <p:spPr bwMode="auto">
              <a:xfrm>
                <a:off x="6534150" y="3762375"/>
                <a:ext cx="31418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0" name="Rectangle 94"/>
              <p:cNvSpPr>
                <a:spLocks noChangeArrowheads="1"/>
              </p:cNvSpPr>
              <p:nvPr/>
            </p:nvSpPr>
            <p:spPr bwMode="auto">
              <a:xfrm>
                <a:off x="6400800" y="4076700"/>
                <a:ext cx="18594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1" name="Rectangle 95"/>
              <p:cNvSpPr>
                <a:spLocks noChangeArrowheads="1"/>
              </p:cNvSpPr>
              <p:nvPr/>
            </p:nvSpPr>
            <p:spPr bwMode="auto">
              <a:xfrm>
                <a:off x="5357818" y="3248365"/>
                <a:ext cx="19877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2" name="Rectangle 96"/>
              <p:cNvSpPr>
                <a:spLocks noChangeArrowheads="1"/>
              </p:cNvSpPr>
              <p:nvPr/>
            </p:nvSpPr>
            <p:spPr bwMode="auto">
              <a:xfrm>
                <a:off x="4902200" y="4076700"/>
                <a:ext cx="18594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3" name="Rectangle 97"/>
              <p:cNvSpPr>
                <a:spLocks noChangeArrowheads="1"/>
              </p:cNvSpPr>
              <p:nvPr/>
            </p:nvSpPr>
            <p:spPr bwMode="auto">
              <a:xfrm>
                <a:off x="657225" y="4559300"/>
                <a:ext cx="32861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CP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4" name="Rectangle 98"/>
              <p:cNvSpPr>
                <a:spLocks noChangeArrowheads="1"/>
              </p:cNvSpPr>
              <p:nvPr/>
            </p:nvSpPr>
            <p:spPr bwMode="auto">
              <a:xfrm>
                <a:off x="500034" y="4841702"/>
                <a:ext cx="500137" cy="3438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CLR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5" name="Rectangle 99"/>
              <p:cNvSpPr>
                <a:spLocks noChangeArrowheads="1"/>
              </p:cNvSpPr>
              <p:nvPr/>
            </p:nvSpPr>
            <p:spPr bwMode="auto">
              <a:xfrm>
                <a:off x="1506538" y="3049588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6" name="Rectangle 100"/>
              <p:cNvSpPr>
                <a:spLocks noChangeArrowheads="1"/>
              </p:cNvSpPr>
              <p:nvPr/>
            </p:nvSpPr>
            <p:spPr bwMode="auto">
              <a:xfrm>
                <a:off x="1673225" y="3175000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7" name="Rectangle 101"/>
              <p:cNvSpPr>
                <a:spLocks noChangeArrowheads="1"/>
              </p:cNvSpPr>
              <p:nvPr/>
            </p:nvSpPr>
            <p:spPr bwMode="auto">
              <a:xfrm>
                <a:off x="3171825" y="3217863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8" name="Rectangle 102"/>
              <p:cNvSpPr>
                <a:spLocks noChangeArrowheads="1"/>
              </p:cNvSpPr>
              <p:nvPr/>
            </p:nvSpPr>
            <p:spPr bwMode="auto">
              <a:xfrm>
                <a:off x="3005138" y="3090863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69" name="Rectangle 103"/>
              <p:cNvSpPr>
                <a:spLocks noChangeArrowheads="1"/>
              </p:cNvSpPr>
              <p:nvPr/>
            </p:nvSpPr>
            <p:spPr bwMode="auto">
              <a:xfrm>
                <a:off x="2000232" y="2755900"/>
                <a:ext cx="31418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FF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0" name="Rectangle 104"/>
              <p:cNvSpPr>
                <a:spLocks noChangeArrowheads="1"/>
              </p:cNvSpPr>
              <p:nvPr/>
            </p:nvSpPr>
            <p:spPr bwMode="auto">
              <a:xfrm>
                <a:off x="2271713" y="2903538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1" name="Rectangle 105"/>
              <p:cNvSpPr>
                <a:spLocks noChangeArrowheads="1"/>
              </p:cNvSpPr>
              <p:nvPr/>
            </p:nvSpPr>
            <p:spPr bwMode="auto">
              <a:xfrm>
                <a:off x="3500430" y="2735263"/>
                <a:ext cx="31418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FF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2" name="Rectangle 106"/>
              <p:cNvSpPr>
                <a:spLocks noChangeArrowheads="1"/>
              </p:cNvSpPr>
              <p:nvPr/>
            </p:nvSpPr>
            <p:spPr bwMode="auto">
              <a:xfrm>
                <a:off x="3770313" y="2881313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3" name="Rectangle 107"/>
              <p:cNvSpPr>
                <a:spLocks noChangeArrowheads="1"/>
              </p:cNvSpPr>
              <p:nvPr/>
            </p:nvSpPr>
            <p:spPr bwMode="auto">
              <a:xfrm>
                <a:off x="5000628" y="2735263"/>
                <a:ext cx="31418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FF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4" name="Rectangle 108"/>
              <p:cNvSpPr>
                <a:spLocks noChangeArrowheads="1"/>
              </p:cNvSpPr>
              <p:nvPr/>
            </p:nvSpPr>
            <p:spPr bwMode="auto">
              <a:xfrm>
                <a:off x="5286375" y="2881313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5" name="Rectangle 109"/>
              <p:cNvSpPr>
                <a:spLocks noChangeArrowheads="1"/>
              </p:cNvSpPr>
              <p:nvPr/>
            </p:nvSpPr>
            <p:spPr bwMode="auto">
              <a:xfrm>
                <a:off x="6784975" y="2881313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6" name="Rectangle 110"/>
              <p:cNvSpPr>
                <a:spLocks noChangeArrowheads="1"/>
              </p:cNvSpPr>
              <p:nvPr/>
            </p:nvSpPr>
            <p:spPr bwMode="auto">
              <a:xfrm>
                <a:off x="6500826" y="2735263"/>
                <a:ext cx="31418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FF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7" name="Rectangle 111"/>
              <p:cNvSpPr>
                <a:spLocks noChangeArrowheads="1"/>
              </p:cNvSpPr>
              <p:nvPr/>
            </p:nvSpPr>
            <p:spPr bwMode="auto">
              <a:xfrm>
                <a:off x="5984875" y="1876425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8" name="Rectangle 112"/>
              <p:cNvSpPr>
                <a:spLocks noChangeArrowheads="1"/>
              </p:cNvSpPr>
              <p:nvPr/>
            </p:nvSpPr>
            <p:spPr bwMode="auto">
              <a:xfrm>
                <a:off x="2921000" y="1917700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79" name="Rectangle 113"/>
              <p:cNvSpPr>
                <a:spLocks noChangeArrowheads="1"/>
              </p:cNvSpPr>
              <p:nvPr/>
            </p:nvSpPr>
            <p:spPr bwMode="auto">
              <a:xfrm>
                <a:off x="4500562" y="1412875"/>
                <a:ext cx="1223962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20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并行输出</a:t>
                </a: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0" name="Rectangle 114"/>
              <p:cNvSpPr>
                <a:spLocks noChangeArrowheads="1"/>
              </p:cNvSpPr>
              <p:nvPr/>
            </p:nvSpPr>
            <p:spPr bwMode="auto">
              <a:xfrm>
                <a:off x="7600950" y="1897063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1" name="Rectangle 115"/>
              <p:cNvSpPr>
                <a:spLocks noChangeArrowheads="1"/>
              </p:cNvSpPr>
              <p:nvPr/>
            </p:nvSpPr>
            <p:spPr bwMode="auto">
              <a:xfrm>
                <a:off x="4319588" y="1751013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2" name="Rectangle 116"/>
              <p:cNvSpPr>
                <a:spLocks noChangeArrowheads="1"/>
              </p:cNvSpPr>
              <p:nvPr/>
            </p:nvSpPr>
            <p:spPr bwMode="auto">
              <a:xfrm>
                <a:off x="7434263" y="1771650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3" name="Rectangle 117"/>
              <p:cNvSpPr>
                <a:spLocks noChangeArrowheads="1"/>
              </p:cNvSpPr>
              <p:nvPr/>
            </p:nvSpPr>
            <p:spPr bwMode="auto">
              <a:xfrm>
                <a:off x="4486275" y="1876425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4" name="Rectangle 118"/>
              <p:cNvSpPr>
                <a:spLocks noChangeArrowheads="1"/>
              </p:cNvSpPr>
              <p:nvPr/>
            </p:nvSpPr>
            <p:spPr bwMode="auto">
              <a:xfrm>
                <a:off x="5818188" y="1751013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5" name="Rectangle 119"/>
              <p:cNvSpPr>
                <a:spLocks noChangeArrowheads="1"/>
              </p:cNvSpPr>
              <p:nvPr/>
            </p:nvSpPr>
            <p:spPr bwMode="auto">
              <a:xfrm>
                <a:off x="2754313" y="1792288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6" name="Rectangle 120"/>
              <p:cNvSpPr>
                <a:spLocks noChangeArrowheads="1"/>
              </p:cNvSpPr>
              <p:nvPr/>
            </p:nvSpPr>
            <p:spPr bwMode="auto">
              <a:xfrm>
                <a:off x="8132763" y="2357438"/>
                <a:ext cx="7534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</a:t>
                </a:r>
                <a:endParaRPr lang="en-US" altLang="zh-CN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7" name="Rectangle 121"/>
              <p:cNvSpPr>
                <a:spLocks noChangeArrowheads="1"/>
              </p:cNvSpPr>
              <p:nvPr/>
            </p:nvSpPr>
            <p:spPr bwMode="auto">
              <a:xfrm>
                <a:off x="7927975" y="2205038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8" name="Rectangle 122"/>
              <p:cNvSpPr>
                <a:spLocks noChangeArrowheads="1"/>
              </p:cNvSpPr>
              <p:nvPr/>
            </p:nvSpPr>
            <p:spPr bwMode="auto">
              <a:xfrm>
                <a:off x="7650163" y="2651125"/>
                <a:ext cx="1169987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2000" b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串行输入</a:t>
                </a:r>
                <a:endParaRPr lang="zh-CN" altLang="en-US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89" name="Rectangle 123"/>
              <p:cNvSpPr>
                <a:spLocks noChangeArrowheads="1"/>
              </p:cNvSpPr>
              <p:nvPr/>
            </p:nvSpPr>
            <p:spPr bwMode="auto">
              <a:xfrm>
                <a:off x="468313" y="2060575"/>
                <a:ext cx="1141412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20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串行输出</a:t>
                </a: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0" name="Rectangle 124"/>
              <p:cNvSpPr>
                <a:spLocks noChangeArrowheads="1"/>
              </p:cNvSpPr>
              <p:nvPr/>
            </p:nvSpPr>
            <p:spPr bwMode="auto">
              <a:xfrm>
                <a:off x="4686300" y="3238500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1" name="Rectangle 125"/>
              <p:cNvSpPr>
                <a:spLocks noChangeArrowheads="1"/>
              </p:cNvSpPr>
              <p:nvPr/>
            </p:nvSpPr>
            <p:spPr bwMode="auto">
              <a:xfrm>
                <a:off x="4519613" y="3113088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2" name="Rectangle 126"/>
              <p:cNvSpPr>
                <a:spLocks noChangeArrowheads="1"/>
              </p:cNvSpPr>
              <p:nvPr/>
            </p:nvSpPr>
            <p:spPr bwMode="auto">
              <a:xfrm>
                <a:off x="6202363" y="3195638"/>
                <a:ext cx="95250" cy="228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500" b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3" name="Rectangle 127"/>
              <p:cNvSpPr>
                <a:spLocks noChangeArrowheads="1"/>
              </p:cNvSpPr>
              <p:nvPr/>
            </p:nvSpPr>
            <p:spPr bwMode="auto">
              <a:xfrm>
                <a:off x="6035675" y="3070225"/>
                <a:ext cx="184150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 i="1">
                    <a:solidFill>
                      <a:srgbClr val="4000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4" name="Oval 128"/>
              <p:cNvSpPr>
                <a:spLocks noChangeArrowheads="1"/>
              </p:cNvSpPr>
              <p:nvPr/>
            </p:nvSpPr>
            <p:spPr bwMode="auto">
              <a:xfrm>
                <a:off x="1714480" y="4161481"/>
                <a:ext cx="108000" cy="12064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5" name="Oval 129"/>
              <p:cNvSpPr>
                <a:spLocks noChangeArrowheads="1"/>
              </p:cNvSpPr>
              <p:nvPr/>
            </p:nvSpPr>
            <p:spPr bwMode="auto">
              <a:xfrm>
                <a:off x="3201988" y="4161481"/>
                <a:ext cx="108000" cy="12064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6" name="Oval 130"/>
              <p:cNvSpPr>
                <a:spLocks noChangeArrowheads="1"/>
              </p:cNvSpPr>
              <p:nvPr/>
            </p:nvSpPr>
            <p:spPr bwMode="auto">
              <a:xfrm>
                <a:off x="6188075" y="4182762"/>
                <a:ext cx="108000" cy="12064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7" name="Oval 131"/>
              <p:cNvSpPr>
                <a:spLocks noChangeArrowheads="1"/>
              </p:cNvSpPr>
              <p:nvPr/>
            </p:nvSpPr>
            <p:spPr bwMode="auto">
              <a:xfrm>
                <a:off x="4708525" y="4161481"/>
                <a:ext cx="108000" cy="12064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8" name="Oval 132"/>
              <p:cNvSpPr>
                <a:spLocks noChangeArrowheads="1"/>
              </p:cNvSpPr>
              <p:nvPr/>
            </p:nvSpPr>
            <p:spPr bwMode="auto">
              <a:xfrm>
                <a:off x="2605088" y="4056064"/>
                <a:ext cx="108000" cy="12064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99" name="Oval 133"/>
              <p:cNvSpPr>
                <a:spLocks noChangeArrowheads="1"/>
              </p:cNvSpPr>
              <p:nvPr/>
            </p:nvSpPr>
            <p:spPr bwMode="auto">
              <a:xfrm>
                <a:off x="4103688" y="4056064"/>
                <a:ext cx="108000" cy="12064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900" name="Oval 134"/>
              <p:cNvSpPr>
                <a:spLocks noChangeArrowheads="1"/>
              </p:cNvSpPr>
              <p:nvPr/>
            </p:nvSpPr>
            <p:spPr bwMode="auto">
              <a:xfrm>
                <a:off x="5602288" y="4056064"/>
                <a:ext cx="108000" cy="12064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901" name="Oval 135"/>
              <p:cNvSpPr>
                <a:spLocks noChangeArrowheads="1"/>
              </p:cNvSpPr>
              <p:nvPr/>
            </p:nvSpPr>
            <p:spPr bwMode="auto">
              <a:xfrm>
                <a:off x="7100888" y="4035426"/>
                <a:ext cx="108000" cy="12064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2774" name="Line 47"/>
            <p:cNvSpPr>
              <a:spLocks noChangeShapeType="1"/>
            </p:cNvSpPr>
            <p:nvPr/>
          </p:nvSpPr>
          <p:spPr bwMode="auto">
            <a:xfrm flipH="1">
              <a:off x="7219968" y="3614739"/>
              <a:ext cx="108000" cy="1422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2775" name="Line 47"/>
            <p:cNvSpPr>
              <a:spLocks noChangeShapeType="1"/>
            </p:cNvSpPr>
            <p:nvPr/>
          </p:nvSpPr>
          <p:spPr bwMode="auto">
            <a:xfrm flipH="1">
              <a:off x="5710246" y="3629027"/>
              <a:ext cx="108000" cy="1422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2776" name="Line 47"/>
            <p:cNvSpPr>
              <a:spLocks noChangeShapeType="1"/>
            </p:cNvSpPr>
            <p:nvPr/>
          </p:nvSpPr>
          <p:spPr bwMode="auto">
            <a:xfrm flipH="1">
              <a:off x="4205285" y="3633789"/>
              <a:ext cx="108000" cy="1422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2777" name="Line 47"/>
            <p:cNvSpPr>
              <a:spLocks noChangeShapeType="1"/>
            </p:cNvSpPr>
            <p:nvPr/>
          </p:nvSpPr>
          <p:spPr bwMode="auto">
            <a:xfrm flipH="1">
              <a:off x="2705087" y="3633789"/>
              <a:ext cx="108000" cy="1422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32772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747" name="Picture 147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75" y="1243013"/>
            <a:ext cx="9010650" cy="554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795" name="Text Box 5"/>
          <p:cNvSpPr txBox="1">
            <a:spLocks noChangeArrowheads="1"/>
          </p:cNvSpPr>
          <p:nvPr/>
        </p:nvSpPr>
        <p:spPr bwMode="auto">
          <a:xfrm>
            <a:off x="214313" y="71438"/>
            <a:ext cx="5400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位双向移位寄存器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74LS194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2" name="Text Box 124"/>
          <p:cNvSpPr txBox="1">
            <a:spLocks noChangeArrowheads="1"/>
          </p:cNvSpPr>
          <p:nvPr/>
        </p:nvSpPr>
        <p:spPr bwMode="auto">
          <a:xfrm>
            <a:off x="1031875" y="642938"/>
            <a:ext cx="32146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74LS194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的电路结构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97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5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Text Box 124"/>
          <p:cNvSpPr txBox="1">
            <a:spLocks noChangeArrowheads="1"/>
          </p:cNvSpPr>
          <p:nvPr/>
        </p:nvSpPr>
        <p:spPr bwMode="auto">
          <a:xfrm>
            <a:off x="3314700" y="500063"/>
            <a:ext cx="25796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74LS194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功能表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4819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9113" y="1071563"/>
            <a:ext cx="8105775" cy="257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组合 88"/>
          <p:cNvGrpSpPr/>
          <p:nvPr/>
        </p:nvGrpSpPr>
        <p:grpSpPr bwMode="auto">
          <a:xfrm>
            <a:off x="3000375" y="3929063"/>
            <a:ext cx="3214688" cy="2286000"/>
            <a:chOff x="3000375" y="3929063"/>
            <a:chExt cx="3214688" cy="2286019"/>
          </a:xfrm>
        </p:grpSpPr>
        <p:sp>
          <p:nvSpPr>
            <p:cNvPr id="34822" name="Text Box 124"/>
            <p:cNvSpPr txBox="1">
              <a:spLocks noChangeArrowheads="1"/>
            </p:cNvSpPr>
            <p:nvPr/>
          </p:nvSpPr>
          <p:spPr bwMode="auto">
            <a:xfrm>
              <a:off x="3000375" y="3929063"/>
              <a:ext cx="3214688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lang="en-US" altLang="zh-CN" sz="2400" b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74LS194</a:t>
              </a:r>
              <a:r>
                <a:rPr lang="zh-CN" altLang="en-US" sz="2400" b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的逻辑符号</a:t>
              </a:r>
              <a:endPara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34823" name="组合 53"/>
            <p:cNvGrpSpPr/>
            <p:nvPr/>
          </p:nvGrpSpPr>
          <p:grpSpPr bwMode="auto">
            <a:xfrm>
              <a:off x="3357554" y="4572008"/>
              <a:ext cx="2433388" cy="1643074"/>
              <a:chOff x="3069554" y="1571612"/>
              <a:chExt cx="2433388" cy="1643074"/>
            </a:xfrm>
          </p:grpSpPr>
          <p:sp>
            <p:nvSpPr>
              <p:cNvPr id="34824" name="Line 126"/>
              <p:cNvSpPr>
                <a:spLocks noChangeShapeType="1"/>
              </p:cNvSpPr>
              <p:nvPr/>
            </p:nvSpPr>
            <p:spPr bwMode="auto">
              <a:xfrm>
                <a:off x="3428992" y="2571744"/>
                <a:ext cx="18000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34825" name="组合 82"/>
              <p:cNvGrpSpPr/>
              <p:nvPr/>
            </p:nvGrpSpPr>
            <p:grpSpPr bwMode="auto">
              <a:xfrm>
                <a:off x="3069554" y="1571612"/>
                <a:ext cx="2433388" cy="1643074"/>
                <a:chOff x="3069554" y="1571612"/>
                <a:chExt cx="2433388" cy="1643074"/>
              </a:xfrm>
            </p:grpSpPr>
            <p:sp>
              <p:nvSpPr>
                <p:cNvPr id="34827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3857620" y="1571612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28" name="矩形 58"/>
                <p:cNvSpPr>
                  <a:spLocks noChangeArrowheads="1"/>
                </p:cNvSpPr>
                <p:nvPr/>
              </p:nvSpPr>
              <p:spPr bwMode="auto">
                <a:xfrm>
                  <a:off x="3681406" y="1781164"/>
                  <a:ext cx="41389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29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4158104" y="1571612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0" name="矩形 60"/>
                <p:cNvSpPr>
                  <a:spLocks noChangeArrowheads="1"/>
                </p:cNvSpPr>
                <p:nvPr/>
              </p:nvSpPr>
              <p:spPr bwMode="auto">
                <a:xfrm>
                  <a:off x="3981890" y="1781164"/>
                  <a:ext cx="41389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1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4429124" y="1571612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2" name="矩形 62"/>
                <p:cNvSpPr>
                  <a:spLocks noChangeArrowheads="1"/>
                </p:cNvSpPr>
                <p:nvPr/>
              </p:nvSpPr>
              <p:spPr bwMode="auto">
                <a:xfrm>
                  <a:off x="4252910" y="1781164"/>
                  <a:ext cx="41389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3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4729608" y="1571612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4" name="矩形 64"/>
                <p:cNvSpPr>
                  <a:spLocks noChangeArrowheads="1"/>
                </p:cNvSpPr>
                <p:nvPr/>
              </p:nvSpPr>
              <p:spPr bwMode="auto">
                <a:xfrm>
                  <a:off x="4553394" y="1781164"/>
                  <a:ext cx="41389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5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3857620" y="2926686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6" name="矩形 66"/>
                <p:cNvSpPr>
                  <a:spLocks noChangeArrowheads="1"/>
                </p:cNvSpPr>
                <p:nvPr/>
              </p:nvSpPr>
              <p:spPr bwMode="auto">
                <a:xfrm>
                  <a:off x="3690931" y="2588960"/>
                  <a:ext cx="401072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D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7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4158104" y="2926686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8" name="矩形 68"/>
                <p:cNvSpPr>
                  <a:spLocks noChangeArrowheads="1"/>
                </p:cNvSpPr>
                <p:nvPr/>
              </p:nvSpPr>
              <p:spPr bwMode="auto">
                <a:xfrm>
                  <a:off x="3991415" y="2588960"/>
                  <a:ext cx="401072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D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39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4429124" y="2926686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40" name="矩形 70"/>
                <p:cNvSpPr>
                  <a:spLocks noChangeArrowheads="1"/>
                </p:cNvSpPr>
                <p:nvPr/>
              </p:nvSpPr>
              <p:spPr bwMode="auto">
                <a:xfrm>
                  <a:off x="4262435" y="2588960"/>
                  <a:ext cx="401072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D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41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4729608" y="2926686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42" name="矩形 72"/>
                <p:cNvSpPr>
                  <a:spLocks noChangeArrowheads="1"/>
                </p:cNvSpPr>
                <p:nvPr/>
              </p:nvSpPr>
              <p:spPr bwMode="auto">
                <a:xfrm>
                  <a:off x="4562919" y="2588960"/>
                  <a:ext cx="401072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D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4" name="矩形 73"/>
                <p:cNvSpPr/>
                <p:nvPr/>
              </p:nvSpPr>
              <p:spPr>
                <a:xfrm>
                  <a:off x="3356900" y="1857361"/>
                  <a:ext cx="1858963" cy="1071572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4844" name="Line 33"/>
                <p:cNvSpPr>
                  <a:spLocks noChangeShapeType="1"/>
                </p:cNvSpPr>
                <p:nvPr/>
              </p:nvSpPr>
              <p:spPr bwMode="auto">
                <a:xfrm rot="5400000" flipV="1">
                  <a:off x="5358148" y="2069760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45" name="Line 33"/>
                <p:cNvSpPr>
                  <a:spLocks noChangeShapeType="1"/>
                </p:cNvSpPr>
                <p:nvPr/>
              </p:nvSpPr>
              <p:spPr bwMode="auto">
                <a:xfrm rot="5400000" flipV="1">
                  <a:off x="5358148" y="2282486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46" name="Line 33"/>
                <p:cNvSpPr>
                  <a:spLocks noChangeShapeType="1"/>
                </p:cNvSpPr>
                <p:nvPr/>
              </p:nvSpPr>
              <p:spPr bwMode="auto">
                <a:xfrm rot="5400000" flipV="1">
                  <a:off x="5358148" y="2498388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47" name="Line 33"/>
                <p:cNvSpPr>
                  <a:spLocks noChangeShapeType="1"/>
                </p:cNvSpPr>
                <p:nvPr/>
              </p:nvSpPr>
              <p:spPr bwMode="auto">
                <a:xfrm rot="5400000" flipV="1">
                  <a:off x="3215008" y="2069760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48" name="Line 33"/>
                <p:cNvSpPr>
                  <a:spLocks noChangeShapeType="1"/>
                </p:cNvSpPr>
                <p:nvPr/>
              </p:nvSpPr>
              <p:spPr bwMode="auto">
                <a:xfrm rot="5400000" flipV="1">
                  <a:off x="3215008" y="2282486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49" name="Line 33"/>
                <p:cNvSpPr>
                  <a:spLocks noChangeShapeType="1"/>
                </p:cNvSpPr>
                <p:nvPr/>
              </p:nvSpPr>
              <p:spPr bwMode="auto">
                <a:xfrm rot="5400000" flipV="1">
                  <a:off x="3212760" y="2496800"/>
                  <a:ext cx="1588" cy="2880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50" name="矩形 80"/>
                <p:cNvSpPr>
                  <a:spLocks noChangeArrowheads="1"/>
                </p:cNvSpPr>
                <p:nvPr/>
              </p:nvSpPr>
              <p:spPr bwMode="auto">
                <a:xfrm>
                  <a:off x="3357554" y="2000240"/>
                  <a:ext cx="48442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D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IR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2" name="等腰三角形 81"/>
                <p:cNvSpPr/>
                <p:nvPr/>
              </p:nvSpPr>
              <p:spPr>
                <a:xfrm rot="5400000">
                  <a:off x="3338643" y="2375685"/>
                  <a:ext cx="144463" cy="107950"/>
                </a:xfrm>
                <a:prstGeom prst="triangle">
                  <a:avLst/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4852" name="矩形 82"/>
                <p:cNvSpPr>
                  <a:spLocks noChangeArrowheads="1"/>
                </p:cNvSpPr>
                <p:nvPr/>
              </p:nvSpPr>
              <p:spPr bwMode="auto">
                <a:xfrm>
                  <a:off x="3428992" y="2257417"/>
                  <a:ext cx="45717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CP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53" name="矩形 83"/>
                <p:cNvSpPr>
                  <a:spLocks noChangeArrowheads="1"/>
                </p:cNvSpPr>
                <p:nvPr/>
              </p:nvSpPr>
              <p:spPr bwMode="auto">
                <a:xfrm>
                  <a:off x="3357554" y="2500306"/>
                  <a:ext cx="407484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R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d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54" name="矩形 84"/>
                <p:cNvSpPr>
                  <a:spLocks noChangeArrowheads="1"/>
                </p:cNvSpPr>
                <p:nvPr/>
              </p:nvSpPr>
              <p:spPr bwMode="auto">
                <a:xfrm>
                  <a:off x="4801952" y="2000240"/>
                  <a:ext cx="476412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D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IL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55" name="矩形 85"/>
                <p:cNvSpPr>
                  <a:spLocks noChangeArrowheads="1"/>
                </p:cNvSpPr>
                <p:nvPr/>
              </p:nvSpPr>
              <p:spPr bwMode="auto">
                <a:xfrm>
                  <a:off x="4847534" y="2233190"/>
                  <a:ext cx="36740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S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56" name="矩形 86"/>
                <p:cNvSpPr>
                  <a:spLocks noChangeArrowheads="1"/>
                </p:cNvSpPr>
                <p:nvPr/>
              </p:nvSpPr>
              <p:spPr bwMode="auto">
                <a:xfrm>
                  <a:off x="4847534" y="2447504"/>
                  <a:ext cx="36740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S</a:t>
                  </a:r>
                  <a:r>
                    <a:rPr lang="en-US" altLang="zh-CN" sz="16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zh-CN" altLang="en-US" sz="16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4857" name="Rectangle 60"/>
                <p:cNvSpPr>
                  <a:spLocks noChangeArrowheads="1"/>
                </p:cNvSpPr>
                <p:nvPr/>
              </p:nvSpPr>
              <p:spPr bwMode="auto">
                <a:xfrm>
                  <a:off x="3929058" y="2285992"/>
                  <a:ext cx="763029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FF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74LS194</a:t>
                  </a:r>
                  <a:endParaRPr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57" name="椭圆 56"/>
              <p:cNvSpPr/>
              <p:nvPr/>
            </p:nvSpPr>
            <p:spPr>
              <a:xfrm>
                <a:off x="3242600" y="2581268"/>
                <a:ext cx="107950" cy="10795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34821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322" name="Picture 3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3975" y="2047875"/>
            <a:ext cx="6496050" cy="276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0598" name="Picture 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7575" y="1943100"/>
            <a:ext cx="1028700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0599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4267200"/>
            <a:ext cx="1028700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0596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000250"/>
            <a:ext cx="1047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0597" name="Picture 5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5188" y="4257675"/>
            <a:ext cx="1038225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组合 24"/>
          <p:cNvGrpSpPr/>
          <p:nvPr/>
        </p:nvGrpSpPr>
        <p:grpSpPr bwMode="auto">
          <a:xfrm>
            <a:off x="1781175" y="2143125"/>
            <a:ext cx="5260975" cy="2520950"/>
            <a:chOff x="1780860" y="2143116"/>
            <a:chExt cx="5261652" cy="2520968"/>
          </a:xfrm>
        </p:grpSpPr>
        <p:cxnSp>
          <p:nvCxnSpPr>
            <p:cNvPr id="19" name="直接连接符 18"/>
            <p:cNvCxnSpPr/>
            <p:nvPr/>
          </p:nvCxnSpPr>
          <p:spPr>
            <a:xfrm>
              <a:off x="6286765" y="4662497"/>
              <a:ext cx="755747" cy="1587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接连接符 19"/>
            <p:cNvCxnSpPr/>
            <p:nvPr/>
          </p:nvCxnSpPr>
          <p:spPr>
            <a:xfrm>
              <a:off x="2785877" y="3733802"/>
              <a:ext cx="755747" cy="1588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接连接符 20"/>
            <p:cNvCxnSpPr/>
            <p:nvPr/>
          </p:nvCxnSpPr>
          <p:spPr>
            <a:xfrm>
              <a:off x="3571790" y="4641859"/>
              <a:ext cx="755747" cy="1588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接连接符 21"/>
            <p:cNvCxnSpPr/>
            <p:nvPr/>
          </p:nvCxnSpPr>
          <p:spPr>
            <a:xfrm>
              <a:off x="4429151" y="2143116"/>
              <a:ext cx="755747" cy="1588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>
              <a:off x="5429404" y="3733802"/>
              <a:ext cx="755747" cy="1588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接连接符 23"/>
            <p:cNvCxnSpPr/>
            <p:nvPr/>
          </p:nvCxnSpPr>
          <p:spPr>
            <a:xfrm>
              <a:off x="1780860" y="2162166"/>
              <a:ext cx="647783" cy="1588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组合 26"/>
          <p:cNvGrpSpPr/>
          <p:nvPr/>
        </p:nvGrpSpPr>
        <p:grpSpPr bwMode="auto">
          <a:xfrm flipH="1">
            <a:off x="1744663" y="2122488"/>
            <a:ext cx="5464175" cy="2520950"/>
            <a:chOff x="1714480" y="2143116"/>
            <a:chExt cx="5464903" cy="2520968"/>
          </a:xfrm>
        </p:grpSpPr>
        <p:cxnSp>
          <p:nvCxnSpPr>
            <p:cNvPr id="28" name="直接连接符 27"/>
            <p:cNvCxnSpPr/>
            <p:nvPr/>
          </p:nvCxnSpPr>
          <p:spPr>
            <a:xfrm>
              <a:off x="6423632" y="4662496"/>
              <a:ext cx="755751" cy="1588"/>
            </a:xfrm>
            <a:prstGeom prst="line">
              <a:avLst/>
            </a:prstGeom>
            <a:ln w="19050">
              <a:solidFill>
                <a:srgbClr val="0000FF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接连接符 28"/>
            <p:cNvCxnSpPr/>
            <p:nvPr/>
          </p:nvCxnSpPr>
          <p:spPr>
            <a:xfrm>
              <a:off x="2786186" y="3752852"/>
              <a:ext cx="755751" cy="1587"/>
            </a:xfrm>
            <a:prstGeom prst="line">
              <a:avLst/>
            </a:prstGeom>
            <a:ln w="19050">
              <a:solidFill>
                <a:srgbClr val="0000FF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接连接符 29"/>
            <p:cNvCxnSpPr/>
            <p:nvPr/>
          </p:nvCxnSpPr>
          <p:spPr>
            <a:xfrm>
              <a:off x="3643550" y="4662496"/>
              <a:ext cx="755751" cy="1588"/>
            </a:xfrm>
            <a:prstGeom prst="line">
              <a:avLst/>
            </a:prstGeom>
            <a:ln w="19050">
              <a:solidFill>
                <a:srgbClr val="0000FF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接连接符 30"/>
            <p:cNvCxnSpPr/>
            <p:nvPr/>
          </p:nvCxnSpPr>
          <p:spPr>
            <a:xfrm>
              <a:off x="4429467" y="2305042"/>
              <a:ext cx="755751" cy="1587"/>
            </a:xfrm>
            <a:prstGeom prst="line">
              <a:avLst/>
            </a:prstGeom>
            <a:ln w="19050">
              <a:solidFill>
                <a:srgbClr val="0000FF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接连接符 31"/>
            <p:cNvCxnSpPr/>
            <p:nvPr/>
          </p:nvCxnSpPr>
          <p:spPr>
            <a:xfrm>
              <a:off x="5429725" y="3752852"/>
              <a:ext cx="755751" cy="1587"/>
            </a:xfrm>
            <a:prstGeom prst="line">
              <a:avLst/>
            </a:prstGeom>
            <a:ln w="19050">
              <a:solidFill>
                <a:srgbClr val="0000FF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接连接符 32"/>
            <p:cNvCxnSpPr/>
            <p:nvPr/>
          </p:nvCxnSpPr>
          <p:spPr>
            <a:xfrm>
              <a:off x="1714480" y="2143116"/>
              <a:ext cx="755751" cy="1587"/>
            </a:xfrm>
            <a:prstGeom prst="line">
              <a:avLst/>
            </a:prstGeom>
            <a:ln w="19050">
              <a:solidFill>
                <a:srgbClr val="0000FF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0600" name="Picture 8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6525" y="1428750"/>
            <a:ext cx="3500438" cy="485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0601" name="Picture 9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5575" y="4929188"/>
            <a:ext cx="3500438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组合 35"/>
          <p:cNvGrpSpPr/>
          <p:nvPr/>
        </p:nvGrpSpPr>
        <p:grpSpPr bwMode="auto">
          <a:xfrm>
            <a:off x="609600" y="1428750"/>
            <a:ext cx="7686675" cy="4014788"/>
            <a:chOff x="609572" y="1428736"/>
            <a:chExt cx="7686722" cy="4014812"/>
          </a:xfrm>
        </p:grpSpPr>
        <p:pic>
          <p:nvPicPr>
            <p:cNvPr id="56333" name="Picture 3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3975" y="2047875"/>
              <a:ext cx="6496050" cy="2762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4" name="Picture 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67594" y="1943090"/>
              <a:ext cx="1028700" cy="552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5" name="Picture 7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572" y="4267206"/>
              <a:ext cx="1028700" cy="552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6" name="Picture 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4348" y="2000240"/>
              <a:ext cx="1047750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7" name="Picture 5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5206" y="4257685"/>
              <a:ext cx="103822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8" name="Picture 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6512" y="1428736"/>
              <a:ext cx="3500462" cy="485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9" name="Picture 9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5563" y="4929198"/>
              <a:ext cx="3500462" cy="514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6332" name="Text Box 124"/>
          <p:cNvSpPr txBox="1">
            <a:spLocks noChangeArrowheads="1"/>
          </p:cNvSpPr>
          <p:nvPr/>
        </p:nvSpPr>
        <p:spPr bwMode="auto">
          <a:xfrm>
            <a:off x="785813" y="500063"/>
            <a:ext cx="32146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n"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74LS194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的扩展应用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10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10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0" dur="500"/>
                                        <p:tgtEl>
                                          <p:spTgt spid="1105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3" dur="500"/>
                                        <p:tgtEl>
                                          <p:spTgt spid="1105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10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10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2" dur="500"/>
                                        <p:tgtEl>
                                          <p:spTgt spid="1105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5" dur="500"/>
                                        <p:tgtEl>
                                          <p:spTgt spid="1105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10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10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6"/>
          <p:cNvSpPr txBox="1">
            <a:spLocks noChangeArrowheads="1"/>
          </p:cNvSpPr>
          <p:nvPr/>
        </p:nvSpPr>
        <p:spPr bwMode="auto">
          <a:xfrm>
            <a:off x="579438" y="823913"/>
            <a:ext cx="7993062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00"/>
                </a:solidFill>
                <a:latin typeface="宋体" panose="02010600030101010101" pitchFamily="2" charset="-122"/>
              </a:rPr>
              <a:t>    </a:t>
            </a: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在数字电路中，能够</a:t>
            </a:r>
            <a:r>
              <a:rPr kumimoji="1" lang="zh-CN" altLang="en-US" sz="2400" b="1">
                <a:solidFill>
                  <a:srgbClr val="FF0000"/>
                </a:solidFill>
                <a:latin typeface="宋体" panose="02010600030101010101" pitchFamily="2" charset="-122"/>
              </a:rPr>
              <a:t>记忆输入脉冲个数</a:t>
            </a: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的电路称为计数器。</a:t>
            </a:r>
            <a:endParaRPr kumimoji="1" lang="zh-CN" altLang="en-US" sz="2400" b="1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36867" name="Text Box 8"/>
          <p:cNvSpPr txBox="1">
            <a:spLocks noChangeArrowheads="1"/>
          </p:cNvSpPr>
          <p:nvPr/>
        </p:nvSpPr>
        <p:spPr bwMode="auto">
          <a:xfrm>
            <a:off x="439738" y="119063"/>
            <a:ext cx="2909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  <a:latin typeface="宋体" panose="02010600030101010101" pitchFamily="2" charset="-122"/>
              </a:rPr>
              <a:t>二、计数器</a:t>
            </a:r>
            <a:endParaRPr lang="zh-CN" altLang="en-US" sz="2800" b="1">
              <a:solidFill>
                <a:srgbClr val="006600"/>
              </a:solidFill>
              <a:latin typeface="宋体" panose="02010600030101010101" pitchFamily="2" charset="-122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714375" y="3538538"/>
            <a:ext cx="8286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按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数字编码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分，有二进制编码、二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十进制编码、循环码等。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869" name="Rectangle 16"/>
          <p:cNvSpPr>
            <a:spLocks noChangeArrowheads="1"/>
          </p:cNvSpPr>
          <p:nvPr/>
        </p:nvSpPr>
        <p:spPr bwMode="auto">
          <a:xfrm>
            <a:off x="539750" y="752475"/>
            <a:ext cx="8001000" cy="928688"/>
          </a:xfrm>
          <a:prstGeom prst="rect">
            <a:avLst/>
          </a:prstGeom>
          <a:noFill/>
          <a:ln w="57150" cmpd="thickThin">
            <a:solidFill>
              <a:srgbClr val="33CCCC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zh-CN" altLang="en-US" sz="16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428625" y="2005013"/>
            <a:ext cx="2270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kumimoji="1" lang="zh-CN" altLang="en-US" sz="2400" b="1">
                <a:solidFill>
                  <a:srgbClr val="FF0000"/>
                </a:solidFill>
                <a:latin typeface="宋体" panose="02010600030101010101" pitchFamily="2" charset="-122"/>
              </a:rPr>
              <a:t>计数器的分类</a:t>
            </a:r>
            <a:endParaRPr kumimoji="1" lang="zh-CN" altLang="en-US" sz="2400" b="1">
              <a:solidFill>
                <a:srgbClr val="FF0000"/>
              </a:solidFill>
              <a:latin typeface="宋体" panose="02010600030101010101" pitchFamily="2" charset="-122"/>
            </a:endParaRPr>
          </a:p>
        </p:txBody>
      </p: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714375" y="2505075"/>
            <a:ext cx="67722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按</a:t>
            </a: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时钟控制方式</a:t>
            </a: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来分，有异步、同步两大类； </a:t>
            </a:r>
            <a:endParaRPr lang="zh-CN" altLang="en-US" sz="2400">
              <a:solidFill>
                <a:srgbClr val="000000"/>
              </a:solidFill>
            </a:endParaRP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714375" y="3005138"/>
            <a:ext cx="7286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按</a:t>
            </a: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数值的增减</a:t>
            </a: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来分，有加法、减法、可逆三类；</a:t>
            </a:r>
            <a:endParaRPr lang="zh-CN" altLang="en-US" sz="2400">
              <a:solidFill>
                <a:srgbClr val="000000"/>
              </a:solidFill>
            </a:endParaRP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714375" y="4038600"/>
            <a:ext cx="7786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按</a:t>
            </a:r>
            <a:r>
              <a: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rPr>
              <a:t>计数容量</a:t>
            </a:r>
            <a:r>
              <a: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rPr>
              <a:t>分，有二进制、十进值和任意进制。</a:t>
            </a:r>
            <a:endParaRPr lang="zh-CN" altLang="en-US" sz="2400">
              <a:solidFill>
                <a:srgbClr val="000000"/>
              </a:solidFill>
            </a:endParaRPr>
          </a:p>
        </p:txBody>
      </p:sp>
      <p:sp>
        <p:nvSpPr>
          <p:cNvPr id="36874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8"/>
          <p:cNvSpPr txBox="1">
            <a:spLocks noChangeArrowheads="1"/>
          </p:cNvSpPr>
          <p:nvPr/>
        </p:nvSpPr>
        <p:spPr bwMode="auto">
          <a:xfrm>
            <a:off x="385763" y="142875"/>
            <a:ext cx="36147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、同步计数器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 Box 8"/>
          <p:cNvSpPr txBox="1">
            <a:spLocks noChangeArrowheads="1"/>
          </p:cNvSpPr>
          <p:nvPr/>
        </p:nvSpPr>
        <p:spPr bwMode="auto">
          <a:xfrm>
            <a:off x="357188" y="609600"/>
            <a:ext cx="47053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）同步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位二进制计数器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 Box 8"/>
          <p:cNvSpPr txBox="1">
            <a:spLocks noChangeArrowheads="1"/>
          </p:cNvSpPr>
          <p:nvPr/>
        </p:nvSpPr>
        <p:spPr bwMode="auto">
          <a:xfrm>
            <a:off x="1143000" y="1109663"/>
            <a:ext cx="2143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Text Box 8"/>
          <p:cNvSpPr txBox="1">
            <a:spLocks noChangeArrowheads="1"/>
          </p:cNvSpPr>
          <p:nvPr/>
        </p:nvSpPr>
        <p:spPr bwMode="auto">
          <a:xfrm>
            <a:off x="1214438" y="4357688"/>
            <a:ext cx="2143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功能分析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17"/>
          <p:cNvGrpSpPr/>
          <p:nvPr/>
        </p:nvGrpSpPr>
        <p:grpSpPr bwMode="auto">
          <a:xfrm>
            <a:off x="1857375" y="5286375"/>
            <a:ext cx="2897188" cy="1428750"/>
            <a:chOff x="2550" y="2795"/>
            <a:chExt cx="1971" cy="1047"/>
          </a:xfrm>
        </p:grpSpPr>
        <p:sp>
          <p:nvSpPr>
            <p:cNvPr id="37899" name="AutoShape 11"/>
            <p:cNvSpPr/>
            <p:nvPr/>
          </p:nvSpPr>
          <p:spPr bwMode="auto">
            <a:xfrm>
              <a:off x="2550" y="2900"/>
              <a:ext cx="194" cy="754"/>
            </a:xfrm>
            <a:prstGeom prst="leftBrace">
              <a:avLst>
                <a:gd name="adj1" fmla="val 52631"/>
                <a:gd name="adj2" fmla="val 50000"/>
              </a:avLst>
            </a:prstGeom>
            <a:noFill/>
            <a:ln w="38100">
              <a:solidFill>
                <a:schemeClr val="tx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zh-CN" sz="1600">
                <a:solidFill>
                  <a:srgbClr val="000000"/>
                </a:solidFill>
              </a:endParaRPr>
            </a:p>
          </p:txBody>
        </p:sp>
        <p:graphicFrame>
          <p:nvGraphicFramePr>
            <p:cNvPr id="37900" name="Object 5"/>
            <p:cNvGraphicFramePr>
              <a:graphicFrameLocks noChangeAspect="1"/>
            </p:cNvGraphicFramePr>
            <p:nvPr/>
          </p:nvGraphicFramePr>
          <p:xfrm>
            <a:off x="2731" y="2795"/>
            <a:ext cx="1386" cy="35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0534" name="公式" r:id="rId1" imgW="889635" imgH="137795" progId="Equation.3">
                    <p:embed/>
                  </p:oleObj>
                </mc:Choice>
                <mc:Fallback>
                  <p:oleObj name="公式" r:id="rId1" imgW="889635" imgH="137795" progId="Equation.3">
                    <p:embed/>
                    <p:pic>
                      <p:nvPicPr>
                        <p:cNvPr id="0" name="图片 1053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31" y="2795"/>
                          <a:ext cx="1386" cy="35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7901" name="Object 6"/>
            <p:cNvGraphicFramePr>
              <a:graphicFrameLocks noChangeAspect="1"/>
            </p:cNvGraphicFramePr>
            <p:nvPr/>
          </p:nvGraphicFramePr>
          <p:xfrm>
            <a:off x="2752" y="3109"/>
            <a:ext cx="1474" cy="3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0535" name="公式" r:id="rId3" imgW="1027430" imgH="150495" progId="Equation.3">
                    <p:embed/>
                  </p:oleObj>
                </mc:Choice>
                <mc:Fallback>
                  <p:oleObj name="公式" r:id="rId3" imgW="1027430" imgH="150495" progId="Equation.3">
                    <p:embed/>
                    <p:pic>
                      <p:nvPicPr>
                        <p:cNvPr id="0" name="图片 105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52" y="3109"/>
                          <a:ext cx="1474" cy="3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7902" name="Object 7"/>
            <p:cNvGraphicFramePr>
              <a:graphicFrameLocks noChangeAspect="1"/>
            </p:cNvGraphicFramePr>
            <p:nvPr/>
          </p:nvGraphicFramePr>
          <p:xfrm>
            <a:off x="2744" y="3451"/>
            <a:ext cx="1777" cy="39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0536" name="公式" r:id="rId5" imgW="1277620" imgH="150495" progId="Equation.3">
                    <p:embed/>
                  </p:oleObj>
                </mc:Choice>
                <mc:Fallback>
                  <p:oleObj name="公式" r:id="rId5" imgW="1277620" imgH="150495" progId="Equation.3">
                    <p:embed/>
                    <p:pic>
                      <p:nvPicPr>
                        <p:cNvPr id="0" name="图片 105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44" y="3451"/>
                          <a:ext cx="1777" cy="39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23" name="Object 8"/>
          <p:cNvGraphicFramePr>
            <a:graphicFrameLocks noChangeAspect="1"/>
          </p:cNvGraphicFramePr>
          <p:nvPr/>
        </p:nvGraphicFramePr>
        <p:xfrm>
          <a:off x="5413375" y="5286375"/>
          <a:ext cx="1816100" cy="5349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537" name="公式" r:id="rId7" imgW="901700" imgH="150495" progId="Equation.3">
                  <p:embed/>
                </p:oleObj>
              </mc:Choice>
              <mc:Fallback>
                <p:oleObj name="公式" r:id="rId7" imgW="901700" imgH="150495" progId="Equation.3">
                  <p:embed/>
                  <p:pic>
                    <p:nvPicPr>
                      <p:cNvPr id="0" name="图片 105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13375" y="5286375"/>
                        <a:ext cx="1816100" cy="5349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Text Box 16"/>
          <p:cNvSpPr txBox="1">
            <a:spLocks noChangeArrowheads="1"/>
          </p:cNvSpPr>
          <p:nvPr/>
        </p:nvSpPr>
        <p:spPr bwMode="auto">
          <a:xfrm>
            <a:off x="1500188" y="4786313"/>
            <a:ext cx="3743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①</a:t>
            </a:r>
            <a:r>
              <a:rPr lang="zh-CN" altLang="en-US" sz="2400" b="1">
                <a:solidFill>
                  <a:srgbClr val="6600CC"/>
                </a:solidFill>
              </a:rPr>
              <a:t>驱动方程和输出方程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pic>
        <p:nvPicPr>
          <p:cNvPr id="10270" name="Picture 3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9113" y="1482725"/>
            <a:ext cx="8267700" cy="282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8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0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16" grpId="0"/>
      <p:bldP spid="2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Text Box 10"/>
          <p:cNvSpPr txBox="1">
            <a:spLocks noChangeArrowheads="1"/>
          </p:cNvSpPr>
          <p:nvPr/>
        </p:nvSpPr>
        <p:spPr bwMode="auto">
          <a:xfrm>
            <a:off x="755650" y="142875"/>
            <a:ext cx="1887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②</a:t>
            </a:r>
            <a:r>
              <a:rPr lang="zh-CN" altLang="en-US" sz="2400" b="1">
                <a:solidFill>
                  <a:srgbClr val="6600CC"/>
                </a:solidFill>
              </a:rPr>
              <a:t>状态方程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sp>
        <p:nvSpPr>
          <p:cNvPr id="4" name="Text Box 11"/>
          <p:cNvSpPr txBox="1">
            <a:spLocks noChangeArrowheads="1"/>
          </p:cNvSpPr>
          <p:nvPr/>
        </p:nvSpPr>
        <p:spPr bwMode="auto">
          <a:xfrm>
            <a:off x="755650" y="2686050"/>
            <a:ext cx="18002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③</a:t>
            </a:r>
            <a:r>
              <a:rPr lang="zh-CN" altLang="en-US" sz="2400" b="1">
                <a:solidFill>
                  <a:srgbClr val="6600CC"/>
                </a:solidFill>
              </a:rPr>
              <a:t>状态表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sp>
        <p:nvSpPr>
          <p:cNvPr id="5" name="Text Box 12"/>
          <p:cNvSpPr txBox="1">
            <a:spLocks noChangeArrowheads="1"/>
          </p:cNvSpPr>
          <p:nvPr/>
        </p:nvSpPr>
        <p:spPr bwMode="auto">
          <a:xfrm>
            <a:off x="1627188" y="3652838"/>
            <a:ext cx="2016125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0        0        0       0        0        1 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0        1        0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0        1        1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1        0        0 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1        0        1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1        1        0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1        1        1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 Box 13"/>
          <p:cNvSpPr txBox="1">
            <a:spLocks noChangeArrowheads="1"/>
          </p:cNvSpPr>
          <p:nvPr/>
        </p:nvSpPr>
        <p:spPr bwMode="auto">
          <a:xfrm>
            <a:off x="4716463" y="3668713"/>
            <a:ext cx="3175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Text Box 14"/>
          <p:cNvSpPr txBox="1">
            <a:spLocks noChangeArrowheads="1"/>
          </p:cNvSpPr>
          <p:nvPr/>
        </p:nvSpPr>
        <p:spPr bwMode="auto">
          <a:xfrm>
            <a:off x="5691188" y="3681413"/>
            <a:ext cx="360362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 Box 15"/>
          <p:cNvSpPr txBox="1">
            <a:spLocks noChangeArrowheads="1"/>
          </p:cNvSpPr>
          <p:nvPr/>
        </p:nvSpPr>
        <p:spPr bwMode="auto">
          <a:xfrm>
            <a:off x="3746500" y="3643313"/>
            <a:ext cx="303213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33"/>
          <p:cNvGrpSpPr/>
          <p:nvPr/>
        </p:nvGrpSpPr>
        <p:grpSpPr bwMode="auto">
          <a:xfrm>
            <a:off x="1425575" y="3275013"/>
            <a:ext cx="5954713" cy="3113087"/>
            <a:chOff x="898" y="2063"/>
            <a:chExt cx="3751" cy="1961"/>
          </a:xfrm>
        </p:grpSpPr>
        <p:sp>
          <p:nvSpPr>
            <p:cNvPr id="38926" name="Line 16"/>
            <p:cNvSpPr>
              <a:spLocks noChangeShapeType="1"/>
            </p:cNvSpPr>
            <p:nvPr/>
          </p:nvSpPr>
          <p:spPr bwMode="auto">
            <a:xfrm>
              <a:off x="2155" y="2073"/>
              <a:ext cx="0" cy="1951"/>
            </a:xfrm>
            <a:prstGeom prst="line">
              <a:avLst/>
            </a:prstGeom>
            <a:noFill/>
            <a:ln w="25400" cmpd="dbl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8927" name="Line 17"/>
            <p:cNvSpPr>
              <a:spLocks noChangeShapeType="1"/>
            </p:cNvSpPr>
            <p:nvPr/>
          </p:nvSpPr>
          <p:spPr bwMode="auto">
            <a:xfrm>
              <a:off x="2789" y="2063"/>
              <a:ext cx="0" cy="19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8928" name="Line 18"/>
            <p:cNvSpPr>
              <a:spLocks noChangeShapeType="1"/>
            </p:cNvSpPr>
            <p:nvPr/>
          </p:nvSpPr>
          <p:spPr bwMode="auto">
            <a:xfrm>
              <a:off x="3379" y="2071"/>
              <a:ext cx="0" cy="19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aphicFrame>
          <p:nvGraphicFramePr>
            <p:cNvPr id="38929" name="Object 3"/>
            <p:cNvGraphicFramePr>
              <a:graphicFrameLocks noChangeAspect="1"/>
            </p:cNvGraphicFramePr>
            <p:nvPr/>
          </p:nvGraphicFramePr>
          <p:xfrm>
            <a:off x="1011" y="2069"/>
            <a:ext cx="3466" cy="30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410" name="公式" r:id="rId1" imgW="3908425" imgH="150495" progId="Equation.3">
                    <p:embed/>
                  </p:oleObj>
                </mc:Choice>
                <mc:Fallback>
                  <p:oleObj name="公式" r:id="rId1" imgW="3908425" imgH="150495" progId="Equation.3">
                    <p:embed/>
                    <p:pic>
                      <p:nvPicPr>
                        <p:cNvPr id="0" name="图片 1140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11" y="2069"/>
                          <a:ext cx="3466" cy="30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38930" name="Group 20"/>
            <p:cNvGrpSpPr/>
            <p:nvPr/>
          </p:nvGrpSpPr>
          <p:grpSpPr bwMode="auto">
            <a:xfrm>
              <a:off x="898" y="2073"/>
              <a:ext cx="3751" cy="1951"/>
              <a:chOff x="703" y="772"/>
              <a:chExt cx="4309" cy="1951"/>
            </a:xfrm>
          </p:grpSpPr>
          <p:sp>
            <p:nvSpPr>
              <p:cNvPr id="38932" name="Line 21"/>
              <p:cNvSpPr>
                <a:spLocks noChangeShapeType="1"/>
              </p:cNvSpPr>
              <p:nvPr/>
            </p:nvSpPr>
            <p:spPr bwMode="auto">
              <a:xfrm>
                <a:off x="703" y="772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33" name="Line 22"/>
              <p:cNvSpPr>
                <a:spLocks noChangeShapeType="1"/>
              </p:cNvSpPr>
              <p:nvPr/>
            </p:nvSpPr>
            <p:spPr bwMode="auto">
              <a:xfrm>
                <a:off x="712" y="1045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34" name="Line 23"/>
              <p:cNvSpPr>
                <a:spLocks noChangeShapeType="1"/>
              </p:cNvSpPr>
              <p:nvPr/>
            </p:nvSpPr>
            <p:spPr bwMode="auto">
              <a:xfrm flipV="1">
                <a:off x="748" y="2704"/>
                <a:ext cx="4264" cy="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35" name="Line 24"/>
              <p:cNvSpPr>
                <a:spLocks noChangeShapeType="1"/>
              </p:cNvSpPr>
              <p:nvPr/>
            </p:nvSpPr>
            <p:spPr bwMode="auto">
              <a:xfrm>
                <a:off x="721" y="1253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36" name="Line 25"/>
              <p:cNvSpPr>
                <a:spLocks noChangeShapeType="1"/>
              </p:cNvSpPr>
              <p:nvPr/>
            </p:nvSpPr>
            <p:spPr bwMode="auto">
              <a:xfrm>
                <a:off x="730" y="1453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37" name="Line 26"/>
              <p:cNvSpPr>
                <a:spLocks noChangeShapeType="1"/>
              </p:cNvSpPr>
              <p:nvPr/>
            </p:nvSpPr>
            <p:spPr bwMode="auto">
              <a:xfrm>
                <a:off x="730" y="1671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38" name="Line 27"/>
              <p:cNvSpPr>
                <a:spLocks noChangeShapeType="1"/>
              </p:cNvSpPr>
              <p:nvPr/>
            </p:nvSpPr>
            <p:spPr bwMode="auto">
              <a:xfrm>
                <a:off x="730" y="1870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39" name="Line 28"/>
              <p:cNvSpPr>
                <a:spLocks noChangeShapeType="1"/>
              </p:cNvSpPr>
              <p:nvPr/>
            </p:nvSpPr>
            <p:spPr bwMode="auto">
              <a:xfrm>
                <a:off x="721" y="2088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40" name="Line 29"/>
              <p:cNvSpPr>
                <a:spLocks noChangeShapeType="1"/>
              </p:cNvSpPr>
              <p:nvPr/>
            </p:nvSpPr>
            <p:spPr bwMode="auto">
              <a:xfrm>
                <a:off x="730" y="2315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8941" name="Line 30"/>
              <p:cNvSpPr>
                <a:spLocks noChangeShapeType="1"/>
              </p:cNvSpPr>
              <p:nvPr/>
            </p:nvSpPr>
            <p:spPr bwMode="auto">
              <a:xfrm>
                <a:off x="739" y="2514"/>
                <a:ext cx="42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38931" name="Line 31"/>
            <p:cNvSpPr>
              <a:spLocks noChangeShapeType="1"/>
            </p:cNvSpPr>
            <p:nvPr/>
          </p:nvSpPr>
          <p:spPr bwMode="auto">
            <a:xfrm>
              <a:off x="4014" y="2063"/>
              <a:ext cx="0" cy="19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26" name="Text Box 32"/>
          <p:cNvSpPr txBox="1">
            <a:spLocks noChangeArrowheads="1"/>
          </p:cNvSpPr>
          <p:nvPr/>
        </p:nvSpPr>
        <p:spPr bwMode="auto">
          <a:xfrm>
            <a:off x="6707188" y="3656013"/>
            <a:ext cx="303212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9" name="组合 27"/>
          <p:cNvGrpSpPr/>
          <p:nvPr/>
        </p:nvGrpSpPr>
        <p:grpSpPr bwMode="auto">
          <a:xfrm>
            <a:off x="1204913" y="714375"/>
            <a:ext cx="5224462" cy="1571625"/>
            <a:chOff x="857224" y="714375"/>
            <a:chExt cx="5224489" cy="1571625"/>
          </a:xfrm>
        </p:grpSpPr>
        <p:graphicFrame>
          <p:nvGraphicFramePr>
            <p:cNvPr id="38924" name="Object 2"/>
            <p:cNvGraphicFramePr>
              <a:graphicFrameLocks noChangeAspect="1"/>
            </p:cNvGraphicFramePr>
            <p:nvPr/>
          </p:nvGraphicFramePr>
          <p:xfrm>
            <a:off x="1143000" y="714375"/>
            <a:ext cx="4938713" cy="15716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411" name="公式" r:id="rId3" imgW="3507105" imgH="1002030" progId="Equation.3">
                    <p:embed/>
                  </p:oleObj>
                </mc:Choice>
                <mc:Fallback>
                  <p:oleObj name="公式" r:id="rId3" imgW="3507105" imgH="1002030" progId="Equation.3">
                    <p:embed/>
                    <p:pic>
                      <p:nvPicPr>
                        <p:cNvPr id="0" name="图片 114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43000" y="714375"/>
                          <a:ext cx="4938713" cy="15716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8925" name="AutoShape 11"/>
            <p:cNvSpPr/>
            <p:nvPr/>
          </p:nvSpPr>
          <p:spPr bwMode="auto">
            <a:xfrm>
              <a:off x="857224" y="928670"/>
              <a:ext cx="285752" cy="1214446"/>
            </a:xfrm>
            <a:prstGeom prst="leftBrace">
              <a:avLst>
                <a:gd name="adj1" fmla="val 52633"/>
                <a:gd name="adj2" fmla="val 50000"/>
              </a:avLst>
            </a:prstGeom>
            <a:noFill/>
            <a:ln w="381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zh-CN" sz="1600">
                <a:solidFill>
                  <a:srgbClr val="000000"/>
                </a:solidFill>
              </a:endParaRPr>
            </a:p>
          </p:txBody>
        </p:sp>
      </p:grpSp>
      <p:sp>
        <p:nvSpPr>
          <p:cNvPr id="38923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26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Text Box 58"/>
          <p:cNvSpPr txBox="1">
            <a:spLocks noChangeArrowheads="1"/>
          </p:cNvSpPr>
          <p:nvPr/>
        </p:nvSpPr>
        <p:spPr bwMode="auto">
          <a:xfrm>
            <a:off x="500063" y="71438"/>
            <a:ext cx="2374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④ </a:t>
            </a:r>
            <a:r>
              <a:rPr kumimoji="1"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状态图</a:t>
            </a:r>
            <a:endParaRPr kumimoji="1" lang="zh-CN" altLang="en-US" sz="24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214"/>
          <p:cNvGrpSpPr/>
          <p:nvPr/>
        </p:nvGrpSpPr>
        <p:grpSpPr bwMode="auto">
          <a:xfrm>
            <a:off x="642938" y="3709988"/>
            <a:ext cx="6624637" cy="2790825"/>
            <a:chOff x="741" y="2115"/>
            <a:chExt cx="4588" cy="1849"/>
          </a:xfrm>
        </p:grpSpPr>
        <p:sp>
          <p:nvSpPr>
            <p:cNvPr id="39996" name="Rectangle 124"/>
            <p:cNvSpPr>
              <a:spLocks noChangeArrowheads="1"/>
            </p:cNvSpPr>
            <p:nvPr/>
          </p:nvSpPr>
          <p:spPr bwMode="auto">
            <a:xfrm>
              <a:off x="741" y="2382"/>
              <a:ext cx="283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CP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997" name="Rectangle 125"/>
            <p:cNvSpPr>
              <a:spLocks noChangeArrowheads="1"/>
            </p:cNvSpPr>
            <p:nvPr/>
          </p:nvSpPr>
          <p:spPr bwMode="auto">
            <a:xfrm>
              <a:off x="756" y="3386"/>
              <a:ext cx="234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25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 altLang="zh-CN" sz="16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998" name="Rectangle 126"/>
            <p:cNvSpPr>
              <a:spLocks noChangeArrowheads="1"/>
            </p:cNvSpPr>
            <p:nvPr/>
          </p:nvSpPr>
          <p:spPr bwMode="auto">
            <a:xfrm>
              <a:off x="892" y="3457"/>
              <a:ext cx="0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999" name="Rectangle 127"/>
            <p:cNvSpPr>
              <a:spLocks noChangeArrowheads="1"/>
            </p:cNvSpPr>
            <p:nvPr/>
          </p:nvSpPr>
          <p:spPr bwMode="auto">
            <a:xfrm>
              <a:off x="756" y="3055"/>
              <a:ext cx="234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25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00" name="Rectangle 128"/>
            <p:cNvSpPr>
              <a:spLocks noChangeArrowheads="1"/>
            </p:cNvSpPr>
            <p:nvPr/>
          </p:nvSpPr>
          <p:spPr bwMode="auto">
            <a:xfrm>
              <a:off x="892" y="3126"/>
              <a:ext cx="0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01" name="Rectangle 129"/>
            <p:cNvSpPr>
              <a:spLocks noChangeArrowheads="1"/>
            </p:cNvSpPr>
            <p:nvPr/>
          </p:nvSpPr>
          <p:spPr bwMode="auto">
            <a:xfrm>
              <a:off x="756" y="2714"/>
              <a:ext cx="234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25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sz="16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02" name="Rectangle 131"/>
            <p:cNvSpPr>
              <a:spLocks noChangeArrowheads="1"/>
            </p:cNvSpPr>
            <p:nvPr/>
          </p:nvSpPr>
          <p:spPr bwMode="auto">
            <a:xfrm>
              <a:off x="777" y="3709"/>
              <a:ext cx="148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5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03" name="Line 133"/>
            <p:cNvSpPr>
              <a:spLocks noChangeShapeType="1"/>
            </p:cNvSpPr>
            <p:nvPr/>
          </p:nvSpPr>
          <p:spPr bwMode="auto">
            <a:xfrm>
              <a:off x="1002" y="3910"/>
              <a:ext cx="3616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04" name="Rectangle 135"/>
            <p:cNvSpPr>
              <a:spLocks noChangeArrowheads="1"/>
            </p:cNvSpPr>
            <p:nvPr/>
          </p:nvSpPr>
          <p:spPr bwMode="auto">
            <a:xfrm>
              <a:off x="1544" y="2115"/>
              <a:ext cx="102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05" name="Line 136"/>
            <p:cNvSpPr>
              <a:spLocks noChangeShapeType="1"/>
            </p:cNvSpPr>
            <p:nvPr/>
          </p:nvSpPr>
          <p:spPr bwMode="auto">
            <a:xfrm>
              <a:off x="1039" y="2582"/>
              <a:ext cx="478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06" name="Line 137"/>
            <p:cNvSpPr>
              <a:spLocks noChangeShapeType="1"/>
            </p:cNvSpPr>
            <p:nvPr/>
          </p:nvSpPr>
          <p:spPr bwMode="auto">
            <a:xfrm flipV="1">
              <a:off x="1517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07" name="Line 138"/>
            <p:cNvSpPr>
              <a:spLocks noChangeShapeType="1"/>
            </p:cNvSpPr>
            <p:nvPr/>
          </p:nvSpPr>
          <p:spPr bwMode="auto">
            <a:xfrm>
              <a:off x="1517" y="2359"/>
              <a:ext cx="228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08" name="Line 139"/>
            <p:cNvSpPr>
              <a:spLocks noChangeShapeType="1"/>
            </p:cNvSpPr>
            <p:nvPr/>
          </p:nvSpPr>
          <p:spPr bwMode="auto">
            <a:xfrm flipV="1">
              <a:off x="1745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09" name="Line 140"/>
            <p:cNvSpPr>
              <a:spLocks noChangeShapeType="1"/>
            </p:cNvSpPr>
            <p:nvPr/>
          </p:nvSpPr>
          <p:spPr bwMode="auto">
            <a:xfrm>
              <a:off x="1745" y="2582"/>
              <a:ext cx="251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0" name="Line 141"/>
            <p:cNvSpPr>
              <a:spLocks noChangeShapeType="1"/>
            </p:cNvSpPr>
            <p:nvPr/>
          </p:nvSpPr>
          <p:spPr bwMode="auto">
            <a:xfrm flipV="1">
              <a:off x="1996" y="2359"/>
              <a:ext cx="1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1" name="Line 142"/>
            <p:cNvSpPr>
              <a:spLocks noChangeShapeType="1"/>
            </p:cNvSpPr>
            <p:nvPr/>
          </p:nvSpPr>
          <p:spPr bwMode="auto">
            <a:xfrm>
              <a:off x="1996" y="2359"/>
              <a:ext cx="227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2" name="Line 143"/>
            <p:cNvSpPr>
              <a:spLocks noChangeShapeType="1"/>
            </p:cNvSpPr>
            <p:nvPr/>
          </p:nvSpPr>
          <p:spPr bwMode="auto">
            <a:xfrm flipV="1">
              <a:off x="2223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3" name="Line 144"/>
            <p:cNvSpPr>
              <a:spLocks noChangeShapeType="1"/>
            </p:cNvSpPr>
            <p:nvPr/>
          </p:nvSpPr>
          <p:spPr bwMode="auto">
            <a:xfrm>
              <a:off x="2223" y="2582"/>
              <a:ext cx="251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4" name="Line 145"/>
            <p:cNvSpPr>
              <a:spLocks noChangeShapeType="1"/>
            </p:cNvSpPr>
            <p:nvPr/>
          </p:nvSpPr>
          <p:spPr bwMode="auto">
            <a:xfrm flipV="1">
              <a:off x="2474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5" name="Line 146"/>
            <p:cNvSpPr>
              <a:spLocks noChangeShapeType="1"/>
            </p:cNvSpPr>
            <p:nvPr/>
          </p:nvSpPr>
          <p:spPr bwMode="auto">
            <a:xfrm>
              <a:off x="2474" y="2359"/>
              <a:ext cx="228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6" name="Line 147"/>
            <p:cNvSpPr>
              <a:spLocks noChangeShapeType="1"/>
            </p:cNvSpPr>
            <p:nvPr/>
          </p:nvSpPr>
          <p:spPr bwMode="auto">
            <a:xfrm flipV="1">
              <a:off x="2702" y="2359"/>
              <a:ext cx="1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7" name="Line 148"/>
            <p:cNvSpPr>
              <a:spLocks noChangeShapeType="1"/>
            </p:cNvSpPr>
            <p:nvPr/>
          </p:nvSpPr>
          <p:spPr bwMode="auto">
            <a:xfrm>
              <a:off x="2702" y="2582"/>
              <a:ext cx="225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8" name="Line 149"/>
            <p:cNvSpPr>
              <a:spLocks noChangeShapeType="1"/>
            </p:cNvSpPr>
            <p:nvPr/>
          </p:nvSpPr>
          <p:spPr bwMode="auto">
            <a:xfrm flipV="1">
              <a:off x="2927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19" name="Line 150"/>
            <p:cNvSpPr>
              <a:spLocks noChangeShapeType="1"/>
            </p:cNvSpPr>
            <p:nvPr/>
          </p:nvSpPr>
          <p:spPr bwMode="auto">
            <a:xfrm>
              <a:off x="2927" y="2359"/>
              <a:ext cx="253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0" name="Line 151"/>
            <p:cNvSpPr>
              <a:spLocks noChangeShapeType="1"/>
            </p:cNvSpPr>
            <p:nvPr/>
          </p:nvSpPr>
          <p:spPr bwMode="auto">
            <a:xfrm flipV="1">
              <a:off x="3180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1" name="Line 152"/>
            <p:cNvSpPr>
              <a:spLocks noChangeShapeType="1"/>
            </p:cNvSpPr>
            <p:nvPr/>
          </p:nvSpPr>
          <p:spPr bwMode="auto">
            <a:xfrm>
              <a:off x="3180" y="2582"/>
              <a:ext cx="226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2" name="Line 153"/>
            <p:cNvSpPr>
              <a:spLocks noChangeShapeType="1"/>
            </p:cNvSpPr>
            <p:nvPr/>
          </p:nvSpPr>
          <p:spPr bwMode="auto">
            <a:xfrm flipV="1">
              <a:off x="3406" y="2359"/>
              <a:ext cx="1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3" name="Line 154"/>
            <p:cNvSpPr>
              <a:spLocks noChangeShapeType="1"/>
            </p:cNvSpPr>
            <p:nvPr/>
          </p:nvSpPr>
          <p:spPr bwMode="auto">
            <a:xfrm>
              <a:off x="3406" y="2359"/>
              <a:ext cx="252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4" name="Line 155"/>
            <p:cNvSpPr>
              <a:spLocks noChangeShapeType="1"/>
            </p:cNvSpPr>
            <p:nvPr/>
          </p:nvSpPr>
          <p:spPr bwMode="auto">
            <a:xfrm flipV="1">
              <a:off x="3658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5" name="Line 156"/>
            <p:cNvSpPr>
              <a:spLocks noChangeShapeType="1"/>
            </p:cNvSpPr>
            <p:nvPr/>
          </p:nvSpPr>
          <p:spPr bwMode="auto">
            <a:xfrm>
              <a:off x="3658" y="2582"/>
              <a:ext cx="226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6" name="Line 157"/>
            <p:cNvSpPr>
              <a:spLocks noChangeShapeType="1"/>
            </p:cNvSpPr>
            <p:nvPr/>
          </p:nvSpPr>
          <p:spPr bwMode="auto">
            <a:xfrm flipV="1">
              <a:off x="3884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7" name="Line 158"/>
            <p:cNvSpPr>
              <a:spLocks noChangeShapeType="1"/>
            </p:cNvSpPr>
            <p:nvPr/>
          </p:nvSpPr>
          <p:spPr bwMode="auto">
            <a:xfrm>
              <a:off x="3884" y="2359"/>
              <a:ext cx="253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8" name="Line 159"/>
            <p:cNvSpPr>
              <a:spLocks noChangeShapeType="1"/>
            </p:cNvSpPr>
            <p:nvPr/>
          </p:nvSpPr>
          <p:spPr bwMode="auto">
            <a:xfrm flipV="1">
              <a:off x="4137" y="2359"/>
              <a:ext cx="1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29" name="Line 160"/>
            <p:cNvSpPr>
              <a:spLocks noChangeShapeType="1"/>
            </p:cNvSpPr>
            <p:nvPr/>
          </p:nvSpPr>
          <p:spPr bwMode="auto">
            <a:xfrm>
              <a:off x="4137" y="2582"/>
              <a:ext cx="225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0" name="Line 161"/>
            <p:cNvSpPr>
              <a:spLocks noChangeShapeType="1"/>
            </p:cNvSpPr>
            <p:nvPr/>
          </p:nvSpPr>
          <p:spPr bwMode="auto">
            <a:xfrm flipV="1">
              <a:off x="4362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1" name="Line 162"/>
            <p:cNvSpPr>
              <a:spLocks noChangeShapeType="1"/>
            </p:cNvSpPr>
            <p:nvPr/>
          </p:nvSpPr>
          <p:spPr bwMode="auto">
            <a:xfrm>
              <a:off x="4362" y="2359"/>
              <a:ext cx="253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2" name="Line 163"/>
            <p:cNvSpPr>
              <a:spLocks noChangeShapeType="1"/>
            </p:cNvSpPr>
            <p:nvPr/>
          </p:nvSpPr>
          <p:spPr bwMode="auto">
            <a:xfrm flipV="1">
              <a:off x="4615" y="2359"/>
              <a:ext cx="1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3" name="Line 164"/>
            <p:cNvSpPr>
              <a:spLocks noChangeShapeType="1"/>
            </p:cNvSpPr>
            <p:nvPr/>
          </p:nvSpPr>
          <p:spPr bwMode="auto">
            <a:xfrm>
              <a:off x="4615" y="2582"/>
              <a:ext cx="226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4" name="Line 165"/>
            <p:cNvSpPr>
              <a:spLocks noChangeShapeType="1"/>
            </p:cNvSpPr>
            <p:nvPr/>
          </p:nvSpPr>
          <p:spPr bwMode="auto">
            <a:xfrm flipV="1">
              <a:off x="4841" y="2359"/>
              <a:ext cx="1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5" name="Line 166"/>
            <p:cNvSpPr>
              <a:spLocks noChangeShapeType="1"/>
            </p:cNvSpPr>
            <p:nvPr/>
          </p:nvSpPr>
          <p:spPr bwMode="auto">
            <a:xfrm>
              <a:off x="4841" y="2359"/>
              <a:ext cx="252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6" name="Line 167"/>
            <p:cNvSpPr>
              <a:spLocks noChangeShapeType="1"/>
            </p:cNvSpPr>
            <p:nvPr/>
          </p:nvSpPr>
          <p:spPr bwMode="auto">
            <a:xfrm flipV="1">
              <a:off x="5093" y="2359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7" name="Line 168"/>
            <p:cNvSpPr>
              <a:spLocks noChangeShapeType="1"/>
            </p:cNvSpPr>
            <p:nvPr/>
          </p:nvSpPr>
          <p:spPr bwMode="auto">
            <a:xfrm>
              <a:off x="5093" y="2582"/>
              <a:ext cx="226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38" name="Rectangle 169"/>
            <p:cNvSpPr>
              <a:spLocks noChangeArrowheads="1"/>
            </p:cNvSpPr>
            <p:nvPr/>
          </p:nvSpPr>
          <p:spPr bwMode="auto">
            <a:xfrm>
              <a:off x="2022" y="2115"/>
              <a:ext cx="102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 altLang="zh-CN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39" name="Rectangle 170"/>
            <p:cNvSpPr>
              <a:spLocks noChangeArrowheads="1"/>
            </p:cNvSpPr>
            <p:nvPr/>
          </p:nvSpPr>
          <p:spPr bwMode="auto">
            <a:xfrm>
              <a:off x="2501" y="2115"/>
              <a:ext cx="102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altLang="zh-CN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40" name="Rectangle 171"/>
            <p:cNvSpPr>
              <a:spLocks noChangeArrowheads="1"/>
            </p:cNvSpPr>
            <p:nvPr/>
          </p:nvSpPr>
          <p:spPr bwMode="auto">
            <a:xfrm>
              <a:off x="2979" y="2115"/>
              <a:ext cx="102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en-US" altLang="zh-CN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41" name="Rectangle 172"/>
            <p:cNvSpPr>
              <a:spLocks noChangeArrowheads="1"/>
            </p:cNvSpPr>
            <p:nvPr/>
          </p:nvSpPr>
          <p:spPr bwMode="auto">
            <a:xfrm>
              <a:off x="3457" y="2115"/>
              <a:ext cx="102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  <a:endParaRPr lang="en-US" altLang="zh-CN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42" name="Line 173"/>
            <p:cNvSpPr>
              <a:spLocks noChangeShapeType="1"/>
            </p:cNvSpPr>
            <p:nvPr/>
          </p:nvSpPr>
          <p:spPr bwMode="auto">
            <a:xfrm>
              <a:off x="3884" y="2359"/>
              <a:ext cx="253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43" name="Line 174"/>
            <p:cNvSpPr>
              <a:spLocks noChangeShapeType="1"/>
            </p:cNvSpPr>
            <p:nvPr/>
          </p:nvSpPr>
          <p:spPr bwMode="auto">
            <a:xfrm>
              <a:off x="4362" y="2359"/>
              <a:ext cx="253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44" name="Line 175"/>
            <p:cNvSpPr>
              <a:spLocks noChangeShapeType="1"/>
            </p:cNvSpPr>
            <p:nvPr/>
          </p:nvSpPr>
          <p:spPr bwMode="auto">
            <a:xfrm>
              <a:off x="4841" y="2359"/>
              <a:ext cx="252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45" name="Rectangle 176"/>
            <p:cNvSpPr>
              <a:spLocks noChangeArrowheads="1"/>
            </p:cNvSpPr>
            <p:nvPr/>
          </p:nvSpPr>
          <p:spPr bwMode="auto">
            <a:xfrm>
              <a:off x="3936" y="2115"/>
              <a:ext cx="102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en-US" altLang="zh-CN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46" name="Rectangle 177"/>
            <p:cNvSpPr>
              <a:spLocks noChangeArrowheads="1"/>
            </p:cNvSpPr>
            <p:nvPr/>
          </p:nvSpPr>
          <p:spPr bwMode="auto">
            <a:xfrm>
              <a:off x="4414" y="2115"/>
              <a:ext cx="102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altLang="zh-CN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47" name="Rectangle 178"/>
            <p:cNvSpPr>
              <a:spLocks noChangeArrowheads="1"/>
            </p:cNvSpPr>
            <p:nvPr/>
          </p:nvSpPr>
          <p:spPr bwMode="auto">
            <a:xfrm>
              <a:off x="4910" y="2115"/>
              <a:ext cx="102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3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en-US" altLang="zh-CN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48" name="Line 179"/>
            <p:cNvSpPr>
              <a:spLocks noChangeShapeType="1"/>
            </p:cNvSpPr>
            <p:nvPr/>
          </p:nvSpPr>
          <p:spPr bwMode="auto">
            <a:xfrm>
              <a:off x="1039" y="2925"/>
              <a:ext cx="706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49" name="Line 180"/>
            <p:cNvSpPr>
              <a:spLocks noChangeShapeType="1"/>
            </p:cNvSpPr>
            <p:nvPr/>
          </p:nvSpPr>
          <p:spPr bwMode="auto">
            <a:xfrm flipV="1">
              <a:off x="1745" y="2701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0" name="Line 181"/>
            <p:cNvSpPr>
              <a:spLocks noChangeShapeType="1"/>
            </p:cNvSpPr>
            <p:nvPr/>
          </p:nvSpPr>
          <p:spPr bwMode="auto">
            <a:xfrm>
              <a:off x="1745" y="2701"/>
              <a:ext cx="478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1" name="Line 182"/>
            <p:cNvSpPr>
              <a:spLocks noChangeShapeType="1"/>
            </p:cNvSpPr>
            <p:nvPr/>
          </p:nvSpPr>
          <p:spPr bwMode="auto">
            <a:xfrm flipV="1">
              <a:off x="2223" y="2701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2" name="Line 183"/>
            <p:cNvSpPr>
              <a:spLocks noChangeShapeType="1"/>
            </p:cNvSpPr>
            <p:nvPr/>
          </p:nvSpPr>
          <p:spPr bwMode="auto">
            <a:xfrm>
              <a:off x="2223" y="2925"/>
              <a:ext cx="479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3" name="Line 184"/>
            <p:cNvSpPr>
              <a:spLocks noChangeShapeType="1"/>
            </p:cNvSpPr>
            <p:nvPr/>
          </p:nvSpPr>
          <p:spPr bwMode="auto">
            <a:xfrm flipV="1">
              <a:off x="2702" y="2701"/>
              <a:ext cx="1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4" name="Line 185"/>
            <p:cNvSpPr>
              <a:spLocks noChangeShapeType="1"/>
            </p:cNvSpPr>
            <p:nvPr/>
          </p:nvSpPr>
          <p:spPr bwMode="auto">
            <a:xfrm>
              <a:off x="2702" y="2701"/>
              <a:ext cx="478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5" name="Line 186"/>
            <p:cNvSpPr>
              <a:spLocks noChangeShapeType="1"/>
            </p:cNvSpPr>
            <p:nvPr/>
          </p:nvSpPr>
          <p:spPr bwMode="auto">
            <a:xfrm flipV="1">
              <a:off x="3180" y="2701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6" name="Line 187"/>
            <p:cNvSpPr>
              <a:spLocks noChangeShapeType="1"/>
            </p:cNvSpPr>
            <p:nvPr/>
          </p:nvSpPr>
          <p:spPr bwMode="auto">
            <a:xfrm>
              <a:off x="3180" y="2925"/>
              <a:ext cx="478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7" name="Line 188"/>
            <p:cNvSpPr>
              <a:spLocks noChangeShapeType="1"/>
            </p:cNvSpPr>
            <p:nvPr/>
          </p:nvSpPr>
          <p:spPr bwMode="auto">
            <a:xfrm flipV="1">
              <a:off x="3658" y="2701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8" name="Line 189"/>
            <p:cNvSpPr>
              <a:spLocks noChangeShapeType="1"/>
            </p:cNvSpPr>
            <p:nvPr/>
          </p:nvSpPr>
          <p:spPr bwMode="auto">
            <a:xfrm>
              <a:off x="3658" y="2701"/>
              <a:ext cx="479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59" name="Line 190"/>
            <p:cNvSpPr>
              <a:spLocks noChangeShapeType="1"/>
            </p:cNvSpPr>
            <p:nvPr/>
          </p:nvSpPr>
          <p:spPr bwMode="auto">
            <a:xfrm flipV="1">
              <a:off x="4137" y="2701"/>
              <a:ext cx="1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0" name="Line 191"/>
            <p:cNvSpPr>
              <a:spLocks noChangeShapeType="1"/>
            </p:cNvSpPr>
            <p:nvPr/>
          </p:nvSpPr>
          <p:spPr bwMode="auto">
            <a:xfrm>
              <a:off x="4137" y="2925"/>
              <a:ext cx="478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1" name="Line 192"/>
            <p:cNvSpPr>
              <a:spLocks noChangeShapeType="1"/>
            </p:cNvSpPr>
            <p:nvPr/>
          </p:nvSpPr>
          <p:spPr bwMode="auto">
            <a:xfrm flipV="1">
              <a:off x="4615" y="2701"/>
              <a:ext cx="1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2" name="Line 193"/>
            <p:cNvSpPr>
              <a:spLocks noChangeShapeType="1"/>
            </p:cNvSpPr>
            <p:nvPr/>
          </p:nvSpPr>
          <p:spPr bwMode="auto">
            <a:xfrm>
              <a:off x="4615" y="2701"/>
              <a:ext cx="478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3" name="Line 194"/>
            <p:cNvSpPr>
              <a:spLocks noChangeShapeType="1"/>
            </p:cNvSpPr>
            <p:nvPr/>
          </p:nvSpPr>
          <p:spPr bwMode="auto">
            <a:xfrm flipV="1">
              <a:off x="5093" y="2701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4" name="Line 195"/>
            <p:cNvSpPr>
              <a:spLocks noChangeShapeType="1"/>
            </p:cNvSpPr>
            <p:nvPr/>
          </p:nvSpPr>
          <p:spPr bwMode="auto">
            <a:xfrm>
              <a:off x="1039" y="3255"/>
              <a:ext cx="1184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5" name="Line 196"/>
            <p:cNvSpPr>
              <a:spLocks noChangeShapeType="1"/>
            </p:cNvSpPr>
            <p:nvPr/>
          </p:nvSpPr>
          <p:spPr bwMode="auto">
            <a:xfrm flipV="1">
              <a:off x="2223" y="3032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6" name="Line 197"/>
            <p:cNvSpPr>
              <a:spLocks noChangeShapeType="1"/>
            </p:cNvSpPr>
            <p:nvPr/>
          </p:nvSpPr>
          <p:spPr bwMode="auto">
            <a:xfrm>
              <a:off x="2223" y="3032"/>
              <a:ext cx="957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7" name="Line 198"/>
            <p:cNvSpPr>
              <a:spLocks noChangeShapeType="1"/>
            </p:cNvSpPr>
            <p:nvPr/>
          </p:nvSpPr>
          <p:spPr bwMode="auto">
            <a:xfrm flipV="1">
              <a:off x="3180" y="3032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8" name="Line 199"/>
            <p:cNvSpPr>
              <a:spLocks noChangeShapeType="1"/>
            </p:cNvSpPr>
            <p:nvPr/>
          </p:nvSpPr>
          <p:spPr bwMode="auto">
            <a:xfrm>
              <a:off x="3180" y="3255"/>
              <a:ext cx="957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69" name="Line 200"/>
            <p:cNvSpPr>
              <a:spLocks noChangeShapeType="1"/>
            </p:cNvSpPr>
            <p:nvPr/>
          </p:nvSpPr>
          <p:spPr bwMode="auto">
            <a:xfrm flipV="1">
              <a:off x="4137" y="3032"/>
              <a:ext cx="1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0" name="Line 201"/>
            <p:cNvSpPr>
              <a:spLocks noChangeShapeType="1"/>
            </p:cNvSpPr>
            <p:nvPr/>
          </p:nvSpPr>
          <p:spPr bwMode="auto">
            <a:xfrm>
              <a:off x="4137" y="3032"/>
              <a:ext cx="956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1" name="Line 202"/>
            <p:cNvSpPr>
              <a:spLocks noChangeShapeType="1"/>
            </p:cNvSpPr>
            <p:nvPr/>
          </p:nvSpPr>
          <p:spPr bwMode="auto">
            <a:xfrm flipV="1">
              <a:off x="5093" y="3032"/>
              <a:ext cx="2" cy="223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2" name="Line 203"/>
            <p:cNvSpPr>
              <a:spLocks noChangeShapeType="1"/>
            </p:cNvSpPr>
            <p:nvPr/>
          </p:nvSpPr>
          <p:spPr bwMode="auto">
            <a:xfrm>
              <a:off x="1039" y="3586"/>
              <a:ext cx="2141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3" name="Line 204"/>
            <p:cNvSpPr>
              <a:spLocks noChangeShapeType="1"/>
            </p:cNvSpPr>
            <p:nvPr/>
          </p:nvSpPr>
          <p:spPr bwMode="auto">
            <a:xfrm flipV="1">
              <a:off x="3180" y="3362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4" name="Line 205"/>
            <p:cNvSpPr>
              <a:spLocks noChangeShapeType="1"/>
            </p:cNvSpPr>
            <p:nvPr/>
          </p:nvSpPr>
          <p:spPr bwMode="auto">
            <a:xfrm>
              <a:off x="3180" y="3362"/>
              <a:ext cx="1913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5" name="Line 206"/>
            <p:cNvSpPr>
              <a:spLocks noChangeShapeType="1"/>
            </p:cNvSpPr>
            <p:nvPr/>
          </p:nvSpPr>
          <p:spPr bwMode="auto">
            <a:xfrm flipV="1">
              <a:off x="5093" y="3362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6" name="Line 207"/>
            <p:cNvSpPr>
              <a:spLocks noChangeShapeType="1"/>
            </p:cNvSpPr>
            <p:nvPr/>
          </p:nvSpPr>
          <p:spPr bwMode="auto">
            <a:xfrm flipV="1">
              <a:off x="4618" y="3690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7" name="Line 208"/>
            <p:cNvSpPr>
              <a:spLocks noChangeShapeType="1"/>
            </p:cNvSpPr>
            <p:nvPr/>
          </p:nvSpPr>
          <p:spPr bwMode="auto">
            <a:xfrm>
              <a:off x="4618" y="3690"/>
              <a:ext cx="478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8" name="Line 209"/>
            <p:cNvSpPr>
              <a:spLocks noChangeShapeType="1"/>
            </p:cNvSpPr>
            <p:nvPr/>
          </p:nvSpPr>
          <p:spPr bwMode="auto">
            <a:xfrm flipV="1">
              <a:off x="5096" y="3690"/>
              <a:ext cx="2" cy="224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79" name="Line 210"/>
            <p:cNvSpPr>
              <a:spLocks noChangeShapeType="1"/>
            </p:cNvSpPr>
            <p:nvPr/>
          </p:nvSpPr>
          <p:spPr bwMode="auto">
            <a:xfrm>
              <a:off x="5096" y="3914"/>
              <a:ext cx="226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80" name="Line 211"/>
            <p:cNvSpPr>
              <a:spLocks noChangeShapeType="1"/>
            </p:cNvSpPr>
            <p:nvPr/>
          </p:nvSpPr>
          <p:spPr bwMode="auto">
            <a:xfrm>
              <a:off x="5103" y="2918"/>
              <a:ext cx="226" cy="1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81" name="Line 212"/>
            <p:cNvSpPr>
              <a:spLocks noChangeShapeType="1"/>
            </p:cNvSpPr>
            <p:nvPr/>
          </p:nvSpPr>
          <p:spPr bwMode="auto">
            <a:xfrm>
              <a:off x="5088" y="3251"/>
              <a:ext cx="226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0082" name="Line 213"/>
            <p:cNvSpPr>
              <a:spLocks noChangeShapeType="1"/>
            </p:cNvSpPr>
            <p:nvPr/>
          </p:nvSpPr>
          <p:spPr bwMode="auto">
            <a:xfrm>
              <a:off x="5088" y="3591"/>
              <a:ext cx="226" cy="0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154" name="Text Box 215"/>
          <p:cNvSpPr txBox="1">
            <a:spLocks noChangeArrowheads="1"/>
          </p:cNvSpPr>
          <p:nvPr/>
        </p:nvSpPr>
        <p:spPr bwMode="auto">
          <a:xfrm>
            <a:off x="500063" y="3111500"/>
            <a:ext cx="2374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⑤ </a:t>
            </a:r>
            <a:r>
              <a:rPr kumimoji="1"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波形图</a:t>
            </a:r>
            <a:endParaRPr kumimoji="1" lang="zh-CN" altLang="en-US" sz="24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Group 224"/>
          <p:cNvGrpSpPr/>
          <p:nvPr/>
        </p:nvGrpSpPr>
        <p:grpSpPr bwMode="auto">
          <a:xfrm>
            <a:off x="2082800" y="3929063"/>
            <a:ext cx="4845050" cy="2786062"/>
            <a:chOff x="1565" y="2523"/>
            <a:chExt cx="3356" cy="1361"/>
          </a:xfrm>
        </p:grpSpPr>
        <p:sp>
          <p:nvSpPr>
            <p:cNvPr id="39988" name="Line 216"/>
            <p:cNvSpPr>
              <a:spLocks noChangeShapeType="1"/>
            </p:cNvSpPr>
            <p:nvPr/>
          </p:nvSpPr>
          <p:spPr bwMode="auto">
            <a:xfrm>
              <a:off x="1565" y="2523"/>
              <a:ext cx="0" cy="1361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9989" name="Line 217"/>
            <p:cNvSpPr>
              <a:spLocks noChangeShapeType="1"/>
            </p:cNvSpPr>
            <p:nvPr/>
          </p:nvSpPr>
          <p:spPr bwMode="auto">
            <a:xfrm>
              <a:off x="2046" y="2523"/>
              <a:ext cx="0" cy="1361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9990" name="Line 218"/>
            <p:cNvSpPr>
              <a:spLocks noChangeShapeType="1"/>
            </p:cNvSpPr>
            <p:nvPr/>
          </p:nvSpPr>
          <p:spPr bwMode="auto">
            <a:xfrm>
              <a:off x="2526" y="2523"/>
              <a:ext cx="0" cy="1361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9991" name="Line 219"/>
            <p:cNvSpPr>
              <a:spLocks noChangeShapeType="1"/>
            </p:cNvSpPr>
            <p:nvPr/>
          </p:nvSpPr>
          <p:spPr bwMode="auto">
            <a:xfrm>
              <a:off x="3016" y="2523"/>
              <a:ext cx="0" cy="1361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9992" name="Line 220"/>
            <p:cNvSpPr>
              <a:spLocks noChangeShapeType="1"/>
            </p:cNvSpPr>
            <p:nvPr/>
          </p:nvSpPr>
          <p:spPr bwMode="auto">
            <a:xfrm>
              <a:off x="3488" y="2523"/>
              <a:ext cx="0" cy="1361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9993" name="Line 221"/>
            <p:cNvSpPr>
              <a:spLocks noChangeShapeType="1"/>
            </p:cNvSpPr>
            <p:nvPr/>
          </p:nvSpPr>
          <p:spPr bwMode="auto">
            <a:xfrm>
              <a:off x="3960" y="2523"/>
              <a:ext cx="0" cy="1361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9994" name="Line 222"/>
            <p:cNvSpPr>
              <a:spLocks noChangeShapeType="1"/>
            </p:cNvSpPr>
            <p:nvPr/>
          </p:nvSpPr>
          <p:spPr bwMode="auto">
            <a:xfrm>
              <a:off x="4431" y="2523"/>
              <a:ext cx="0" cy="1361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39995" name="Line 223"/>
            <p:cNvSpPr>
              <a:spLocks noChangeShapeType="1"/>
            </p:cNvSpPr>
            <p:nvPr/>
          </p:nvSpPr>
          <p:spPr bwMode="auto">
            <a:xfrm>
              <a:off x="4921" y="2523"/>
              <a:ext cx="0" cy="1361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164" name="Text Box 225"/>
          <p:cNvSpPr txBox="1">
            <a:spLocks noChangeArrowheads="1"/>
          </p:cNvSpPr>
          <p:nvPr/>
        </p:nvSpPr>
        <p:spPr bwMode="auto">
          <a:xfrm>
            <a:off x="7572375" y="4095750"/>
            <a:ext cx="1152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 i="1">
                <a:solidFill>
                  <a:srgbClr val="FF0000"/>
                </a:solidFill>
                <a:latin typeface="Times New Roman" panose="02020603050405020304" pitchFamily="18" charset="0"/>
                <a:ea typeface="Dotum" pitchFamily="34" charset="-127"/>
                <a:cs typeface="Times New Roman" panose="02020603050405020304" pitchFamily="18" charset="0"/>
              </a:rPr>
              <a:t>f</a:t>
            </a:r>
            <a:r>
              <a:rPr lang="en-US" altLang="zh-CN" sz="2400" b="1" i="1" baseline="-25000">
                <a:solidFill>
                  <a:srgbClr val="FF0000"/>
                </a:solidFill>
                <a:latin typeface="Times New Roman" panose="02020603050405020304" pitchFamily="18" charset="0"/>
                <a:ea typeface="Dotum" pitchFamily="34" charset="-127"/>
                <a:cs typeface="Times New Roman" panose="02020603050405020304" pitchFamily="18" charset="0"/>
              </a:rPr>
              <a:t>CP</a:t>
            </a:r>
            <a:endParaRPr lang="en-US" altLang="zh-CN" sz="2400" b="1" i="1" baseline="-25000">
              <a:solidFill>
                <a:srgbClr val="FF0000"/>
              </a:solidFill>
              <a:latin typeface="Times New Roman" panose="02020603050405020304" pitchFamily="18" charset="0"/>
              <a:ea typeface="Dotum" pitchFamily="34" charset="-127"/>
              <a:cs typeface="Times New Roman" panose="02020603050405020304" pitchFamily="18" charset="0"/>
            </a:endParaRPr>
          </a:p>
        </p:txBody>
      </p:sp>
      <p:sp>
        <p:nvSpPr>
          <p:cNvPr id="165" name="Text Box 226"/>
          <p:cNvSpPr txBox="1">
            <a:spLocks noChangeArrowheads="1"/>
          </p:cNvSpPr>
          <p:nvPr/>
        </p:nvSpPr>
        <p:spPr bwMode="auto">
          <a:xfrm>
            <a:off x="7556500" y="4600575"/>
            <a:ext cx="1152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 i="1">
                <a:solidFill>
                  <a:srgbClr val="FF0000"/>
                </a:solidFill>
                <a:latin typeface="Times New Roman" panose="02020603050405020304" pitchFamily="18" charset="0"/>
                <a:ea typeface="Dotum" pitchFamily="34" charset="-127"/>
                <a:cs typeface="Times New Roman" panose="02020603050405020304" pitchFamily="18" charset="0"/>
              </a:rPr>
              <a:t>1/2f</a:t>
            </a:r>
            <a:r>
              <a:rPr lang="en-US" altLang="zh-CN" sz="2400" b="1" i="1" baseline="-25000">
                <a:solidFill>
                  <a:srgbClr val="FF0000"/>
                </a:solidFill>
                <a:latin typeface="Times New Roman" panose="02020603050405020304" pitchFamily="18" charset="0"/>
                <a:ea typeface="Dotum" pitchFamily="34" charset="-127"/>
                <a:cs typeface="Times New Roman" panose="02020603050405020304" pitchFamily="18" charset="0"/>
              </a:rPr>
              <a:t>CP</a:t>
            </a:r>
            <a:endParaRPr lang="en-US" altLang="zh-CN" sz="2400" b="1" i="1" baseline="-25000">
              <a:solidFill>
                <a:srgbClr val="FF0000"/>
              </a:solidFill>
              <a:latin typeface="Times New Roman" panose="02020603050405020304" pitchFamily="18" charset="0"/>
              <a:ea typeface="Dotum" pitchFamily="34" charset="-127"/>
              <a:cs typeface="Times New Roman" panose="02020603050405020304" pitchFamily="18" charset="0"/>
            </a:endParaRPr>
          </a:p>
        </p:txBody>
      </p:sp>
      <p:sp>
        <p:nvSpPr>
          <p:cNvPr id="166" name="Text Box 227"/>
          <p:cNvSpPr txBox="1">
            <a:spLocks noChangeArrowheads="1"/>
          </p:cNvSpPr>
          <p:nvPr/>
        </p:nvSpPr>
        <p:spPr bwMode="auto">
          <a:xfrm>
            <a:off x="7556500" y="5103813"/>
            <a:ext cx="1152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 i="1">
                <a:solidFill>
                  <a:srgbClr val="FF0000"/>
                </a:solidFill>
                <a:latin typeface="Times New Roman" panose="02020603050405020304" pitchFamily="18" charset="0"/>
                <a:ea typeface="Dotum" pitchFamily="34" charset="-127"/>
                <a:cs typeface="Times New Roman" panose="02020603050405020304" pitchFamily="18" charset="0"/>
              </a:rPr>
              <a:t>1/4f</a:t>
            </a:r>
            <a:r>
              <a:rPr lang="en-US" altLang="zh-CN" sz="2400" b="1" i="1" baseline="-25000">
                <a:solidFill>
                  <a:srgbClr val="FF0000"/>
                </a:solidFill>
                <a:latin typeface="Times New Roman" panose="02020603050405020304" pitchFamily="18" charset="0"/>
                <a:ea typeface="Dotum" pitchFamily="34" charset="-127"/>
                <a:cs typeface="Times New Roman" panose="02020603050405020304" pitchFamily="18" charset="0"/>
              </a:rPr>
              <a:t>CP</a:t>
            </a:r>
            <a:endParaRPr lang="en-US" altLang="zh-CN" sz="2400" b="1" i="1" baseline="-25000">
              <a:solidFill>
                <a:srgbClr val="FF0000"/>
              </a:solidFill>
              <a:latin typeface="Times New Roman" panose="02020603050405020304" pitchFamily="18" charset="0"/>
              <a:ea typeface="Dotum" pitchFamily="34" charset="-127"/>
              <a:cs typeface="Times New Roman" panose="02020603050405020304" pitchFamily="18" charset="0"/>
            </a:endParaRPr>
          </a:p>
        </p:txBody>
      </p:sp>
      <p:sp>
        <p:nvSpPr>
          <p:cNvPr id="167" name="Text Box 228"/>
          <p:cNvSpPr txBox="1">
            <a:spLocks noChangeArrowheads="1"/>
          </p:cNvSpPr>
          <p:nvPr/>
        </p:nvSpPr>
        <p:spPr bwMode="auto">
          <a:xfrm>
            <a:off x="7562850" y="5535613"/>
            <a:ext cx="1152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 i="1">
                <a:solidFill>
                  <a:srgbClr val="FF0000"/>
                </a:solidFill>
                <a:latin typeface="Times New Roman" panose="02020603050405020304" pitchFamily="18" charset="0"/>
                <a:ea typeface="Dotum" pitchFamily="34" charset="-127"/>
                <a:cs typeface="Times New Roman" panose="02020603050405020304" pitchFamily="18" charset="0"/>
              </a:rPr>
              <a:t>1/8f</a:t>
            </a:r>
            <a:r>
              <a:rPr lang="en-US" altLang="zh-CN" sz="2400" b="1" i="1" baseline="-25000">
                <a:solidFill>
                  <a:srgbClr val="FF0000"/>
                </a:solidFill>
                <a:latin typeface="Times New Roman" panose="02020603050405020304" pitchFamily="18" charset="0"/>
                <a:ea typeface="Dotum" pitchFamily="34" charset="-127"/>
                <a:cs typeface="Times New Roman" panose="02020603050405020304" pitchFamily="18" charset="0"/>
              </a:rPr>
              <a:t>CP</a:t>
            </a:r>
            <a:endParaRPr lang="en-US" altLang="zh-CN" sz="2400" b="1" i="1" baseline="-25000">
              <a:solidFill>
                <a:srgbClr val="FF0000"/>
              </a:solidFill>
              <a:latin typeface="Times New Roman" panose="02020603050405020304" pitchFamily="18" charset="0"/>
              <a:ea typeface="Dotum" pitchFamily="34" charset="-127"/>
              <a:cs typeface="Times New Roman" panose="02020603050405020304" pitchFamily="18" charset="0"/>
            </a:endParaRPr>
          </a:p>
        </p:txBody>
      </p:sp>
      <p:grpSp>
        <p:nvGrpSpPr>
          <p:cNvPr id="4" name="组合 175"/>
          <p:cNvGrpSpPr/>
          <p:nvPr/>
        </p:nvGrpSpPr>
        <p:grpSpPr bwMode="auto">
          <a:xfrm>
            <a:off x="1030288" y="915988"/>
            <a:ext cx="6045200" cy="1811337"/>
            <a:chOff x="1030307" y="916528"/>
            <a:chExt cx="6045195" cy="1810234"/>
          </a:xfrm>
        </p:grpSpPr>
        <p:grpSp>
          <p:nvGrpSpPr>
            <p:cNvPr id="39951" name="Group 62"/>
            <p:cNvGrpSpPr/>
            <p:nvPr/>
          </p:nvGrpSpPr>
          <p:grpSpPr bwMode="auto">
            <a:xfrm>
              <a:off x="1030307" y="1127125"/>
              <a:ext cx="1006475" cy="863600"/>
              <a:chOff x="1496" y="3384"/>
              <a:chExt cx="634" cy="544"/>
            </a:xfrm>
          </p:grpSpPr>
          <p:sp>
            <p:nvSpPr>
              <p:cNvPr id="39986" name="Oval 63"/>
              <p:cNvSpPr>
                <a:spLocks noChangeAspect="1" noChangeArrowheads="1"/>
              </p:cNvSpPr>
              <p:nvPr/>
            </p:nvSpPr>
            <p:spPr bwMode="auto">
              <a:xfrm>
                <a:off x="1538" y="3384"/>
                <a:ext cx="544" cy="54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87" name="Text Box 64"/>
              <p:cNvSpPr txBox="1">
                <a:spLocks noChangeArrowheads="1"/>
              </p:cNvSpPr>
              <p:nvPr/>
            </p:nvSpPr>
            <p:spPr bwMode="auto">
              <a:xfrm>
                <a:off x="1496" y="3532"/>
                <a:ext cx="634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 i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600" b="1" i="1" baseline="-2500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r>
                  <a:rPr lang="en-US" altLang="zh-CN" sz="1600" b="1" i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600" b="1" i="1" baseline="-2500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altLang="zh-CN" sz="1600" b="1" i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600" b="1" i="1" baseline="-2500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en-US" altLang="zh-CN" sz="1600" b="1" i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9952" name="Text Box 96"/>
            <p:cNvSpPr txBox="1">
              <a:spLocks noChangeArrowheads="1"/>
            </p:cNvSpPr>
            <p:nvPr/>
          </p:nvSpPr>
          <p:spPr bwMode="auto">
            <a:xfrm>
              <a:off x="1930399" y="1071546"/>
              <a:ext cx="56989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endPara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39953" name="组合 174"/>
            <p:cNvGrpSpPr/>
            <p:nvPr/>
          </p:nvGrpSpPr>
          <p:grpSpPr bwMode="auto">
            <a:xfrm>
              <a:off x="2857488" y="916528"/>
              <a:ext cx="4218014" cy="1810234"/>
              <a:chOff x="2857488" y="916528"/>
              <a:chExt cx="4218014" cy="1810234"/>
            </a:xfrm>
          </p:grpSpPr>
          <p:sp>
            <p:nvSpPr>
              <p:cNvPr id="39954" name="Oval 60"/>
              <p:cNvSpPr>
                <a:spLocks noChangeAspect="1" noChangeArrowheads="1"/>
              </p:cNvSpPr>
              <p:nvPr/>
            </p:nvSpPr>
            <p:spPr bwMode="auto">
              <a:xfrm>
                <a:off x="6373812" y="2092325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55" name="Text Box 61"/>
              <p:cNvSpPr txBox="1">
                <a:spLocks noChangeArrowheads="1"/>
              </p:cNvSpPr>
              <p:nvPr/>
            </p:nvSpPr>
            <p:spPr bwMode="auto">
              <a:xfrm>
                <a:off x="6375400" y="2208213"/>
                <a:ext cx="576263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56" name="Oval 66"/>
              <p:cNvSpPr>
                <a:spLocks noChangeAspect="1" noChangeArrowheads="1"/>
              </p:cNvSpPr>
              <p:nvPr/>
            </p:nvSpPr>
            <p:spPr bwMode="auto">
              <a:xfrm>
                <a:off x="4068762" y="1025525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57" name="Text Box 67"/>
              <p:cNvSpPr txBox="1">
                <a:spLocks noChangeArrowheads="1"/>
              </p:cNvSpPr>
              <p:nvPr/>
            </p:nvSpPr>
            <p:spPr bwMode="auto">
              <a:xfrm>
                <a:off x="4070350" y="1141413"/>
                <a:ext cx="576263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58" name="Oval 69"/>
              <p:cNvSpPr>
                <a:spLocks noChangeAspect="1" noChangeArrowheads="1"/>
              </p:cNvSpPr>
              <p:nvPr/>
            </p:nvSpPr>
            <p:spPr bwMode="auto">
              <a:xfrm>
                <a:off x="5221287" y="1025525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59" name="Text Box 70"/>
              <p:cNvSpPr txBox="1">
                <a:spLocks noChangeArrowheads="1"/>
              </p:cNvSpPr>
              <p:nvPr/>
            </p:nvSpPr>
            <p:spPr bwMode="auto">
              <a:xfrm>
                <a:off x="5222875" y="1141413"/>
                <a:ext cx="576263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0" name="Oval 72"/>
              <p:cNvSpPr>
                <a:spLocks noChangeAspect="1" noChangeArrowheads="1"/>
              </p:cNvSpPr>
              <p:nvPr/>
            </p:nvSpPr>
            <p:spPr bwMode="auto">
              <a:xfrm>
                <a:off x="6361129" y="1011238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1" name="Text Box 73"/>
              <p:cNvSpPr txBox="1">
                <a:spLocks noChangeArrowheads="1"/>
              </p:cNvSpPr>
              <p:nvPr/>
            </p:nvSpPr>
            <p:spPr bwMode="auto">
              <a:xfrm>
                <a:off x="6345237" y="1098551"/>
                <a:ext cx="576263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2" name="Oval 75"/>
              <p:cNvSpPr>
                <a:spLocks noChangeAspect="1" noChangeArrowheads="1"/>
              </p:cNvSpPr>
              <p:nvPr/>
            </p:nvSpPr>
            <p:spPr bwMode="auto">
              <a:xfrm>
                <a:off x="5221287" y="2092325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3" name="Text Box 76"/>
              <p:cNvSpPr txBox="1">
                <a:spLocks noChangeArrowheads="1"/>
              </p:cNvSpPr>
              <p:nvPr/>
            </p:nvSpPr>
            <p:spPr bwMode="auto">
              <a:xfrm>
                <a:off x="5222875" y="2208213"/>
                <a:ext cx="576263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4" name="Oval 78"/>
              <p:cNvSpPr>
                <a:spLocks noChangeAspect="1" noChangeArrowheads="1"/>
              </p:cNvSpPr>
              <p:nvPr/>
            </p:nvSpPr>
            <p:spPr bwMode="auto">
              <a:xfrm>
                <a:off x="4068762" y="2106613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5" name="Text Box 79"/>
              <p:cNvSpPr txBox="1">
                <a:spLocks noChangeArrowheads="1"/>
              </p:cNvSpPr>
              <p:nvPr/>
            </p:nvSpPr>
            <p:spPr bwMode="auto">
              <a:xfrm>
                <a:off x="4070350" y="2222501"/>
                <a:ext cx="576263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6" name="Oval 81"/>
              <p:cNvSpPr>
                <a:spLocks noChangeAspect="1" noChangeArrowheads="1"/>
              </p:cNvSpPr>
              <p:nvPr/>
            </p:nvSpPr>
            <p:spPr bwMode="auto">
              <a:xfrm>
                <a:off x="3017837" y="2135188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7" name="Text Box 82"/>
              <p:cNvSpPr txBox="1">
                <a:spLocks noChangeArrowheads="1"/>
              </p:cNvSpPr>
              <p:nvPr/>
            </p:nvSpPr>
            <p:spPr bwMode="auto">
              <a:xfrm>
                <a:off x="3019425" y="2251076"/>
                <a:ext cx="576263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8" name="Oval 84"/>
              <p:cNvSpPr>
                <a:spLocks noChangeAspect="1" noChangeArrowheads="1"/>
              </p:cNvSpPr>
              <p:nvPr/>
            </p:nvSpPr>
            <p:spPr bwMode="auto">
              <a:xfrm>
                <a:off x="2989262" y="1025525"/>
                <a:ext cx="568325" cy="5683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69" name="Text Box 85"/>
              <p:cNvSpPr txBox="1">
                <a:spLocks noChangeArrowheads="1"/>
              </p:cNvSpPr>
              <p:nvPr/>
            </p:nvSpPr>
            <p:spPr bwMode="auto">
              <a:xfrm>
                <a:off x="2990850" y="1141413"/>
                <a:ext cx="576263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70" name="Line 86"/>
              <p:cNvSpPr>
                <a:spLocks noChangeShapeType="1"/>
              </p:cNvSpPr>
              <p:nvPr/>
            </p:nvSpPr>
            <p:spPr bwMode="auto">
              <a:xfrm>
                <a:off x="3565524" y="1314450"/>
                <a:ext cx="50323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9971" name="Line 87"/>
              <p:cNvSpPr>
                <a:spLocks noChangeShapeType="1"/>
              </p:cNvSpPr>
              <p:nvPr/>
            </p:nvSpPr>
            <p:spPr bwMode="auto">
              <a:xfrm>
                <a:off x="4645024" y="1314450"/>
                <a:ext cx="5762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9972" name="Line 88"/>
              <p:cNvSpPr>
                <a:spLocks noChangeShapeType="1"/>
              </p:cNvSpPr>
              <p:nvPr/>
            </p:nvSpPr>
            <p:spPr bwMode="auto">
              <a:xfrm>
                <a:off x="5797549" y="1304910"/>
                <a:ext cx="57600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9973" name="Line 89"/>
              <p:cNvSpPr>
                <a:spLocks noChangeShapeType="1"/>
              </p:cNvSpPr>
              <p:nvPr/>
            </p:nvSpPr>
            <p:spPr bwMode="auto">
              <a:xfrm>
                <a:off x="6661149" y="1568450"/>
                <a:ext cx="0" cy="5400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9974" name="Line 90"/>
              <p:cNvSpPr>
                <a:spLocks noChangeShapeType="1"/>
              </p:cNvSpPr>
              <p:nvPr/>
            </p:nvSpPr>
            <p:spPr bwMode="auto">
              <a:xfrm flipH="1">
                <a:off x="5797549" y="2393950"/>
                <a:ext cx="5762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9975" name="Line 91"/>
              <p:cNvSpPr>
                <a:spLocks noChangeShapeType="1"/>
              </p:cNvSpPr>
              <p:nvPr/>
            </p:nvSpPr>
            <p:spPr bwMode="auto">
              <a:xfrm flipH="1">
                <a:off x="4635499" y="2393950"/>
                <a:ext cx="5762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9976" name="Line 92"/>
              <p:cNvSpPr>
                <a:spLocks noChangeShapeType="1"/>
              </p:cNvSpPr>
              <p:nvPr/>
            </p:nvSpPr>
            <p:spPr bwMode="auto">
              <a:xfrm flipH="1">
                <a:off x="3594099" y="2393950"/>
                <a:ext cx="46800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9977" name="Line 93"/>
              <p:cNvSpPr>
                <a:spLocks noChangeShapeType="1"/>
              </p:cNvSpPr>
              <p:nvPr/>
            </p:nvSpPr>
            <p:spPr bwMode="auto">
              <a:xfrm flipV="1">
                <a:off x="3286116" y="1582738"/>
                <a:ext cx="0" cy="5400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39978" name="Text Box 121"/>
              <p:cNvSpPr txBox="1">
                <a:spLocks noChangeArrowheads="1"/>
              </p:cNvSpPr>
              <p:nvPr/>
            </p:nvSpPr>
            <p:spPr bwMode="auto">
              <a:xfrm>
                <a:off x="3640134" y="916528"/>
                <a:ext cx="4318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/0</a:t>
                </a:r>
                <a:endPara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79" name="Text Box 121"/>
              <p:cNvSpPr txBox="1">
                <a:spLocks noChangeArrowheads="1"/>
              </p:cNvSpPr>
              <p:nvPr/>
            </p:nvSpPr>
            <p:spPr bwMode="auto">
              <a:xfrm>
                <a:off x="4711704" y="928670"/>
                <a:ext cx="4318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/0</a:t>
                </a:r>
                <a:endPara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80" name="Text Box 121"/>
              <p:cNvSpPr txBox="1">
                <a:spLocks noChangeArrowheads="1"/>
              </p:cNvSpPr>
              <p:nvPr/>
            </p:nvSpPr>
            <p:spPr bwMode="auto">
              <a:xfrm>
                <a:off x="5854712" y="928670"/>
                <a:ext cx="4318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/0</a:t>
                </a:r>
                <a:endPara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81" name="Text Box 121"/>
              <p:cNvSpPr txBox="1">
                <a:spLocks noChangeArrowheads="1"/>
              </p:cNvSpPr>
              <p:nvPr/>
            </p:nvSpPr>
            <p:spPr bwMode="auto">
              <a:xfrm>
                <a:off x="6643702" y="1630908"/>
                <a:ext cx="4318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/0</a:t>
                </a:r>
                <a:endPara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82" name="Text Box 121"/>
              <p:cNvSpPr txBox="1">
                <a:spLocks noChangeArrowheads="1"/>
              </p:cNvSpPr>
              <p:nvPr/>
            </p:nvSpPr>
            <p:spPr bwMode="auto">
              <a:xfrm>
                <a:off x="5857884" y="2357430"/>
                <a:ext cx="4318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/0</a:t>
                </a:r>
                <a:endPara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83" name="Text Box 121"/>
              <p:cNvSpPr txBox="1">
                <a:spLocks noChangeArrowheads="1"/>
              </p:cNvSpPr>
              <p:nvPr/>
            </p:nvSpPr>
            <p:spPr bwMode="auto">
              <a:xfrm>
                <a:off x="4714876" y="2357430"/>
                <a:ext cx="4318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/0</a:t>
                </a:r>
                <a:endPara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84" name="Text Box 121"/>
              <p:cNvSpPr txBox="1">
                <a:spLocks noChangeArrowheads="1"/>
              </p:cNvSpPr>
              <p:nvPr/>
            </p:nvSpPr>
            <p:spPr bwMode="auto">
              <a:xfrm>
                <a:off x="3643306" y="2357430"/>
                <a:ext cx="4318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/0</a:t>
                </a:r>
                <a:endPara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85" name="Text Box 121"/>
              <p:cNvSpPr txBox="1">
                <a:spLocks noChangeArrowheads="1"/>
              </p:cNvSpPr>
              <p:nvPr/>
            </p:nvSpPr>
            <p:spPr bwMode="auto">
              <a:xfrm>
                <a:off x="2857488" y="1714488"/>
                <a:ext cx="4318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5000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/1</a:t>
                </a:r>
                <a:endPara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" name="组合 350"/>
          <p:cNvGrpSpPr/>
          <p:nvPr/>
        </p:nvGrpSpPr>
        <p:grpSpPr bwMode="auto">
          <a:xfrm>
            <a:off x="3295650" y="4881563"/>
            <a:ext cx="3071813" cy="571500"/>
            <a:chOff x="4071934" y="5072074"/>
            <a:chExt cx="3071834" cy="571504"/>
          </a:xfrm>
        </p:grpSpPr>
        <p:sp>
          <p:nvSpPr>
            <p:cNvPr id="179" name="圆角矩形标注 178"/>
            <p:cNvSpPr/>
            <p:nvPr/>
          </p:nvSpPr>
          <p:spPr>
            <a:xfrm>
              <a:off x="4071934" y="5072074"/>
              <a:ext cx="3071834" cy="571504"/>
            </a:xfrm>
            <a:prstGeom prst="wedgeRoundRectCallout">
              <a:avLst>
                <a:gd name="adj1" fmla="val 67759"/>
                <a:gd name="adj2" fmla="val 193409"/>
                <a:gd name="adj3" fmla="val 16667"/>
              </a:avLst>
            </a:prstGeom>
            <a:solidFill>
              <a:srgbClr val="FFFF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39950" name="矩形 349"/>
            <p:cNvSpPr>
              <a:spLocks noChangeArrowheads="1"/>
            </p:cNvSpPr>
            <p:nvPr/>
          </p:nvSpPr>
          <p:spPr bwMode="auto">
            <a:xfrm>
              <a:off x="4143372" y="5143511"/>
              <a:ext cx="2937042" cy="400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的下降沿作为进位信号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sp>
        <p:nvSpPr>
          <p:cNvPr id="39948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/>
      <p:bldP spid="164" grpId="0"/>
      <p:bldP spid="165" grpId="0"/>
      <p:bldP spid="166" grpId="0"/>
      <p:bldP spid="16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860" name="Picture 4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1462088"/>
            <a:ext cx="6940550" cy="2182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Text Box 8"/>
          <p:cNvSpPr txBox="1">
            <a:spLocks noChangeArrowheads="1"/>
          </p:cNvSpPr>
          <p:nvPr/>
        </p:nvSpPr>
        <p:spPr bwMode="auto">
          <a:xfrm>
            <a:off x="344488" y="260350"/>
            <a:ext cx="47053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）同步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位二进制减法计数器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 Box 8"/>
          <p:cNvSpPr txBox="1">
            <a:spLocks noChangeArrowheads="1"/>
          </p:cNvSpPr>
          <p:nvPr/>
        </p:nvSpPr>
        <p:spPr bwMode="auto">
          <a:xfrm>
            <a:off x="827088" y="855663"/>
            <a:ext cx="2143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Text Box 8"/>
          <p:cNvSpPr txBox="1">
            <a:spLocks noChangeArrowheads="1"/>
          </p:cNvSpPr>
          <p:nvPr/>
        </p:nvSpPr>
        <p:spPr bwMode="auto">
          <a:xfrm>
            <a:off x="755650" y="3789363"/>
            <a:ext cx="2143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功能分析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 Box 16"/>
          <p:cNvSpPr txBox="1">
            <a:spLocks noChangeArrowheads="1"/>
          </p:cNvSpPr>
          <p:nvPr/>
        </p:nvSpPr>
        <p:spPr bwMode="auto">
          <a:xfrm>
            <a:off x="1258888" y="4251325"/>
            <a:ext cx="3743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①</a:t>
            </a:r>
            <a:r>
              <a:rPr lang="zh-CN" altLang="en-US" sz="2400" b="1">
                <a:solidFill>
                  <a:srgbClr val="6600CC"/>
                </a:solidFill>
              </a:rPr>
              <a:t>驱动方程和输出方程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grpSp>
        <p:nvGrpSpPr>
          <p:cNvPr id="9" name="Group 17"/>
          <p:cNvGrpSpPr/>
          <p:nvPr/>
        </p:nvGrpSpPr>
        <p:grpSpPr bwMode="auto">
          <a:xfrm>
            <a:off x="1857375" y="4991100"/>
            <a:ext cx="3040063" cy="1476375"/>
            <a:chOff x="2550" y="2779"/>
            <a:chExt cx="2068" cy="1082"/>
          </a:xfrm>
        </p:grpSpPr>
        <p:sp>
          <p:nvSpPr>
            <p:cNvPr id="40970" name="AutoShape 11"/>
            <p:cNvSpPr/>
            <p:nvPr/>
          </p:nvSpPr>
          <p:spPr bwMode="auto">
            <a:xfrm>
              <a:off x="2550" y="2900"/>
              <a:ext cx="194" cy="754"/>
            </a:xfrm>
            <a:prstGeom prst="leftBrace">
              <a:avLst>
                <a:gd name="adj1" fmla="val 52631"/>
                <a:gd name="adj2" fmla="val 50000"/>
              </a:avLst>
            </a:prstGeom>
            <a:noFill/>
            <a:ln w="38100">
              <a:solidFill>
                <a:schemeClr val="tx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zh-CN" sz="1600">
                <a:solidFill>
                  <a:srgbClr val="000000"/>
                </a:solidFill>
              </a:endParaRPr>
            </a:p>
          </p:txBody>
        </p:sp>
        <p:graphicFrame>
          <p:nvGraphicFramePr>
            <p:cNvPr id="40971" name="Object 5"/>
            <p:cNvGraphicFramePr>
              <a:graphicFrameLocks noChangeAspect="1"/>
            </p:cNvGraphicFramePr>
            <p:nvPr/>
          </p:nvGraphicFramePr>
          <p:xfrm>
            <a:off x="2625" y="2779"/>
            <a:ext cx="1599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570" name="公式" r:id="rId2" imgW="1064895" imgH="175260" progId="Equation.3">
                    <p:embed/>
                  </p:oleObj>
                </mc:Choice>
                <mc:Fallback>
                  <p:oleObj name="公式" r:id="rId2" imgW="1064895" imgH="175260" progId="Equation.3">
                    <p:embed/>
                    <p:pic>
                      <p:nvPicPr>
                        <p:cNvPr id="0" name="图片 1256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25" y="2779"/>
                          <a:ext cx="1599" cy="38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0972" name="Object 6"/>
            <p:cNvGraphicFramePr>
              <a:graphicFrameLocks noChangeAspect="1"/>
            </p:cNvGraphicFramePr>
            <p:nvPr/>
          </p:nvGraphicFramePr>
          <p:xfrm>
            <a:off x="2666" y="3089"/>
            <a:ext cx="1648" cy="4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571" name="公式" r:id="rId4" imgW="1177290" imgH="187960" progId="Equation.3">
                    <p:embed/>
                  </p:oleObj>
                </mc:Choice>
                <mc:Fallback>
                  <p:oleObj name="公式" r:id="rId4" imgW="1177290" imgH="187960" progId="Equation.3">
                    <p:embed/>
                    <p:pic>
                      <p:nvPicPr>
                        <p:cNvPr id="0" name="图片 1257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66" y="3089"/>
                          <a:ext cx="1648" cy="4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0973" name="Object 7"/>
            <p:cNvGraphicFramePr>
              <a:graphicFrameLocks noChangeAspect="1"/>
            </p:cNvGraphicFramePr>
            <p:nvPr/>
          </p:nvGraphicFramePr>
          <p:xfrm>
            <a:off x="2647" y="3431"/>
            <a:ext cx="1971" cy="43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572" name="公式" r:id="rId6" imgW="1440180" imgH="187960" progId="Equation.3">
                    <p:embed/>
                  </p:oleObj>
                </mc:Choice>
                <mc:Fallback>
                  <p:oleObj name="公式" r:id="rId6" imgW="1440180" imgH="187960" progId="Equation.3">
                    <p:embed/>
                    <p:pic>
                      <p:nvPicPr>
                        <p:cNvPr id="0" name="图片 1257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47" y="3431"/>
                          <a:ext cx="1971" cy="43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4" name="Object 8"/>
          <p:cNvGraphicFramePr>
            <a:graphicFrameLocks noChangeAspect="1"/>
          </p:cNvGraphicFramePr>
          <p:nvPr/>
        </p:nvGraphicFramePr>
        <p:xfrm>
          <a:off x="5286375" y="4986338"/>
          <a:ext cx="2070100" cy="590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573" name="公式" r:id="rId8" imgW="1064895" imgH="187960" progId="Equation.3">
                  <p:embed/>
                </p:oleObj>
              </mc:Choice>
              <mc:Fallback>
                <p:oleObj name="公式" r:id="rId8" imgW="1064895" imgH="187960" progId="Equation.3">
                  <p:embed/>
                  <p:pic>
                    <p:nvPicPr>
                      <p:cNvPr id="0" name="图片 1257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86375" y="4986338"/>
                        <a:ext cx="2070100" cy="590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0969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Text Box 10"/>
          <p:cNvSpPr txBox="1">
            <a:spLocks noChangeArrowheads="1"/>
          </p:cNvSpPr>
          <p:nvPr/>
        </p:nvSpPr>
        <p:spPr bwMode="auto">
          <a:xfrm>
            <a:off x="755650" y="142875"/>
            <a:ext cx="1887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②</a:t>
            </a:r>
            <a:r>
              <a:rPr lang="zh-CN" altLang="en-US" sz="2400" b="1">
                <a:solidFill>
                  <a:srgbClr val="6600CC"/>
                </a:solidFill>
              </a:rPr>
              <a:t>状态方程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sp>
        <p:nvSpPr>
          <p:cNvPr id="4" name="Text Box 11"/>
          <p:cNvSpPr txBox="1">
            <a:spLocks noChangeArrowheads="1"/>
          </p:cNvSpPr>
          <p:nvPr/>
        </p:nvSpPr>
        <p:spPr bwMode="auto">
          <a:xfrm>
            <a:off x="755650" y="2686050"/>
            <a:ext cx="18002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③</a:t>
            </a:r>
            <a:r>
              <a:rPr lang="zh-CN" altLang="en-US" sz="2400" b="1">
                <a:solidFill>
                  <a:srgbClr val="6600CC"/>
                </a:solidFill>
              </a:rPr>
              <a:t>状态表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sp>
        <p:nvSpPr>
          <p:cNvPr id="5" name="Text Box 12"/>
          <p:cNvSpPr txBox="1">
            <a:spLocks noChangeArrowheads="1"/>
          </p:cNvSpPr>
          <p:nvPr/>
        </p:nvSpPr>
        <p:spPr bwMode="auto">
          <a:xfrm>
            <a:off x="1627188" y="3652838"/>
            <a:ext cx="2016125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1        1        1 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1        1        0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1        0        1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1        0        0 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0        1        1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0        1        0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0        0        1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0        0        0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 Box 13"/>
          <p:cNvSpPr txBox="1">
            <a:spLocks noChangeArrowheads="1"/>
          </p:cNvSpPr>
          <p:nvPr/>
        </p:nvSpPr>
        <p:spPr bwMode="auto">
          <a:xfrm>
            <a:off x="4716463" y="3668713"/>
            <a:ext cx="3175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Text Box 14"/>
          <p:cNvSpPr txBox="1">
            <a:spLocks noChangeArrowheads="1"/>
          </p:cNvSpPr>
          <p:nvPr/>
        </p:nvSpPr>
        <p:spPr bwMode="auto">
          <a:xfrm>
            <a:off x="5691188" y="3681413"/>
            <a:ext cx="360362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 Box 15"/>
          <p:cNvSpPr txBox="1">
            <a:spLocks noChangeArrowheads="1"/>
          </p:cNvSpPr>
          <p:nvPr/>
        </p:nvSpPr>
        <p:spPr bwMode="auto">
          <a:xfrm>
            <a:off x="3746500" y="3643313"/>
            <a:ext cx="303213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925" name="Line 16"/>
          <p:cNvSpPr>
            <a:spLocks noChangeShapeType="1"/>
          </p:cNvSpPr>
          <p:nvPr/>
        </p:nvSpPr>
        <p:spPr bwMode="auto">
          <a:xfrm>
            <a:off x="3421063" y="3290888"/>
            <a:ext cx="0" cy="3097212"/>
          </a:xfrm>
          <a:prstGeom prst="line">
            <a:avLst/>
          </a:prstGeom>
          <a:noFill/>
          <a:ln w="25400" cmpd="dbl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38926" name="Line 17"/>
          <p:cNvSpPr>
            <a:spLocks noChangeShapeType="1"/>
          </p:cNvSpPr>
          <p:nvPr/>
        </p:nvSpPr>
        <p:spPr bwMode="auto">
          <a:xfrm>
            <a:off x="4427538" y="3275013"/>
            <a:ext cx="0" cy="3097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38927" name="Line 18"/>
          <p:cNvSpPr>
            <a:spLocks noChangeShapeType="1"/>
          </p:cNvSpPr>
          <p:nvPr/>
        </p:nvSpPr>
        <p:spPr bwMode="auto">
          <a:xfrm>
            <a:off x="5364163" y="3287713"/>
            <a:ext cx="0" cy="3097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graphicFrame>
        <p:nvGraphicFramePr>
          <p:cNvPr id="38928" name="Object 3"/>
          <p:cNvGraphicFramePr>
            <a:graphicFrameLocks noChangeAspect="1"/>
          </p:cNvGraphicFramePr>
          <p:nvPr/>
        </p:nvGraphicFramePr>
        <p:xfrm>
          <a:off x="1481138" y="3333750"/>
          <a:ext cx="5789612" cy="390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52" name="公式" r:id="rId1" imgW="4784725" imgH="187960" progId="Equation.3">
                  <p:embed/>
                </p:oleObj>
              </mc:Choice>
              <mc:Fallback>
                <p:oleObj name="公式" r:id="rId1" imgW="4784725" imgH="187960" progId="Equation.3">
                  <p:embed/>
                  <p:pic>
                    <p:nvPicPr>
                      <p:cNvPr id="0" name="图片 134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81138" y="3333750"/>
                        <a:ext cx="5789612" cy="390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8929" name="Group 20"/>
          <p:cNvGrpSpPr/>
          <p:nvPr/>
        </p:nvGrpSpPr>
        <p:grpSpPr bwMode="auto">
          <a:xfrm>
            <a:off x="1425575" y="3290888"/>
            <a:ext cx="5954713" cy="3097212"/>
            <a:chOff x="703" y="772"/>
            <a:chExt cx="4309" cy="1951"/>
          </a:xfrm>
        </p:grpSpPr>
        <p:sp>
          <p:nvSpPr>
            <p:cNvPr id="42003" name="Line 21"/>
            <p:cNvSpPr>
              <a:spLocks noChangeShapeType="1"/>
            </p:cNvSpPr>
            <p:nvPr/>
          </p:nvSpPr>
          <p:spPr bwMode="auto">
            <a:xfrm>
              <a:off x="703" y="772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04" name="Line 22"/>
            <p:cNvSpPr>
              <a:spLocks noChangeShapeType="1"/>
            </p:cNvSpPr>
            <p:nvPr/>
          </p:nvSpPr>
          <p:spPr bwMode="auto">
            <a:xfrm>
              <a:off x="712" y="1045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05" name="Line 23"/>
            <p:cNvSpPr>
              <a:spLocks noChangeShapeType="1"/>
            </p:cNvSpPr>
            <p:nvPr/>
          </p:nvSpPr>
          <p:spPr bwMode="auto">
            <a:xfrm flipV="1">
              <a:off x="748" y="2704"/>
              <a:ext cx="4264" cy="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06" name="Line 24"/>
            <p:cNvSpPr>
              <a:spLocks noChangeShapeType="1"/>
            </p:cNvSpPr>
            <p:nvPr/>
          </p:nvSpPr>
          <p:spPr bwMode="auto">
            <a:xfrm>
              <a:off x="721" y="1253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07" name="Line 25"/>
            <p:cNvSpPr>
              <a:spLocks noChangeShapeType="1"/>
            </p:cNvSpPr>
            <p:nvPr/>
          </p:nvSpPr>
          <p:spPr bwMode="auto">
            <a:xfrm>
              <a:off x="730" y="1453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08" name="Line 26"/>
            <p:cNvSpPr>
              <a:spLocks noChangeShapeType="1"/>
            </p:cNvSpPr>
            <p:nvPr/>
          </p:nvSpPr>
          <p:spPr bwMode="auto">
            <a:xfrm>
              <a:off x="730" y="1671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09" name="Line 27"/>
            <p:cNvSpPr>
              <a:spLocks noChangeShapeType="1"/>
            </p:cNvSpPr>
            <p:nvPr/>
          </p:nvSpPr>
          <p:spPr bwMode="auto">
            <a:xfrm>
              <a:off x="730" y="1870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10" name="Line 28"/>
            <p:cNvSpPr>
              <a:spLocks noChangeShapeType="1"/>
            </p:cNvSpPr>
            <p:nvPr/>
          </p:nvSpPr>
          <p:spPr bwMode="auto">
            <a:xfrm>
              <a:off x="721" y="2088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11" name="Line 29"/>
            <p:cNvSpPr>
              <a:spLocks noChangeShapeType="1"/>
            </p:cNvSpPr>
            <p:nvPr/>
          </p:nvSpPr>
          <p:spPr bwMode="auto">
            <a:xfrm>
              <a:off x="730" y="2315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2012" name="Line 30"/>
            <p:cNvSpPr>
              <a:spLocks noChangeShapeType="1"/>
            </p:cNvSpPr>
            <p:nvPr/>
          </p:nvSpPr>
          <p:spPr bwMode="auto">
            <a:xfrm>
              <a:off x="739" y="2514"/>
              <a:ext cx="42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38930" name="Line 31"/>
          <p:cNvSpPr>
            <a:spLocks noChangeShapeType="1"/>
          </p:cNvSpPr>
          <p:nvPr/>
        </p:nvSpPr>
        <p:spPr bwMode="auto">
          <a:xfrm>
            <a:off x="6372225" y="3275013"/>
            <a:ext cx="0" cy="3097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</a:endParaRPr>
          </a:p>
        </p:txBody>
      </p:sp>
      <p:sp>
        <p:nvSpPr>
          <p:cNvPr id="26" name="Text Box 32"/>
          <p:cNvSpPr txBox="1">
            <a:spLocks noChangeArrowheads="1"/>
          </p:cNvSpPr>
          <p:nvPr/>
        </p:nvSpPr>
        <p:spPr bwMode="auto">
          <a:xfrm>
            <a:off x="6707188" y="3656013"/>
            <a:ext cx="303212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9" name="组合 27"/>
          <p:cNvGrpSpPr/>
          <p:nvPr/>
        </p:nvGrpSpPr>
        <p:grpSpPr bwMode="auto">
          <a:xfrm>
            <a:off x="1204913" y="649288"/>
            <a:ext cx="5210175" cy="1703387"/>
            <a:chOff x="857224" y="649288"/>
            <a:chExt cx="5210203" cy="1703387"/>
          </a:xfrm>
        </p:grpSpPr>
        <p:graphicFrame>
          <p:nvGraphicFramePr>
            <p:cNvPr id="42001" name="Object 2"/>
            <p:cNvGraphicFramePr>
              <a:graphicFrameLocks noChangeAspect="1"/>
            </p:cNvGraphicFramePr>
            <p:nvPr/>
          </p:nvGraphicFramePr>
          <p:xfrm>
            <a:off x="1157263" y="649288"/>
            <a:ext cx="4910164" cy="17033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3" name="公式" r:id="rId3" imgW="3495040" imgH="1115060" progId="Equation.3">
                    <p:embed/>
                  </p:oleObj>
                </mc:Choice>
                <mc:Fallback>
                  <p:oleObj name="公式" r:id="rId3" imgW="3495040" imgH="1115060" progId="Equation.3">
                    <p:embed/>
                    <p:pic>
                      <p:nvPicPr>
                        <p:cNvPr id="0" name="图片 134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7263" y="649288"/>
                          <a:ext cx="4910164" cy="17033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2002" name="AutoShape 11"/>
            <p:cNvSpPr/>
            <p:nvPr/>
          </p:nvSpPr>
          <p:spPr bwMode="auto">
            <a:xfrm>
              <a:off x="857224" y="928670"/>
              <a:ext cx="285752" cy="1214446"/>
            </a:xfrm>
            <a:prstGeom prst="leftBrace">
              <a:avLst>
                <a:gd name="adj1" fmla="val 52633"/>
                <a:gd name="adj2" fmla="val 50000"/>
              </a:avLst>
            </a:prstGeom>
            <a:noFill/>
            <a:ln w="381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zh-CN" sz="1600">
                <a:solidFill>
                  <a:srgbClr val="000000"/>
                </a:solidFill>
              </a:endParaRPr>
            </a:p>
          </p:txBody>
        </p:sp>
      </p:grpSp>
      <p:sp>
        <p:nvSpPr>
          <p:cNvPr id="42000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89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89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38925" grpId="0" animBg="1"/>
      <p:bldP spid="38926" grpId="0" animBg="1"/>
      <p:bldP spid="38927" grpId="0" animBg="1"/>
      <p:bldP spid="38930" grpId="0" animBg="1"/>
      <p:bldP spid="26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Text Box 5"/>
          <p:cNvSpPr txBox="1">
            <a:spLocks noChangeArrowheads="1"/>
          </p:cNvSpPr>
          <p:nvPr/>
        </p:nvSpPr>
        <p:spPr bwMode="auto">
          <a:xfrm>
            <a:off x="214313" y="142875"/>
            <a:ext cx="35718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）同步十进制计数器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1000125" y="609600"/>
            <a:ext cx="21431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Text Box 8"/>
          <p:cNvSpPr txBox="1">
            <a:spLocks noChangeArrowheads="1"/>
          </p:cNvSpPr>
          <p:nvPr/>
        </p:nvSpPr>
        <p:spPr bwMode="auto">
          <a:xfrm>
            <a:off x="1071563" y="3681413"/>
            <a:ext cx="2143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功能分析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Text Box 16"/>
          <p:cNvSpPr txBox="1">
            <a:spLocks noChangeArrowheads="1"/>
          </p:cNvSpPr>
          <p:nvPr/>
        </p:nvSpPr>
        <p:spPr bwMode="auto">
          <a:xfrm>
            <a:off x="1357313" y="4110038"/>
            <a:ext cx="3743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①</a:t>
            </a:r>
            <a:r>
              <a:rPr lang="zh-CN" altLang="en-US" sz="2400" b="1">
                <a:solidFill>
                  <a:srgbClr val="6600CC"/>
                </a:solidFill>
              </a:rPr>
              <a:t>驱动方程和输出方程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graphicFrame>
        <p:nvGraphicFramePr>
          <p:cNvPr id="56324" name="Object 4"/>
          <p:cNvGraphicFramePr>
            <a:graphicFrameLocks noChangeAspect="1"/>
          </p:cNvGraphicFramePr>
          <p:nvPr/>
        </p:nvGraphicFramePr>
        <p:xfrm>
          <a:off x="1643063" y="4643438"/>
          <a:ext cx="3714750" cy="190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474" name="公式" r:id="rId1" imgW="2192020" imgH="1152525" progId="Equation.3">
                  <p:embed/>
                </p:oleObj>
              </mc:Choice>
              <mc:Fallback>
                <p:oleObj name="公式" r:id="rId1" imgW="2192020" imgH="1152525" progId="Equation.3">
                  <p:embed/>
                  <p:pic>
                    <p:nvPicPr>
                      <p:cNvPr id="0" name="图片 1447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43063" y="4643438"/>
                        <a:ext cx="3714750" cy="1908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6325" name="Object 5"/>
          <p:cNvGraphicFramePr>
            <a:graphicFrameLocks noChangeAspect="1"/>
          </p:cNvGraphicFramePr>
          <p:nvPr/>
        </p:nvGraphicFramePr>
        <p:xfrm>
          <a:off x="6500813" y="4660900"/>
          <a:ext cx="1370012" cy="48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475" name="公式" r:id="rId3" imgW="739140" imgH="150495" progId="Equation.3">
                  <p:embed/>
                </p:oleObj>
              </mc:Choice>
              <mc:Fallback>
                <p:oleObj name="公式" r:id="rId3" imgW="739140" imgH="150495" progId="Equation.3">
                  <p:embed/>
                  <p:pic>
                    <p:nvPicPr>
                      <p:cNvPr id="0" name="图片 1447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00813" y="4660900"/>
                        <a:ext cx="1370012" cy="482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4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863" y="1000125"/>
            <a:ext cx="8296275" cy="268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7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6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6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7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7346" name="Object 2"/>
          <p:cNvGraphicFramePr>
            <a:graphicFrameLocks noChangeAspect="1"/>
          </p:cNvGraphicFramePr>
          <p:nvPr/>
        </p:nvGraphicFramePr>
        <p:xfrm>
          <a:off x="1214438" y="571500"/>
          <a:ext cx="3608387" cy="1793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429" name="公式" r:id="rId1" imgW="2592705" imgH="1202690" progId="Equation.3">
                  <p:embed/>
                </p:oleObj>
              </mc:Choice>
              <mc:Fallback>
                <p:oleObj name="公式" r:id="rId1" imgW="2592705" imgH="1202690" progId="Equation.3">
                  <p:embed/>
                  <p:pic>
                    <p:nvPicPr>
                      <p:cNvPr id="0" name="图片 154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14438" y="571500"/>
                        <a:ext cx="3608387" cy="1793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035" name="Text Box 10"/>
          <p:cNvSpPr txBox="1">
            <a:spLocks noChangeArrowheads="1"/>
          </p:cNvSpPr>
          <p:nvPr/>
        </p:nvSpPr>
        <p:spPr bwMode="auto">
          <a:xfrm>
            <a:off x="755650" y="71438"/>
            <a:ext cx="1887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②</a:t>
            </a:r>
            <a:r>
              <a:rPr lang="zh-CN" altLang="en-US" sz="2400" b="1">
                <a:solidFill>
                  <a:srgbClr val="6600CC"/>
                </a:solidFill>
              </a:rPr>
              <a:t>状态方程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sp>
        <p:nvSpPr>
          <p:cNvPr id="4" name="Text Box 11"/>
          <p:cNvSpPr txBox="1">
            <a:spLocks noChangeArrowheads="1"/>
          </p:cNvSpPr>
          <p:nvPr/>
        </p:nvSpPr>
        <p:spPr bwMode="auto">
          <a:xfrm>
            <a:off x="755650" y="2428875"/>
            <a:ext cx="18002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③</a:t>
            </a:r>
            <a:r>
              <a:rPr lang="zh-CN" altLang="en-US" sz="2400" b="1">
                <a:solidFill>
                  <a:srgbClr val="6600CC"/>
                </a:solidFill>
              </a:rPr>
              <a:t>状态表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grpSp>
        <p:nvGrpSpPr>
          <p:cNvPr id="2" name="组合 111"/>
          <p:cNvGrpSpPr/>
          <p:nvPr/>
        </p:nvGrpSpPr>
        <p:grpSpPr bwMode="auto">
          <a:xfrm>
            <a:off x="1214438" y="3286125"/>
            <a:ext cx="357187" cy="1930400"/>
            <a:chOff x="6286512" y="571480"/>
            <a:chExt cx="428628" cy="1358910"/>
          </a:xfrm>
        </p:grpSpPr>
        <p:cxnSp>
          <p:nvCxnSpPr>
            <p:cNvPr id="7" name="直接连接符 6"/>
            <p:cNvCxnSpPr/>
            <p:nvPr/>
          </p:nvCxnSpPr>
          <p:spPr>
            <a:xfrm>
              <a:off x="6286512" y="1929273"/>
              <a:ext cx="428628" cy="1117"/>
            </a:xfrm>
            <a:prstGeom prst="line">
              <a:avLst/>
            </a:prstGeom>
            <a:ln w="31750">
              <a:solidFill>
                <a:srgbClr val="FF3399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/>
            <p:cNvCxnSpPr/>
            <p:nvPr/>
          </p:nvCxnSpPr>
          <p:spPr>
            <a:xfrm rot="16200000" flipH="1">
              <a:off x="5607057" y="1250935"/>
              <a:ext cx="1358910" cy="0"/>
            </a:xfrm>
            <a:prstGeom prst="line">
              <a:avLst/>
            </a:prstGeom>
            <a:ln w="31750">
              <a:solidFill>
                <a:srgbClr val="FF3399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连接符 8"/>
            <p:cNvCxnSpPr/>
            <p:nvPr/>
          </p:nvCxnSpPr>
          <p:spPr>
            <a:xfrm>
              <a:off x="6286512" y="571480"/>
              <a:ext cx="428628" cy="1118"/>
            </a:xfrm>
            <a:prstGeom prst="line">
              <a:avLst/>
            </a:prstGeom>
            <a:ln w="31750">
              <a:solidFill>
                <a:srgbClr val="FF3399"/>
              </a:solidFill>
              <a:prstDash val="dash"/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矩形 9"/>
          <p:cNvSpPr/>
          <p:nvPr/>
        </p:nvSpPr>
        <p:spPr>
          <a:xfrm>
            <a:off x="1285875" y="5345113"/>
            <a:ext cx="5500688" cy="13573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pic>
        <p:nvPicPr>
          <p:cNvPr id="41997" name="Picture 1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55763" y="2886075"/>
            <a:ext cx="5143500" cy="3790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40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7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0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Text Box 58"/>
          <p:cNvSpPr txBox="1">
            <a:spLocks noChangeArrowheads="1"/>
          </p:cNvSpPr>
          <p:nvPr/>
        </p:nvSpPr>
        <p:spPr bwMode="auto">
          <a:xfrm>
            <a:off x="684213" y="71438"/>
            <a:ext cx="2374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④ </a:t>
            </a:r>
            <a:r>
              <a:rPr kumimoji="1"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状态图</a:t>
            </a:r>
            <a:endParaRPr kumimoji="1" lang="zh-CN" altLang="en-US" sz="24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" name="Text Box 151"/>
          <p:cNvSpPr txBox="1">
            <a:spLocks noChangeArrowheads="1"/>
          </p:cNvSpPr>
          <p:nvPr/>
        </p:nvSpPr>
        <p:spPr bwMode="auto">
          <a:xfrm>
            <a:off x="5214938" y="2928938"/>
            <a:ext cx="32146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 i="1">
                <a:solidFill>
                  <a:srgbClr val="000000"/>
                </a:solidFill>
              </a:rPr>
              <a:t>电路具有</a:t>
            </a:r>
            <a:r>
              <a:rPr lang="zh-CN" altLang="en-US" sz="2400" b="1" i="1">
                <a:solidFill>
                  <a:srgbClr val="FF0000"/>
                </a:solidFill>
              </a:rPr>
              <a:t>自启动</a:t>
            </a:r>
            <a:r>
              <a:rPr lang="zh-CN" altLang="en-US" sz="2400" b="1" i="1">
                <a:solidFill>
                  <a:srgbClr val="000000"/>
                </a:solidFill>
              </a:rPr>
              <a:t>能力。</a:t>
            </a:r>
            <a:endParaRPr lang="zh-CN" altLang="en-US" sz="2400" b="1" i="1">
              <a:solidFill>
                <a:srgbClr val="000000"/>
              </a:solidFill>
            </a:endParaRPr>
          </a:p>
        </p:txBody>
      </p:sp>
      <p:sp>
        <p:nvSpPr>
          <p:cNvPr id="333" name="Text Box 215"/>
          <p:cNvSpPr txBox="1">
            <a:spLocks noChangeArrowheads="1"/>
          </p:cNvSpPr>
          <p:nvPr/>
        </p:nvSpPr>
        <p:spPr bwMode="auto">
          <a:xfrm>
            <a:off x="714375" y="3357563"/>
            <a:ext cx="2374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⑤ </a:t>
            </a:r>
            <a:r>
              <a:rPr kumimoji="1"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波形图</a:t>
            </a:r>
            <a:endParaRPr kumimoji="1" lang="zh-CN" altLang="en-US" sz="24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343"/>
          <p:cNvGrpSpPr/>
          <p:nvPr/>
        </p:nvGrpSpPr>
        <p:grpSpPr bwMode="auto">
          <a:xfrm>
            <a:off x="1290638" y="3719513"/>
            <a:ext cx="6713537" cy="2995612"/>
            <a:chOff x="1290614" y="3719515"/>
            <a:chExt cx="6713539" cy="2995633"/>
          </a:xfrm>
        </p:grpSpPr>
        <p:sp>
          <p:nvSpPr>
            <p:cNvPr id="45177" name="Line 156"/>
            <p:cNvSpPr>
              <a:spLocks noChangeShapeType="1"/>
            </p:cNvSpPr>
            <p:nvPr/>
          </p:nvSpPr>
          <p:spPr bwMode="auto">
            <a:xfrm>
              <a:off x="2522514" y="3932240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78" name="Line 157"/>
            <p:cNvSpPr>
              <a:spLocks noChangeShapeType="1"/>
            </p:cNvSpPr>
            <p:nvPr/>
          </p:nvSpPr>
          <p:spPr bwMode="auto">
            <a:xfrm>
              <a:off x="6461102" y="4237040"/>
              <a:ext cx="319088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79" name="Line 158"/>
            <p:cNvSpPr>
              <a:spLocks noChangeShapeType="1"/>
            </p:cNvSpPr>
            <p:nvPr/>
          </p:nvSpPr>
          <p:spPr bwMode="auto">
            <a:xfrm flipV="1">
              <a:off x="4346552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0" name="Line 159"/>
            <p:cNvSpPr>
              <a:spLocks noChangeShapeType="1"/>
            </p:cNvSpPr>
            <p:nvPr/>
          </p:nvSpPr>
          <p:spPr bwMode="auto">
            <a:xfrm>
              <a:off x="4346552" y="39322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1" name="Line 160"/>
            <p:cNvSpPr>
              <a:spLocks noChangeShapeType="1"/>
            </p:cNvSpPr>
            <p:nvPr/>
          </p:nvSpPr>
          <p:spPr bwMode="auto">
            <a:xfrm>
              <a:off x="5259364" y="42370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2" name="Line 161"/>
            <p:cNvSpPr>
              <a:spLocks noChangeShapeType="1"/>
            </p:cNvSpPr>
            <p:nvPr/>
          </p:nvSpPr>
          <p:spPr bwMode="auto">
            <a:xfrm>
              <a:off x="5564164" y="3932240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3" name="Line 162"/>
            <p:cNvSpPr>
              <a:spLocks noChangeShapeType="1"/>
            </p:cNvSpPr>
            <p:nvPr/>
          </p:nvSpPr>
          <p:spPr bwMode="auto">
            <a:xfrm>
              <a:off x="6780189" y="3932240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4" name="Line 163"/>
            <p:cNvSpPr>
              <a:spLocks noChangeShapeType="1"/>
            </p:cNvSpPr>
            <p:nvPr/>
          </p:nvSpPr>
          <p:spPr bwMode="auto">
            <a:xfrm>
              <a:off x="2825727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5" name="Line 164"/>
            <p:cNvSpPr>
              <a:spLocks noChangeShapeType="1"/>
            </p:cNvSpPr>
            <p:nvPr/>
          </p:nvSpPr>
          <p:spPr bwMode="auto">
            <a:xfrm flipV="1">
              <a:off x="1914502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6" name="Line 165"/>
            <p:cNvSpPr>
              <a:spLocks noChangeShapeType="1"/>
            </p:cNvSpPr>
            <p:nvPr/>
          </p:nvSpPr>
          <p:spPr bwMode="auto">
            <a:xfrm flipV="1">
              <a:off x="6780189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7" name="Line 166"/>
            <p:cNvSpPr>
              <a:spLocks noChangeShapeType="1"/>
            </p:cNvSpPr>
            <p:nvPr/>
          </p:nvSpPr>
          <p:spPr bwMode="auto">
            <a:xfrm>
              <a:off x="4043339" y="4237040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8" name="Line 167"/>
            <p:cNvSpPr>
              <a:spLocks noChangeShapeType="1"/>
            </p:cNvSpPr>
            <p:nvPr/>
          </p:nvSpPr>
          <p:spPr bwMode="auto">
            <a:xfrm flipV="1">
              <a:off x="3738539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89" name="Line 168"/>
            <p:cNvSpPr>
              <a:spLocks noChangeShapeType="1"/>
            </p:cNvSpPr>
            <p:nvPr/>
          </p:nvSpPr>
          <p:spPr bwMode="auto">
            <a:xfrm>
              <a:off x="3130527" y="3932240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0" name="Line 169"/>
            <p:cNvSpPr>
              <a:spLocks noChangeShapeType="1"/>
            </p:cNvSpPr>
            <p:nvPr/>
          </p:nvSpPr>
          <p:spPr bwMode="auto">
            <a:xfrm>
              <a:off x="5259364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1" name="Line 170"/>
            <p:cNvSpPr>
              <a:spLocks noChangeShapeType="1"/>
            </p:cNvSpPr>
            <p:nvPr/>
          </p:nvSpPr>
          <p:spPr bwMode="auto">
            <a:xfrm>
              <a:off x="4043339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2" name="Line 171"/>
            <p:cNvSpPr>
              <a:spLocks noChangeShapeType="1"/>
            </p:cNvSpPr>
            <p:nvPr/>
          </p:nvSpPr>
          <p:spPr bwMode="auto">
            <a:xfrm>
              <a:off x="6156302" y="39322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3" name="Line 172"/>
            <p:cNvSpPr>
              <a:spLocks noChangeShapeType="1"/>
            </p:cNvSpPr>
            <p:nvPr/>
          </p:nvSpPr>
          <p:spPr bwMode="auto">
            <a:xfrm>
              <a:off x="5867377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4" name="Line 173"/>
            <p:cNvSpPr>
              <a:spLocks noChangeShapeType="1"/>
            </p:cNvSpPr>
            <p:nvPr/>
          </p:nvSpPr>
          <p:spPr bwMode="auto">
            <a:xfrm>
              <a:off x="6461102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5" name="Line 174"/>
            <p:cNvSpPr>
              <a:spLocks noChangeShapeType="1"/>
            </p:cNvSpPr>
            <p:nvPr/>
          </p:nvSpPr>
          <p:spPr bwMode="auto">
            <a:xfrm>
              <a:off x="2217714" y="42370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6" name="Line 175"/>
            <p:cNvSpPr>
              <a:spLocks noChangeShapeType="1"/>
            </p:cNvSpPr>
            <p:nvPr/>
          </p:nvSpPr>
          <p:spPr bwMode="auto">
            <a:xfrm>
              <a:off x="7083402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7" name="Line 176"/>
            <p:cNvSpPr>
              <a:spLocks noChangeShapeType="1"/>
            </p:cNvSpPr>
            <p:nvPr/>
          </p:nvSpPr>
          <p:spPr bwMode="auto">
            <a:xfrm flipV="1">
              <a:off x="5564164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8" name="Line 177"/>
            <p:cNvSpPr>
              <a:spLocks noChangeShapeType="1"/>
            </p:cNvSpPr>
            <p:nvPr/>
          </p:nvSpPr>
          <p:spPr bwMode="auto">
            <a:xfrm>
              <a:off x="3433739" y="42370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99" name="Line 178"/>
            <p:cNvSpPr>
              <a:spLocks noChangeShapeType="1"/>
            </p:cNvSpPr>
            <p:nvPr/>
          </p:nvSpPr>
          <p:spPr bwMode="auto">
            <a:xfrm flipV="1">
              <a:off x="3130527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0" name="Line 179"/>
            <p:cNvSpPr>
              <a:spLocks noChangeShapeType="1"/>
            </p:cNvSpPr>
            <p:nvPr/>
          </p:nvSpPr>
          <p:spPr bwMode="auto">
            <a:xfrm>
              <a:off x="7693002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1" name="Line 180"/>
            <p:cNvSpPr>
              <a:spLocks noChangeShapeType="1"/>
            </p:cNvSpPr>
            <p:nvPr/>
          </p:nvSpPr>
          <p:spPr bwMode="auto">
            <a:xfrm>
              <a:off x="3433739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2" name="Line 181"/>
            <p:cNvSpPr>
              <a:spLocks noChangeShapeType="1"/>
            </p:cNvSpPr>
            <p:nvPr/>
          </p:nvSpPr>
          <p:spPr bwMode="auto">
            <a:xfrm>
              <a:off x="4651352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3" name="Line 182"/>
            <p:cNvSpPr>
              <a:spLocks noChangeShapeType="1"/>
            </p:cNvSpPr>
            <p:nvPr/>
          </p:nvSpPr>
          <p:spPr bwMode="auto">
            <a:xfrm>
              <a:off x="4651352" y="4237040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4" name="Line 183"/>
            <p:cNvSpPr>
              <a:spLocks noChangeShapeType="1"/>
            </p:cNvSpPr>
            <p:nvPr/>
          </p:nvSpPr>
          <p:spPr bwMode="auto">
            <a:xfrm flipV="1">
              <a:off x="6156302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5" name="Line 184"/>
            <p:cNvSpPr>
              <a:spLocks noChangeShapeType="1"/>
            </p:cNvSpPr>
            <p:nvPr/>
          </p:nvSpPr>
          <p:spPr bwMode="auto">
            <a:xfrm>
              <a:off x="5867377" y="4237040"/>
              <a:ext cx="288925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6" name="Line 185"/>
            <p:cNvSpPr>
              <a:spLocks noChangeShapeType="1"/>
            </p:cNvSpPr>
            <p:nvPr/>
          </p:nvSpPr>
          <p:spPr bwMode="auto">
            <a:xfrm>
              <a:off x="2825727" y="42370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7" name="Line 186"/>
            <p:cNvSpPr>
              <a:spLocks noChangeShapeType="1"/>
            </p:cNvSpPr>
            <p:nvPr/>
          </p:nvSpPr>
          <p:spPr bwMode="auto">
            <a:xfrm flipV="1">
              <a:off x="2522514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8" name="Line 187"/>
            <p:cNvSpPr>
              <a:spLocks noChangeShapeType="1"/>
            </p:cNvSpPr>
            <p:nvPr/>
          </p:nvSpPr>
          <p:spPr bwMode="auto">
            <a:xfrm>
              <a:off x="7388202" y="39322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09" name="Line 188"/>
            <p:cNvSpPr>
              <a:spLocks noChangeShapeType="1"/>
            </p:cNvSpPr>
            <p:nvPr/>
          </p:nvSpPr>
          <p:spPr bwMode="auto">
            <a:xfrm>
              <a:off x="7083402" y="42370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0" name="Line 189"/>
            <p:cNvSpPr>
              <a:spLocks noChangeShapeType="1"/>
            </p:cNvSpPr>
            <p:nvPr/>
          </p:nvSpPr>
          <p:spPr bwMode="auto">
            <a:xfrm>
              <a:off x="2217714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1" name="Line 190"/>
            <p:cNvSpPr>
              <a:spLocks noChangeShapeType="1"/>
            </p:cNvSpPr>
            <p:nvPr/>
          </p:nvSpPr>
          <p:spPr bwMode="auto">
            <a:xfrm>
              <a:off x="4954564" y="39322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2" name="Line 191"/>
            <p:cNvSpPr>
              <a:spLocks noChangeShapeType="1"/>
            </p:cNvSpPr>
            <p:nvPr/>
          </p:nvSpPr>
          <p:spPr bwMode="auto">
            <a:xfrm flipV="1">
              <a:off x="7388202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3" name="Line 192"/>
            <p:cNvSpPr>
              <a:spLocks noChangeShapeType="1"/>
            </p:cNvSpPr>
            <p:nvPr/>
          </p:nvSpPr>
          <p:spPr bwMode="auto">
            <a:xfrm flipV="1">
              <a:off x="4954564" y="3932240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4" name="Line 193"/>
            <p:cNvSpPr>
              <a:spLocks noChangeShapeType="1"/>
            </p:cNvSpPr>
            <p:nvPr/>
          </p:nvSpPr>
          <p:spPr bwMode="auto">
            <a:xfrm>
              <a:off x="3738539" y="39322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5" name="Line 194"/>
            <p:cNvSpPr>
              <a:spLocks noChangeShapeType="1"/>
            </p:cNvSpPr>
            <p:nvPr/>
          </p:nvSpPr>
          <p:spPr bwMode="auto">
            <a:xfrm>
              <a:off x="1914502" y="3932240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6" name="Line 195"/>
            <p:cNvSpPr>
              <a:spLocks noChangeShapeType="1"/>
            </p:cNvSpPr>
            <p:nvPr/>
          </p:nvSpPr>
          <p:spPr bwMode="auto">
            <a:xfrm>
              <a:off x="1609702" y="4237040"/>
              <a:ext cx="3048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7" name="Line 196"/>
            <p:cNvSpPr>
              <a:spLocks noChangeShapeType="1"/>
            </p:cNvSpPr>
            <p:nvPr/>
          </p:nvSpPr>
          <p:spPr bwMode="auto">
            <a:xfrm>
              <a:off x="1609702" y="6132515"/>
              <a:ext cx="6080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8" name="Line 197"/>
            <p:cNvSpPr>
              <a:spLocks noChangeShapeType="1"/>
            </p:cNvSpPr>
            <p:nvPr/>
          </p:nvSpPr>
          <p:spPr bwMode="auto">
            <a:xfrm flipV="1">
              <a:off x="2217714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19" name="Line 198"/>
            <p:cNvSpPr>
              <a:spLocks noChangeShapeType="1"/>
            </p:cNvSpPr>
            <p:nvPr/>
          </p:nvSpPr>
          <p:spPr bwMode="auto">
            <a:xfrm>
              <a:off x="2217714" y="5827715"/>
              <a:ext cx="6080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0" name="Line 199"/>
            <p:cNvSpPr>
              <a:spLocks noChangeShapeType="1"/>
            </p:cNvSpPr>
            <p:nvPr/>
          </p:nvSpPr>
          <p:spPr bwMode="auto">
            <a:xfrm>
              <a:off x="2825727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1" name="Line 200"/>
            <p:cNvSpPr>
              <a:spLocks noChangeShapeType="1"/>
            </p:cNvSpPr>
            <p:nvPr/>
          </p:nvSpPr>
          <p:spPr bwMode="auto">
            <a:xfrm>
              <a:off x="2825727" y="6132515"/>
              <a:ext cx="6080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2" name="Line 201"/>
            <p:cNvSpPr>
              <a:spLocks noChangeShapeType="1"/>
            </p:cNvSpPr>
            <p:nvPr/>
          </p:nvSpPr>
          <p:spPr bwMode="auto">
            <a:xfrm flipV="1">
              <a:off x="3433739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3" name="Line 202"/>
            <p:cNvSpPr>
              <a:spLocks noChangeShapeType="1"/>
            </p:cNvSpPr>
            <p:nvPr/>
          </p:nvSpPr>
          <p:spPr bwMode="auto">
            <a:xfrm>
              <a:off x="3433739" y="5827715"/>
              <a:ext cx="6096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4" name="Line 203"/>
            <p:cNvSpPr>
              <a:spLocks noChangeShapeType="1"/>
            </p:cNvSpPr>
            <p:nvPr/>
          </p:nvSpPr>
          <p:spPr bwMode="auto">
            <a:xfrm>
              <a:off x="4043339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5" name="Line 204"/>
            <p:cNvSpPr>
              <a:spLocks noChangeShapeType="1"/>
            </p:cNvSpPr>
            <p:nvPr/>
          </p:nvSpPr>
          <p:spPr bwMode="auto">
            <a:xfrm>
              <a:off x="4043339" y="6132515"/>
              <a:ext cx="6080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6" name="Line 205"/>
            <p:cNvSpPr>
              <a:spLocks noChangeShapeType="1"/>
            </p:cNvSpPr>
            <p:nvPr/>
          </p:nvSpPr>
          <p:spPr bwMode="auto">
            <a:xfrm flipV="1">
              <a:off x="4651352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7" name="Line 206"/>
            <p:cNvSpPr>
              <a:spLocks noChangeShapeType="1"/>
            </p:cNvSpPr>
            <p:nvPr/>
          </p:nvSpPr>
          <p:spPr bwMode="auto">
            <a:xfrm>
              <a:off x="4651352" y="5827715"/>
              <a:ext cx="6080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8" name="Line 207"/>
            <p:cNvSpPr>
              <a:spLocks noChangeShapeType="1"/>
            </p:cNvSpPr>
            <p:nvPr/>
          </p:nvSpPr>
          <p:spPr bwMode="auto">
            <a:xfrm>
              <a:off x="5259364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29" name="Line 208"/>
            <p:cNvSpPr>
              <a:spLocks noChangeShapeType="1"/>
            </p:cNvSpPr>
            <p:nvPr/>
          </p:nvSpPr>
          <p:spPr bwMode="auto">
            <a:xfrm>
              <a:off x="5259364" y="6132515"/>
              <a:ext cx="6080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0" name="Line 209"/>
            <p:cNvSpPr>
              <a:spLocks noChangeShapeType="1"/>
            </p:cNvSpPr>
            <p:nvPr/>
          </p:nvSpPr>
          <p:spPr bwMode="auto">
            <a:xfrm flipV="1">
              <a:off x="5867377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1" name="Line 210"/>
            <p:cNvSpPr>
              <a:spLocks noChangeShapeType="1"/>
            </p:cNvSpPr>
            <p:nvPr/>
          </p:nvSpPr>
          <p:spPr bwMode="auto">
            <a:xfrm>
              <a:off x="5867377" y="5827715"/>
              <a:ext cx="6080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2" name="Line 211"/>
            <p:cNvSpPr>
              <a:spLocks noChangeShapeType="1"/>
            </p:cNvSpPr>
            <p:nvPr/>
          </p:nvSpPr>
          <p:spPr bwMode="auto">
            <a:xfrm>
              <a:off x="6475389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3" name="Line 212"/>
            <p:cNvSpPr>
              <a:spLocks noChangeShapeType="1"/>
            </p:cNvSpPr>
            <p:nvPr/>
          </p:nvSpPr>
          <p:spPr bwMode="auto">
            <a:xfrm>
              <a:off x="6475389" y="6132515"/>
              <a:ext cx="6080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4" name="Line 213"/>
            <p:cNvSpPr>
              <a:spLocks noChangeShapeType="1"/>
            </p:cNvSpPr>
            <p:nvPr/>
          </p:nvSpPr>
          <p:spPr bwMode="auto">
            <a:xfrm flipV="1">
              <a:off x="7083402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5" name="Line 214"/>
            <p:cNvSpPr>
              <a:spLocks noChangeShapeType="1"/>
            </p:cNvSpPr>
            <p:nvPr/>
          </p:nvSpPr>
          <p:spPr bwMode="auto">
            <a:xfrm>
              <a:off x="7083402" y="5827715"/>
              <a:ext cx="60960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6" name="Line 215"/>
            <p:cNvSpPr>
              <a:spLocks noChangeShapeType="1"/>
            </p:cNvSpPr>
            <p:nvPr/>
          </p:nvSpPr>
          <p:spPr bwMode="auto">
            <a:xfrm>
              <a:off x="7693002" y="5827715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7" name="Line 216"/>
            <p:cNvSpPr>
              <a:spLocks noChangeShapeType="1"/>
            </p:cNvSpPr>
            <p:nvPr/>
          </p:nvSpPr>
          <p:spPr bwMode="auto">
            <a:xfrm>
              <a:off x="1609702" y="5649915"/>
              <a:ext cx="1216025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8" name="Line 217"/>
            <p:cNvSpPr>
              <a:spLocks noChangeShapeType="1"/>
            </p:cNvSpPr>
            <p:nvPr/>
          </p:nvSpPr>
          <p:spPr bwMode="auto">
            <a:xfrm flipV="1">
              <a:off x="2825727" y="5346702"/>
              <a:ext cx="1588" cy="303212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39" name="Line 218"/>
            <p:cNvSpPr>
              <a:spLocks noChangeShapeType="1"/>
            </p:cNvSpPr>
            <p:nvPr/>
          </p:nvSpPr>
          <p:spPr bwMode="auto">
            <a:xfrm>
              <a:off x="2825727" y="5346702"/>
              <a:ext cx="12176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0" name="Line 219"/>
            <p:cNvSpPr>
              <a:spLocks noChangeShapeType="1"/>
            </p:cNvSpPr>
            <p:nvPr/>
          </p:nvSpPr>
          <p:spPr bwMode="auto">
            <a:xfrm>
              <a:off x="4043339" y="5346702"/>
              <a:ext cx="1588" cy="303212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1" name="Line 220"/>
            <p:cNvSpPr>
              <a:spLocks noChangeShapeType="1"/>
            </p:cNvSpPr>
            <p:nvPr/>
          </p:nvSpPr>
          <p:spPr bwMode="auto">
            <a:xfrm>
              <a:off x="4043339" y="5649915"/>
              <a:ext cx="1216025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2" name="Line 221"/>
            <p:cNvSpPr>
              <a:spLocks noChangeShapeType="1"/>
            </p:cNvSpPr>
            <p:nvPr/>
          </p:nvSpPr>
          <p:spPr bwMode="auto">
            <a:xfrm flipV="1">
              <a:off x="5259364" y="5346702"/>
              <a:ext cx="1588" cy="303212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3" name="Line 222"/>
            <p:cNvSpPr>
              <a:spLocks noChangeShapeType="1"/>
            </p:cNvSpPr>
            <p:nvPr/>
          </p:nvSpPr>
          <p:spPr bwMode="auto">
            <a:xfrm>
              <a:off x="5259364" y="5346702"/>
              <a:ext cx="1216025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4" name="Line 223"/>
            <p:cNvSpPr>
              <a:spLocks noChangeShapeType="1"/>
            </p:cNvSpPr>
            <p:nvPr/>
          </p:nvSpPr>
          <p:spPr bwMode="auto">
            <a:xfrm>
              <a:off x="6475389" y="5346702"/>
              <a:ext cx="1588" cy="303212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5" name="Line 224"/>
            <p:cNvSpPr>
              <a:spLocks noChangeShapeType="1"/>
            </p:cNvSpPr>
            <p:nvPr/>
          </p:nvSpPr>
          <p:spPr bwMode="auto">
            <a:xfrm>
              <a:off x="1609702" y="5162552"/>
              <a:ext cx="2433638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6" name="Line 225"/>
            <p:cNvSpPr>
              <a:spLocks noChangeShapeType="1"/>
            </p:cNvSpPr>
            <p:nvPr/>
          </p:nvSpPr>
          <p:spPr bwMode="auto">
            <a:xfrm flipV="1">
              <a:off x="4043339" y="4857752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7" name="Line 226"/>
            <p:cNvSpPr>
              <a:spLocks noChangeShapeType="1"/>
            </p:cNvSpPr>
            <p:nvPr/>
          </p:nvSpPr>
          <p:spPr bwMode="auto">
            <a:xfrm>
              <a:off x="4043339" y="4857752"/>
              <a:ext cx="2432050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8" name="Line 227"/>
            <p:cNvSpPr>
              <a:spLocks noChangeShapeType="1"/>
            </p:cNvSpPr>
            <p:nvPr/>
          </p:nvSpPr>
          <p:spPr bwMode="auto">
            <a:xfrm>
              <a:off x="6475389" y="4857752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49" name="Line 228"/>
            <p:cNvSpPr>
              <a:spLocks noChangeShapeType="1"/>
            </p:cNvSpPr>
            <p:nvPr/>
          </p:nvSpPr>
          <p:spPr bwMode="auto">
            <a:xfrm>
              <a:off x="6475389" y="5162552"/>
              <a:ext cx="1520825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0" name="Line 229"/>
            <p:cNvSpPr>
              <a:spLocks noChangeShapeType="1"/>
            </p:cNvSpPr>
            <p:nvPr/>
          </p:nvSpPr>
          <p:spPr bwMode="auto">
            <a:xfrm>
              <a:off x="1609702" y="4686302"/>
              <a:ext cx="4865688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1" name="Line 230"/>
            <p:cNvSpPr>
              <a:spLocks noChangeShapeType="1"/>
            </p:cNvSpPr>
            <p:nvPr/>
          </p:nvSpPr>
          <p:spPr bwMode="auto">
            <a:xfrm flipV="1">
              <a:off x="6475389" y="4381502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2" name="Line 231"/>
            <p:cNvSpPr>
              <a:spLocks noChangeShapeType="1"/>
            </p:cNvSpPr>
            <p:nvPr/>
          </p:nvSpPr>
          <p:spPr bwMode="auto">
            <a:xfrm>
              <a:off x="7693002" y="4237040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3" name="Line 232"/>
            <p:cNvSpPr>
              <a:spLocks noChangeShapeType="1"/>
            </p:cNvSpPr>
            <p:nvPr/>
          </p:nvSpPr>
          <p:spPr bwMode="auto">
            <a:xfrm>
              <a:off x="7693002" y="6132515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4" name="Line 233"/>
            <p:cNvSpPr>
              <a:spLocks noChangeShapeType="1"/>
            </p:cNvSpPr>
            <p:nvPr/>
          </p:nvSpPr>
          <p:spPr bwMode="auto">
            <a:xfrm>
              <a:off x="6475389" y="5649915"/>
              <a:ext cx="1520825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5" name="Line 234"/>
            <p:cNvSpPr>
              <a:spLocks noChangeShapeType="1"/>
            </p:cNvSpPr>
            <p:nvPr/>
          </p:nvSpPr>
          <p:spPr bwMode="auto">
            <a:xfrm>
              <a:off x="6475389" y="4381502"/>
              <a:ext cx="12176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6" name="Line 235"/>
            <p:cNvSpPr>
              <a:spLocks noChangeShapeType="1"/>
            </p:cNvSpPr>
            <p:nvPr/>
          </p:nvSpPr>
          <p:spPr bwMode="auto">
            <a:xfrm>
              <a:off x="7693002" y="4381502"/>
              <a:ext cx="1588" cy="30480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7" name="Line 236"/>
            <p:cNvSpPr>
              <a:spLocks noChangeShapeType="1"/>
            </p:cNvSpPr>
            <p:nvPr/>
          </p:nvSpPr>
          <p:spPr bwMode="auto">
            <a:xfrm>
              <a:off x="7693002" y="4686302"/>
              <a:ext cx="303213" cy="1587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58" name="Rectangle 237"/>
            <p:cNvSpPr>
              <a:spLocks noChangeArrowheads="1"/>
            </p:cNvSpPr>
            <p:nvPr/>
          </p:nvSpPr>
          <p:spPr bwMode="auto">
            <a:xfrm>
              <a:off x="1304902" y="4084640"/>
              <a:ext cx="278923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700" b="1" i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CP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59" name="Rectangle 238"/>
            <p:cNvSpPr>
              <a:spLocks noChangeArrowheads="1"/>
            </p:cNvSpPr>
            <p:nvPr/>
          </p:nvSpPr>
          <p:spPr bwMode="auto">
            <a:xfrm>
              <a:off x="1304902" y="5934077"/>
              <a:ext cx="15709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700" b="1" i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0" name="Rectangle 239"/>
            <p:cNvSpPr>
              <a:spLocks noChangeArrowheads="1"/>
            </p:cNvSpPr>
            <p:nvPr/>
          </p:nvSpPr>
          <p:spPr bwMode="auto">
            <a:xfrm>
              <a:off x="1457302" y="605631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1" name="Rectangle 240"/>
            <p:cNvSpPr>
              <a:spLocks noChangeArrowheads="1"/>
            </p:cNvSpPr>
            <p:nvPr/>
          </p:nvSpPr>
          <p:spPr bwMode="auto">
            <a:xfrm>
              <a:off x="1320777" y="5453065"/>
              <a:ext cx="15709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700" b="1" i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2" name="Rectangle 241"/>
            <p:cNvSpPr>
              <a:spLocks noChangeArrowheads="1"/>
            </p:cNvSpPr>
            <p:nvPr/>
          </p:nvSpPr>
          <p:spPr bwMode="auto">
            <a:xfrm>
              <a:off x="1473177" y="5553077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3" name="Rectangle 242"/>
            <p:cNvSpPr>
              <a:spLocks noChangeArrowheads="1"/>
            </p:cNvSpPr>
            <p:nvPr/>
          </p:nvSpPr>
          <p:spPr bwMode="auto">
            <a:xfrm>
              <a:off x="1304902" y="4933952"/>
              <a:ext cx="15709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700" b="1" i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4" name="Rectangle 243"/>
            <p:cNvSpPr>
              <a:spLocks noChangeArrowheads="1"/>
            </p:cNvSpPr>
            <p:nvPr/>
          </p:nvSpPr>
          <p:spPr bwMode="auto">
            <a:xfrm>
              <a:off x="1457302" y="5056190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5" name="Rectangle 244"/>
            <p:cNvSpPr>
              <a:spLocks noChangeArrowheads="1"/>
            </p:cNvSpPr>
            <p:nvPr/>
          </p:nvSpPr>
          <p:spPr bwMode="auto">
            <a:xfrm>
              <a:off x="1290614" y="4443415"/>
              <a:ext cx="15709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700" b="1" i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6" name="Rectangle 245"/>
            <p:cNvSpPr>
              <a:spLocks noChangeArrowheads="1"/>
            </p:cNvSpPr>
            <p:nvPr/>
          </p:nvSpPr>
          <p:spPr bwMode="auto">
            <a:xfrm>
              <a:off x="1443014" y="456406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7" name="Rectangle 246"/>
            <p:cNvSpPr>
              <a:spLocks noChangeArrowheads="1"/>
            </p:cNvSpPr>
            <p:nvPr/>
          </p:nvSpPr>
          <p:spPr bwMode="auto">
            <a:xfrm>
              <a:off x="2020864" y="373380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8" name="Rectangle 247"/>
            <p:cNvSpPr>
              <a:spLocks noChangeArrowheads="1"/>
            </p:cNvSpPr>
            <p:nvPr/>
          </p:nvSpPr>
          <p:spPr bwMode="auto">
            <a:xfrm>
              <a:off x="2613002" y="373380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69" name="Rectangle 248"/>
            <p:cNvSpPr>
              <a:spLocks noChangeArrowheads="1"/>
            </p:cNvSpPr>
            <p:nvPr/>
          </p:nvSpPr>
          <p:spPr bwMode="auto">
            <a:xfrm>
              <a:off x="3221014" y="373380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70" name="Rectangle 249"/>
            <p:cNvSpPr>
              <a:spLocks noChangeArrowheads="1"/>
            </p:cNvSpPr>
            <p:nvPr/>
          </p:nvSpPr>
          <p:spPr bwMode="auto">
            <a:xfrm>
              <a:off x="3844902" y="373380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71" name="Rectangle 250"/>
            <p:cNvSpPr>
              <a:spLocks noChangeArrowheads="1"/>
            </p:cNvSpPr>
            <p:nvPr/>
          </p:nvSpPr>
          <p:spPr bwMode="auto">
            <a:xfrm>
              <a:off x="4452914" y="373380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72" name="Rectangle 251"/>
            <p:cNvSpPr>
              <a:spLocks noChangeArrowheads="1"/>
            </p:cNvSpPr>
            <p:nvPr/>
          </p:nvSpPr>
          <p:spPr bwMode="auto">
            <a:xfrm>
              <a:off x="5076802" y="371951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73" name="Rectangle 252"/>
            <p:cNvSpPr>
              <a:spLocks noChangeArrowheads="1"/>
            </p:cNvSpPr>
            <p:nvPr/>
          </p:nvSpPr>
          <p:spPr bwMode="auto">
            <a:xfrm>
              <a:off x="5654652" y="371951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74" name="Rectangle 253"/>
            <p:cNvSpPr>
              <a:spLocks noChangeArrowheads="1"/>
            </p:cNvSpPr>
            <p:nvPr/>
          </p:nvSpPr>
          <p:spPr bwMode="auto">
            <a:xfrm>
              <a:off x="6248377" y="3733802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75" name="Rectangle 254"/>
            <p:cNvSpPr>
              <a:spLocks noChangeArrowheads="1"/>
            </p:cNvSpPr>
            <p:nvPr/>
          </p:nvSpPr>
          <p:spPr bwMode="auto">
            <a:xfrm>
              <a:off x="6886552" y="371951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76" name="Rectangle 255"/>
            <p:cNvSpPr>
              <a:spLocks noChangeArrowheads="1"/>
            </p:cNvSpPr>
            <p:nvPr/>
          </p:nvSpPr>
          <p:spPr bwMode="auto">
            <a:xfrm>
              <a:off x="7464402" y="3719515"/>
              <a:ext cx="17953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5277" name="组合 335"/>
            <p:cNvGrpSpPr/>
            <p:nvPr/>
          </p:nvGrpSpPr>
          <p:grpSpPr bwMode="auto">
            <a:xfrm>
              <a:off x="2222477" y="3857628"/>
              <a:ext cx="5472112" cy="2857520"/>
              <a:chOff x="2222477" y="4065590"/>
              <a:chExt cx="5472112" cy="1957387"/>
            </a:xfrm>
          </p:grpSpPr>
          <p:sp>
            <p:nvSpPr>
              <p:cNvPr id="45284" name="Line 257"/>
              <p:cNvSpPr>
                <a:spLocks noChangeShapeType="1"/>
              </p:cNvSpPr>
              <p:nvPr/>
            </p:nvSpPr>
            <p:spPr bwMode="auto">
              <a:xfrm>
                <a:off x="2222477" y="4079877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85" name="Line 258"/>
              <p:cNvSpPr>
                <a:spLocks noChangeShapeType="1"/>
              </p:cNvSpPr>
              <p:nvPr/>
            </p:nvSpPr>
            <p:spPr bwMode="auto">
              <a:xfrm>
                <a:off x="2827314" y="4079877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86" name="Line 259"/>
              <p:cNvSpPr>
                <a:spLocks noChangeShapeType="1"/>
              </p:cNvSpPr>
              <p:nvPr/>
            </p:nvSpPr>
            <p:spPr bwMode="auto">
              <a:xfrm>
                <a:off x="3432152" y="4065590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87" name="Line 260"/>
              <p:cNvSpPr>
                <a:spLocks noChangeShapeType="1"/>
              </p:cNvSpPr>
              <p:nvPr/>
            </p:nvSpPr>
            <p:spPr bwMode="auto">
              <a:xfrm>
                <a:off x="4036989" y="4079877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88" name="Line 261"/>
              <p:cNvSpPr>
                <a:spLocks noChangeShapeType="1"/>
              </p:cNvSpPr>
              <p:nvPr/>
            </p:nvSpPr>
            <p:spPr bwMode="auto">
              <a:xfrm>
                <a:off x="4656114" y="4065590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89" name="Line 262"/>
              <p:cNvSpPr>
                <a:spLocks noChangeShapeType="1"/>
              </p:cNvSpPr>
              <p:nvPr/>
            </p:nvSpPr>
            <p:spPr bwMode="auto">
              <a:xfrm>
                <a:off x="5260952" y="4079877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90" name="Line 263"/>
              <p:cNvSpPr>
                <a:spLocks noChangeShapeType="1"/>
              </p:cNvSpPr>
              <p:nvPr/>
            </p:nvSpPr>
            <p:spPr bwMode="auto">
              <a:xfrm>
                <a:off x="5865789" y="4079877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91" name="Line 264"/>
              <p:cNvSpPr>
                <a:spLocks noChangeShapeType="1"/>
              </p:cNvSpPr>
              <p:nvPr/>
            </p:nvSpPr>
            <p:spPr bwMode="auto">
              <a:xfrm>
                <a:off x="6484914" y="4079877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92" name="Line 265"/>
              <p:cNvSpPr>
                <a:spLocks noChangeShapeType="1"/>
              </p:cNvSpPr>
              <p:nvPr/>
            </p:nvSpPr>
            <p:spPr bwMode="auto">
              <a:xfrm>
                <a:off x="7089752" y="4079877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45293" name="Line 266"/>
              <p:cNvSpPr>
                <a:spLocks noChangeShapeType="1"/>
              </p:cNvSpPr>
              <p:nvPr/>
            </p:nvSpPr>
            <p:spPr bwMode="auto">
              <a:xfrm>
                <a:off x="7694589" y="4065590"/>
                <a:ext cx="0" cy="194310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45278" name="Line 229"/>
            <p:cNvSpPr>
              <a:spLocks noChangeShapeType="1"/>
            </p:cNvSpPr>
            <p:nvPr/>
          </p:nvSpPr>
          <p:spPr bwMode="auto">
            <a:xfrm>
              <a:off x="1617640" y="6591320"/>
              <a:ext cx="5454690" cy="0"/>
            </a:xfrm>
            <a:prstGeom prst="line">
              <a:avLst/>
            </a:prstGeom>
            <a:noFill/>
            <a:ln w="15875">
              <a:solidFill>
                <a:srgbClr val="0066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79" name="Line 230"/>
            <p:cNvSpPr>
              <a:spLocks noChangeShapeType="1"/>
            </p:cNvSpPr>
            <p:nvPr/>
          </p:nvSpPr>
          <p:spPr bwMode="auto">
            <a:xfrm flipV="1">
              <a:off x="7072330" y="6286520"/>
              <a:ext cx="1588" cy="304800"/>
            </a:xfrm>
            <a:prstGeom prst="line">
              <a:avLst/>
            </a:prstGeom>
            <a:noFill/>
            <a:ln w="15875">
              <a:solidFill>
                <a:srgbClr val="0066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80" name="Line 234"/>
            <p:cNvSpPr>
              <a:spLocks noChangeShapeType="1"/>
            </p:cNvSpPr>
            <p:nvPr/>
          </p:nvSpPr>
          <p:spPr bwMode="auto">
            <a:xfrm flipV="1">
              <a:off x="7072330" y="6288107"/>
              <a:ext cx="628610" cy="0"/>
            </a:xfrm>
            <a:prstGeom prst="line">
              <a:avLst/>
            </a:prstGeom>
            <a:noFill/>
            <a:ln w="15875">
              <a:solidFill>
                <a:srgbClr val="0066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81" name="Line 235"/>
            <p:cNvSpPr>
              <a:spLocks noChangeShapeType="1"/>
            </p:cNvSpPr>
            <p:nvPr/>
          </p:nvSpPr>
          <p:spPr bwMode="auto">
            <a:xfrm>
              <a:off x="7700940" y="6286520"/>
              <a:ext cx="1588" cy="304800"/>
            </a:xfrm>
            <a:prstGeom prst="line">
              <a:avLst/>
            </a:prstGeom>
            <a:noFill/>
            <a:ln w="15875">
              <a:solidFill>
                <a:srgbClr val="0066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82" name="Line 236"/>
            <p:cNvSpPr>
              <a:spLocks noChangeShapeType="1"/>
            </p:cNvSpPr>
            <p:nvPr/>
          </p:nvSpPr>
          <p:spPr bwMode="auto">
            <a:xfrm>
              <a:off x="7700940" y="6591320"/>
              <a:ext cx="303213" cy="1587"/>
            </a:xfrm>
            <a:prstGeom prst="line">
              <a:avLst/>
            </a:prstGeom>
            <a:noFill/>
            <a:ln w="15875">
              <a:solidFill>
                <a:srgbClr val="0066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283" name="Rectangle 244"/>
            <p:cNvSpPr>
              <a:spLocks noChangeArrowheads="1"/>
            </p:cNvSpPr>
            <p:nvPr/>
          </p:nvSpPr>
          <p:spPr bwMode="auto">
            <a:xfrm>
              <a:off x="1354292" y="6348433"/>
              <a:ext cx="14587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700" b="1" i="1">
                  <a:solidFill>
                    <a:srgbClr val="4000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" name="组合 347"/>
          <p:cNvGrpSpPr/>
          <p:nvPr/>
        </p:nvGrpSpPr>
        <p:grpSpPr bwMode="auto">
          <a:xfrm>
            <a:off x="1785938" y="1233488"/>
            <a:ext cx="4500562" cy="2481262"/>
            <a:chOff x="1785918" y="1233468"/>
            <a:chExt cx="4500591" cy="2481284"/>
          </a:xfrm>
        </p:grpSpPr>
        <p:sp>
          <p:nvSpPr>
            <p:cNvPr id="45174" name="AutoShape 150"/>
            <p:cNvSpPr>
              <a:spLocks noChangeArrowheads="1"/>
            </p:cNvSpPr>
            <p:nvPr/>
          </p:nvSpPr>
          <p:spPr bwMode="auto">
            <a:xfrm>
              <a:off x="1908175" y="1233468"/>
              <a:ext cx="4378334" cy="1584325"/>
            </a:xfrm>
            <a:prstGeom prst="flowChartAlternateProcess">
              <a:avLst/>
            </a:prstGeom>
            <a:noFill/>
            <a:ln w="28575">
              <a:solidFill>
                <a:srgbClr val="FF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6" name="圆角矩形标注 345"/>
            <p:cNvSpPr/>
            <p:nvPr/>
          </p:nvSpPr>
          <p:spPr>
            <a:xfrm>
              <a:off x="1785918" y="3143247"/>
              <a:ext cx="3071832" cy="571505"/>
            </a:xfrm>
            <a:prstGeom prst="wedgeRoundRectCallout">
              <a:avLst>
                <a:gd name="adj1" fmla="val 36751"/>
                <a:gd name="adj2" fmla="val -102145"/>
                <a:gd name="adj3" fmla="val 16667"/>
              </a:avLst>
            </a:prstGeom>
            <a:solidFill>
              <a:srgbClr val="FFFF00"/>
            </a:solidFill>
            <a:ln>
              <a:solidFill>
                <a:srgbClr val="6600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45176" name="矩形 346"/>
            <p:cNvSpPr>
              <a:spLocks noChangeArrowheads="1"/>
            </p:cNvSpPr>
            <p:nvPr/>
          </p:nvSpPr>
          <p:spPr bwMode="auto">
            <a:xfrm>
              <a:off x="2000232" y="3214686"/>
              <a:ext cx="2659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十进制加法计数器</a:t>
              </a:r>
              <a:endParaRPr lang="zh-CN" altLang="en-US" sz="2400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组合 350"/>
          <p:cNvGrpSpPr/>
          <p:nvPr/>
        </p:nvGrpSpPr>
        <p:grpSpPr bwMode="auto">
          <a:xfrm>
            <a:off x="4071938" y="5072063"/>
            <a:ext cx="3071812" cy="571500"/>
            <a:chOff x="4071934" y="5072074"/>
            <a:chExt cx="3071834" cy="571504"/>
          </a:xfrm>
        </p:grpSpPr>
        <p:sp>
          <p:nvSpPr>
            <p:cNvPr id="349" name="圆角矩形标注 348"/>
            <p:cNvSpPr/>
            <p:nvPr/>
          </p:nvSpPr>
          <p:spPr>
            <a:xfrm>
              <a:off x="4071934" y="5072074"/>
              <a:ext cx="3071834" cy="571504"/>
            </a:xfrm>
            <a:prstGeom prst="wedgeRoundRectCallout">
              <a:avLst>
                <a:gd name="adj1" fmla="val 67759"/>
                <a:gd name="adj2" fmla="val 193409"/>
                <a:gd name="adj3" fmla="val 16667"/>
              </a:avLst>
            </a:prstGeom>
            <a:solidFill>
              <a:srgbClr val="FFFF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45173" name="矩形 349"/>
            <p:cNvSpPr>
              <a:spLocks noChangeArrowheads="1"/>
            </p:cNvSpPr>
            <p:nvPr/>
          </p:nvSpPr>
          <p:spPr bwMode="auto">
            <a:xfrm>
              <a:off x="4143372" y="5143512"/>
              <a:ext cx="295144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的下降沿作为进位信号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grpSp>
        <p:nvGrpSpPr>
          <p:cNvPr id="6" name="组合 323"/>
          <p:cNvGrpSpPr/>
          <p:nvPr/>
        </p:nvGrpSpPr>
        <p:grpSpPr bwMode="auto">
          <a:xfrm>
            <a:off x="1274763" y="500063"/>
            <a:ext cx="1365250" cy="865187"/>
            <a:chOff x="1067604" y="4181480"/>
            <a:chExt cx="1365190" cy="864829"/>
          </a:xfrm>
        </p:grpSpPr>
        <p:grpSp>
          <p:nvGrpSpPr>
            <p:cNvPr id="45164" name="组合 202"/>
            <p:cNvGrpSpPr/>
            <p:nvPr/>
          </p:nvGrpSpPr>
          <p:grpSpPr bwMode="auto">
            <a:xfrm>
              <a:off x="1928794" y="4191834"/>
              <a:ext cx="504000" cy="504000"/>
              <a:chOff x="7286644" y="3857628"/>
              <a:chExt cx="504000" cy="504000"/>
            </a:xfrm>
          </p:grpSpPr>
          <p:sp>
            <p:nvSpPr>
              <p:cNvPr id="45170" name="Oval 26"/>
              <p:cNvSpPr>
                <a:spLocks noChangeArrowheads="1"/>
              </p:cNvSpPr>
              <p:nvPr/>
            </p:nvSpPr>
            <p:spPr bwMode="auto">
              <a:xfrm>
                <a:off x="7286644" y="3857628"/>
                <a:ext cx="504000" cy="504000"/>
              </a:xfrm>
              <a:prstGeom prst="ellipse">
                <a:avLst/>
              </a:prstGeom>
              <a:noFill/>
              <a:ln w="14288">
                <a:solidFill>
                  <a:srgbClr val="0066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71" name="Rectangle 28"/>
              <p:cNvSpPr>
                <a:spLocks noChangeArrowheads="1"/>
              </p:cNvSpPr>
              <p:nvPr/>
            </p:nvSpPr>
            <p:spPr bwMode="auto">
              <a:xfrm>
                <a:off x="7358082" y="4000504"/>
                <a:ext cx="329449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400" b="1">
                    <a:solidFill>
                      <a:srgbClr val="0066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1111</a:t>
                </a:r>
                <a:endParaRPr lang="en-US" altLang="zh-CN" sz="16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5165" name="Line 36"/>
            <p:cNvSpPr>
              <a:spLocks noChangeShapeType="1"/>
            </p:cNvSpPr>
            <p:nvPr/>
          </p:nvSpPr>
          <p:spPr bwMode="auto">
            <a:xfrm rot="5400000">
              <a:off x="2006765" y="4865515"/>
              <a:ext cx="360000" cy="1588"/>
            </a:xfrm>
            <a:prstGeom prst="line">
              <a:avLst/>
            </a:prstGeom>
            <a:noFill/>
            <a:ln w="1905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66" name="Line 36"/>
            <p:cNvSpPr>
              <a:spLocks noChangeShapeType="1"/>
            </p:cNvSpPr>
            <p:nvPr/>
          </p:nvSpPr>
          <p:spPr bwMode="auto">
            <a:xfrm rot="10800000" flipH="1">
              <a:off x="1562079" y="4443420"/>
              <a:ext cx="360000" cy="1588"/>
            </a:xfrm>
            <a:prstGeom prst="line">
              <a:avLst/>
            </a:prstGeom>
            <a:noFill/>
            <a:ln w="1905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45167" name="组合 205"/>
            <p:cNvGrpSpPr/>
            <p:nvPr/>
          </p:nvGrpSpPr>
          <p:grpSpPr bwMode="auto">
            <a:xfrm>
              <a:off x="1067604" y="4181480"/>
              <a:ext cx="504000" cy="504000"/>
              <a:chOff x="7286644" y="3857628"/>
              <a:chExt cx="504000" cy="504000"/>
            </a:xfrm>
          </p:grpSpPr>
          <p:sp>
            <p:nvSpPr>
              <p:cNvPr id="45168" name="Oval 26"/>
              <p:cNvSpPr>
                <a:spLocks noChangeArrowheads="1"/>
              </p:cNvSpPr>
              <p:nvPr/>
            </p:nvSpPr>
            <p:spPr bwMode="auto">
              <a:xfrm>
                <a:off x="7286644" y="3857628"/>
                <a:ext cx="504000" cy="504000"/>
              </a:xfrm>
              <a:prstGeom prst="ellipse">
                <a:avLst/>
              </a:prstGeom>
              <a:noFill/>
              <a:ln w="14288">
                <a:solidFill>
                  <a:srgbClr val="0066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69" name="Rectangle 28"/>
              <p:cNvSpPr>
                <a:spLocks noChangeArrowheads="1"/>
              </p:cNvSpPr>
              <p:nvPr/>
            </p:nvSpPr>
            <p:spPr bwMode="auto">
              <a:xfrm>
                <a:off x="7358082" y="4000504"/>
                <a:ext cx="339324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400" b="1">
                    <a:solidFill>
                      <a:srgbClr val="0066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1110</a:t>
                </a:r>
                <a:endParaRPr lang="en-US" altLang="zh-CN" sz="16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9" name="组合 333"/>
          <p:cNvGrpSpPr/>
          <p:nvPr/>
        </p:nvGrpSpPr>
        <p:grpSpPr bwMode="auto">
          <a:xfrm>
            <a:off x="4699000" y="504825"/>
            <a:ext cx="1365250" cy="865188"/>
            <a:chOff x="1067604" y="4181480"/>
            <a:chExt cx="1365190" cy="864829"/>
          </a:xfrm>
        </p:grpSpPr>
        <p:grpSp>
          <p:nvGrpSpPr>
            <p:cNvPr id="45156" name="组合 202"/>
            <p:cNvGrpSpPr/>
            <p:nvPr/>
          </p:nvGrpSpPr>
          <p:grpSpPr bwMode="auto">
            <a:xfrm>
              <a:off x="1928794" y="4191834"/>
              <a:ext cx="504000" cy="504000"/>
              <a:chOff x="7286644" y="3857628"/>
              <a:chExt cx="504000" cy="504000"/>
            </a:xfrm>
          </p:grpSpPr>
          <p:sp>
            <p:nvSpPr>
              <p:cNvPr id="45162" name="Oval 26"/>
              <p:cNvSpPr>
                <a:spLocks noChangeArrowheads="1"/>
              </p:cNvSpPr>
              <p:nvPr/>
            </p:nvSpPr>
            <p:spPr bwMode="auto">
              <a:xfrm>
                <a:off x="7286644" y="3857628"/>
                <a:ext cx="504000" cy="504000"/>
              </a:xfrm>
              <a:prstGeom prst="ellipse">
                <a:avLst/>
              </a:prstGeom>
              <a:noFill/>
              <a:ln w="14288">
                <a:solidFill>
                  <a:srgbClr val="0066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63" name="Rectangle 28"/>
              <p:cNvSpPr>
                <a:spLocks noChangeArrowheads="1"/>
              </p:cNvSpPr>
              <p:nvPr/>
            </p:nvSpPr>
            <p:spPr bwMode="auto">
              <a:xfrm>
                <a:off x="7358082" y="4000504"/>
                <a:ext cx="34919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400" b="1">
                    <a:solidFill>
                      <a:srgbClr val="0066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1011</a:t>
                </a:r>
                <a:endParaRPr lang="en-US" altLang="zh-CN" sz="16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5157" name="Line 36"/>
            <p:cNvSpPr>
              <a:spLocks noChangeShapeType="1"/>
            </p:cNvSpPr>
            <p:nvPr/>
          </p:nvSpPr>
          <p:spPr bwMode="auto">
            <a:xfrm rot="5400000">
              <a:off x="2006765" y="4865515"/>
              <a:ext cx="360000" cy="1588"/>
            </a:xfrm>
            <a:prstGeom prst="line">
              <a:avLst/>
            </a:prstGeom>
            <a:noFill/>
            <a:ln w="1905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45158" name="Line 36"/>
            <p:cNvSpPr>
              <a:spLocks noChangeShapeType="1"/>
            </p:cNvSpPr>
            <p:nvPr/>
          </p:nvSpPr>
          <p:spPr bwMode="auto">
            <a:xfrm rot="10800000" flipH="1">
              <a:off x="1562079" y="4443420"/>
              <a:ext cx="360000" cy="1588"/>
            </a:xfrm>
            <a:prstGeom prst="line">
              <a:avLst/>
            </a:prstGeom>
            <a:noFill/>
            <a:ln w="1905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45159" name="组合 205"/>
            <p:cNvGrpSpPr/>
            <p:nvPr/>
          </p:nvGrpSpPr>
          <p:grpSpPr bwMode="auto">
            <a:xfrm>
              <a:off x="1067604" y="4181480"/>
              <a:ext cx="504000" cy="504000"/>
              <a:chOff x="7286644" y="3857628"/>
              <a:chExt cx="504000" cy="504000"/>
            </a:xfrm>
          </p:grpSpPr>
          <p:sp>
            <p:nvSpPr>
              <p:cNvPr id="45160" name="Oval 26"/>
              <p:cNvSpPr>
                <a:spLocks noChangeArrowheads="1"/>
              </p:cNvSpPr>
              <p:nvPr/>
            </p:nvSpPr>
            <p:spPr bwMode="auto">
              <a:xfrm>
                <a:off x="7286644" y="3857628"/>
                <a:ext cx="504000" cy="504000"/>
              </a:xfrm>
              <a:prstGeom prst="ellipse">
                <a:avLst/>
              </a:prstGeom>
              <a:noFill/>
              <a:ln w="14288">
                <a:solidFill>
                  <a:srgbClr val="0066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61" name="Rectangle 28"/>
              <p:cNvSpPr>
                <a:spLocks noChangeArrowheads="1"/>
              </p:cNvSpPr>
              <p:nvPr/>
            </p:nvSpPr>
            <p:spPr bwMode="auto">
              <a:xfrm>
                <a:off x="7358082" y="4000504"/>
                <a:ext cx="359073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400" b="1">
                    <a:solidFill>
                      <a:srgbClr val="0066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1010</a:t>
                </a:r>
                <a:endParaRPr lang="en-US" altLang="zh-CN" sz="16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2" name="组合 342"/>
          <p:cNvGrpSpPr/>
          <p:nvPr/>
        </p:nvGrpSpPr>
        <p:grpSpPr bwMode="auto">
          <a:xfrm>
            <a:off x="6064250" y="1352550"/>
            <a:ext cx="1722438" cy="514350"/>
            <a:chOff x="5857885" y="5033974"/>
            <a:chExt cx="1722379" cy="514354"/>
          </a:xfrm>
        </p:grpSpPr>
        <p:grpSp>
          <p:nvGrpSpPr>
            <p:cNvPr id="45147" name="组合 218"/>
            <p:cNvGrpSpPr/>
            <p:nvPr/>
          </p:nvGrpSpPr>
          <p:grpSpPr bwMode="auto">
            <a:xfrm flipH="1">
              <a:off x="6215074" y="5033974"/>
              <a:ext cx="1365190" cy="514354"/>
              <a:chOff x="1067604" y="4181480"/>
              <a:chExt cx="1365190" cy="514354"/>
            </a:xfrm>
          </p:grpSpPr>
          <p:grpSp>
            <p:nvGrpSpPr>
              <p:cNvPr id="45149" name="组合 202"/>
              <p:cNvGrpSpPr/>
              <p:nvPr/>
            </p:nvGrpSpPr>
            <p:grpSpPr bwMode="auto">
              <a:xfrm>
                <a:off x="1928794" y="4191834"/>
                <a:ext cx="504000" cy="504000"/>
                <a:chOff x="7286644" y="3857628"/>
                <a:chExt cx="504000" cy="504000"/>
              </a:xfrm>
            </p:grpSpPr>
            <p:sp>
              <p:nvSpPr>
                <p:cNvPr id="45154" name="Oval 26"/>
                <p:cNvSpPr>
                  <a:spLocks noChangeArrowheads="1"/>
                </p:cNvSpPr>
                <p:nvPr/>
              </p:nvSpPr>
              <p:spPr bwMode="auto">
                <a:xfrm>
                  <a:off x="7286644" y="3857628"/>
                  <a:ext cx="504000" cy="504000"/>
                </a:xfrm>
                <a:prstGeom prst="ellipse">
                  <a:avLst/>
                </a:prstGeom>
                <a:noFill/>
                <a:ln w="14288">
                  <a:solidFill>
                    <a:srgbClr val="0066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55" name="Rectangle 28"/>
                <p:cNvSpPr>
                  <a:spLocks noChangeArrowheads="1"/>
                </p:cNvSpPr>
                <p:nvPr/>
              </p:nvSpPr>
              <p:spPr bwMode="auto">
                <a:xfrm>
                  <a:off x="7370008" y="4000504"/>
                  <a:ext cx="34919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66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1101</a:t>
                  </a:r>
                  <a:endParaRPr lang="en-US" altLang="zh-CN" sz="1600" b="1">
                    <a:solidFill>
                      <a:srgbClr val="0066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5150" name="Line 36"/>
              <p:cNvSpPr>
                <a:spLocks noChangeShapeType="1"/>
              </p:cNvSpPr>
              <p:nvPr/>
            </p:nvSpPr>
            <p:spPr bwMode="auto">
              <a:xfrm rot="10800000" flipH="1">
                <a:off x="1562079" y="4443420"/>
                <a:ext cx="360000" cy="1588"/>
              </a:xfrm>
              <a:prstGeom prst="line">
                <a:avLst/>
              </a:prstGeom>
              <a:noFill/>
              <a:ln w="19050">
                <a:solidFill>
                  <a:srgbClr val="006600"/>
                </a:solidFill>
                <a:round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45151" name="组合 205"/>
              <p:cNvGrpSpPr/>
              <p:nvPr/>
            </p:nvGrpSpPr>
            <p:grpSpPr bwMode="auto">
              <a:xfrm>
                <a:off x="1067604" y="4181480"/>
                <a:ext cx="504000" cy="504000"/>
                <a:chOff x="7286644" y="3857628"/>
                <a:chExt cx="504000" cy="504000"/>
              </a:xfrm>
            </p:grpSpPr>
            <p:sp>
              <p:nvSpPr>
                <p:cNvPr id="45152" name="Oval 26"/>
                <p:cNvSpPr>
                  <a:spLocks noChangeArrowheads="1"/>
                </p:cNvSpPr>
                <p:nvPr/>
              </p:nvSpPr>
              <p:spPr bwMode="auto">
                <a:xfrm>
                  <a:off x="7286644" y="3857628"/>
                  <a:ext cx="504000" cy="504000"/>
                </a:xfrm>
                <a:prstGeom prst="ellipse">
                  <a:avLst/>
                </a:prstGeom>
                <a:noFill/>
                <a:ln w="14288">
                  <a:solidFill>
                    <a:srgbClr val="0066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53" name="Rectangle 28"/>
                <p:cNvSpPr>
                  <a:spLocks noChangeArrowheads="1"/>
                </p:cNvSpPr>
                <p:nvPr/>
              </p:nvSpPr>
              <p:spPr bwMode="auto">
                <a:xfrm>
                  <a:off x="7373942" y="4000504"/>
                  <a:ext cx="34919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66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1100</a:t>
                  </a:r>
                  <a:endParaRPr lang="en-US" altLang="zh-CN" sz="1600" b="1">
                    <a:solidFill>
                      <a:srgbClr val="0066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45148" name="Line 36"/>
            <p:cNvSpPr>
              <a:spLocks noChangeShapeType="1"/>
            </p:cNvSpPr>
            <p:nvPr/>
          </p:nvSpPr>
          <p:spPr bwMode="auto">
            <a:xfrm rot="10800000">
              <a:off x="5857885" y="5295913"/>
              <a:ext cx="360000" cy="1588"/>
            </a:xfrm>
            <a:prstGeom prst="line">
              <a:avLst/>
            </a:prstGeom>
            <a:noFill/>
            <a:ln w="1905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6" name="组合 368"/>
          <p:cNvGrpSpPr/>
          <p:nvPr/>
        </p:nvGrpSpPr>
        <p:grpSpPr bwMode="auto">
          <a:xfrm>
            <a:off x="611188" y="1285875"/>
            <a:ext cx="5603875" cy="1531938"/>
            <a:chOff x="611188" y="1285860"/>
            <a:chExt cx="5603886" cy="1531953"/>
          </a:xfrm>
        </p:grpSpPr>
        <p:sp>
          <p:nvSpPr>
            <p:cNvPr id="45069" name="矩形 355"/>
            <p:cNvSpPr>
              <a:spLocks noChangeArrowheads="1"/>
            </p:cNvSpPr>
            <p:nvPr/>
          </p:nvSpPr>
          <p:spPr bwMode="auto">
            <a:xfrm>
              <a:off x="1500166" y="163090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/C</a:t>
              </a:r>
              <a:endParaRPr lang="zh-CN" altLang="en-US" sz="18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5070" name="组合 367"/>
            <p:cNvGrpSpPr/>
            <p:nvPr/>
          </p:nvGrpSpPr>
          <p:grpSpPr bwMode="auto">
            <a:xfrm>
              <a:off x="611188" y="1285860"/>
              <a:ext cx="5603886" cy="1531953"/>
              <a:chOff x="611188" y="1285860"/>
              <a:chExt cx="5603886" cy="1531953"/>
            </a:xfrm>
          </p:grpSpPr>
          <p:grpSp>
            <p:nvGrpSpPr>
              <p:cNvPr id="45071" name="组合 354"/>
              <p:cNvGrpSpPr/>
              <p:nvPr/>
            </p:nvGrpSpPr>
            <p:grpSpPr bwMode="auto">
              <a:xfrm>
                <a:off x="611188" y="1366823"/>
                <a:ext cx="5454266" cy="1450990"/>
                <a:chOff x="611188" y="1366823"/>
                <a:chExt cx="5454266" cy="1450990"/>
              </a:xfrm>
            </p:grpSpPr>
            <p:grpSp>
              <p:nvGrpSpPr>
                <p:cNvPr id="45083" name="组合 212"/>
                <p:cNvGrpSpPr/>
                <p:nvPr/>
              </p:nvGrpSpPr>
              <p:grpSpPr bwMode="auto">
                <a:xfrm>
                  <a:off x="611188" y="1746242"/>
                  <a:ext cx="1063544" cy="1071571"/>
                  <a:chOff x="611188" y="1746222"/>
                  <a:chExt cx="1063625" cy="1071570"/>
                </a:xfrm>
              </p:grpSpPr>
              <p:sp>
                <p:nvSpPr>
                  <p:cNvPr id="45135" name="Rectangle 136"/>
                  <p:cNvSpPr>
                    <a:spLocks noChangeArrowheads="1"/>
                  </p:cNvSpPr>
                  <p:nvPr/>
                </p:nvSpPr>
                <p:spPr bwMode="auto">
                  <a:xfrm>
                    <a:off x="611188" y="1778694"/>
                    <a:ext cx="44884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 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36" name="Oval 137"/>
                  <p:cNvSpPr>
                    <a:spLocks noChangeArrowheads="1"/>
                  </p:cNvSpPr>
                  <p:nvPr/>
                </p:nvSpPr>
                <p:spPr bwMode="auto">
                  <a:xfrm>
                    <a:off x="611188" y="1746222"/>
                    <a:ext cx="1063625" cy="1071570"/>
                  </a:xfrm>
                  <a:prstGeom prst="ellipse">
                    <a:avLst/>
                  </a:prstGeom>
                  <a:noFill/>
                  <a:ln w="14288">
                    <a:solidFill>
                      <a:srgbClr val="000000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37" name="Rectangle 138"/>
                  <p:cNvSpPr>
                    <a:spLocks noChangeArrowheads="1"/>
                  </p:cNvSpPr>
                  <p:nvPr/>
                </p:nvSpPr>
                <p:spPr bwMode="auto">
                  <a:xfrm>
                    <a:off x="685801" y="2101502"/>
                    <a:ext cx="923925" cy="37820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400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38" name="Rectangle 139"/>
                  <p:cNvSpPr>
                    <a:spLocks noChangeArrowheads="1"/>
                  </p:cNvSpPr>
                  <p:nvPr/>
                </p:nvSpPr>
                <p:spPr bwMode="auto">
                  <a:xfrm>
                    <a:off x="685801" y="2133974"/>
                    <a:ext cx="139462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Q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39" name="Rectangle 140"/>
                  <p:cNvSpPr>
                    <a:spLocks noChangeArrowheads="1"/>
                  </p:cNvSpPr>
                  <p:nvPr/>
                </p:nvSpPr>
                <p:spPr bwMode="auto">
                  <a:xfrm>
                    <a:off x="847726" y="2233299"/>
                    <a:ext cx="89768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0" name="Rectangle 141"/>
                  <p:cNvSpPr>
                    <a:spLocks noChangeArrowheads="1"/>
                  </p:cNvSpPr>
                  <p:nvPr/>
                </p:nvSpPr>
                <p:spPr bwMode="auto">
                  <a:xfrm>
                    <a:off x="917576" y="2133974"/>
                    <a:ext cx="139462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Q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1" name="Rectangle 142"/>
                  <p:cNvSpPr>
                    <a:spLocks noChangeArrowheads="1"/>
                  </p:cNvSpPr>
                  <p:nvPr/>
                </p:nvSpPr>
                <p:spPr bwMode="auto">
                  <a:xfrm>
                    <a:off x="1081088" y="2233299"/>
                    <a:ext cx="89768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2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2" name="Rectangle 143"/>
                  <p:cNvSpPr>
                    <a:spLocks noChangeArrowheads="1"/>
                  </p:cNvSpPr>
                  <p:nvPr/>
                </p:nvSpPr>
                <p:spPr bwMode="auto">
                  <a:xfrm>
                    <a:off x="1149351" y="2133974"/>
                    <a:ext cx="139462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Q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3" name="Rectangle 144"/>
                  <p:cNvSpPr>
                    <a:spLocks noChangeArrowheads="1"/>
                  </p:cNvSpPr>
                  <p:nvPr/>
                </p:nvSpPr>
                <p:spPr bwMode="auto">
                  <a:xfrm>
                    <a:off x="1312863" y="2233299"/>
                    <a:ext cx="89768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1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4" name="Rectangle 145"/>
                  <p:cNvSpPr>
                    <a:spLocks noChangeArrowheads="1"/>
                  </p:cNvSpPr>
                  <p:nvPr/>
                </p:nvSpPr>
                <p:spPr bwMode="auto">
                  <a:xfrm>
                    <a:off x="1382713" y="2133974"/>
                    <a:ext cx="139462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Q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5" name="Rectangle 146"/>
                  <p:cNvSpPr>
                    <a:spLocks noChangeArrowheads="1"/>
                  </p:cNvSpPr>
                  <p:nvPr/>
                </p:nvSpPr>
                <p:spPr bwMode="auto">
                  <a:xfrm>
                    <a:off x="1539876" y="2233299"/>
                    <a:ext cx="89768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0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6" name="Rectangle 147"/>
                  <p:cNvSpPr>
                    <a:spLocks noChangeArrowheads="1"/>
                  </p:cNvSpPr>
                  <p:nvPr/>
                </p:nvSpPr>
                <p:spPr bwMode="auto">
                  <a:xfrm>
                    <a:off x="1604963" y="2233299"/>
                    <a:ext cx="44884" cy="21544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4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 </a:t>
                    </a:r>
                    <a:endParaRPr lang="en-US" altLang="zh-CN" sz="1400" b="1">
                      <a:solidFill>
                        <a:srgbClr val="C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45084" name="组合 272"/>
                <p:cNvGrpSpPr/>
                <p:nvPr/>
              </p:nvGrpSpPr>
              <p:grpSpPr bwMode="auto">
                <a:xfrm>
                  <a:off x="2135240" y="1366823"/>
                  <a:ext cx="3930214" cy="1381135"/>
                  <a:chOff x="1928794" y="4171955"/>
                  <a:chExt cx="3930214" cy="1381135"/>
                </a:xfrm>
              </p:grpSpPr>
              <p:grpSp>
                <p:nvGrpSpPr>
                  <p:cNvPr id="45085" name="组合 170"/>
                  <p:cNvGrpSpPr/>
                  <p:nvPr/>
                </p:nvGrpSpPr>
                <p:grpSpPr bwMode="auto">
                  <a:xfrm>
                    <a:off x="1928794" y="4171955"/>
                    <a:ext cx="3930214" cy="514354"/>
                    <a:chOff x="1928794" y="4171955"/>
                    <a:chExt cx="3930214" cy="514354"/>
                  </a:xfrm>
                </p:grpSpPr>
                <p:grpSp>
                  <p:nvGrpSpPr>
                    <p:cNvPr id="45112" name="组合 149"/>
                    <p:cNvGrpSpPr/>
                    <p:nvPr/>
                  </p:nvGrpSpPr>
                  <p:grpSpPr bwMode="auto">
                    <a:xfrm>
                      <a:off x="1928794" y="4171955"/>
                      <a:ext cx="860066" cy="504000"/>
                      <a:chOff x="1928794" y="4171955"/>
                      <a:chExt cx="860066" cy="504000"/>
                    </a:xfrm>
                  </p:grpSpPr>
                  <p:grpSp>
                    <p:nvGrpSpPr>
                      <p:cNvPr id="45131" name="组合 147"/>
                      <p:cNvGrpSpPr/>
                      <p:nvPr/>
                    </p:nvGrpSpPr>
                    <p:grpSpPr bwMode="auto">
                      <a:xfrm>
                        <a:off x="1928794" y="4171955"/>
                        <a:ext cx="504000" cy="504000"/>
                        <a:chOff x="1928794" y="4143380"/>
                        <a:chExt cx="504000" cy="504000"/>
                      </a:xfrm>
                    </p:grpSpPr>
                    <p:sp>
                      <p:nvSpPr>
                        <p:cNvPr id="45133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928794" y="4143380"/>
                          <a:ext cx="504000" cy="504000"/>
                        </a:xfrm>
                        <a:prstGeom prst="ellipse">
                          <a:avLst/>
                        </a:prstGeom>
                        <a:noFill/>
                        <a:ln w="14288">
                          <a:solidFill>
                            <a:srgbClr val="000000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endParaRPr lang="zh-CN" altLang="en-US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  <p:sp>
                      <p:nvSpPr>
                        <p:cNvPr id="45134" name="Rectangle 28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00232" y="4286256"/>
                          <a:ext cx="359073" cy="2154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r>
                            <a:rPr lang="en-US" altLang="zh-CN" sz="1400" b="1">
                              <a:solidFill>
                                <a:srgbClr val="0000FF"/>
                              </a:solidFill>
                              <a:latin typeface="Times New Roman" panose="02020603050405020304" pitchFamily="18" charset="0"/>
                              <a:cs typeface="Times New Roman" panose="02020603050405020304" pitchFamily="18" charset="0"/>
                            </a:rPr>
                            <a:t>0000</a:t>
                          </a:r>
                          <a:endParaRPr lang="en-US" altLang="zh-CN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</p:grpSp>
                  <p:sp>
                    <p:nvSpPr>
                      <p:cNvPr id="45132" name="Line 3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428860" y="4427544"/>
                        <a:ext cx="360000" cy="158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tailEnd type="stealth" w="lg" len="lg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lang="zh-CN" altLang="en-US" sz="1600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grpSp>
                  <p:nvGrpSpPr>
                    <p:cNvPr id="45113" name="组合 150"/>
                    <p:cNvGrpSpPr/>
                    <p:nvPr/>
                  </p:nvGrpSpPr>
                  <p:grpSpPr bwMode="auto">
                    <a:xfrm>
                      <a:off x="2783240" y="4182309"/>
                      <a:ext cx="860066" cy="504000"/>
                      <a:chOff x="1928794" y="4171955"/>
                      <a:chExt cx="860066" cy="504000"/>
                    </a:xfrm>
                  </p:grpSpPr>
                  <p:grpSp>
                    <p:nvGrpSpPr>
                      <p:cNvPr id="45127" name="组合 147"/>
                      <p:cNvGrpSpPr/>
                      <p:nvPr/>
                    </p:nvGrpSpPr>
                    <p:grpSpPr bwMode="auto">
                      <a:xfrm>
                        <a:off x="1928794" y="4171955"/>
                        <a:ext cx="504000" cy="504000"/>
                        <a:chOff x="1928794" y="4143380"/>
                        <a:chExt cx="504000" cy="504000"/>
                      </a:xfrm>
                    </p:grpSpPr>
                    <p:sp>
                      <p:nvSpPr>
                        <p:cNvPr id="45129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928794" y="4143380"/>
                          <a:ext cx="504000" cy="504000"/>
                        </a:xfrm>
                        <a:prstGeom prst="ellipse">
                          <a:avLst/>
                        </a:prstGeom>
                        <a:noFill/>
                        <a:ln w="14288">
                          <a:solidFill>
                            <a:srgbClr val="000000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endParaRPr lang="zh-CN" altLang="en-US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  <p:sp>
                      <p:nvSpPr>
                        <p:cNvPr id="45130" name="Rectangle 28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00232" y="4286256"/>
                          <a:ext cx="359073" cy="2154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r>
                            <a:rPr lang="en-US" altLang="zh-CN" sz="1400" b="1">
                              <a:solidFill>
                                <a:srgbClr val="0000FF"/>
                              </a:solidFill>
                              <a:latin typeface="Times New Roman" panose="02020603050405020304" pitchFamily="18" charset="0"/>
                              <a:cs typeface="Times New Roman" panose="02020603050405020304" pitchFamily="18" charset="0"/>
                            </a:rPr>
                            <a:t>0001</a:t>
                          </a:r>
                          <a:endParaRPr lang="en-US" altLang="zh-CN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</p:grpSp>
                  <p:sp>
                    <p:nvSpPr>
                      <p:cNvPr id="45128" name="Line 3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428860" y="4427544"/>
                        <a:ext cx="360000" cy="158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tailEnd type="stealth" w="lg" len="lg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lang="zh-CN" altLang="en-US" sz="1600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grpSp>
                  <p:nvGrpSpPr>
                    <p:cNvPr id="45114" name="组合 155"/>
                    <p:cNvGrpSpPr/>
                    <p:nvPr/>
                  </p:nvGrpSpPr>
                  <p:grpSpPr bwMode="auto">
                    <a:xfrm>
                      <a:off x="3640496" y="4171955"/>
                      <a:ext cx="860066" cy="504000"/>
                      <a:chOff x="1928794" y="4171955"/>
                      <a:chExt cx="860066" cy="504000"/>
                    </a:xfrm>
                  </p:grpSpPr>
                  <p:grpSp>
                    <p:nvGrpSpPr>
                      <p:cNvPr id="45123" name="组合 147"/>
                      <p:cNvGrpSpPr/>
                      <p:nvPr/>
                    </p:nvGrpSpPr>
                    <p:grpSpPr bwMode="auto">
                      <a:xfrm>
                        <a:off x="1928794" y="4171955"/>
                        <a:ext cx="504000" cy="504000"/>
                        <a:chOff x="1928794" y="4143380"/>
                        <a:chExt cx="504000" cy="504000"/>
                      </a:xfrm>
                    </p:grpSpPr>
                    <p:sp>
                      <p:nvSpPr>
                        <p:cNvPr id="45125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928794" y="4143380"/>
                          <a:ext cx="504000" cy="504000"/>
                        </a:xfrm>
                        <a:prstGeom prst="ellipse">
                          <a:avLst/>
                        </a:prstGeom>
                        <a:noFill/>
                        <a:ln w="14288">
                          <a:solidFill>
                            <a:srgbClr val="000000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endParaRPr lang="zh-CN" altLang="en-US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  <p:sp>
                      <p:nvSpPr>
                        <p:cNvPr id="45126" name="Rectangle 28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00232" y="4286256"/>
                          <a:ext cx="359073" cy="2154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r>
                            <a:rPr lang="en-US" altLang="zh-CN" sz="1400" b="1">
                              <a:solidFill>
                                <a:srgbClr val="0000FF"/>
                              </a:solidFill>
                              <a:latin typeface="Times New Roman" panose="02020603050405020304" pitchFamily="18" charset="0"/>
                              <a:cs typeface="Times New Roman" panose="02020603050405020304" pitchFamily="18" charset="0"/>
                            </a:rPr>
                            <a:t>0010</a:t>
                          </a:r>
                          <a:endParaRPr lang="en-US" altLang="zh-CN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</p:grpSp>
                  <p:sp>
                    <p:nvSpPr>
                      <p:cNvPr id="45124" name="Line 3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428860" y="4427544"/>
                        <a:ext cx="360000" cy="158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tailEnd type="stealth" w="lg" len="lg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lang="zh-CN" altLang="en-US" sz="1600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grpSp>
                  <p:nvGrpSpPr>
                    <p:cNvPr id="45115" name="组合 160"/>
                    <p:cNvGrpSpPr/>
                    <p:nvPr/>
                  </p:nvGrpSpPr>
                  <p:grpSpPr bwMode="auto">
                    <a:xfrm>
                      <a:off x="4497752" y="4171955"/>
                      <a:ext cx="860066" cy="504000"/>
                      <a:chOff x="1928794" y="4171955"/>
                      <a:chExt cx="860066" cy="504000"/>
                    </a:xfrm>
                  </p:grpSpPr>
                  <p:grpSp>
                    <p:nvGrpSpPr>
                      <p:cNvPr id="45119" name="组合 147"/>
                      <p:cNvGrpSpPr/>
                      <p:nvPr/>
                    </p:nvGrpSpPr>
                    <p:grpSpPr bwMode="auto">
                      <a:xfrm>
                        <a:off x="1928794" y="4171955"/>
                        <a:ext cx="504000" cy="504000"/>
                        <a:chOff x="1928794" y="4143380"/>
                        <a:chExt cx="504000" cy="504000"/>
                      </a:xfrm>
                    </p:grpSpPr>
                    <p:sp>
                      <p:nvSpPr>
                        <p:cNvPr id="45121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928794" y="4143380"/>
                          <a:ext cx="504000" cy="504000"/>
                        </a:xfrm>
                        <a:prstGeom prst="ellipse">
                          <a:avLst/>
                        </a:prstGeom>
                        <a:noFill/>
                        <a:ln w="14288">
                          <a:solidFill>
                            <a:srgbClr val="000000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endParaRPr lang="zh-CN" altLang="en-US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  <p:sp>
                      <p:nvSpPr>
                        <p:cNvPr id="45122" name="Rectangle 28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00232" y="4286256"/>
                          <a:ext cx="349198" cy="2154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r>
                            <a:rPr lang="en-US" altLang="zh-CN" sz="1400" b="1">
                              <a:solidFill>
                                <a:srgbClr val="0000FF"/>
                              </a:solidFill>
                              <a:latin typeface="Times New Roman" panose="02020603050405020304" pitchFamily="18" charset="0"/>
                              <a:cs typeface="Times New Roman" panose="02020603050405020304" pitchFamily="18" charset="0"/>
                            </a:rPr>
                            <a:t>0011</a:t>
                          </a:r>
                          <a:endParaRPr lang="en-US" altLang="zh-CN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</p:grpSp>
                  <p:sp>
                    <p:nvSpPr>
                      <p:cNvPr id="45120" name="Line 3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428860" y="4427544"/>
                        <a:ext cx="360000" cy="158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tailEnd type="stealth" w="lg" len="lg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lang="zh-CN" altLang="en-US" sz="1600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grpSp>
                  <p:nvGrpSpPr>
                    <p:cNvPr id="45116" name="组合 147"/>
                    <p:cNvGrpSpPr/>
                    <p:nvPr/>
                  </p:nvGrpSpPr>
                  <p:grpSpPr bwMode="auto">
                    <a:xfrm>
                      <a:off x="5355008" y="4171955"/>
                      <a:ext cx="504000" cy="504000"/>
                      <a:chOff x="1928794" y="4143380"/>
                      <a:chExt cx="504000" cy="504000"/>
                    </a:xfrm>
                  </p:grpSpPr>
                  <p:sp>
                    <p:nvSpPr>
                      <p:cNvPr id="45117" name="Oval 2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928794" y="4143380"/>
                        <a:ext cx="504000" cy="504000"/>
                      </a:xfrm>
                      <a:prstGeom prst="ellipse">
                        <a:avLst/>
                      </a:prstGeom>
                      <a:noFill/>
                      <a:ln w="14288">
                        <a:solidFill>
                          <a:srgbClr val="000000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1pPr>
                        <a:lvl2pPr marL="742950" indent="-285750" eaLnBrk="0" hangingPunct="0">
                          <a:spcBef>
                            <a:spcPct val="20000"/>
                          </a:spcBef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fontAlgn="base" hangingPunct="1">
                          <a:spcBef>
                            <a:spcPct val="0"/>
                          </a:spcBef>
                          <a:spcAft>
                            <a:spcPct val="0"/>
                          </a:spcAft>
                          <a:buFontTx/>
                          <a:buNone/>
                        </a:pPr>
                        <a:endParaRPr lang="zh-CN" altLang="en-US" sz="1600">
                          <a:solidFill>
                            <a:srgbClr val="0000FF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45118" name="Rectangle 28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000232" y="4286256"/>
                        <a:ext cx="359073" cy="21544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lIns="0" tIns="0" rIns="0" bIns="0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1pPr>
                        <a:lvl2pPr marL="742950" indent="-285750" eaLnBrk="0" hangingPunct="0">
                          <a:spcBef>
                            <a:spcPct val="20000"/>
                          </a:spcBef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fontAlgn="base" hangingPunct="1">
                          <a:spcBef>
                            <a:spcPct val="0"/>
                          </a:spcBef>
                          <a:spcAft>
                            <a:spcPct val="0"/>
                          </a:spcAft>
                          <a:buFontTx/>
                          <a:buNone/>
                        </a:pPr>
                        <a:r>
                          <a:rPr lang="en-US" altLang="zh-CN" sz="1400" b="1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a:t>0100</a:t>
                        </a:r>
                        <a:endParaRPr lang="en-US" altLang="zh-CN" sz="1600">
                          <a:solidFill>
                            <a:srgbClr val="0000FF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45086" name="组合 171"/>
                  <p:cNvGrpSpPr/>
                  <p:nvPr/>
                </p:nvGrpSpPr>
                <p:grpSpPr bwMode="auto">
                  <a:xfrm>
                    <a:off x="1928794" y="5038736"/>
                    <a:ext cx="3930214" cy="514354"/>
                    <a:chOff x="1928794" y="4171955"/>
                    <a:chExt cx="3930214" cy="514354"/>
                  </a:xfrm>
                </p:grpSpPr>
                <p:grpSp>
                  <p:nvGrpSpPr>
                    <p:cNvPr id="45089" name="组合 149"/>
                    <p:cNvGrpSpPr/>
                    <p:nvPr/>
                  </p:nvGrpSpPr>
                  <p:grpSpPr bwMode="auto">
                    <a:xfrm>
                      <a:off x="1928794" y="4171955"/>
                      <a:ext cx="860066" cy="504000"/>
                      <a:chOff x="1928794" y="4171955"/>
                      <a:chExt cx="860066" cy="504000"/>
                    </a:xfrm>
                  </p:grpSpPr>
                  <p:grpSp>
                    <p:nvGrpSpPr>
                      <p:cNvPr id="45108" name="组合 147"/>
                      <p:cNvGrpSpPr/>
                      <p:nvPr/>
                    </p:nvGrpSpPr>
                    <p:grpSpPr bwMode="auto">
                      <a:xfrm>
                        <a:off x="1928794" y="4171955"/>
                        <a:ext cx="504000" cy="504000"/>
                        <a:chOff x="1928794" y="4143380"/>
                        <a:chExt cx="504000" cy="504000"/>
                      </a:xfrm>
                    </p:grpSpPr>
                    <p:sp>
                      <p:nvSpPr>
                        <p:cNvPr id="45110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928794" y="4143380"/>
                          <a:ext cx="504000" cy="504000"/>
                        </a:xfrm>
                        <a:prstGeom prst="ellipse">
                          <a:avLst/>
                        </a:prstGeom>
                        <a:noFill/>
                        <a:ln w="14288">
                          <a:solidFill>
                            <a:srgbClr val="000000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endParaRPr lang="zh-CN" altLang="en-US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  <p:sp>
                      <p:nvSpPr>
                        <p:cNvPr id="45111" name="Rectangle 28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00232" y="4286256"/>
                          <a:ext cx="359073" cy="2154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r>
                            <a:rPr lang="en-US" altLang="zh-CN" sz="1400" b="1">
                              <a:solidFill>
                                <a:srgbClr val="0000FF"/>
                              </a:solidFill>
                              <a:latin typeface="Times New Roman" panose="02020603050405020304" pitchFamily="18" charset="0"/>
                              <a:cs typeface="Times New Roman" panose="02020603050405020304" pitchFamily="18" charset="0"/>
                            </a:rPr>
                            <a:t>1001</a:t>
                          </a:r>
                          <a:endParaRPr lang="en-US" altLang="zh-CN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</p:grpSp>
                  <p:sp>
                    <p:nvSpPr>
                      <p:cNvPr id="45109" name="Line 3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428860" y="4427544"/>
                        <a:ext cx="360000" cy="158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 type="stealth" w="lg" len="lg"/>
                        <a:tailEnd type="none" w="lg" len="lg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lang="zh-CN" altLang="en-US" sz="1600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grpSp>
                  <p:nvGrpSpPr>
                    <p:cNvPr id="45090" name="组合 150"/>
                    <p:cNvGrpSpPr/>
                    <p:nvPr/>
                  </p:nvGrpSpPr>
                  <p:grpSpPr bwMode="auto">
                    <a:xfrm>
                      <a:off x="2783240" y="4182309"/>
                      <a:ext cx="860066" cy="504000"/>
                      <a:chOff x="1928794" y="4171955"/>
                      <a:chExt cx="860066" cy="504000"/>
                    </a:xfrm>
                  </p:grpSpPr>
                  <p:grpSp>
                    <p:nvGrpSpPr>
                      <p:cNvPr id="45104" name="组合 147"/>
                      <p:cNvGrpSpPr/>
                      <p:nvPr/>
                    </p:nvGrpSpPr>
                    <p:grpSpPr bwMode="auto">
                      <a:xfrm>
                        <a:off x="1928794" y="4171955"/>
                        <a:ext cx="504000" cy="504000"/>
                        <a:chOff x="1928794" y="4143380"/>
                        <a:chExt cx="504000" cy="504000"/>
                      </a:xfrm>
                    </p:grpSpPr>
                    <p:sp>
                      <p:nvSpPr>
                        <p:cNvPr id="45106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928794" y="4143380"/>
                          <a:ext cx="504000" cy="504000"/>
                        </a:xfrm>
                        <a:prstGeom prst="ellipse">
                          <a:avLst/>
                        </a:prstGeom>
                        <a:noFill/>
                        <a:ln w="14288">
                          <a:solidFill>
                            <a:srgbClr val="000000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endParaRPr lang="zh-CN" altLang="en-US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  <p:sp>
                      <p:nvSpPr>
                        <p:cNvPr id="45107" name="Rectangle 28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00232" y="4286256"/>
                          <a:ext cx="359073" cy="2154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r>
                            <a:rPr lang="en-US" altLang="zh-CN" sz="1400" b="1">
                              <a:solidFill>
                                <a:srgbClr val="0000FF"/>
                              </a:solidFill>
                              <a:latin typeface="Times New Roman" panose="02020603050405020304" pitchFamily="18" charset="0"/>
                              <a:cs typeface="Times New Roman" panose="02020603050405020304" pitchFamily="18" charset="0"/>
                            </a:rPr>
                            <a:t>1000</a:t>
                          </a:r>
                          <a:endParaRPr lang="en-US" altLang="zh-CN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</p:grpSp>
                  <p:sp>
                    <p:nvSpPr>
                      <p:cNvPr id="45105" name="Line 3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428860" y="4427544"/>
                        <a:ext cx="360000" cy="158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 type="stealth" w="lg" len="lg"/>
                        <a:tailEnd type="none" w="lg" len="lg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lang="zh-CN" altLang="en-US" sz="1600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grpSp>
                  <p:nvGrpSpPr>
                    <p:cNvPr id="45091" name="组合 155"/>
                    <p:cNvGrpSpPr/>
                    <p:nvPr/>
                  </p:nvGrpSpPr>
                  <p:grpSpPr bwMode="auto">
                    <a:xfrm>
                      <a:off x="3640496" y="4171955"/>
                      <a:ext cx="860066" cy="504000"/>
                      <a:chOff x="1928794" y="4171955"/>
                      <a:chExt cx="860066" cy="504000"/>
                    </a:xfrm>
                  </p:grpSpPr>
                  <p:grpSp>
                    <p:nvGrpSpPr>
                      <p:cNvPr id="45100" name="组合 147"/>
                      <p:cNvGrpSpPr/>
                      <p:nvPr/>
                    </p:nvGrpSpPr>
                    <p:grpSpPr bwMode="auto">
                      <a:xfrm>
                        <a:off x="1928794" y="4171955"/>
                        <a:ext cx="504000" cy="504000"/>
                        <a:chOff x="1928794" y="4143380"/>
                        <a:chExt cx="504000" cy="504000"/>
                      </a:xfrm>
                    </p:grpSpPr>
                    <p:sp>
                      <p:nvSpPr>
                        <p:cNvPr id="45102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928794" y="4143380"/>
                          <a:ext cx="504000" cy="504000"/>
                        </a:xfrm>
                        <a:prstGeom prst="ellipse">
                          <a:avLst/>
                        </a:prstGeom>
                        <a:noFill/>
                        <a:ln w="14288">
                          <a:solidFill>
                            <a:srgbClr val="000000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endParaRPr lang="zh-CN" altLang="en-US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  <p:sp>
                      <p:nvSpPr>
                        <p:cNvPr id="45103" name="Rectangle 28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00232" y="4286256"/>
                          <a:ext cx="339324" cy="2154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r>
                            <a:rPr lang="en-US" altLang="zh-CN" sz="1400" b="1">
                              <a:solidFill>
                                <a:srgbClr val="0000FF"/>
                              </a:solidFill>
                              <a:latin typeface="Times New Roman" panose="02020603050405020304" pitchFamily="18" charset="0"/>
                              <a:cs typeface="Times New Roman" panose="02020603050405020304" pitchFamily="18" charset="0"/>
                            </a:rPr>
                            <a:t>0111</a:t>
                          </a:r>
                          <a:endParaRPr lang="en-US" altLang="zh-CN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</p:grpSp>
                  <p:sp>
                    <p:nvSpPr>
                      <p:cNvPr id="45101" name="Line 3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428860" y="4427544"/>
                        <a:ext cx="360000" cy="158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 type="stealth" w="lg" len="lg"/>
                        <a:tailEnd type="none" w="lg" len="lg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lang="zh-CN" altLang="en-US" sz="1600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grpSp>
                  <p:nvGrpSpPr>
                    <p:cNvPr id="45092" name="组合 160"/>
                    <p:cNvGrpSpPr/>
                    <p:nvPr/>
                  </p:nvGrpSpPr>
                  <p:grpSpPr bwMode="auto">
                    <a:xfrm>
                      <a:off x="4497752" y="4171955"/>
                      <a:ext cx="860066" cy="504000"/>
                      <a:chOff x="1928794" y="4171955"/>
                      <a:chExt cx="860066" cy="504000"/>
                    </a:xfrm>
                  </p:grpSpPr>
                  <p:grpSp>
                    <p:nvGrpSpPr>
                      <p:cNvPr id="45096" name="组合 147"/>
                      <p:cNvGrpSpPr/>
                      <p:nvPr/>
                    </p:nvGrpSpPr>
                    <p:grpSpPr bwMode="auto">
                      <a:xfrm>
                        <a:off x="1928794" y="4171955"/>
                        <a:ext cx="504000" cy="504000"/>
                        <a:chOff x="1928794" y="4143380"/>
                        <a:chExt cx="504000" cy="504000"/>
                      </a:xfrm>
                    </p:grpSpPr>
                    <p:sp>
                      <p:nvSpPr>
                        <p:cNvPr id="45098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1928794" y="4143380"/>
                          <a:ext cx="504000" cy="504000"/>
                        </a:xfrm>
                        <a:prstGeom prst="ellipse">
                          <a:avLst/>
                        </a:prstGeom>
                        <a:noFill/>
                        <a:ln w="14288">
                          <a:solidFill>
                            <a:srgbClr val="000000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endParaRPr lang="zh-CN" altLang="en-US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  <p:sp>
                      <p:nvSpPr>
                        <p:cNvPr id="45099" name="Rectangle 28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00232" y="4286256"/>
                          <a:ext cx="349198" cy="21544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fontAlgn="base" hangingPunct="1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Tx/>
                            <a:buNone/>
                          </a:pPr>
                          <a:r>
                            <a:rPr lang="en-US" altLang="zh-CN" sz="1400" b="1">
                              <a:solidFill>
                                <a:srgbClr val="0000FF"/>
                              </a:solidFill>
                              <a:latin typeface="Times New Roman" panose="02020603050405020304" pitchFamily="18" charset="0"/>
                              <a:cs typeface="Times New Roman" panose="02020603050405020304" pitchFamily="18" charset="0"/>
                            </a:rPr>
                            <a:t>0110</a:t>
                          </a:r>
                          <a:endParaRPr lang="en-US" altLang="zh-CN" sz="1600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endParaRPr>
                        </a:p>
                      </p:txBody>
                    </p:sp>
                  </p:grpSp>
                  <p:sp>
                    <p:nvSpPr>
                      <p:cNvPr id="45097" name="Line 3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428860" y="4427544"/>
                        <a:ext cx="360000" cy="158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 type="stealth" w="lg" len="lg"/>
                        <a:tailEnd type="none" w="lg" len="lg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lang="zh-CN" altLang="en-US" sz="1600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grpSp>
                  <p:nvGrpSpPr>
                    <p:cNvPr id="45093" name="组合 147"/>
                    <p:cNvGrpSpPr/>
                    <p:nvPr/>
                  </p:nvGrpSpPr>
                  <p:grpSpPr bwMode="auto">
                    <a:xfrm>
                      <a:off x="5355008" y="4171955"/>
                      <a:ext cx="504000" cy="504000"/>
                      <a:chOff x="1928794" y="4143380"/>
                      <a:chExt cx="504000" cy="504000"/>
                    </a:xfrm>
                  </p:grpSpPr>
                  <p:sp>
                    <p:nvSpPr>
                      <p:cNvPr id="45094" name="Oval 2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928794" y="4143380"/>
                        <a:ext cx="504000" cy="504000"/>
                      </a:xfrm>
                      <a:prstGeom prst="ellipse">
                        <a:avLst/>
                      </a:prstGeom>
                      <a:noFill/>
                      <a:ln w="14288">
                        <a:solidFill>
                          <a:srgbClr val="000000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1pPr>
                        <a:lvl2pPr marL="742950" indent="-285750" eaLnBrk="0" hangingPunct="0">
                          <a:spcBef>
                            <a:spcPct val="20000"/>
                          </a:spcBef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fontAlgn="base" hangingPunct="1">
                          <a:spcBef>
                            <a:spcPct val="0"/>
                          </a:spcBef>
                          <a:spcAft>
                            <a:spcPct val="0"/>
                          </a:spcAft>
                          <a:buFontTx/>
                          <a:buNone/>
                        </a:pPr>
                        <a:endParaRPr lang="zh-CN" altLang="en-US" sz="1600">
                          <a:solidFill>
                            <a:srgbClr val="0000FF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45095" name="Rectangle 28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000232" y="4286256"/>
                        <a:ext cx="359073" cy="21544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lIns="0" tIns="0" rIns="0" bIns="0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1pPr>
                        <a:lvl2pPr marL="742950" indent="-285750" eaLnBrk="0" hangingPunct="0">
                          <a:spcBef>
                            <a:spcPct val="20000"/>
                          </a:spcBef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fontAlgn="base" hangingPunct="1">
                          <a:spcBef>
                            <a:spcPct val="0"/>
                          </a:spcBef>
                          <a:spcAft>
                            <a:spcPct val="0"/>
                          </a:spcAft>
                          <a:buFontTx/>
                          <a:buNone/>
                        </a:pPr>
                        <a:r>
                          <a:rPr lang="en-US" altLang="zh-CN" sz="1400" b="1">
                            <a:solidFill>
                              <a:srgbClr val="0000FF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a:t>0101</a:t>
                        </a:r>
                        <a:endParaRPr lang="en-US" altLang="zh-CN" sz="1600">
                          <a:solidFill>
                            <a:srgbClr val="0000FF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endParaRPr>
                      </a:p>
                    </p:txBody>
                  </p:sp>
                </p:grpSp>
              </p:grpSp>
              <p:sp>
                <p:nvSpPr>
                  <p:cNvPr id="45087" name="Line 3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431026" y="4860752"/>
                    <a:ext cx="36000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tailEnd type="stealth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zh-CN" altLang="en-US" sz="16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5088" name="Line 3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011527" y="4851227"/>
                    <a:ext cx="360000" cy="158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tailEnd type="stealth" w="lg" len="lg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zh-CN" altLang="en-US" sz="16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45072" name="组合 365"/>
              <p:cNvGrpSpPr/>
              <p:nvPr/>
            </p:nvGrpSpPr>
            <p:grpSpPr bwMode="auto">
              <a:xfrm>
                <a:off x="2655398" y="1285860"/>
                <a:ext cx="3559676" cy="1214446"/>
                <a:chOff x="2655398" y="1285860"/>
                <a:chExt cx="3559676" cy="1214446"/>
              </a:xfrm>
            </p:grpSpPr>
            <p:sp>
              <p:nvSpPr>
                <p:cNvPr id="45074" name="矩形 356"/>
                <p:cNvSpPr>
                  <a:spLocks noChangeArrowheads="1"/>
                </p:cNvSpPr>
                <p:nvPr/>
              </p:nvSpPr>
              <p:spPr bwMode="auto">
                <a:xfrm>
                  <a:off x="2655398" y="1285860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75" name="矩形 357"/>
                <p:cNvSpPr>
                  <a:spLocks noChangeArrowheads="1"/>
                </p:cNvSpPr>
                <p:nvPr/>
              </p:nvSpPr>
              <p:spPr bwMode="auto">
                <a:xfrm>
                  <a:off x="3512654" y="1285860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76" name="矩形 358"/>
                <p:cNvSpPr>
                  <a:spLocks noChangeArrowheads="1"/>
                </p:cNvSpPr>
                <p:nvPr/>
              </p:nvSpPr>
              <p:spPr bwMode="auto">
                <a:xfrm>
                  <a:off x="4369910" y="1285860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77" name="矩形 359"/>
                <p:cNvSpPr>
                  <a:spLocks noChangeArrowheads="1"/>
                </p:cNvSpPr>
                <p:nvPr/>
              </p:nvSpPr>
              <p:spPr bwMode="auto">
                <a:xfrm>
                  <a:off x="5227166" y="1285860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78" name="矩形 360"/>
                <p:cNvSpPr>
                  <a:spLocks noChangeArrowheads="1"/>
                </p:cNvSpPr>
                <p:nvPr/>
              </p:nvSpPr>
              <p:spPr bwMode="auto">
                <a:xfrm>
                  <a:off x="5870108" y="1876000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79" name="矩形 361"/>
                <p:cNvSpPr>
                  <a:spLocks noChangeArrowheads="1"/>
                </p:cNvSpPr>
                <p:nvPr/>
              </p:nvSpPr>
              <p:spPr bwMode="auto">
                <a:xfrm>
                  <a:off x="2655398" y="2161752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80" name="矩形 362"/>
                <p:cNvSpPr>
                  <a:spLocks noChangeArrowheads="1"/>
                </p:cNvSpPr>
                <p:nvPr/>
              </p:nvSpPr>
              <p:spPr bwMode="auto">
                <a:xfrm>
                  <a:off x="3500430" y="2161752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81" name="矩形 363"/>
                <p:cNvSpPr>
                  <a:spLocks noChangeArrowheads="1"/>
                </p:cNvSpPr>
                <p:nvPr/>
              </p:nvSpPr>
              <p:spPr bwMode="auto">
                <a:xfrm>
                  <a:off x="4357686" y="2143116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82" name="矩形 364"/>
                <p:cNvSpPr>
                  <a:spLocks noChangeArrowheads="1"/>
                </p:cNvSpPr>
                <p:nvPr/>
              </p:nvSpPr>
              <p:spPr bwMode="auto">
                <a:xfrm>
                  <a:off x="5214942" y="2143116"/>
                  <a:ext cx="34496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6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/0</a:t>
                  </a: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5073" name="矩形 366"/>
              <p:cNvSpPr>
                <a:spLocks noChangeArrowheads="1"/>
              </p:cNvSpPr>
              <p:nvPr/>
            </p:nvSpPr>
            <p:spPr bwMode="auto">
              <a:xfrm>
                <a:off x="2071670" y="1857364"/>
                <a:ext cx="34496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/1</a:t>
                </a: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45068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9" grpId="0"/>
      <p:bldP spid="33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21"/>
          <p:cNvGrpSpPr/>
          <p:nvPr/>
        </p:nvGrpSpPr>
        <p:grpSpPr bwMode="auto">
          <a:xfrm>
            <a:off x="1000125" y="928688"/>
            <a:ext cx="7143750" cy="5802312"/>
            <a:chOff x="1000125" y="928688"/>
            <a:chExt cx="7143750" cy="5802312"/>
          </a:xfrm>
        </p:grpSpPr>
        <p:pic>
          <p:nvPicPr>
            <p:cNvPr id="46098" name="Picture 6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0125" y="928688"/>
              <a:ext cx="7143750" cy="5802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6099" name="组合 20"/>
            <p:cNvGrpSpPr/>
            <p:nvPr/>
          </p:nvGrpSpPr>
          <p:grpSpPr bwMode="auto">
            <a:xfrm>
              <a:off x="7143768" y="1000108"/>
              <a:ext cx="503664" cy="4286280"/>
              <a:chOff x="7143768" y="1000108"/>
              <a:chExt cx="503664" cy="4286280"/>
            </a:xfrm>
          </p:grpSpPr>
          <p:sp>
            <p:nvSpPr>
              <p:cNvPr id="46100" name="矩形 16"/>
              <p:cNvSpPr>
                <a:spLocks noChangeArrowheads="1"/>
              </p:cNvSpPr>
              <p:nvPr/>
            </p:nvSpPr>
            <p:spPr bwMode="auto">
              <a:xfrm>
                <a:off x="7143768" y="1000108"/>
                <a:ext cx="50366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FF</a:t>
                </a:r>
                <a:r>
                  <a:rPr lang="en-US" altLang="zh-CN" sz="1600" b="1" baseline="-25000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zh-CN" altLang="en-US" sz="1600" b="1" baseline="-2500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01" name="矩形 17"/>
              <p:cNvSpPr>
                <a:spLocks noChangeArrowheads="1"/>
              </p:cNvSpPr>
              <p:nvPr/>
            </p:nvSpPr>
            <p:spPr bwMode="auto">
              <a:xfrm>
                <a:off x="7143768" y="2233190"/>
                <a:ext cx="50366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FF</a:t>
                </a:r>
                <a:r>
                  <a:rPr lang="en-US" altLang="zh-CN" sz="1600" b="1" baseline="-25000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zh-CN" altLang="en-US" sz="1600" b="1" baseline="-2500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02" name="矩形 18"/>
              <p:cNvSpPr>
                <a:spLocks noChangeArrowheads="1"/>
              </p:cNvSpPr>
              <p:nvPr/>
            </p:nvSpPr>
            <p:spPr bwMode="auto">
              <a:xfrm>
                <a:off x="7143768" y="3590512"/>
                <a:ext cx="50366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FF</a:t>
                </a:r>
                <a:r>
                  <a:rPr lang="en-US" altLang="zh-CN" sz="1600" b="1" baseline="-25000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zh-CN" altLang="en-US" sz="1600" b="1" baseline="-2500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03" name="矩形 19"/>
              <p:cNvSpPr>
                <a:spLocks noChangeArrowheads="1"/>
              </p:cNvSpPr>
              <p:nvPr/>
            </p:nvSpPr>
            <p:spPr bwMode="auto">
              <a:xfrm>
                <a:off x="7143768" y="4947834"/>
                <a:ext cx="50366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FF</a:t>
                </a:r>
                <a:r>
                  <a:rPr lang="en-US" altLang="zh-CN" sz="1600" b="1" baseline="-25000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zh-CN" altLang="en-US" sz="1600" b="1" baseline="-2500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46083" name="Text Box 8"/>
          <p:cNvSpPr txBox="1">
            <a:spLocks noChangeArrowheads="1"/>
          </p:cNvSpPr>
          <p:nvPr/>
        </p:nvSpPr>
        <p:spPr bwMode="auto">
          <a:xfrm>
            <a:off x="357188" y="71438"/>
            <a:ext cx="77152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）集成同步计数器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" name="Text Box 8"/>
          <p:cNvSpPr txBox="1">
            <a:spLocks noChangeArrowheads="1"/>
          </p:cNvSpPr>
          <p:nvPr/>
        </p:nvSpPr>
        <p:spPr bwMode="auto">
          <a:xfrm>
            <a:off x="1143000" y="500063"/>
            <a:ext cx="5715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同步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位二进制加法计数器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74LS161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椭圆 4"/>
          <p:cNvSpPr/>
          <p:nvPr/>
        </p:nvSpPr>
        <p:spPr>
          <a:xfrm>
            <a:off x="1071563" y="4643438"/>
            <a:ext cx="468312" cy="468312"/>
          </a:xfrm>
          <a:prstGeom prst="ellipse">
            <a:avLst/>
          </a:prstGeom>
          <a:noFill/>
          <a:ln>
            <a:solidFill>
              <a:schemeClr val="accent5">
                <a:lumMod val="5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pSp>
        <p:nvGrpSpPr>
          <p:cNvPr id="4" name="组合 7"/>
          <p:cNvGrpSpPr/>
          <p:nvPr/>
        </p:nvGrpSpPr>
        <p:grpSpPr bwMode="auto">
          <a:xfrm>
            <a:off x="2071688" y="3929063"/>
            <a:ext cx="2357437" cy="785812"/>
            <a:chOff x="2143108" y="3929066"/>
            <a:chExt cx="2357454" cy="785818"/>
          </a:xfrm>
        </p:grpSpPr>
        <p:sp>
          <p:nvSpPr>
            <p:cNvPr id="6" name="圆角矩形标注 5"/>
            <p:cNvSpPr/>
            <p:nvPr/>
          </p:nvSpPr>
          <p:spPr>
            <a:xfrm>
              <a:off x="2143108" y="3929066"/>
              <a:ext cx="2357454" cy="785818"/>
            </a:xfrm>
            <a:prstGeom prst="wedgeRoundRectCallout">
              <a:avLst>
                <a:gd name="adj1" fmla="val -71837"/>
                <a:gd name="adj2" fmla="val 61288"/>
                <a:gd name="adj3" fmla="val 16667"/>
              </a:avLst>
            </a:prstGeom>
            <a:solidFill>
              <a:srgbClr val="FFFF00"/>
            </a:solidFill>
            <a:ln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46097" name="矩形 6"/>
            <p:cNvSpPr>
              <a:spLocks noChangeArrowheads="1"/>
            </p:cNvSpPr>
            <p:nvPr/>
          </p:nvSpPr>
          <p:spPr bwMode="auto">
            <a:xfrm>
              <a:off x="2306219" y="4100460"/>
              <a:ext cx="198002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FF0000"/>
                  </a:solidFill>
                </a:rPr>
                <a:t>异步清零控制端</a:t>
              </a:r>
              <a:endParaRPr lang="zh-CN" altLang="en-US" sz="2000" b="1">
                <a:solidFill>
                  <a:srgbClr val="FF0000"/>
                </a:solidFill>
              </a:endParaRPr>
            </a:p>
          </p:txBody>
        </p:sp>
      </p:grpSp>
      <p:sp>
        <p:nvSpPr>
          <p:cNvPr id="9" name="椭圆 8"/>
          <p:cNvSpPr/>
          <p:nvPr/>
        </p:nvSpPr>
        <p:spPr>
          <a:xfrm>
            <a:off x="1071563" y="5913438"/>
            <a:ext cx="468312" cy="611187"/>
          </a:xfrm>
          <a:prstGeom prst="ellipse">
            <a:avLst/>
          </a:prstGeom>
          <a:noFill/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pSp>
        <p:nvGrpSpPr>
          <p:cNvPr id="7" name="组合 9"/>
          <p:cNvGrpSpPr/>
          <p:nvPr/>
        </p:nvGrpSpPr>
        <p:grpSpPr bwMode="auto">
          <a:xfrm>
            <a:off x="2071688" y="5286375"/>
            <a:ext cx="2357437" cy="785813"/>
            <a:chOff x="2143108" y="3929066"/>
            <a:chExt cx="2357454" cy="785818"/>
          </a:xfrm>
        </p:grpSpPr>
        <p:sp>
          <p:nvSpPr>
            <p:cNvPr id="11" name="圆角矩形标注 10"/>
            <p:cNvSpPr/>
            <p:nvPr/>
          </p:nvSpPr>
          <p:spPr>
            <a:xfrm>
              <a:off x="2143108" y="3929066"/>
              <a:ext cx="2357454" cy="785818"/>
            </a:xfrm>
            <a:prstGeom prst="wedgeRoundRectCallout">
              <a:avLst>
                <a:gd name="adj1" fmla="val -71837"/>
                <a:gd name="adj2" fmla="val 61288"/>
                <a:gd name="adj3" fmla="val 16667"/>
              </a:avLst>
            </a:prstGeom>
            <a:solidFill>
              <a:srgbClr val="FFFF00"/>
            </a:solidFill>
            <a:ln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46095" name="矩形 11"/>
            <p:cNvSpPr>
              <a:spLocks noChangeArrowheads="1"/>
            </p:cNvSpPr>
            <p:nvPr/>
          </p:nvSpPr>
          <p:spPr bwMode="auto">
            <a:xfrm>
              <a:off x="2306219" y="4100460"/>
              <a:ext cx="199125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FF0000"/>
                  </a:solidFill>
                </a:rPr>
                <a:t>计数使能控制端</a:t>
              </a:r>
              <a:endParaRPr lang="zh-CN" altLang="en-US" sz="2000" b="1">
                <a:solidFill>
                  <a:srgbClr val="FF0000"/>
                </a:solidFill>
              </a:endParaRPr>
            </a:p>
          </p:txBody>
        </p:sp>
      </p:grpSp>
      <p:sp>
        <p:nvSpPr>
          <p:cNvPr id="13" name="椭圆 12"/>
          <p:cNvSpPr/>
          <p:nvPr/>
        </p:nvSpPr>
        <p:spPr>
          <a:xfrm>
            <a:off x="1071563" y="966788"/>
            <a:ext cx="468312" cy="468312"/>
          </a:xfrm>
          <a:prstGeom prst="ellipse">
            <a:avLst/>
          </a:prstGeom>
          <a:noFill/>
          <a:ln>
            <a:solidFill>
              <a:schemeClr val="accent5">
                <a:lumMod val="50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pSp>
        <p:nvGrpSpPr>
          <p:cNvPr id="8" name="组合 13"/>
          <p:cNvGrpSpPr/>
          <p:nvPr/>
        </p:nvGrpSpPr>
        <p:grpSpPr bwMode="auto">
          <a:xfrm>
            <a:off x="2071688" y="1428750"/>
            <a:ext cx="2357437" cy="785813"/>
            <a:chOff x="2071670" y="4000504"/>
            <a:chExt cx="2357454" cy="785818"/>
          </a:xfrm>
        </p:grpSpPr>
        <p:sp>
          <p:nvSpPr>
            <p:cNvPr id="15" name="圆角矩形标注 14"/>
            <p:cNvSpPr/>
            <p:nvPr/>
          </p:nvSpPr>
          <p:spPr>
            <a:xfrm>
              <a:off x="2071670" y="4000504"/>
              <a:ext cx="2357454" cy="785818"/>
            </a:xfrm>
            <a:prstGeom prst="wedgeRoundRectCallout">
              <a:avLst>
                <a:gd name="adj1" fmla="val -73049"/>
                <a:gd name="adj2" fmla="val -61135"/>
                <a:gd name="adj3" fmla="val 16667"/>
              </a:avLst>
            </a:prstGeom>
            <a:solidFill>
              <a:srgbClr val="FFFF00"/>
            </a:solidFill>
            <a:ln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46093" name="矩形 15"/>
            <p:cNvSpPr>
              <a:spLocks noChangeArrowheads="1"/>
            </p:cNvSpPr>
            <p:nvPr/>
          </p:nvSpPr>
          <p:spPr bwMode="auto">
            <a:xfrm>
              <a:off x="2285984" y="4171898"/>
              <a:ext cx="199125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FF0000"/>
                  </a:solidFill>
                </a:rPr>
                <a:t>同步置数控制端</a:t>
              </a:r>
              <a:endParaRPr lang="zh-CN" altLang="en-US" sz="2000" b="1">
                <a:solidFill>
                  <a:srgbClr val="FF0000"/>
                </a:solidFill>
              </a:endParaRPr>
            </a:p>
          </p:txBody>
        </p:sp>
      </p:grpSp>
      <p:sp>
        <p:nvSpPr>
          <p:cNvPr id="46091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xit" presetSubtype="5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3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" presetClass="exit" presetSubtype="5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3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xit" presetSubtype="5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3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5" grpId="0" animBg="1"/>
      <p:bldP spid="5" grpId="1" animBg="1"/>
      <p:bldP spid="9" grpId="0" animBg="1"/>
      <p:bldP spid="9" grpId="1" animBg="1"/>
      <p:bldP spid="13" grpId="0" animBg="1"/>
      <p:bldP spid="13" grpId="1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ChangeAspect="1"/>
          </p:cNvGraphicFramePr>
          <p:nvPr/>
        </p:nvGraphicFramePr>
        <p:xfrm>
          <a:off x="1042988" y="2746375"/>
          <a:ext cx="3833812" cy="4778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073" name="Equation" r:id="rId1" imgW="2856230" imgH="338455" progId="Equation.DSMT4">
                  <p:embed/>
                </p:oleObj>
              </mc:Choice>
              <mc:Fallback>
                <p:oleObj name="Equation" r:id="rId1" imgW="2856230" imgH="338455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42988" y="2746375"/>
                        <a:ext cx="3833812" cy="4778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345" name="Text Box 8"/>
          <p:cNvSpPr txBox="1">
            <a:spLocks noChangeArrowheads="1"/>
          </p:cNvSpPr>
          <p:nvPr/>
        </p:nvSpPr>
        <p:spPr bwMode="auto">
          <a:xfrm>
            <a:off x="395288" y="115888"/>
            <a:ext cx="3097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74LS161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功能分析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" name="矩形 6"/>
          <p:cNvSpPr>
            <a:spLocks noChangeArrowheads="1"/>
          </p:cNvSpPr>
          <p:nvPr/>
        </p:nvSpPr>
        <p:spPr bwMode="auto">
          <a:xfrm>
            <a:off x="684213" y="620713"/>
            <a:ext cx="17319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①异步清零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1" name="Object 5"/>
          <p:cNvGraphicFramePr>
            <a:graphicFrameLocks noChangeAspect="1"/>
          </p:cNvGraphicFramePr>
          <p:nvPr/>
        </p:nvGraphicFramePr>
        <p:xfrm>
          <a:off x="1035050" y="1125538"/>
          <a:ext cx="3392488" cy="479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074" name="Equation" r:id="rId3" imgW="2517775" imgH="338455" progId="Equation.DSMT4">
                  <p:embed/>
                </p:oleObj>
              </mc:Choice>
              <mc:Fallback>
                <p:oleObj name="Equation" r:id="rId3" imgW="2517775" imgH="338455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35050" y="1125538"/>
                        <a:ext cx="3392488" cy="479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组合 12"/>
          <p:cNvGrpSpPr/>
          <p:nvPr/>
        </p:nvGrpSpPr>
        <p:grpSpPr bwMode="auto">
          <a:xfrm>
            <a:off x="900113" y="1700213"/>
            <a:ext cx="6767512" cy="407987"/>
            <a:chOff x="899592" y="2301503"/>
            <a:chExt cx="6768752" cy="407417"/>
          </a:xfrm>
        </p:grpSpPr>
        <p:graphicFrame>
          <p:nvGraphicFramePr>
            <p:cNvPr id="14344" name="Object 2"/>
            <p:cNvGraphicFramePr>
              <a:graphicFrameLocks noChangeAspect="1"/>
            </p:cNvGraphicFramePr>
            <p:nvPr/>
          </p:nvGraphicFramePr>
          <p:xfrm>
            <a:off x="4387352" y="2301503"/>
            <a:ext cx="400672" cy="40741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3075" name="Equation" r:id="rId5" imgW="350520" imgH="338455" progId="Equation.DSMT4">
                    <p:embed/>
                  </p:oleObj>
                </mc:Choice>
                <mc:Fallback>
                  <p:oleObj name="Equation" r:id="rId5" imgW="350520" imgH="338455" progId="Equation.DSMT4">
                    <p:embed/>
                    <p:pic>
                      <p:nvPicPr>
                        <p:cNvPr id="0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387352" y="2301503"/>
                          <a:ext cx="400672" cy="40741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360" name="矩形 6"/>
            <p:cNvSpPr>
              <a:spLocks noChangeArrowheads="1"/>
            </p:cNvSpPr>
            <p:nvPr/>
          </p:nvSpPr>
          <p:spPr bwMode="auto">
            <a:xfrm>
              <a:off x="899592" y="2308810"/>
              <a:ext cx="676875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计数器清零，且不受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CP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控制。      称为异步清零控制端。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4" name="矩形 15"/>
          <p:cNvSpPr>
            <a:spLocks noChangeArrowheads="1"/>
          </p:cNvSpPr>
          <p:nvPr/>
        </p:nvSpPr>
        <p:spPr bwMode="auto">
          <a:xfrm>
            <a:off x="755650" y="2205038"/>
            <a:ext cx="17319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②同步置数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4" name="Object 4"/>
          <p:cNvGraphicFramePr>
            <a:graphicFrameLocks noChangeAspect="1"/>
          </p:cNvGraphicFramePr>
          <p:nvPr/>
        </p:nvGraphicFramePr>
        <p:xfrm>
          <a:off x="963613" y="3344863"/>
          <a:ext cx="2312987" cy="2028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076" name="Equation" r:id="rId7" imgW="1691005" imgH="1402715" progId="Equation.DSMT4">
                  <p:embed/>
                </p:oleObj>
              </mc:Choice>
              <mc:Fallback>
                <p:oleObj name="Equation" r:id="rId7" imgW="1691005" imgH="1402715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63613" y="3344863"/>
                        <a:ext cx="2312987" cy="2028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" name="组合 31"/>
          <p:cNvGrpSpPr/>
          <p:nvPr/>
        </p:nvGrpSpPr>
        <p:grpSpPr bwMode="auto">
          <a:xfrm>
            <a:off x="3563938" y="3414713"/>
            <a:ext cx="4154487" cy="1931987"/>
            <a:chOff x="3563888" y="3415382"/>
            <a:chExt cx="4154011" cy="1931988"/>
          </a:xfrm>
        </p:grpSpPr>
        <p:sp>
          <p:nvSpPr>
            <p:cNvPr id="17" name="右箭头 16"/>
            <p:cNvSpPr/>
            <p:nvPr/>
          </p:nvSpPr>
          <p:spPr>
            <a:xfrm>
              <a:off x="3563888" y="4221832"/>
              <a:ext cx="1079376" cy="358775"/>
            </a:xfrm>
            <a:prstGeom prst="righ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14355" name="组合 27"/>
            <p:cNvGrpSpPr/>
            <p:nvPr/>
          </p:nvGrpSpPr>
          <p:grpSpPr bwMode="auto">
            <a:xfrm>
              <a:off x="4781401" y="3415382"/>
              <a:ext cx="2936498" cy="1931988"/>
              <a:chOff x="4781400" y="3415380"/>
              <a:chExt cx="2936499" cy="1931987"/>
            </a:xfrm>
          </p:grpSpPr>
          <p:graphicFrame>
            <p:nvGraphicFramePr>
              <p:cNvPr id="2" name="Object 7"/>
              <p:cNvGraphicFramePr>
                <a:graphicFrameLocks noChangeAspect="1"/>
              </p:cNvGraphicFramePr>
              <p:nvPr/>
            </p:nvGraphicFramePr>
            <p:xfrm>
              <a:off x="4781400" y="3415380"/>
              <a:ext cx="1374774" cy="19319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43077" name="Equation" r:id="rId9" imgW="1002030" imgH="1340485" progId="Equation.DSMT4">
                      <p:embed/>
                    </p:oleObj>
                  </mc:Choice>
                  <mc:Fallback>
                    <p:oleObj name="Equation" r:id="rId9" imgW="1002030" imgH="1340485" progId="Equation.DSMT4">
                      <p:embed/>
                      <p:pic>
                        <p:nvPicPr>
                          <p:cNvPr id="0" name="Object 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781400" y="3415380"/>
                            <a:ext cx="1374774" cy="193198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14356" name="组合 26"/>
              <p:cNvGrpSpPr/>
              <p:nvPr/>
            </p:nvGrpSpPr>
            <p:grpSpPr bwMode="auto">
              <a:xfrm>
                <a:off x="6444208" y="4221088"/>
                <a:ext cx="1273691" cy="400110"/>
                <a:chOff x="6444208" y="4221088"/>
                <a:chExt cx="1273691" cy="400110"/>
              </a:xfrm>
            </p:grpSpPr>
            <p:sp>
              <p:nvSpPr>
                <p:cNvPr id="14357" name="矩形 21"/>
                <p:cNvSpPr>
                  <a:spLocks noChangeArrowheads="1"/>
                </p:cNvSpPr>
                <p:nvPr/>
              </p:nvSpPr>
              <p:spPr bwMode="auto">
                <a:xfrm>
                  <a:off x="6444208" y="4221088"/>
                  <a:ext cx="527709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C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CP</a:t>
                  </a:r>
                  <a:endParaRPr kumimoji="0" lang="zh-CN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cxnSp>
              <p:nvCxnSpPr>
                <p:cNvPr id="25" name="直接箭头连接符 24"/>
                <p:cNvCxnSpPr/>
                <p:nvPr/>
              </p:nvCxnSpPr>
              <p:spPr>
                <a:xfrm flipV="1">
                  <a:off x="6965510" y="4259930"/>
                  <a:ext cx="0" cy="287337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359" name="矩形 25"/>
                <p:cNvSpPr>
                  <a:spLocks noChangeArrowheads="1"/>
                </p:cNvSpPr>
                <p:nvPr/>
              </p:nvSpPr>
              <p:spPr bwMode="auto">
                <a:xfrm>
                  <a:off x="7020272" y="4221088"/>
                  <a:ext cx="697627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C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rPr>
                    <a:t>有效</a:t>
                  </a:r>
                  <a:endPara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组合 33"/>
          <p:cNvGrpSpPr/>
          <p:nvPr/>
        </p:nvGrpSpPr>
        <p:grpSpPr bwMode="auto">
          <a:xfrm>
            <a:off x="1042988" y="5661025"/>
            <a:ext cx="6769100" cy="431800"/>
            <a:chOff x="1043608" y="5661248"/>
            <a:chExt cx="6768752" cy="431800"/>
          </a:xfrm>
        </p:grpSpPr>
        <p:sp>
          <p:nvSpPr>
            <p:cNvPr id="14353" name="矩形 6"/>
            <p:cNvSpPr>
              <a:spLocks noChangeArrowheads="1"/>
            </p:cNvSpPr>
            <p:nvPr/>
          </p:nvSpPr>
          <p:spPr bwMode="auto">
            <a:xfrm>
              <a:off x="1043608" y="5661248"/>
              <a:ext cx="676875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CP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上升沿到来时，                  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4342" name="Object 9"/>
            <p:cNvGraphicFramePr>
              <a:graphicFrameLocks noChangeAspect="1"/>
            </p:cNvGraphicFramePr>
            <p:nvPr/>
          </p:nvGraphicFramePr>
          <p:xfrm>
            <a:off x="3194794" y="5661248"/>
            <a:ext cx="2673350" cy="4318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3078" name="Equation" r:id="rId11" imgW="1991360" imgH="300355" progId="Equation.DSMT4">
                    <p:embed/>
                  </p:oleObj>
                </mc:Choice>
                <mc:Fallback>
                  <p:oleObj name="Equation" r:id="rId11" imgW="1991360" imgH="300355" progId="Equation.DSMT4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94794" y="5661248"/>
                          <a:ext cx="2673350" cy="4318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" name="组合 30"/>
          <p:cNvGrpSpPr/>
          <p:nvPr/>
        </p:nvGrpSpPr>
        <p:grpSpPr bwMode="auto">
          <a:xfrm>
            <a:off x="1077913" y="6165850"/>
            <a:ext cx="3124200" cy="400050"/>
            <a:chOff x="1619672" y="6237312"/>
            <a:chExt cx="3125541" cy="400110"/>
          </a:xfrm>
        </p:grpSpPr>
        <p:graphicFrame>
          <p:nvGraphicFramePr>
            <p:cNvPr id="14341" name="Object 10"/>
            <p:cNvGraphicFramePr>
              <a:graphicFrameLocks noChangeAspect="1"/>
            </p:cNvGraphicFramePr>
            <p:nvPr/>
          </p:nvGraphicFramePr>
          <p:xfrm>
            <a:off x="1619672" y="6237312"/>
            <a:ext cx="418679" cy="3578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3079" name="Equation" r:id="rId13" imgW="338455" imgH="262890" progId="Equation.DSMT4">
                    <p:embed/>
                  </p:oleObj>
                </mc:Choice>
                <mc:Fallback>
                  <p:oleObj name="Equation" r:id="rId13" imgW="338455" imgH="262890" progId="Equation.DSMT4">
                    <p:embed/>
                    <p:pic>
                      <p:nvPicPr>
                        <p:cNvPr id="0" name="Object 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19672" y="6237312"/>
                          <a:ext cx="418679" cy="3578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352" name="矩形 29"/>
            <p:cNvSpPr>
              <a:spLocks noChangeArrowheads="1"/>
            </p:cNvSpPr>
            <p:nvPr/>
          </p:nvSpPr>
          <p:spPr bwMode="auto">
            <a:xfrm>
              <a:off x="1979712" y="6237312"/>
              <a:ext cx="276550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称为同步置数控制端。</a:t>
              </a: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4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6" name="Text Box 8"/>
          <p:cNvSpPr txBox="1">
            <a:spLocks noChangeArrowheads="1"/>
          </p:cNvSpPr>
          <p:nvPr/>
        </p:nvSpPr>
        <p:spPr bwMode="auto">
          <a:xfrm>
            <a:off x="395288" y="115888"/>
            <a:ext cx="3097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74LS161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功能分析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5367" name="矩形 6"/>
          <p:cNvSpPr>
            <a:spLocks noChangeArrowheads="1"/>
          </p:cNvSpPr>
          <p:nvPr/>
        </p:nvSpPr>
        <p:spPr bwMode="auto">
          <a:xfrm>
            <a:off x="684213" y="549275"/>
            <a:ext cx="173196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③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同步计数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1" name="Object 5"/>
          <p:cNvGraphicFramePr>
            <a:graphicFrameLocks noChangeAspect="1"/>
          </p:cNvGraphicFramePr>
          <p:nvPr/>
        </p:nvGraphicFramePr>
        <p:xfrm>
          <a:off x="1085850" y="1077913"/>
          <a:ext cx="7302500" cy="479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070" name="Equation" r:id="rId1" imgW="5423535" imgH="338455" progId="Equation.DSMT4">
                  <p:embed/>
                </p:oleObj>
              </mc:Choice>
              <mc:Fallback>
                <p:oleObj name="Equation" r:id="rId1" imgW="5423535" imgH="338455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85850" y="1077913"/>
                        <a:ext cx="7302500" cy="479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" name="Object 8"/>
          <p:cNvGraphicFramePr>
            <a:graphicFrameLocks noChangeAspect="1"/>
          </p:cNvGraphicFramePr>
          <p:nvPr/>
        </p:nvGraphicFramePr>
        <p:xfrm>
          <a:off x="4716463" y="2241550"/>
          <a:ext cx="1770062" cy="439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071" name="Equation" r:id="rId3" imgW="1264920" imgH="313055" progId="Equation.DSMT4">
                  <p:embed/>
                </p:oleObj>
              </mc:Choice>
              <mc:Fallback>
                <p:oleObj name="Equation" r:id="rId3" imgW="1264920" imgH="313055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16463" y="2241550"/>
                        <a:ext cx="1770062" cy="4397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" name="Object 6"/>
          <p:cNvGraphicFramePr>
            <a:graphicFrameLocks noChangeAspect="1"/>
          </p:cNvGraphicFramePr>
          <p:nvPr/>
        </p:nvGraphicFramePr>
        <p:xfrm>
          <a:off x="1331913" y="1682750"/>
          <a:ext cx="2120900" cy="1857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072" name="Equation" r:id="rId5" imgW="1653540" imgH="1365250" progId="Equation.DSMT4">
                  <p:embed/>
                </p:oleObj>
              </mc:Choice>
              <mc:Fallback>
                <p:oleObj name="Equation" r:id="rId5" imgW="1653540" imgH="136525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913" y="1682750"/>
                        <a:ext cx="2120900" cy="1857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1692275" y="6165850"/>
            <a:ext cx="49784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实现同步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4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位二进制加法计数功能。</a:t>
            </a: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" name="组合 16"/>
          <p:cNvGrpSpPr/>
          <p:nvPr/>
        </p:nvGrpSpPr>
        <p:grpSpPr bwMode="auto">
          <a:xfrm>
            <a:off x="1331913" y="3716338"/>
            <a:ext cx="6911975" cy="2249487"/>
            <a:chOff x="1156493" y="3717578"/>
            <a:chExt cx="7087915" cy="2320925"/>
          </a:xfrm>
        </p:grpSpPr>
        <p:graphicFrame>
          <p:nvGraphicFramePr>
            <p:cNvPr id="24" name="Object 4"/>
            <p:cNvGraphicFramePr>
              <a:graphicFrameLocks noChangeAspect="1"/>
            </p:cNvGraphicFramePr>
            <p:nvPr/>
          </p:nvGraphicFramePr>
          <p:xfrm>
            <a:off x="1156493" y="3717578"/>
            <a:ext cx="5719763" cy="23209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4073" name="Equation" r:id="rId7" imgW="4171315" imgH="1603375" progId="Equation.DSMT4">
                    <p:embed/>
                  </p:oleObj>
                </mc:Choice>
                <mc:Fallback>
                  <p:oleObj name="Equation" r:id="rId7" imgW="4171315" imgH="1603375" progId="Equation.DSMT4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6493" y="3717578"/>
                          <a:ext cx="5719763" cy="23209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15370" name="组合 26"/>
            <p:cNvGrpSpPr/>
            <p:nvPr/>
          </p:nvGrpSpPr>
          <p:grpSpPr bwMode="auto">
            <a:xfrm>
              <a:off x="6970571" y="4581128"/>
              <a:ext cx="1273837" cy="400110"/>
              <a:chOff x="6444208" y="4221088"/>
              <a:chExt cx="1273691" cy="400110"/>
            </a:xfrm>
          </p:grpSpPr>
          <p:sp>
            <p:nvSpPr>
              <p:cNvPr id="15371" name="矩形 21"/>
              <p:cNvSpPr>
                <a:spLocks noChangeArrowheads="1"/>
              </p:cNvSpPr>
              <p:nvPr/>
            </p:nvSpPr>
            <p:spPr bwMode="auto">
              <a:xfrm>
                <a:off x="6444208" y="4221088"/>
                <a:ext cx="527709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CP</a:t>
                </a:r>
                <a:endParaRPr kumimoji="0" lang="zh-CN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cxnSp>
            <p:nvCxnSpPr>
              <p:cNvPr id="15" name="直接箭头连接符 14"/>
              <p:cNvCxnSpPr/>
              <p:nvPr/>
            </p:nvCxnSpPr>
            <p:spPr>
              <a:xfrm flipV="1">
                <a:off x="6965891" y="4260029"/>
                <a:ext cx="0" cy="288273"/>
              </a:xfrm>
              <a:prstGeom prst="straightConnector1">
                <a:avLst/>
              </a:prstGeom>
              <a:ln w="1905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73" name="矩形 25"/>
              <p:cNvSpPr>
                <a:spLocks noChangeArrowheads="1"/>
              </p:cNvSpPr>
              <p:nvPr/>
            </p:nvSpPr>
            <p:spPr bwMode="auto">
              <a:xfrm>
                <a:off x="7020272" y="4221088"/>
                <a:ext cx="697627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rPr>
                  <a:t>有效</a:t>
                </a:r>
                <a:endPara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2" name="Text Box 8"/>
          <p:cNvSpPr txBox="1">
            <a:spLocks noChangeArrowheads="1"/>
          </p:cNvSpPr>
          <p:nvPr/>
        </p:nvSpPr>
        <p:spPr bwMode="auto">
          <a:xfrm>
            <a:off x="395288" y="115888"/>
            <a:ext cx="3097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74LS161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功能分析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6393" name="矩形 6"/>
          <p:cNvSpPr>
            <a:spLocks noChangeArrowheads="1"/>
          </p:cNvSpPr>
          <p:nvPr/>
        </p:nvSpPr>
        <p:spPr bwMode="auto">
          <a:xfrm>
            <a:off x="684213" y="549275"/>
            <a:ext cx="173196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④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数据保持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4" name="Object 5"/>
          <p:cNvGraphicFramePr>
            <a:graphicFrameLocks noChangeAspect="1"/>
          </p:cNvGraphicFramePr>
          <p:nvPr/>
        </p:nvGraphicFramePr>
        <p:xfrm>
          <a:off x="1158875" y="1058863"/>
          <a:ext cx="41338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5112" name="Equation" r:id="rId1" imgW="3106420" imgH="338455" progId="Equation.DSMT4">
                  <p:embed/>
                </p:oleObj>
              </mc:Choice>
              <mc:Fallback>
                <p:oleObj name="Equation" r:id="rId1" imgW="3106420" imgH="338455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58875" y="1058863"/>
                        <a:ext cx="4133850" cy="473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" name="Object 4"/>
          <p:cNvGraphicFramePr>
            <a:graphicFrameLocks noChangeAspect="1"/>
          </p:cNvGraphicFramePr>
          <p:nvPr/>
        </p:nvGraphicFramePr>
        <p:xfrm>
          <a:off x="1576388" y="2230438"/>
          <a:ext cx="1487487" cy="1789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5113" name="Equation" r:id="rId3" imgW="1089660" imgH="1240155" progId="Equation.DSMT4">
                  <p:embed/>
                </p:oleObj>
              </mc:Choice>
              <mc:Fallback>
                <p:oleObj name="Equation" r:id="rId3" imgW="1089660" imgH="1240155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76388" y="2230438"/>
                        <a:ext cx="1487487" cy="1789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1258888" y="4221163"/>
            <a:ext cx="70929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无论有无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CP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上升沿，电路都保持当前的计数状态。</a:t>
            </a: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5" name="组合 15"/>
          <p:cNvGrpSpPr/>
          <p:nvPr/>
        </p:nvGrpSpPr>
        <p:grpSpPr bwMode="auto">
          <a:xfrm>
            <a:off x="3419475" y="2205038"/>
            <a:ext cx="4105275" cy="1871662"/>
            <a:chOff x="3419872" y="1628800"/>
            <a:chExt cx="4104456" cy="1872208"/>
          </a:xfrm>
        </p:grpSpPr>
        <p:grpSp>
          <p:nvGrpSpPr>
            <p:cNvPr id="16400" name="组合 13"/>
            <p:cNvGrpSpPr/>
            <p:nvPr/>
          </p:nvGrpSpPr>
          <p:grpSpPr bwMode="auto">
            <a:xfrm>
              <a:off x="4645097" y="1628800"/>
              <a:ext cx="2879231" cy="1872208"/>
              <a:chOff x="4190742" y="1628800"/>
              <a:chExt cx="2879231" cy="1872208"/>
            </a:xfrm>
          </p:grpSpPr>
          <p:graphicFrame>
            <p:nvGraphicFramePr>
              <p:cNvPr id="24" name="Object 5"/>
              <p:cNvGraphicFramePr>
                <a:graphicFrameLocks noChangeAspect="1"/>
              </p:cNvGraphicFramePr>
              <p:nvPr/>
            </p:nvGraphicFramePr>
            <p:xfrm>
              <a:off x="4190742" y="1628800"/>
              <a:ext cx="1317362" cy="187220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45114" name="Equation" r:id="rId5" imgW="951865" imgH="1440180" progId="Equation.DSMT4">
                      <p:embed/>
                    </p:oleObj>
                  </mc:Choice>
                  <mc:Fallback>
                    <p:oleObj name="Equation" r:id="rId5" imgW="951865" imgH="1440180" progId="Equation.DSMT4">
                      <p:embed/>
                      <p:pic>
                        <p:nvPicPr>
                          <p:cNvPr id="0" name="Object 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190742" y="1628800"/>
                            <a:ext cx="1317362" cy="1872208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16402" name="组合 26"/>
              <p:cNvGrpSpPr/>
              <p:nvPr/>
            </p:nvGrpSpPr>
            <p:grpSpPr bwMode="auto">
              <a:xfrm>
                <a:off x="5796136" y="2276872"/>
                <a:ext cx="1273837" cy="400110"/>
                <a:chOff x="6444208" y="4221088"/>
                <a:chExt cx="1273691" cy="400110"/>
              </a:xfrm>
            </p:grpSpPr>
            <p:sp>
              <p:nvSpPr>
                <p:cNvPr id="16403" name="矩形 21"/>
                <p:cNvSpPr>
                  <a:spLocks noChangeArrowheads="1"/>
                </p:cNvSpPr>
                <p:nvPr/>
              </p:nvSpPr>
              <p:spPr bwMode="auto">
                <a:xfrm>
                  <a:off x="6444208" y="4221088"/>
                  <a:ext cx="527709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C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CP</a:t>
                  </a:r>
                  <a:endParaRPr kumimoji="0" lang="zh-CN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cxnSp>
              <p:nvCxnSpPr>
                <p:cNvPr id="12" name="直接箭头连接符 11"/>
                <p:cNvCxnSpPr/>
                <p:nvPr/>
              </p:nvCxnSpPr>
              <p:spPr>
                <a:xfrm flipV="1">
                  <a:off x="6965660" y="4259016"/>
                  <a:ext cx="0" cy="287421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405" name="矩形 25"/>
                <p:cNvSpPr>
                  <a:spLocks noChangeArrowheads="1"/>
                </p:cNvSpPr>
                <p:nvPr/>
              </p:nvSpPr>
              <p:spPr bwMode="auto">
                <a:xfrm>
                  <a:off x="7020272" y="4221088"/>
                  <a:ext cx="697627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C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rPr>
                    <a:t>有效</a:t>
                  </a:r>
                  <a:endPara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15" name="右箭头 14"/>
            <p:cNvSpPr/>
            <p:nvPr/>
          </p:nvSpPr>
          <p:spPr bwMode="auto">
            <a:xfrm>
              <a:off x="3419872" y="2348147"/>
              <a:ext cx="1079285" cy="358880"/>
            </a:xfrm>
            <a:prstGeom prst="righ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" name="组合 21"/>
          <p:cNvGrpSpPr/>
          <p:nvPr/>
        </p:nvGrpSpPr>
        <p:grpSpPr bwMode="auto">
          <a:xfrm>
            <a:off x="1258888" y="4797425"/>
            <a:ext cx="3140075" cy="1368425"/>
            <a:chOff x="1331640" y="4221088"/>
            <a:chExt cx="3138661" cy="1368152"/>
          </a:xfrm>
        </p:grpSpPr>
        <p:graphicFrame>
          <p:nvGraphicFramePr>
            <p:cNvPr id="2" name="Object 8"/>
            <p:cNvGraphicFramePr>
              <a:graphicFrameLocks noChangeAspect="1"/>
            </p:cNvGraphicFramePr>
            <p:nvPr/>
          </p:nvGraphicFramePr>
          <p:xfrm>
            <a:off x="2843808" y="4728662"/>
            <a:ext cx="1626493" cy="40362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5115" name="Equation" r:id="rId7" imgW="1264920" imgH="313055" progId="Equation.DSMT4">
                    <p:embed/>
                  </p:oleObj>
                </mc:Choice>
                <mc:Fallback>
                  <p:oleObj name="Equation" r:id="rId7" imgW="1264920" imgH="313055" progId="Equation.DSMT4">
                    <p:embed/>
                    <p:pic>
                      <p:nvPicPr>
                        <p:cNvPr id="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43808" y="4728662"/>
                          <a:ext cx="1626493" cy="40362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7" name="矩形 16"/>
            <p:cNvSpPr>
              <a:spLocks noChangeArrowheads="1"/>
            </p:cNvSpPr>
            <p:nvPr/>
          </p:nvSpPr>
          <p:spPr bwMode="auto">
            <a:xfrm>
              <a:off x="1475656" y="4728662"/>
              <a:ext cx="15616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当</a:t>
              </a:r>
              <a:r>
                <a:rPr kumimoji="0" lang="en-US" altLang="zh-CN" sz="20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ET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=1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时，</a:t>
              </a: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aphicFrame>
          <p:nvGraphicFramePr>
            <p:cNvPr id="3" name="Object 6"/>
            <p:cNvGraphicFramePr>
              <a:graphicFrameLocks noChangeAspect="1"/>
            </p:cNvGraphicFramePr>
            <p:nvPr/>
          </p:nvGraphicFramePr>
          <p:xfrm>
            <a:off x="2843808" y="5241946"/>
            <a:ext cx="642938" cy="2968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5116" name="Equation" r:id="rId9" imgW="501015" imgH="238125" progId="Equation.DSMT4">
                    <p:embed/>
                  </p:oleObj>
                </mc:Choice>
                <mc:Fallback>
                  <p:oleObj name="Equation" r:id="rId9" imgW="501015" imgH="238125" progId="Equation.DSMT4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43808" y="5241946"/>
                          <a:ext cx="642938" cy="2968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8" name="矩形 18"/>
            <p:cNvSpPr>
              <a:spLocks noChangeArrowheads="1"/>
            </p:cNvSpPr>
            <p:nvPr/>
          </p:nvSpPr>
          <p:spPr bwMode="auto">
            <a:xfrm>
              <a:off x="1475656" y="5189130"/>
              <a:ext cx="15616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当</a:t>
              </a:r>
              <a:r>
                <a:rPr kumimoji="0" lang="en-US" altLang="zh-CN" sz="20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ET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=0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时，</a:t>
              </a: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399" name="矩形 19"/>
            <p:cNvSpPr>
              <a:spLocks noChangeArrowheads="1"/>
            </p:cNvSpPr>
            <p:nvPr/>
          </p:nvSpPr>
          <p:spPr bwMode="auto">
            <a:xfrm>
              <a:off x="1331640" y="4221088"/>
              <a:ext cx="24753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Wingdings" panose="05000000000000000000" pitchFamily="2" charset="2"/>
                <a:buChar char="l"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对于进为信号</a:t>
              </a:r>
              <a:r>
                <a:rPr kumimoji="0" lang="en-US" altLang="zh-CN" sz="2400" b="1" i="1" u="none" strike="noStrike" kern="1200" cap="none" spc="0" normalizeH="0" baseline="0" noProof="0">
                  <a:ln>
                    <a:noFill/>
                  </a:ln>
                  <a:solidFill>
                    <a:srgbClr val="6600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</a:t>
              </a:r>
              <a:endParaRPr kumimoji="0" lang="zh-CN" altLang="en-US" sz="2400" b="1" i="1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23" name="Object 7"/>
          <p:cNvGraphicFramePr>
            <a:graphicFrameLocks noChangeAspect="1"/>
          </p:cNvGraphicFramePr>
          <p:nvPr/>
        </p:nvGraphicFramePr>
        <p:xfrm>
          <a:off x="1190625" y="1557338"/>
          <a:ext cx="6045200" cy="425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5117" name="Equation" r:id="rId11" imgW="4547235" imgH="300355" progId="Equation.DSMT4">
                  <p:embed/>
                </p:oleObj>
              </mc:Choice>
              <mc:Fallback>
                <p:oleObj name="Equation" r:id="rId11" imgW="4547235" imgH="300355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25" y="1557338"/>
                        <a:ext cx="6045200" cy="425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058" name="Object 2"/>
          <p:cNvGraphicFramePr>
            <a:graphicFrameLocks noChangeAspect="1"/>
          </p:cNvGraphicFramePr>
          <p:nvPr/>
        </p:nvGraphicFramePr>
        <p:xfrm>
          <a:off x="714375" y="285750"/>
          <a:ext cx="7732713" cy="2901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450" name="图片" r:id="rId1" imgW="4398010" imgH="1725295" progId="Word.Picture.8">
                  <p:embed/>
                </p:oleObj>
              </mc:Choice>
              <mc:Fallback>
                <p:oleObj name="图片" r:id="rId1" imgW="4398010" imgH="1725295" progId="Word.Picture.8">
                  <p:embed/>
                  <p:pic>
                    <p:nvPicPr>
                      <p:cNvPr id="0" name="图片 164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4375" y="285750"/>
                        <a:ext cx="7732713" cy="2901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8F8F8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5063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638" y="3300413"/>
            <a:ext cx="8267700" cy="315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5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50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0962" name="Text Box 4"/>
          <p:cNvSpPr txBox="1"/>
          <p:nvPr/>
        </p:nvSpPr>
        <p:spPr>
          <a:xfrm>
            <a:off x="928688" y="214313"/>
            <a:ext cx="8072437" cy="519112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457200" lvl="0" indent="-457200" eaLnBrk="1" hangingPunct="1">
              <a:spcBef>
                <a:spcPct val="0"/>
              </a:spcBef>
              <a:buFont typeface="Wingdings" panose="05000000000000000000" pitchFamily="2" charset="2"/>
              <a:buChar char="n"/>
            </a:pPr>
            <a:r>
              <a:rPr lang="zh-CN" altLang="en-US" sz="2800" b="1" dirty="0">
                <a:solidFill>
                  <a:srgbClr val="FF0000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常用集成同步加法计数器</a:t>
            </a:r>
            <a:endParaRPr lang="zh-CN" altLang="en-US" sz="2800" b="1" dirty="0">
              <a:solidFill>
                <a:srgbClr val="FF0000"/>
              </a:solidFill>
              <a:latin typeface="Times New Roman" panose="02020603050405020304" pitchFamily="18" charset="0"/>
              <a:ea typeface="华文中宋" panose="02010600040101010101" pitchFamily="2" charset="-122"/>
            </a:endParaRPr>
          </a:p>
        </p:txBody>
      </p:sp>
      <p:sp>
        <p:nvSpPr>
          <p:cNvPr id="3" name="Text Box 8"/>
          <p:cNvSpPr txBox="1">
            <a:spLocks noChangeArrowheads="1"/>
          </p:cNvSpPr>
          <p:nvPr/>
        </p:nvSpPr>
        <p:spPr bwMode="auto">
          <a:xfrm>
            <a:off x="928688" y="919163"/>
            <a:ext cx="7929563" cy="46196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marL="342900" marR="0" indent="-342900" defTabSz="914400" eaLnBrk="1" hangingPunct="1"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en-US" altLang="zh-CN" sz="2400" b="1" kern="1200" cap="none" spc="0" normalizeH="0" baseline="0" noProof="0" dirty="0">
                <a:solidFill>
                  <a:srgbClr val="0000FF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74LS160/161</a:t>
            </a:r>
            <a:r>
              <a:rPr kumimoji="0" lang="zh-CN" altLang="en-US" sz="2400" b="1" kern="1200" cap="none" spc="0" normalizeH="0" baseline="0" noProof="0" dirty="0">
                <a:solidFill>
                  <a:srgbClr val="0000FF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和</a:t>
            </a:r>
            <a:r>
              <a:rPr kumimoji="0" lang="en-US" altLang="zh-CN" sz="2400" b="1" kern="1200" cap="none" spc="0" normalizeH="0" baseline="0" noProof="0" dirty="0">
                <a:solidFill>
                  <a:srgbClr val="0000FF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74LS162/163</a:t>
            </a:r>
            <a:r>
              <a:rPr kumimoji="0" lang="zh-CN" altLang="en-US" sz="2400" b="1" kern="1200" cap="none" spc="0" normalizeH="0" baseline="0" noProof="0" dirty="0">
                <a:solidFill>
                  <a:srgbClr val="0000FF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功能对照</a:t>
            </a:r>
            <a:endParaRPr kumimoji="0" lang="zh-CN" altLang="en-US" sz="2400" b="1" kern="1200" cap="none" spc="0" normalizeH="0" baseline="0" noProof="0" dirty="0">
              <a:solidFill>
                <a:srgbClr val="0000FF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/>
        </p:nvGraphicFramePr>
        <p:xfrm>
          <a:off x="900113" y="1628775"/>
          <a:ext cx="7429500" cy="3262315"/>
        </p:xfrm>
        <a:graphic>
          <a:graphicData uri="http://schemas.openxmlformats.org/drawingml/2006/table">
            <a:tbl>
              <a:tblPr/>
              <a:tblGrid>
                <a:gridCol w="1443877"/>
                <a:gridCol w="1343711"/>
                <a:gridCol w="1710177"/>
                <a:gridCol w="1465867"/>
                <a:gridCol w="1465867"/>
              </a:tblGrid>
              <a:tr h="652463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型</a:t>
                      </a:r>
                      <a:r>
                        <a:rPr lang="en-US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    </a:t>
                      </a:r>
                      <a:r>
                        <a:rPr lang="zh-CN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号</a:t>
                      </a:r>
                      <a:endParaRPr lang="zh-CN" sz="2000" b="1" kern="100" dirty="0">
                        <a:solidFill>
                          <a:srgbClr val="C00000"/>
                        </a:solidFill>
                        <a:latin typeface="黑体" panose="02010609060101010101" charset="-122"/>
                        <a:ea typeface="黑体" panose="02010609060101010101" charset="-122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计数进制</a:t>
                      </a:r>
                      <a:endParaRPr lang="zh-CN" sz="2000" b="1" kern="100" dirty="0">
                        <a:solidFill>
                          <a:srgbClr val="C00000"/>
                        </a:solidFill>
                        <a:latin typeface="黑体" panose="02010609060101010101" charset="-122"/>
                        <a:ea typeface="黑体" panose="02010609060101010101" charset="-122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码</a:t>
                      </a:r>
                      <a:r>
                        <a:rPr lang="en-US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    </a:t>
                      </a:r>
                      <a:r>
                        <a:rPr lang="zh-CN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制</a:t>
                      </a:r>
                      <a:endParaRPr lang="zh-CN" sz="2000" b="1" kern="100" dirty="0">
                        <a:solidFill>
                          <a:srgbClr val="C00000"/>
                        </a:solidFill>
                        <a:latin typeface="黑体" panose="02010609060101010101" charset="-122"/>
                        <a:ea typeface="黑体" panose="02010609060101010101" charset="-122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清零方式</a:t>
                      </a:r>
                      <a:endParaRPr lang="zh-CN" sz="2000" b="1" kern="100" dirty="0">
                        <a:solidFill>
                          <a:srgbClr val="C00000"/>
                        </a:solidFill>
                        <a:latin typeface="黑体" panose="02010609060101010101" charset="-122"/>
                        <a:ea typeface="黑体" panose="02010609060101010101" charset="-122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C00000"/>
                          </a:solidFill>
                          <a:latin typeface="黑体" panose="02010609060101010101" charset="-122"/>
                          <a:ea typeface="黑体" panose="02010609060101010101" charset="-122"/>
                          <a:cs typeface="Times New Roman" panose="02020603050405020304" pitchFamily="18" charset="0"/>
                        </a:rPr>
                        <a:t>置数方式</a:t>
                      </a:r>
                      <a:endParaRPr lang="zh-CN" sz="2000" b="1" kern="100" dirty="0">
                        <a:solidFill>
                          <a:srgbClr val="C00000"/>
                        </a:solidFill>
                        <a:latin typeface="黑体" panose="02010609060101010101" charset="-122"/>
                        <a:ea typeface="黑体" panose="02010609060101010101" charset="-122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52463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74LS160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十进制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000" b="1" kern="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8421BCD</a:t>
                      </a:r>
                      <a:r>
                        <a:rPr lang="zh-CN" altLang="en-US" sz="2000" b="1" kern="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码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异步清零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同步置数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52463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74LS161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十六进制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2000" b="1" kern="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4</a:t>
                      </a:r>
                      <a:r>
                        <a:rPr lang="zh-CN" sz="2000" b="1" kern="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位</a:t>
                      </a:r>
                      <a:r>
                        <a:rPr lang="zh-CN" sz="2000" b="1" kern="1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二进制码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异步清零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同步置数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52463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74LS162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十进制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000" b="1" kern="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8421BCD</a:t>
                      </a:r>
                      <a:r>
                        <a:rPr lang="zh-CN" altLang="en-US" sz="2000" b="1" kern="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码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同步清零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同步置数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52463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74LS163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十六进制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2000" b="1" kern="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4</a:t>
                      </a:r>
                      <a:r>
                        <a:rPr lang="zh-CN" sz="2000" b="1" kern="10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位</a:t>
                      </a:r>
                      <a:r>
                        <a:rPr lang="zh-CN" sz="2000" b="1" kern="1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二进制码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同步清零</a:t>
                      </a:r>
                      <a:endParaRPr lang="zh-CN" sz="2000" b="1" kern="10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2000" b="1" kern="1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同步置数</a:t>
                      </a:r>
                      <a:endParaRPr lang="zh-CN" sz="2000" b="1" kern="100" dirty="0"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68579" marR="68579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41986" name="Picture 9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570163" y="881063"/>
            <a:ext cx="3524250" cy="1924050"/>
          </a:xfrm>
          <a:prstGeom prst="rect">
            <a:avLst/>
          </a:prstGeom>
          <a:noFill/>
          <a:ln w="9525">
            <a:noFill/>
          </a:ln>
        </p:spPr>
      </p:pic>
      <p:cxnSp>
        <p:nvCxnSpPr>
          <p:cNvPr id="3" name="直接连接符 2"/>
          <p:cNvCxnSpPr/>
          <p:nvPr/>
        </p:nvCxnSpPr>
        <p:spPr>
          <a:xfrm>
            <a:off x="5721350" y="4713288"/>
            <a:ext cx="1500188" cy="1587"/>
          </a:xfrm>
          <a:prstGeom prst="line">
            <a:avLst/>
          </a:prstGeom>
          <a:ln w="38100" cap="flat" cmpd="sng">
            <a:solidFill>
              <a:srgbClr val="0000FF"/>
            </a:solidFill>
            <a:prstDash val="dash"/>
            <a:headEnd type="none" w="med" len="med"/>
            <a:tailEnd type="none" w="med" len="med"/>
          </a:ln>
        </p:spPr>
      </p:cxnSp>
      <p:cxnSp>
        <p:nvCxnSpPr>
          <p:cNvPr id="4" name="直接连接符 3"/>
          <p:cNvCxnSpPr/>
          <p:nvPr/>
        </p:nvCxnSpPr>
        <p:spPr>
          <a:xfrm>
            <a:off x="5721350" y="5140325"/>
            <a:ext cx="1500188" cy="1588"/>
          </a:xfrm>
          <a:prstGeom prst="line">
            <a:avLst/>
          </a:prstGeom>
          <a:ln w="38100" cap="flat" cmpd="sng">
            <a:solidFill>
              <a:srgbClr val="0000FF"/>
            </a:solidFill>
            <a:prstDash val="dash"/>
            <a:headEnd type="none" w="med" len="med"/>
            <a:tailEnd type="none" w="med" len="med"/>
          </a:ln>
        </p:spPr>
      </p:cxnSp>
      <p:sp>
        <p:nvSpPr>
          <p:cNvPr id="5" name="云形标注 4"/>
          <p:cNvSpPr/>
          <p:nvPr/>
        </p:nvSpPr>
        <p:spPr bwMode="auto">
          <a:xfrm>
            <a:off x="7604125" y="3570288"/>
            <a:ext cx="1071563" cy="857250"/>
          </a:xfrm>
          <a:prstGeom prst="cloudCallout">
            <a:avLst>
              <a:gd name="adj1" fmla="val -80542"/>
              <a:gd name="adj2" fmla="val 69856"/>
            </a:avLst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异步清零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6" name="云形标注 5"/>
          <p:cNvSpPr/>
          <p:nvPr/>
        </p:nvSpPr>
        <p:spPr bwMode="auto">
          <a:xfrm>
            <a:off x="7677150" y="4427538"/>
            <a:ext cx="1071563" cy="928688"/>
          </a:xfrm>
          <a:prstGeom prst="cloudCallout">
            <a:avLst>
              <a:gd name="adj1" fmla="val -79152"/>
              <a:gd name="adj2" fmla="val 26076"/>
            </a:avLst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同步置数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7" name="Text Box 8"/>
          <p:cNvSpPr txBox="1">
            <a:spLocks noChangeArrowheads="1"/>
          </p:cNvSpPr>
          <p:nvPr/>
        </p:nvSpPr>
        <p:spPr bwMode="auto">
          <a:xfrm>
            <a:off x="2149475" y="3213100"/>
            <a:ext cx="4286250" cy="40005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marR="0" indent="630555" algn="ctr" defTabSz="914400" eaLnBrk="1" hangingPunct="1">
              <a:buClrTx/>
              <a:buSzTx/>
              <a:buFontTx/>
              <a:buNone/>
              <a:defRPr/>
            </a:pPr>
            <a:r>
              <a:rPr kumimoji="0" lang="en-US" altLang="zh-CN" sz="2000" b="1" kern="1200" cap="none" spc="0" normalizeH="0" baseline="0" noProof="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74LS160/161</a:t>
            </a:r>
            <a:r>
              <a:rPr kumimoji="0" lang="zh-CN" altLang="en-US" sz="2000" b="1" kern="1200" cap="none" spc="0" normalizeH="0" baseline="0" noProof="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的功能表</a:t>
            </a:r>
            <a:endParaRPr kumimoji="0" lang="zh-CN" altLang="en-US" sz="2000" b="1" kern="1200" cap="none" spc="0" normalizeH="0" baseline="0" noProof="0" dirty="0"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aphicFrame>
        <p:nvGraphicFramePr>
          <p:cNvPr id="41992" name="对象 4"/>
          <p:cNvGraphicFramePr>
            <a:graphicFrameLocks noChangeAspect="1"/>
          </p:cNvGraphicFramePr>
          <p:nvPr/>
        </p:nvGraphicFramePr>
        <p:xfrm>
          <a:off x="1619250" y="3213100"/>
          <a:ext cx="5772150" cy="3162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4" name="" r:id="rId2" imgW="3556000" imgH="1955800" progId="Visio.Drawing.11">
                  <p:embed/>
                </p:oleObj>
              </mc:Choice>
              <mc:Fallback>
                <p:oleObj name="" r:id="rId2" imgW="3556000" imgH="1955800" progId="Visio.Drawing.11">
                  <p:embed/>
                  <p:pic>
                    <p:nvPicPr>
                      <p:cNvPr id="0" name="图片 3083"/>
                      <p:cNvPicPr/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619250" y="3213100"/>
                        <a:ext cx="5772150" cy="31623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ext Box 8"/>
          <p:cNvSpPr txBox="1">
            <a:spLocks noChangeArrowheads="1"/>
          </p:cNvSpPr>
          <p:nvPr/>
        </p:nvSpPr>
        <p:spPr bwMode="auto">
          <a:xfrm>
            <a:off x="928688" y="230188"/>
            <a:ext cx="4579938" cy="46196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marL="342900" marR="0" indent="-342900" defTabSz="914400" eaLnBrk="1" hangingPunct="1"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en-US" altLang="zh-CN" sz="2400" b="1" kern="1200" cap="none" spc="0" normalizeH="0" baseline="0" noProof="0" dirty="0">
                <a:solidFill>
                  <a:srgbClr val="C00000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74LS160/161</a:t>
            </a:r>
            <a:r>
              <a:rPr kumimoji="0" lang="zh-CN" altLang="en-US" sz="2400" b="1" kern="1200" cap="none" spc="0" normalizeH="0" baseline="0" noProof="0" dirty="0">
                <a:solidFill>
                  <a:srgbClr val="C00000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的功能</a:t>
            </a:r>
            <a:endParaRPr kumimoji="0" lang="zh-CN" altLang="en-US" sz="2400" b="1" kern="1200" cap="none" spc="0" normalizeH="0" baseline="0" noProof="0" dirty="0">
              <a:solidFill>
                <a:srgbClr val="C00000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ldLvl="0" animBg="1"/>
      <p:bldP spid="6" grpId="0" bldLvl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ext Box 8"/>
          <p:cNvSpPr txBox="1">
            <a:spLocks noChangeArrowheads="1"/>
          </p:cNvSpPr>
          <p:nvPr/>
        </p:nvSpPr>
        <p:spPr bwMode="auto">
          <a:xfrm>
            <a:off x="2157413" y="3354388"/>
            <a:ext cx="4286250" cy="40005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marR="0" indent="630555" algn="ctr" defTabSz="914400" eaLnBrk="1" hangingPunct="1">
              <a:buClrTx/>
              <a:buSzTx/>
              <a:buFontTx/>
              <a:buNone/>
              <a:defRPr/>
            </a:pPr>
            <a:r>
              <a:rPr kumimoji="0" lang="en-US" altLang="zh-CN" sz="2000" b="1" kern="1200" cap="none" spc="0" normalizeH="0" baseline="0" noProof="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74LS162/163</a:t>
            </a:r>
            <a:r>
              <a:rPr kumimoji="0" lang="zh-CN" altLang="en-US" sz="2000" b="1" kern="1200" cap="none" spc="0" normalizeH="0" baseline="0" noProof="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的功能表</a:t>
            </a:r>
            <a:endParaRPr kumimoji="0" lang="zh-CN" altLang="en-US" sz="2000" b="1" kern="1200" cap="none" spc="0" normalizeH="0" baseline="0" noProof="0" dirty="0"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5710238" y="4865688"/>
            <a:ext cx="1500187" cy="1587"/>
          </a:xfrm>
          <a:prstGeom prst="line">
            <a:avLst/>
          </a:prstGeom>
          <a:ln w="38100" cap="flat" cmpd="sng">
            <a:solidFill>
              <a:srgbClr val="0000FF"/>
            </a:solidFill>
            <a:prstDash val="dash"/>
            <a:headEnd type="none" w="med" len="med"/>
            <a:tailEnd type="none" w="med" len="med"/>
          </a:ln>
        </p:spPr>
      </p:cxnSp>
      <p:cxnSp>
        <p:nvCxnSpPr>
          <p:cNvPr id="4" name="直接连接符 3"/>
          <p:cNvCxnSpPr/>
          <p:nvPr/>
        </p:nvCxnSpPr>
        <p:spPr>
          <a:xfrm>
            <a:off x="5710238" y="5222875"/>
            <a:ext cx="1500187" cy="1588"/>
          </a:xfrm>
          <a:prstGeom prst="line">
            <a:avLst/>
          </a:prstGeom>
          <a:ln w="38100" cap="flat" cmpd="sng">
            <a:solidFill>
              <a:srgbClr val="0000FF"/>
            </a:solidFill>
            <a:prstDash val="dash"/>
            <a:headEnd type="none" w="med" len="med"/>
            <a:tailEnd type="none" w="med" len="med"/>
          </a:ln>
        </p:spPr>
      </p:cxnSp>
      <p:sp>
        <p:nvSpPr>
          <p:cNvPr id="5" name="云形标注 4"/>
          <p:cNvSpPr/>
          <p:nvPr/>
        </p:nvSpPr>
        <p:spPr bwMode="auto">
          <a:xfrm>
            <a:off x="7316788" y="3582988"/>
            <a:ext cx="1071563" cy="1000125"/>
          </a:xfrm>
          <a:prstGeom prst="cloudCallout">
            <a:avLst>
              <a:gd name="adj1" fmla="val -59944"/>
              <a:gd name="adj2" fmla="val 62500"/>
            </a:avLst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同步清零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6" name="云形标注 5"/>
          <p:cNvSpPr>
            <a:spLocks noChangeArrowheads="1"/>
          </p:cNvSpPr>
          <p:nvPr/>
        </p:nvSpPr>
        <p:spPr bwMode="auto">
          <a:xfrm>
            <a:off x="7496175" y="4519613"/>
            <a:ext cx="1071563" cy="1079500"/>
          </a:xfrm>
          <a:prstGeom prst="cloudCallout">
            <a:avLst>
              <a:gd name="adj1" fmla="val -78741"/>
              <a:gd name="adj2" fmla="val 11616"/>
            </a:avLst>
          </a:prstGeom>
          <a:solidFill>
            <a:srgbClr val="85FFE0"/>
          </a:solidFill>
          <a:ln w="9525" algn="ctr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同步置数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graphicFrame>
        <p:nvGraphicFramePr>
          <p:cNvPr id="43015" name="对象 4"/>
          <p:cNvGraphicFramePr>
            <a:graphicFrameLocks noChangeAspect="1"/>
          </p:cNvGraphicFramePr>
          <p:nvPr/>
        </p:nvGraphicFramePr>
        <p:xfrm>
          <a:off x="1908175" y="3467100"/>
          <a:ext cx="5314950" cy="2914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11" name="" r:id="rId1" imgW="3556000" imgH="1955800" progId="Visio.Drawing.11">
                  <p:embed/>
                </p:oleObj>
              </mc:Choice>
              <mc:Fallback>
                <p:oleObj name="" r:id="rId1" imgW="3556000" imgH="1955800" progId="Visio.Drawing.11">
                  <p:embed/>
                  <p:pic>
                    <p:nvPicPr>
                      <p:cNvPr id="0" name="图片 3110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1908175" y="3467100"/>
                        <a:ext cx="5314950" cy="291465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43016" name="Text Box 8"/>
          <p:cNvSpPr txBox="1"/>
          <p:nvPr/>
        </p:nvSpPr>
        <p:spPr>
          <a:xfrm>
            <a:off x="928688" y="260350"/>
            <a:ext cx="3930650" cy="461963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342900" lvl="0" indent="-342900"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lang="en-US" altLang="zh-CN" sz="24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74LS162/163</a:t>
            </a:r>
            <a:r>
              <a:rPr lang="zh-CN" altLang="en-US" sz="24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的功能</a:t>
            </a:r>
            <a:endParaRPr lang="zh-CN" altLang="en-US" sz="2400" b="1" dirty="0">
              <a:solidFill>
                <a:srgbClr val="C00000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pic>
        <p:nvPicPr>
          <p:cNvPr id="43017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57463" y="1052513"/>
            <a:ext cx="3486150" cy="1924050"/>
          </a:xfrm>
          <a:prstGeom prst="rect">
            <a:avLst/>
          </a:prstGeom>
          <a:noFill/>
          <a:ln w="9525"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ldLvl="0" animBg="1"/>
      <p:bldP spid="6" grpId="0" bldLvl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Text Box 8"/>
          <p:cNvSpPr txBox="1">
            <a:spLocks noChangeArrowheads="1"/>
          </p:cNvSpPr>
          <p:nvPr/>
        </p:nvSpPr>
        <p:spPr bwMode="auto">
          <a:xfrm>
            <a:off x="519113" y="142875"/>
            <a:ext cx="36147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、异步计数器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 Box 8"/>
          <p:cNvSpPr txBox="1">
            <a:spLocks noChangeArrowheads="1"/>
          </p:cNvSpPr>
          <p:nvPr/>
        </p:nvSpPr>
        <p:spPr bwMode="auto">
          <a:xfrm>
            <a:off x="500063" y="681038"/>
            <a:ext cx="4705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）异步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位二进制加法计数器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25"/>
          <p:cNvGrpSpPr/>
          <p:nvPr/>
        </p:nvGrpSpPr>
        <p:grpSpPr bwMode="auto">
          <a:xfrm>
            <a:off x="847725" y="3181350"/>
            <a:ext cx="7500938" cy="3390900"/>
            <a:chOff x="1000100" y="3181649"/>
            <a:chExt cx="7500960" cy="3390623"/>
          </a:xfrm>
        </p:grpSpPr>
        <p:grpSp>
          <p:nvGrpSpPr>
            <p:cNvPr id="48138" name="组合 24"/>
            <p:cNvGrpSpPr/>
            <p:nvPr/>
          </p:nvGrpSpPr>
          <p:grpSpPr bwMode="auto">
            <a:xfrm>
              <a:off x="1000100" y="3402467"/>
              <a:ext cx="7500960" cy="3169805"/>
              <a:chOff x="1000100" y="3402467"/>
              <a:chExt cx="7500960" cy="3169805"/>
            </a:xfrm>
          </p:grpSpPr>
          <p:pic>
            <p:nvPicPr>
              <p:cNvPr id="48140" name="Picture 6" descr="6-3-25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00100" y="3402467"/>
                <a:ext cx="7500960" cy="31698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8141" name="组合 12"/>
              <p:cNvGrpSpPr/>
              <p:nvPr/>
            </p:nvGrpSpPr>
            <p:grpSpPr bwMode="auto">
              <a:xfrm>
                <a:off x="3214678" y="4759789"/>
                <a:ext cx="383438" cy="1214446"/>
                <a:chOff x="3357554" y="4000504"/>
                <a:chExt cx="383438" cy="1214446"/>
              </a:xfrm>
            </p:grpSpPr>
            <p:sp>
              <p:nvSpPr>
                <p:cNvPr id="48150" name="矩形 6"/>
                <p:cNvSpPr>
                  <a:spLocks noChangeArrowheads="1"/>
                </p:cNvSpPr>
                <p:nvPr/>
              </p:nvSpPr>
              <p:spPr bwMode="auto">
                <a:xfrm>
                  <a:off x="3357554" y="4000504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8151" name="矩形 9"/>
                <p:cNvSpPr>
                  <a:spLocks noChangeArrowheads="1"/>
                </p:cNvSpPr>
                <p:nvPr/>
              </p:nvSpPr>
              <p:spPr bwMode="auto">
                <a:xfrm>
                  <a:off x="3357554" y="4814840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12" name="直接连接符 11"/>
                <p:cNvCxnSpPr/>
                <p:nvPr/>
              </p:nvCxnSpPr>
              <p:spPr>
                <a:xfrm>
                  <a:off x="3454382" y="4882788"/>
                  <a:ext cx="215901" cy="1588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142" name="组合 13"/>
              <p:cNvGrpSpPr/>
              <p:nvPr/>
            </p:nvGrpSpPr>
            <p:grpSpPr bwMode="auto">
              <a:xfrm>
                <a:off x="5403008" y="4759789"/>
                <a:ext cx="383438" cy="1214446"/>
                <a:chOff x="3357554" y="4000504"/>
                <a:chExt cx="383438" cy="1214446"/>
              </a:xfrm>
            </p:grpSpPr>
            <p:sp>
              <p:nvSpPr>
                <p:cNvPr id="48147" name="矩形 14"/>
                <p:cNvSpPr>
                  <a:spLocks noChangeArrowheads="1"/>
                </p:cNvSpPr>
                <p:nvPr/>
              </p:nvSpPr>
              <p:spPr bwMode="auto">
                <a:xfrm>
                  <a:off x="3357554" y="4000504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8148" name="矩形 15"/>
                <p:cNvSpPr>
                  <a:spLocks noChangeArrowheads="1"/>
                </p:cNvSpPr>
                <p:nvPr/>
              </p:nvSpPr>
              <p:spPr bwMode="auto">
                <a:xfrm>
                  <a:off x="3357554" y="4814840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17" name="直接连接符 16"/>
                <p:cNvCxnSpPr/>
                <p:nvPr/>
              </p:nvCxnSpPr>
              <p:spPr>
                <a:xfrm>
                  <a:off x="3453634" y="4882788"/>
                  <a:ext cx="215901" cy="1588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143" name="组合 17"/>
              <p:cNvGrpSpPr/>
              <p:nvPr/>
            </p:nvGrpSpPr>
            <p:grpSpPr bwMode="auto">
              <a:xfrm>
                <a:off x="7546148" y="4759789"/>
                <a:ext cx="383438" cy="1214446"/>
                <a:chOff x="3357554" y="4000504"/>
                <a:chExt cx="383438" cy="1214446"/>
              </a:xfrm>
            </p:grpSpPr>
            <p:sp>
              <p:nvSpPr>
                <p:cNvPr id="48144" name="矩形 18"/>
                <p:cNvSpPr>
                  <a:spLocks noChangeArrowheads="1"/>
                </p:cNvSpPr>
                <p:nvPr/>
              </p:nvSpPr>
              <p:spPr bwMode="auto">
                <a:xfrm>
                  <a:off x="3357554" y="4000504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8145" name="矩形 19"/>
                <p:cNvSpPr>
                  <a:spLocks noChangeArrowheads="1"/>
                </p:cNvSpPr>
                <p:nvPr/>
              </p:nvSpPr>
              <p:spPr bwMode="auto">
                <a:xfrm>
                  <a:off x="3357554" y="4814840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21" name="直接连接符 20"/>
                <p:cNvCxnSpPr/>
                <p:nvPr/>
              </p:nvCxnSpPr>
              <p:spPr>
                <a:xfrm>
                  <a:off x="3453625" y="4882788"/>
                  <a:ext cx="215901" cy="1588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8139" name="Text Box 8"/>
            <p:cNvSpPr txBox="1">
              <a:spLocks noChangeArrowheads="1"/>
            </p:cNvSpPr>
            <p:nvPr/>
          </p:nvSpPr>
          <p:spPr bwMode="auto">
            <a:xfrm>
              <a:off x="1428753" y="3181649"/>
              <a:ext cx="32861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lang="zh-CN" altLang="en-US" sz="2400" b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电路结构</a:t>
              </a:r>
              <a:endPara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1276350" y="1214438"/>
            <a:ext cx="70643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在末位加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时，从低位到高位逐位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进位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方式工作。</a:t>
            </a:r>
            <a:endParaRPr lang="zh-CN" altLang="en-US" sz="2400">
              <a:solidFill>
                <a:srgbClr val="000000"/>
              </a:solidFill>
            </a:endParaRPr>
          </a:p>
        </p:txBody>
      </p:sp>
      <p:grpSp>
        <p:nvGrpSpPr>
          <p:cNvPr id="8" name="组合 24"/>
          <p:cNvGrpSpPr/>
          <p:nvPr/>
        </p:nvGrpSpPr>
        <p:grpSpPr bwMode="auto">
          <a:xfrm>
            <a:off x="1276350" y="1812925"/>
            <a:ext cx="6786563" cy="830263"/>
            <a:chOff x="1428728" y="1714488"/>
            <a:chExt cx="6786610" cy="830997"/>
          </a:xfrm>
        </p:grpSpPr>
        <p:sp>
          <p:nvSpPr>
            <p:cNvPr id="48136" name="矩形 22"/>
            <p:cNvSpPr>
              <a:spLocks noChangeArrowheads="1"/>
            </p:cNvSpPr>
            <p:nvPr/>
          </p:nvSpPr>
          <p:spPr bwMode="auto">
            <a:xfrm>
              <a:off x="2571736" y="1714488"/>
              <a:ext cx="564360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每位从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“</a:t>
              </a: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1”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变“</a:t>
              </a: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0”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时，向高位发出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进位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，使高位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翻转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。</a:t>
              </a:r>
              <a:endParaRPr lang="zh-CN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48137" name="矩形 23"/>
            <p:cNvSpPr>
              <a:spLocks noChangeArrowheads="1"/>
            </p:cNvSpPr>
            <p:nvPr/>
          </p:nvSpPr>
          <p:spPr bwMode="auto">
            <a:xfrm>
              <a:off x="1428728" y="1714488"/>
              <a:ext cx="134203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lang="zh-CN" altLang="en-US" sz="24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原则：</a:t>
              </a:r>
              <a:endParaRPr lang="zh-CN" altLang="en-US" sz="2400">
                <a:solidFill>
                  <a:srgbClr val="000000"/>
                </a:solidFill>
              </a:endParaRPr>
            </a:p>
          </p:txBody>
        </p:sp>
      </p:grpSp>
      <p:sp>
        <p:nvSpPr>
          <p:cNvPr id="48135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4" descr="R96A0370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560" y="1772815"/>
            <a:ext cx="7776864" cy="4687219"/>
          </a:xfrm>
          <a:prstGeom prst="rect">
            <a:avLst/>
          </a:prstGeom>
          <a:noFill/>
          <a:ln w="12700" cmpd="sng">
            <a:solidFill>
              <a:srgbClr val="00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Box 215"/>
          <p:cNvSpPr txBox="1">
            <a:spLocks noChangeArrowheads="1"/>
          </p:cNvSpPr>
          <p:nvPr/>
        </p:nvSpPr>
        <p:spPr bwMode="auto">
          <a:xfrm>
            <a:off x="323528" y="404664"/>
            <a:ext cx="23749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波形图</a:t>
            </a:r>
            <a:endParaRPr kumimoji="1" lang="zh-CN" altLang="en-US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ext Box 8"/>
          <p:cNvSpPr txBox="1">
            <a:spLocks noChangeArrowheads="1"/>
          </p:cNvSpPr>
          <p:nvPr/>
        </p:nvSpPr>
        <p:spPr bwMode="auto">
          <a:xfrm>
            <a:off x="285750" y="285750"/>
            <a:ext cx="47053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）异步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位二进制减法计数器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19"/>
          <p:cNvGrpSpPr/>
          <p:nvPr/>
        </p:nvGrpSpPr>
        <p:grpSpPr bwMode="auto">
          <a:xfrm>
            <a:off x="857250" y="2857500"/>
            <a:ext cx="7786688" cy="3319463"/>
            <a:chOff x="857224" y="3181649"/>
            <a:chExt cx="7786741" cy="3319163"/>
          </a:xfrm>
        </p:grpSpPr>
        <p:sp>
          <p:nvSpPr>
            <p:cNvPr id="49161" name="Text Box 8"/>
            <p:cNvSpPr txBox="1">
              <a:spLocks noChangeArrowheads="1"/>
            </p:cNvSpPr>
            <p:nvPr/>
          </p:nvSpPr>
          <p:spPr bwMode="auto">
            <a:xfrm>
              <a:off x="1090564" y="3181649"/>
              <a:ext cx="32861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lang="zh-CN" altLang="en-US" sz="2400" b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电路结构</a:t>
              </a:r>
              <a:endPara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9162" name="组合 18"/>
            <p:cNvGrpSpPr/>
            <p:nvPr/>
          </p:nvGrpSpPr>
          <p:grpSpPr bwMode="auto">
            <a:xfrm>
              <a:off x="857224" y="3643313"/>
              <a:ext cx="7786741" cy="2857499"/>
              <a:chOff x="857224" y="3643313"/>
              <a:chExt cx="7786741" cy="2857499"/>
            </a:xfrm>
          </p:grpSpPr>
          <p:pic>
            <p:nvPicPr>
              <p:cNvPr id="49163" name="Picture 5" descr="6-3-27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7224" y="3643313"/>
                <a:ext cx="7786741" cy="2857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9164" name="组合 5"/>
              <p:cNvGrpSpPr/>
              <p:nvPr/>
            </p:nvGrpSpPr>
            <p:grpSpPr bwMode="auto">
              <a:xfrm>
                <a:off x="3071802" y="4857760"/>
                <a:ext cx="383438" cy="1214446"/>
                <a:chOff x="3357554" y="4000504"/>
                <a:chExt cx="383438" cy="1214446"/>
              </a:xfrm>
            </p:grpSpPr>
            <p:sp>
              <p:nvSpPr>
                <p:cNvPr id="49173" name="矩形 6"/>
                <p:cNvSpPr>
                  <a:spLocks noChangeArrowheads="1"/>
                </p:cNvSpPr>
                <p:nvPr/>
              </p:nvSpPr>
              <p:spPr bwMode="auto">
                <a:xfrm>
                  <a:off x="3357554" y="4000504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9174" name="矩形 7"/>
                <p:cNvSpPr>
                  <a:spLocks noChangeArrowheads="1"/>
                </p:cNvSpPr>
                <p:nvPr/>
              </p:nvSpPr>
              <p:spPr bwMode="auto">
                <a:xfrm>
                  <a:off x="3357554" y="4814840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9" name="直接连接符 8"/>
                <p:cNvCxnSpPr/>
                <p:nvPr/>
              </p:nvCxnSpPr>
              <p:spPr>
                <a:xfrm>
                  <a:off x="3454392" y="4883211"/>
                  <a:ext cx="215902" cy="1588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165" name="组合 10"/>
              <p:cNvGrpSpPr/>
              <p:nvPr/>
            </p:nvGrpSpPr>
            <p:grpSpPr bwMode="auto">
              <a:xfrm>
                <a:off x="5403008" y="4857760"/>
                <a:ext cx="383438" cy="1214446"/>
                <a:chOff x="3357554" y="4000504"/>
                <a:chExt cx="383438" cy="1214446"/>
              </a:xfrm>
            </p:grpSpPr>
            <p:sp>
              <p:nvSpPr>
                <p:cNvPr id="49170" name="矩形 11"/>
                <p:cNvSpPr>
                  <a:spLocks noChangeArrowheads="1"/>
                </p:cNvSpPr>
                <p:nvPr/>
              </p:nvSpPr>
              <p:spPr bwMode="auto">
                <a:xfrm>
                  <a:off x="3357554" y="4000504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9171" name="矩形 12"/>
                <p:cNvSpPr>
                  <a:spLocks noChangeArrowheads="1"/>
                </p:cNvSpPr>
                <p:nvPr/>
              </p:nvSpPr>
              <p:spPr bwMode="auto">
                <a:xfrm>
                  <a:off x="3357554" y="4814840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14" name="直接连接符 13"/>
                <p:cNvCxnSpPr/>
                <p:nvPr/>
              </p:nvCxnSpPr>
              <p:spPr>
                <a:xfrm>
                  <a:off x="3453652" y="4883211"/>
                  <a:ext cx="215902" cy="1588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166" name="组合 14"/>
              <p:cNvGrpSpPr/>
              <p:nvPr/>
            </p:nvGrpSpPr>
            <p:grpSpPr bwMode="auto">
              <a:xfrm>
                <a:off x="7689024" y="4857760"/>
                <a:ext cx="383438" cy="1214446"/>
                <a:chOff x="3357554" y="4000504"/>
                <a:chExt cx="383438" cy="1214446"/>
              </a:xfrm>
            </p:grpSpPr>
            <p:sp>
              <p:nvSpPr>
                <p:cNvPr id="49167" name="矩形 15"/>
                <p:cNvSpPr>
                  <a:spLocks noChangeArrowheads="1"/>
                </p:cNvSpPr>
                <p:nvPr/>
              </p:nvSpPr>
              <p:spPr bwMode="auto">
                <a:xfrm>
                  <a:off x="3357554" y="4000504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9168" name="矩形 16"/>
                <p:cNvSpPr>
                  <a:spLocks noChangeArrowheads="1"/>
                </p:cNvSpPr>
                <p:nvPr/>
              </p:nvSpPr>
              <p:spPr bwMode="auto">
                <a:xfrm>
                  <a:off x="3357554" y="4814840"/>
                  <a:ext cx="383438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20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endParaRPr lang="zh-CN" altLang="en-US" sz="2000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18" name="直接连接符 17"/>
                <p:cNvCxnSpPr/>
                <p:nvPr/>
              </p:nvCxnSpPr>
              <p:spPr>
                <a:xfrm>
                  <a:off x="3453652" y="4883211"/>
                  <a:ext cx="215902" cy="1588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1062038" y="857250"/>
            <a:ext cx="7064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在末位减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时，从低位到高位逐位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借位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方式工作。</a:t>
            </a:r>
            <a:endParaRPr lang="zh-CN" altLang="en-US" sz="2400">
              <a:solidFill>
                <a:srgbClr val="000000"/>
              </a:solidFill>
            </a:endParaRPr>
          </a:p>
        </p:txBody>
      </p:sp>
      <p:grpSp>
        <p:nvGrpSpPr>
          <p:cNvPr id="7" name="组合 20"/>
          <p:cNvGrpSpPr/>
          <p:nvPr/>
        </p:nvGrpSpPr>
        <p:grpSpPr bwMode="auto">
          <a:xfrm>
            <a:off x="1071563" y="1527175"/>
            <a:ext cx="6786562" cy="830263"/>
            <a:chOff x="1428728" y="1714488"/>
            <a:chExt cx="6786610" cy="830997"/>
          </a:xfrm>
        </p:grpSpPr>
        <p:sp>
          <p:nvSpPr>
            <p:cNvPr id="49159" name="矩形 21"/>
            <p:cNvSpPr>
              <a:spLocks noChangeArrowheads="1"/>
            </p:cNvSpPr>
            <p:nvPr/>
          </p:nvSpPr>
          <p:spPr bwMode="auto">
            <a:xfrm>
              <a:off x="2571736" y="1714488"/>
              <a:ext cx="564360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每位从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“</a:t>
              </a: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0”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变“</a:t>
              </a: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1”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时，向高位发出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借位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，使高位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翻转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。</a:t>
              </a:r>
              <a:endParaRPr lang="zh-CN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49160" name="矩形 22"/>
            <p:cNvSpPr>
              <a:spLocks noChangeArrowheads="1"/>
            </p:cNvSpPr>
            <p:nvPr/>
          </p:nvSpPr>
          <p:spPr bwMode="auto">
            <a:xfrm>
              <a:off x="1428728" y="1714488"/>
              <a:ext cx="134203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lang="zh-CN" altLang="en-US" sz="24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原则：</a:t>
              </a:r>
              <a:endParaRPr lang="zh-CN" altLang="en-US" sz="2400">
                <a:solidFill>
                  <a:srgbClr val="000000"/>
                </a:solidFill>
              </a:endParaRPr>
            </a:p>
          </p:txBody>
        </p:sp>
      </p:grpSp>
      <p:sp>
        <p:nvSpPr>
          <p:cNvPr id="49158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4" name="Text Box 8"/>
          <p:cNvSpPr txBox="1">
            <a:spLocks noChangeArrowheads="1"/>
          </p:cNvSpPr>
          <p:nvPr/>
        </p:nvSpPr>
        <p:spPr bwMode="auto">
          <a:xfrm>
            <a:off x="152400" y="71438"/>
            <a:ext cx="4705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（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）异步十进制计数器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Text Box 8"/>
          <p:cNvSpPr txBox="1">
            <a:spLocks noChangeArrowheads="1"/>
          </p:cNvSpPr>
          <p:nvPr/>
        </p:nvSpPr>
        <p:spPr bwMode="auto">
          <a:xfrm>
            <a:off x="977900" y="3714750"/>
            <a:ext cx="21431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n"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功能分析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3" name="Text Box 16"/>
          <p:cNvSpPr txBox="1">
            <a:spLocks noChangeArrowheads="1"/>
          </p:cNvSpPr>
          <p:nvPr/>
        </p:nvSpPr>
        <p:spPr bwMode="auto">
          <a:xfrm>
            <a:off x="1263650" y="4143375"/>
            <a:ext cx="3743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①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驱动方程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4" name="Object 4"/>
          <p:cNvGraphicFramePr>
            <a:graphicFrameLocks noChangeAspect="1"/>
          </p:cNvGraphicFramePr>
          <p:nvPr/>
        </p:nvGraphicFramePr>
        <p:xfrm>
          <a:off x="1633538" y="4687888"/>
          <a:ext cx="2357437" cy="1884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008" name="公式" r:id="rId1" imgW="1715770" imgH="1303020" progId="Equation.3">
                  <p:embed/>
                </p:oleObj>
              </mc:Choice>
              <mc:Fallback>
                <p:oleObj name="公式" r:id="rId1" imgW="1715770" imgH="130302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33538" y="4687888"/>
                        <a:ext cx="2357437" cy="18843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4929188" y="4143375"/>
            <a:ext cx="18875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②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状态方程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14"/>
          <p:cNvGrpSpPr/>
          <p:nvPr/>
        </p:nvGrpSpPr>
        <p:grpSpPr bwMode="auto">
          <a:xfrm>
            <a:off x="5418138" y="4603750"/>
            <a:ext cx="2940050" cy="1968500"/>
            <a:chOff x="5857884" y="4643426"/>
            <a:chExt cx="2940086" cy="1968500"/>
          </a:xfrm>
        </p:grpSpPr>
        <p:graphicFrame>
          <p:nvGraphicFramePr>
            <p:cNvPr id="15363" name="Object 2"/>
            <p:cNvGraphicFramePr>
              <a:graphicFrameLocks noChangeAspect="1"/>
            </p:cNvGraphicFramePr>
            <p:nvPr/>
          </p:nvGraphicFramePr>
          <p:xfrm>
            <a:off x="6076995" y="4643426"/>
            <a:ext cx="2720975" cy="19685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2009" name="公式" r:id="rId3" imgW="2167255" imgH="1465580" progId="Equation.3">
                    <p:embed/>
                  </p:oleObj>
                </mc:Choice>
                <mc:Fallback>
                  <p:oleObj name="公式" r:id="rId3" imgW="2167255" imgH="1465580" progId="Equation.3">
                    <p:embed/>
                    <p:pic>
                      <p:nvPicPr>
                        <p:cNvPr id="0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076995" y="4643426"/>
                          <a:ext cx="2720975" cy="19685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371" name="AutoShape 6"/>
            <p:cNvSpPr/>
            <p:nvPr/>
          </p:nvSpPr>
          <p:spPr bwMode="auto">
            <a:xfrm>
              <a:off x="5857884" y="4857760"/>
              <a:ext cx="142876" cy="1643074"/>
            </a:xfrm>
            <a:prstGeom prst="leftBrace">
              <a:avLst>
                <a:gd name="adj1" fmla="val 78211"/>
                <a:gd name="adj2" fmla="val 50000"/>
              </a:avLst>
            </a:prstGeom>
            <a:noFill/>
            <a:ln w="254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0" name="Text Box 8"/>
          <p:cNvSpPr txBox="1">
            <a:spLocks noChangeArrowheads="1"/>
          </p:cNvSpPr>
          <p:nvPr/>
        </p:nvSpPr>
        <p:spPr bwMode="auto">
          <a:xfrm>
            <a:off x="1000125" y="500063"/>
            <a:ext cx="3286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n"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电路结构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15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8075" y="1071563"/>
            <a:ext cx="6831013" cy="247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8" grpId="0"/>
      <p:bldP spid="20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346" name="Picture 5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750" y="785813"/>
            <a:ext cx="3651250" cy="3714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组合 153"/>
          <p:cNvGrpSpPr/>
          <p:nvPr/>
        </p:nvGrpSpPr>
        <p:grpSpPr bwMode="auto">
          <a:xfrm>
            <a:off x="4286250" y="928688"/>
            <a:ext cx="4786313" cy="2071687"/>
            <a:chOff x="4286248" y="785794"/>
            <a:chExt cx="4786347" cy="2071702"/>
          </a:xfrm>
        </p:grpSpPr>
        <p:pic>
          <p:nvPicPr>
            <p:cNvPr id="51208" name="Picture 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6248" y="1070332"/>
              <a:ext cx="4786347" cy="1787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209" name="Picture 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15338" y="785794"/>
              <a:ext cx="785818" cy="853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1204" name="Text Box 11"/>
          <p:cNvSpPr txBox="1">
            <a:spLocks noChangeArrowheads="1"/>
          </p:cNvSpPr>
          <p:nvPr/>
        </p:nvSpPr>
        <p:spPr bwMode="auto">
          <a:xfrm>
            <a:off x="985838" y="285750"/>
            <a:ext cx="20859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</a:rPr>
              <a:t>③</a:t>
            </a:r>
            <a:r>
              <a:rPr lang="zh-CN" altLang="en-US" sz="2400" b="1">
                <a:solidFill>
                  <a:srgbClr val="6600CC"/>
                </a:solidFill>
              </a:rPr>
              <a:t>状态转换表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  <p:sp>
        <p:nvSpPr>
          <p:cNvPr id="57349" name="Text Box 58"/>
          <p:cNvSpPr txBox="1">
            <a:spLocks noChangeArrowheads="1"/>
          </p:cNvSpPr>
          <p:nvPr/>
        </p:nvSpPr>
        <p:spPr bwMode="auto">
          <a:xfrm>
            <a:off x="5054600" y="315913"/>
            <a:ext cx="23749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④ </a:t>
            </a:r>
            <a:r>
              <a:rPr kumimoji="1"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状态转换图</a:t>
            </a:r>
            <a:endParaRPr kumimoji="1" lang="zh-CN" altLang="en-US" sz="24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7" name="Text Box 8"/>
          <p:cNvSpPr txBox="1">
            <a:spLocks noChangeArrowheads="1"/>
          </p:cNvSpPr>
          <p:nvPr/>
        </p:nvSpPr>
        <p:spPr bwMode="auto">
          <a:xfrm>
            <a:off x="928688" y="5119688"/>
            <a:ext cx="74295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 i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“异步计数器的电路结构比同步计数器简单”。</a:t>
            </a:r>
            <a:endParaRPr lang="zh-CN" altLang="en-US" sz="2800" b="1" i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1207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7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7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349" grpId="0"/>
      <p:bldP spid="157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Text Box 8"/>
          <p:cNvSpPr txBox="1">
            <a:spLocks noChangeArrowheads="1"/>
          </p:cNvSpPr>
          <p:nvPr/>
        </p:nvSpPr>
        <p:spPr bwMode="auto">
          <a:xfrm>
            <a:off x="71438" y="33338"/>
            <a:ext cx="77152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）集成异步计数器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 Box 8"/>
          <p:cNvSpPr txBox="1">
            <a:spLocks noChangeArrowheads="1"/>
          </p:cNvSpPr>
          <p:nvPr/>
        </p:nvSpPr>
        <p:spPr bwMode="auto">
          <a:xfrm>
            <a:off x="857250" y="428625"/>
            <a:ext cx="5715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异步二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五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十进制计数器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74LS290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143000"/>
            <a:ext cx="7591425" cy="391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组合 83"/>
          <p:cNvGrpSpPr/>
          <p:nvPr/>
        </p:nvGrpSpPr>
        <p:grpSpPr bwMode="auto">
          <a:xfrm>
            <a:off x="642938" y="1071563"/>
            <a:ext cx="7858125" cy="4071937"/>
            <a:chOff x="642910" y="1071546"/>
            <a:chExt cx="7858180" cy="4071966"/>
          </a:xfrm>
        </p:grpSpPr>
        <p:sp>
          <p:nvSpPr>
            <p:cNvPr id="82" name="矩形 81"/>
            <p:cNvSpPr/>
            <p:nvPr/>
          </p:nvSpPr>
          <p:spPr>
            <a:xfrm>
              <a:off x="642910" y="1071546"/>
              <a:ext cx="7858180" cy="40719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2262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5148" y="1123951"/>
              <a:ext cx="3067050" cy="2486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组合 84"/>
          <p:cNvGrpSpPr/>
          <p:nvPr/>
        </p:nvGrpSpPr>
        <p:grpSpPr bwMode="auto">
          <a:xfrm>
            <a:off x="2214563" y="1500188"/>
            <a:ext cx="4429125" cy="2260600"/>
            <a:chOff x="2071670" y="1571612"/>
            <a:chExt cx="4429136" cy="2260616"/>
          </a:xfrm>
        </p:grpSpPr>
        <p:sp>
          <p:nvSpPr>
            <p:cNvPr id="86" name="矩形 85"/>
            <p:cNvSpPr/>
            <p:nvPr/>
          </p:nvSpPr>
          <p:spPr>
            <a:xfrm>
              <a:off x="2071670" y="1831964"/>
              <a:ext cx="1714504" cy="2000264"/>
            </a:xfrm>
            <a:prstGeom prst="rect">
              <a:avLst/>
            </a:pr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258" name="组合 71"/>
            <p:cNvGrpSpPr/>
            <p:nvPr/>
          </p:nvGrpSpPr>
          <p:grpSpPr bwMode="auto">
            <a:xfrm>
              <a:off x="4071934" y="1571612"/>
              <a:ext cx="2428872" cy="571500"/>
              <a:chOff x="1785938" y="3143250"/>
              <a:chExt cx="2428872" cy="571500"/>
            </a:xfrm>
          </p:grpSpPr>
          <p:sp>
            <p:nvSpPr>
              <p:cNvPr id="88" name="圆角矩形标注 87"/>
              <p:cNvSpPr/>
              <p:nvPr/>
            </p:nvSpPr>
            <p:spPr bwMode="auto">
              <a:xfrm>
                <a:off x="1785929" y="3143250"/>
                <a:ext cx="2428881" cy="571504"/>
              </a:xfrm>
              <a:prstGeom prst="wedgeRoundRectCallout">
                <a:avLst>
                  <a:gd name="adj1" fmla="val -61550"/>
                  <a:gd name="adj2" fmla="val 126744"/>
                  <a:gd name="adj3" fmla="val 16667"/>
                </a:avLst>
              </a:prstGeom>
              <a:solidFill>
                <a:srgbClr val="FFFF00"/>
              </a:solidFill>
              <a:ln>
                <a:solidFill>
                  <a:srgbClr val="6600C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260" name="矩形 346"/>
              <p:cNvSpPr>
                <a:spLocks noChangeArrowheads="1"/>
              </p:cNvSpPr>
              <p:nvPr/>
            </p:nvSpPr>
            <p:spPr bwMode="auto">
              <a:xfrm>
                <a:off x="2000251" y="3214688"/>
                <a:ext cx="20409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24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二进制计数器</a:t>
                </a:r>
                <a:endParaRPr lang="zh-CN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7" name="组合 93"/>
          <p:cNvGrpSpPr/>
          <p:nvPr/>
        </p:nvGrpSpPr>
        <p:grpSpPr bwMode="auto">
          <a:xfrm>
            <a:off x="766763" y="1038225"/>
            <a:ext cx="7662862" cy="4214813"/>
            <a:chOff x="766763" y="1071546"/>
            <a:chExt cx="7662889" cy="4214842"/>
          </a:xfrm>
        </p:grpSpPr>
        <p:sp>
          <p:nvSpPr>
            <p:cNvPr id="92" name="矩形 91"/>
            <p:cNvSpPr/>
            <p:nvPr/>
          </p:nvSpPr>
          <p:spPr>
            <a:xfrm>
              <a:off x="785813" y="1071546"/>
              <a:ext cx="7643839" cy="42148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2256" name="Picture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6763" y="1142984"/>
              <a:ext cx="7610475" cy="304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" name="组合 99"/>
          <p:cNvGrpSpPr/>
          <p:nvPr/>
        </p:nvGrpSpPr>
        <p:grpSpPr bwMode="auto">
          <a:xfrm>
            <a:off x="642938" y="928688"/>
            <a:ext cx="7786687" cy="3357562"/>
            <a:chOff x="642910" y="928670"/>
            <a:chExt cx="7786742" cy="3357586"/>
          </a:xfrm>
        </p:grpSpPr>
        <p:sp>
          <p:nvSpPr>
            <p:cNvPr id="96" name="矩形 95"/>
            <p:cNvSpPr/>
            <p:nvPr/>
          </p:nvSpPr>
          <p:spPr>
            <a:xfrm>
              <a:off x="3357554" y="928670"/>
              <a:ext cx="5072098" cy="3357586"/>
            </a:xfrm>
            <a:prstGeom prst="rect">
              <a:avLst/>
            </a:pr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252" name="组合 71"/>
            <p:cNvGrpSpPr/>
            <p:nvPr/>
          </p:nvGrpSpPr>
          <p:grpSpPr bwMode="auto">
            <a:xfrm>
              <a:off x="642910" y="1643050"/>
              <a:ext cx="2428872" cy="571500"/>
              <a:chOff x="1785938" y="3143250"/>
              <a:chExt cx="2428872" cy="571500"/>
            </a:xfrm>
          </p:grpSpPr>
          <p:sp>
            <p:nvSpPr>
              <p:cNvPr id="98" name="圆角矩形标注 97"/>
              <p:cNvSpPr/>
              <p:nvPr/>
            </p:nvSpPr>
            <p:spPr bwMode="auto">
              <a:xfrm>
                <a:off x="1785938" y="3143250"/>
                <a:ext cx="2428892" cy="571504"/>
              </a:xfrm>
              <a:prstGeom prst="wedgeRoundRectCallout">
                <a:avLst>
                  <a:gd name="adj1" fmla="val 59757"/>
                  <a:gd name="adj2" fmla="val 124522"/>
                  <a:gd name="adj3" fmla="val 16667"/>
                </a:avLst>
              </a:prstGeom>
              <a:solidFill>
                <a:srgbClr val="FFFF00"/>
              </a:solidFill>
              <a:ln>
                <a:solidFill>
                  <a:srgbClr val="6600C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254" name="矩形 346"/>
              <p:cNvSpPr>
                <a:spLocks noChangeArrowheads="1"/>
              </p:cNvSpPr>
              <p:nvPr/>
            </p:nvSpPr>
            <p:spPr bwMode="auto">
              <a:xfrm>
                <a:off x="2000251" y="3214688"/>
                <a:ext cx="20409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24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五进制计数器</a:t>
                </a:r>
                <a:endParaRPr lang="zh-CN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0" name="组合 100"/>
          <p:cNvGrpSpPr/>
          <p:nvPr/>
        </p:nvGrpSpPr>
        <p:grpSpPr bwMode="auto">
          <a:xfrm>
            <a:off x="642938" y="928688"/>
            <a:ext cx="7786687" cy="4286250"/>
            <a:chOff x="642910" y="928670"/>
            <a:chExt cx="7786742" cy="4286280"/>
          </a:xfrm>
        </p:grpSpPr>
        <p:sp>
          <p:nvSpPr>
            <p:cNvPr id="102" name="矩形 101"/>
            <p:cNvSpPr/>
            <p:nvPr/>
          </p:nvSpPr>
          <p:spPr>
            <a:xfrm>
              <a:off x="642910" y="928670"/>
              <a:ext cx="7786742" cy="42862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245" name="组合 13"/>
            <p:cNvGrpSpPr/>
            <p:nvPr/>
          </p:nvGrpSpPr>
          <p:grpSpPr bwMode="auto">
            <a:xfrm>
              <a:off x="766789" y="1143006"/>
              <a:ext cx="7591425" cy="3143250"/>
              <a:chOff x="766789" y="1143006"/>
              <a:chExt cx="7591425" cy="3143250"/>
            </a:xfrm>
          </p:grpSpPr>
          <p:pic>
            <p:nvPicPr>
              <p:cNvPr id="52246" name="Picture 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6789" y="1143006"/>
                <a:ext cx="7591425" cy="3143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105" name="直接连接符 104"/>
              <p:cNvCxnSpPr/>
              <p:nvPr/>
            </p:nvCxnSpPr>
            <p:spPr>
              <a:xfrm rot="5400000" flipH="1" flipV="1">
                <a:off x="1035025" y="2963860"/>
                <a:ext cx="2357454" cy="1588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接连接符 105"/>
              <p:cNvCxnSpPr/>
              <p:nvPr/>
            </p:nvCxnSpPr>
            <p:spPr>
              <a:xfrm>
                <a:off x="2214546" y="1785926"/>
                <a:ext cx="1428760" cy="15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椭圆 106"/>
              <p:cNvSpPr/>
              <p:nvPr/>
            </p:nvSpPr>
            <p:spPr>
              <a:xfrm>
                <a:off x="2163746" y="4084643"/>
                <a:ext cx="107951" cy="10795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" name="椭圆 107"/>
              <p:cNvSpPr/>
              <p:nvPr/>
            </p:nvSpPr>
            <p:spPr>
              <a:xfrm>
                <a:off x="3571868" y="1727188"/>
                <a:ext cx="107951" cy="10795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2" name="组合 113"/>
          <p:cNvGrpSpPr/>
          <p:nvPr/>
        </p:nvGrpSpPr>
        <p:grpSpPr bwMode="auto">
          <a:xfrm>
            <a:off x="714375" y="1000125"/>
            <a:ext cx="7643813" cy="4143375"/>
            <a:chOff x="714348" y="1000108"/>
            <a:chExt cx="7643866" cy="4143400"/>
          </a:xfrm>
        </p:grpSpPr>
        <p:sp>
          <p:nvSpPr>
            <p:cNvPr id="110" name="矩形 109"/>
            <p:cNvSpPr/>
            <p:nvPr/>
          </p:nvSpPr>
          <p:spPr>
            <a:xfrm>
              <a:off x="714348" y="1000108"/>
              <a:ext cx="7643866" cy="3286145"/>
            </a:xfrm>
            <a:prstGeom prst="rect">
              <a:avLst/>
            </a:pr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241" name="组合 71"/>
            <p:cNvGrpSpPr/>
            <p:nvPr/>
          </p:nvGrpSpPr>
          <p:grpSpPr bwMode="auto">
            <a:xfrm>
              <a:off x="4786314" y="4572008"/>
              <a:ext cx="2428872" cy="571500"/>
              <a:chOff x="1785938" y="3143250"/>
              <a:chExt cx="2428872" cy="571500"/>
            </a:xfrm>
          </p:grpSpPr>
          <p:sp>
            <p:nvSpPr>
              <p:cNvPr id="112" name="圆角矩形标注 111"/>
              <p:cNvSpPr/>
              <p:nvPr/>
            </p:nvSpPr>
            <p:spPr bwMode="auto">
              <a:xfrm>
                <a:off x="1785938" y="3143247"/>
                <a:ext cx="2428892" cy="571503"/>
              </a:xfrm>
              <a:prstGeom prst="wedgeRoundRectCallout">
                <a:avLst>
                  <a:gd name="adj1" fmla="val -34883"/>
                  <a:gd name="adj2" fmla="val -95478"/>
                  <a:gd name="adj3" fmla="val 16667"/>
                </a:avLst>
              </a:prstGeom>
              <a:solidFill>
                <a:srgbClr val="FFFF00"/>
              </a:solidFill>
              <a:ln>
                <a:solidFill>
                  <a:srgbClr val="6600C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243" name="矩形 346"/>
              <p:cNvSpPr>
                <a:spLocks noChangeArrowheads="1"/>
              </p:cNvSpPr>
              <p:nvPr/>
            </p:nvSpPr>
            <p:spPr bwMode="auto">
              <a:xfrm>
                <a:off x="2000251" y="3214688"/>
                <a:ext cx="20409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24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十进制计数器</a:t>
                </a:r>
                <a:endParaRPr lang="zh-CN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115" name="矩形 114"/>
          <p:cNvSpPr>
            <a:spLocks noChangeArrowheads="1"/>
          </p:cNvSpPr>
          <p:nvPr/>
        </p:nvSpPr>
        <p:spPr bwMode="auto">
          <a:xfrm>
            <a:off x="1357313" y="5538788"/>
            <a:ext cx="3730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l"/>
            </a:pP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lang="en-US" altLang="zh-CN" sz="24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01</a:t>
            </a:r>
            <a:r>
              <a:rPr lang="zh-CN" altLang="en-US" sz="24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</a:t>
            </a:r>
            <a:r>
              <a:rPr lang="en-US" altLang="zh-CN" sz="24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zh-CN" altLang="en-US" sz="24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=1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，异步清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；</a:t>
            </a:r>
            <a:endParaRPr lang="zh-CN" altLang="en-US" sz="2400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6" name="矩形 115"/>
          <p:cNvSpPr>
            <a:spLocks noChangeArrowheads="1"/>
          </p:cNvSpPr>
          <p:nvPr/>
        </p:nvSpPr>
        <p:spPr bwMode="auto">
          <a:xfrm>
            <a:off x="1362075" y="5934075"/>
            <a:ext cx="37306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l"/>
            </a:pP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91</a:t>
            </a:r>
            <a:r>
              <a:rPr lang="zh-CN" altLang="en-US" sz="24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92</a:t>
            </a:r>
            <a:r>
              <a:rPr lang="zh-CN" altLang="en-US" sz="24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=1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，异步置</a:t>
            </a: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；</a:t>
            </a:r>
            <a:endParaRPr lang="zh-CN" altLang="en-US" sz="2400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" name="矩形 116"/>
          <p:cNvSpPr>
            <a:spLocks noChangeArrowheads="1"/>
          </p:cNvSpPr>
          <p:nvPr/>
        </p:nvSpPr>
        <p:spPr bwMode="auto">
          <a:xfrm>
            <a:off x="1135063" y="5110163"/>
            <a:ext cx="1651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功能特点</a:t>
            </a:r>
            <a:endParaRPr lang="zh-CN" altLang="en-US" sz="2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2239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15" grpId="0"/>
      <p:bldP spid="116" grpId="0"/>
      <p:bldP spid="117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560" y="980728"/>
            <a:ext cx="7632848" cy="3185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165820" y="188639"/>
            <a:ext cx="836662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00025" indent="66675" algn="just"/>
            <a:r>
              <a:rPr lang="zh-CN" altLang="en-US" sz="2400" kern="100">
                <a:solidFill>
                  <a:srgbClr val="000000"/>
                </a:solidFill>
                <a:latin typeface="Times New Roman" panose="02020603050405020304"/>
              </a:rPr>
              <a:t>练习：</a:t>
            </a:r>
            <a:r>
              <a:rPr lang="zh-CN" altLang="zh-CN" sz="2400" kern="100">
                <a:solidFill>
                  <a:srgbClr val="000000"/>
                </a:solidFill>
                <a:latin typeface="Times New Roman" panose="02020603050405020304"/>
              </a:rPr>
              <a:t>电路如图所示，假设电路中各触发器的当前状态</a:t>
            </a:r>
            <a:r>
              <a:rPr lang="en-US" altLang="zh-CN" sz="2400" i="1" kern="100">
                <a:solidFill>
                  <a:srgbClr val="000000"/>
                </a:solidFill>
                <a:latin typeface="Times New Roman" panose="02020603050405020304"/>
              </a:rPr>
              <a:t>Q</a:t>
            </a:r>
            <a:r>
              <a:rPr lang="en-US" altLang="zh-CN" sz="2400" kern="100" baseline="-25000">
                <a:solidFill>
                  <a:srgbClr val="000000"/>
                </a:solidFill>
                <a:latin typeface="Times New Roman" panose="02020603050405020304"/>
              </a:rPr>
              <a:t>2</a:t>
            </a:r>
            <a:r>
              <a:rPr lang="en-US" altLang="zh-CN" sz="2400" i="1" kern="100">
                <a:solidFill>
                  <a:srgbClr val="000000"/>
                </a:solidFill>
                <a:latin typeface="Times New Roman" panose="02020603050405020304"/>
              </a:rPr>
              <a:t> Q</a:t>
            </a:r>
            <a:r>
              <a:rPr lang="en-US" altLang="zh-CN" sz="2400" kern="100" baseline="-25000">
                <a:solidFill>
                  <a:srgbClr val="000000"/>
                </a:solidFill>
                <a:latin typeface="Times New Roman" panose="02020603050405020304"/>
              </a:rPr>
              <a:t>1</a:t>
            </a:r>
            <a:r>
              <a:rPr lang="en-US" altLang="zh-CN" sz="2400" i="1" kern="100">
                <a:solidFill>
                  <a:srgbClr val="000000"/>
                </a:solidFill>
                <a:latin typeface="Times New Roman" panose="02020603050405020304"/>
              </a:rPr>
              <a:t> Q</a:t>
            </a:r>
            <a:r>
              <a:rPr lang="en-US" altLang="zh-CN" sz="2400" kern="100" baseline="-25000">
                <a:solidFill>
                  <a:srgbClr val="000000"/>
                </a:solidFill>
                <a:latin typeface="Times New Roman" panose="02020603050405020304"/>
              </a:rPr>
              <a:t>0</a:t>
            </a:r>
            <a:r>
              <a:rPr lang="zh-CN" altLang="zh-CN" sz="2400" kern="100">
                <a:solidFill>
                  <a:srgbClr val="000000"/>
                </a:solidFill>
                <a:latin typeface="Times New Roman" panose="02020603050405020304"/>
              </a:rPr>
              <a:t>为</a:t>
            </a:r>
            <a:r>
              <a:rPr lang="en-US" altLang="zh-CN" sz="2400" b="1" kern="100">
                <a:solidFill>
                  <a:srgbClr val="000000"/>
                </a:solidFill>
                <a:latin typeface="Times New Roman" panose="02020603050405020304"/>
              </a:rPr>
              <a:t>100</a:t>
            </a:r>
            <a:r>
              <a:rPr lang="zh-CN" altLang="zh-CN" sz="2400" kern="100">
                <a:solidFill>
                  <a:srgbClr val="000000"/>
                </a:solidFill>
                <a:latin typeface="Times New Roman" panose="02020603050405020304"/>
              </a:rPr>
              <a:t>，请问在时钟作用下，触发器下一状态</a:t>
            </a:r>
            <a:r>
              <a:rPr lang="en-US" altLang="zh-CN" sz="2400" i="1" kern="100">
                <a:solidFill>
                  <a:srgbClr val="000000"/>
                </a:solidFill>
                <a:latin typeface="Times New Roman" panose="02020603050405020304"/>
              </a:rPr>
              <a:t>Q</a:t>
            </a:r>
            <a:r>
              <a:rPr lang="en-US" altLang="zh-CN" sz="2400" kern="100" baseline="-25000">
                <a:solidFill>
                  <a:srgbClr val="000000"/>
                </a:solidFill>
                <a:latin typeface="Times New Roman" panose="02020603050405020304"/>
              </a:rPr>
              <a:t>2</a:t>
            </a:r>
            <a:r>
              <a:rPr lang="en-US" altLang="zh-CN" sz="2400" i="1" kern="100">
                <a:solidFill>
                  <a:srgbClr val="000000"/>
                </a:solidFill>
                <a:latin typeface="Times New Roman" panose="02020603050405020304"/>
              </a:rPr>
              <a:t> Q</a:t>
            </a:r>
            <a:r>
              <a:rPr lang="en-US" altLang="zh-CN" sz="2400" kern="100" baseline="-25000">
                <a:solidFill>
                  <a:srgbClr val="000000"/>
                </a:solidFill>
                <a:latin typeface="Times New Roman" panose="02020603050405020304"/>
              </a:rPr>
              <a:t>1</a:t>
            </a:r>
            <a:r>
              <a:rPr lang="en-US" altLang="zh-CN" sz="2400" i="1" kern="100">
                <a:solidFill>
                  <a:srgbClr val="000000"/>
                </a:solidFill>
                <a:latin typeface="Times New Roman" panose="02020603050405020304"/>
              </a:rPr>
              <a:t> Q</a:t>
            </a:r>
            <a:r>
              <a:rPr lang="en-US" altLang="zh-CN" sz="2400" kern="100" baseline="-25000">
                <a:solidFill>
                  <a:srgbClr val="000000"/>
                </a:solidFill>
                <a:latin typeface="Times New Roman" panose="02020603050405020304"/>
              </a:rPr>
              <a:t>0</a:t>
            </a:r>
            <a:r>
              <a:rPr lang="zh-CN" altLang="zh-CN" sz="2400" kern="100">
                <a:solidFill>
                  <a:srgbClr val="000000"/>
                </a:solidFill>
                <a:latin typeface="Times New Roman" panose="02020603050405020304"/>
              </a:rPr>
              <a:t>为</a:t>
            </a:r>
            <a:r>
              <a:rPr lang="en-US" altLang="zh-CN" sz="2400" u="sng" kern="100">
                <a:solidFill>
                  <a:srgbClr val="000000"/>
                </a:solidFill>
                <a:latin typeface="Times New Roman" panose="02020603050405020304"/>
              </a:rPr>
              <a:t>       </a:t>
            </a:r>
            <a:r>
              <a:rPr lang="zh-CN" altLang="zh-CN" sz="2400" kern="100">
                <a:solidFill>
                  <a:srgbClr val="000000"/>
                </a:solidFill>
                <a:latin typeface="Times New Roman" panose="02020603050405020304"/>
              </a:rPr>
              <a:t>。</a:t>
            </a:r>
            <a:endParaRPr lang="zh-CN" altLang="zh-CN" sz="2400" kern="100">
              <a:solidFill>
                <a:srgbClr val="000000"/>
              </a:solidFill>
              <a:latin typeface="Times New Roman" panose="02020603050405020304"/>
            </a:endParaRPr>
          </a:p>
        </p:txBody>
      </p:sp>
      <p:pic>
        <p:nvPicPr>
          <p:cNvPr id="20483" name="Picture 3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2806" y="4159863"/>
            <a:ext cx="6932647" cy="22309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Text Box 8"/>
          <p:cNvSpPr txBox="1">
            <a:spLocks noChangeArrowheads="1"/>
          </p:cNvSpPr>
          <p:nvPr/>
        </p:nvSpPr>
        <p:spPr bwMode="auto">
          <a:xfrm>
            <a:off x="214313" y="142875"/>
            <a:ext cx="36147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、任意进制计数器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676275" y="571500"/>
            <a:ext cx="7813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假定已有的是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进制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计数器，而需要得到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进制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计数器。</a:t>
            </a:r>
            <a:endParaRPr kumimoji="1"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398463" y="1000125"/>
            <a:ext cx="82089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）当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M&lt;N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时</a:t>
            </a:r>
            <a:endParaRPr kumimoji="1" lang="en-US" altLang="zh-CN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使计数过程跳过</a:t>
            </a:r>
            <a:r>
              <a: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－</a:t>
            </a:r>
            <a:r>
              <a: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个状态，在</a:t>
            </a:r>
            <a:r>
              <a:rPr kumimoji="1"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个状态中循环。</a:t>
            </a:r>
            <a:endParaRPr kumimoji="1"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 Box 9"/>
          <p:cNvSpPr txBox="1">
            <a:spLocks noChangeArrowheads="1"/>
          </p:cNvSpPr>
          <p:nvPr/>
        </p:nvSpPr>
        <p:spPr bwMode="auto">
          <a:xfrm>
            <a:off x="731838" y="1857375"/>
            <a:ext cx="68405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）置零法（清零法或复位法）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146"/>
          <p:cNvGrpSpPr/>
          <p:nvPr/>
        </p:nvGrpSpPr>
        <p:grpSpPr bwMode="auto">
          <a:xfrm>
            <a:off x="714375" y="3571875"/>
            <a:ext cx="3168650" cy="2736850"/>
            <a:chOff x="857224" y="3763984"/>
            <a:chExt cx="3168650" cy="2736850"/>
          </a:xfrm>
        </p:grpSpPr>
        <p:grpSp>
          <p:nvGrpSpPr>
            <p:cNvPr id="53283" name="组合 144"/>
            <p:cNvGrpSpPr/>
            <p:nvPr/>
          </p:nvGrpSpPr>
          <p:grpSpPr bwMode="auto">
            <a:xfrm>
              <a:off x="868867" y="6029996"/>
              <a:ext cx="2679849" cy="470838"/>
              <a:chOff x="868867" y="6029996"/>
              <a:chExt cx="2679849" cy="470838"/>
            </a:xfrm>
          </p:grpSpPr>
          <p:sp>
            <p:nvSpPr>
              <p:cNvPr id="53327" name="Oval 52"/>
              <p:cNvSpPr>
                <a:spLocks noChangeArrowheads="1"/>
              </p:cNvSpPr>
              <p:nvPr/>
            </p:nvSpPr>
            <p:spPr bwMode="auto">
              <a:xfrm>
                <a:off x="2799997" y="6029996"/>
                <a:ext cx="459080" cy="470838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28" name="Rectangle 53"/>
              <p:cNvSpPr>
                <a:spLocks noChangeArrowheads="1"/>
              </p:cNvSpPr>
              <p:nvPr/>
            </p:nvSpPr>
            <p:spPr bwMode="auto">
              <a:xfrm>
                <a:off x="2972984" y="6129820"/>
                <a:ext cx="222887" cy="271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29" name="Rectangle 54"/>
              <p:cNvSpPr>
                <a:spLocks noChangeArrowheads="1"/>
              </p:cNvSpPr>
              <p:nvPr/>
            </p:nvSpPr>
            <p:spPr bwMode="auto">
              <a:xfrm>
                <a:off x="2972984" y="6154776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30" name="Rectangle 55"/>
              <p:cNvSpPr>
                <a:spLocks noChangeArrowheads="1"/>
              </p:cNvSpPr>
              <p:nvPr/>
            </p:nvSpPr>
            <p:spPr bwMode="auto">
              <a:xfrm>
                <a:off x="3072784" y="6241291"/>
                <a:ext cx="96473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31" name="Oval 56"/>
              <p:cNvSpPr>
                <a:spLocks noChangeArrowheads="1"/>
              </p:cNvSpPr>
              <p:nvPr/>
            </p:nvSpPr>
            <p:spPr bwMode="auto">
              <a:xfrm>
                <a:off x="868867" y="6029996"/>
                <a:ext cx="459080" cy="470838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32" name="Rectangle 57"/>
              <p:cNvSpPr>
                <a:spLocks noChangeArrowheads="1"/>
              </p:cNvSpPr>
              <p:nvPr/>
            </p:nvSpPr>
            <p:spPr bwMode="auto">
              <a:xfrm>
                <a:off x="968667" y="6129820"/>
                <a:ext cx="334330" cy="271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33" name="Rectangle 58"/>
              <p:cNvSpPr>
                <a:spLocks noChangeArrowheads="1"/>
              </p:cNvSpPr>
              <p:nvPr/>
            </p:nvSpPr>
            <p:spPr bwMode="auto">
              <a:xfrm>
                <a:off x="968667" y="6154776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34" name="Rectangle 59"/>
              <p:cNvSpPr>
                <a:spLocks noChangeArrowheads="1"/>
              </p:cNvSpPr>
              <p:nvPr/>
            </p:nvSpPr>
            <p:spPr bwMode="auto">
              <a:xfrm>
                <a:off x="1068467" y="6241291"/>
                <a:ext cx="158017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N-3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35" name="Line 77"/>
              <p:cNvSpPr>
                <a:spLocks noChangeShapeType="1"/>
              </p:cNvSpPr>
              <p:nvPr/>
            </p:nvSpPr>
            <p:spPr bwMode="auto">
              <a:xfrm flipH="1">
                <a:off x="3260716" y="6277893"/>
                <a:ext cx="288000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53336" name="Group 97"/>
              <p:cNvGrpSpPr/>
              <p:nvPr/>
            </p:nvGrpSpPr>
            <p:grpSpPr bwMode="auto">
              <a:xfrm>
                <a:off x="1324621" y="6227981"/>
                <a:ext cx="1475377" cy="86514"/>
                <a:chOff x="1029" y="3686"/>
                <a:chExt cx="887" cy="52"/>
              </a:xfrm>
            </p:grpSpPr>
            <p:sp>
              <p:nvSpPr>
                <p:cNvPr id="53337" name="Freeform 80"/>
                <p:cNvSpPr/>
                <p:nvPr/>
              </p:nvSpPr>
              <p:spPr bwMode="auto">
                <a:xfrm>
                  <a:off x="1887" y="3716"/>
                  <a:ext cx="29" cy="7"/>
                </a:xfrm>
                <a:custGeom>
                  <a:avLst/>
                  <a:gdLst>
                    <a:gd name="T0" fmla="*/ 29 w 29"/>
                    <a:gd name="T1" fmla="*/ 7 h 7"/>
                    <a:gd name="T2" fmla="*/ 29 w 29"/>
                    <a:gd name="T3" fmla="*/ 0 h 7"/>
                    <a:gd name="T4" fmla="*/ 29 w 29"/>
                    <a:gd name="T5" fmla="*/ 0 h 7"/>
                    <a:gd name="T6" fmla="*/ 0 w 29"/>
                    <a:gd name="T7" fmla="*/ 0 h 7"/>
                    <a:gd name="T8" fmla="*/ 0 w 29"/>
                    <a:gd name="T9" fmla="*/ 0 h 7"/>
                    <a:gd name="T10" fmla="*/ 0 w 29"/>
                    <a:gd name="T11" fmla="*/ 7 h 7"/>
                    <a:gd name="T12" fmla="*/ 29 w 29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"/>
                    <a:gd name="T22" fmla="*/ 0 h 7"/>
                    <a:gd name="T23" fmla="*/ 29 w 29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" h="7">
                      <a:moveTo>
                        <a:pt x="29" y="7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29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38" name="Freeform 81"/>
                <p:cNvSpPr/>
                <p:nvPr/>
              </p:nvSpPr>
              <p:spPr bwMode="auto">
                <a:xfrm>
                  <a:off x="1834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39" name="Freeform 82"/>
                <p:cNvSpPr/>
                <p:nvPr/>
              </p:nvSpPr>
              <p:spPr bwMode="auto">
                <a:xfrm>
                  <a:off x="1782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0" name="Freeform 83"/>
                <p:cNvSpPr/>
                <p:nvPr/>
              </p:nvSpPr>
              <p:spPr bwMode="auto">
                <a:xfrm>
                  <a:off x="1730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1" name="Freeform 84"/>
                <p:cNvSpPr/>
                <p:nvPr/>
              </p:nvSpPr>
              <p:spPr bwMode="auto">
                <a:xfrm>
                  <a:off x="1678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2" name="Freeform 85"/>
                <p:cNvSpPr/>
                <p:nvPr/>
              </p:nvSpPr>
              <p:spPr bwMode="auto">
                <a:xfrm>
                  <a:off x="1626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3" name="Freeform 86"/>
                <p:cNvSpPr/>
                <p:nvPr/>
              </p:nvSpPr>
              <p:spPr bwMode="auto">
                <a:xfrm>
                  <a:off x="1574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4" name="Freeform 87"/>
                <p:cNvSpPr/>
                <p:nvPr/>
              </p:nvSpPr>
              <p:spPr bwMode="auto">
                <a:xfrm>
                  <a:off x="1522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5" name="Freeform 88"/>
                <p:cNvSpPr/>
                <p:nvPr/>
              </p:nvSpPr>
              <p:spPr bwMode="auto">
                <a:xfrm>
                  <a:off x="1470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6" name="Freeform 89"/>
                <p:cNvSpPr/>
                <p:nvPr/>
              </p:nvSpPr>
              <p:spPr bwMode="auto">
                <a:xfrm>
                  <a:off x="1418" y="3716"/>
                  <a:ext cx="29" cy="7"/>
                </a:xfrm>
                <a:custGeom>
                  <a:avLst/>
                  <a:gdLst>
                    <a:gd name="T0" fmla="*/ 29 w 29"/>
                    <a:gd name="T1" fmla="*/ 7 h 7"/>
                    <a:gd name="T2" fmla="*/ 29 w 29"/>
                    <a:gd name="T3" fmla="*/ 0 h 7"/>
                    <a:gd name="T4" fmla="*/ 29 w 29"/>
                    <a:gd name="T5" fmla="*/ 0 h 7"/>
                    <a:gd name="T6" fmla="*/ 0 w 29"/>
                    <a:gd name="T7" fmla="*/ 0 h 7"/>
                    <a:gd name="T8" fmla="*/ 0 w 29"/>
                    <a:gd name="T9" fmla="*/ 0 h 7"/>
                    <a:gd name="T10" fmla="*/ 0 w 29"/>
                    <a:gd name="T11" fmla="*/ 7 h 7"/>
                    <a:gd name="T12" fmla="*/ 29 w 29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"/>
                    <a:gd name="T22" fmla="*/ 0 h 7"/>
                    <a:gd name="T23" fmla="*/ 29 w 29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" h="7">
                      <a:moveTo>
                        <a:pt x="29" y="7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29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7" name="Freeform 90"/>
                <p:cNvSpPr/>
                <p:nvPr/>
              </p:nvSpPr>
              <p:spPr bwMode="auto">
                <a:xfrm>
                  <a:off x="1366" y="3716"/>
                  <a:ext cx="29" cy="7"/>
                </a:xfrm>
                <a:custGeom>
                  <a:avLst/>
                  <a:gdLst>
                    <a:gd name="T0" fmla="*/ 29 w 29"/>
                    <a:gd name="T1" fmla="*/ 7 h 7"/>
                    <a:gd name="T2" fmla="*/ 29 w 29"/>
                    <a:gd name="T3" fmla="*/ 0 h 7"/>
                    <a:gd name="T4" fmla="*/ 29 w 29"/>
                    <a:gd name="T5" fmla="*/ 0 h 7"/>
                    <a:gd name="T6" fmla="*/ 0 w 29"/>
                    <a:gd name="T7" fmla="*/ 0 h 7"/>
                    <a:gd name="T8" fmla="*/ 0 w 29"/>
                    <a:gd name="T9" fmla="*/ 0 h 7"/>
                    <a:gd name="T10" fmla="*/ 0 w 29"/>
                    <a:gd name="T11" fmla="*/ 7 h 7"/>
                    <a:gd name="T12" fmla="*/ 29 w 29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"/>
                    <a:gd name="T22" fmla="*/ 0 h 7"/>
                    <a:gd name="T23" fmla="*/ 29 w 29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" h="7">
                      <a:moveTo>
                        <a:pt x="29" y="7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29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8" name="Freeform 91"/>
                <p:cNvSpPr/>
                <p:nvPr/>
              </p:nvSpPr>
              <p:spPr bwMode="auto">
                <a:xfrm>
                  <a:off x="1314" y="3716"/>
                  <a:ext cx="29" cy="7"/>
                </a:xfrm>
                <a:custGeom>
                  <a:avLst/>
                  <a:gdLst>
                    <a:gd name="T0" fmla="*/ 29 w 29"/>
                    <a:gd name="T1" fmla="*/ 7 h 7"/>
                    <a:gd name="T2" fmla="*/ 29 w 29"/>
                    <a:gd name="T3" fmla="*/ 0 h 7"/>
                    <a:gd name="T4" fmla="*/ 29 w 29"/>
                    <a:gd name="T5" fmla="*/ 0 h 7"/>
                    <a:gd name="T6" fmla="*/ 0 w 29"/>
                    <a:gd name="T7" fmla="*/ 0 h 7"/>
                    <a:gd name="T8" fmla="*/ 0 w 29"/>
                    <a:gd name="T9" fmla="*/ 0 h 7"/>
                    <a:gd name="T10" fmla="*/ 0 w 29"/>
                    <a:gd name="T11" fmla="*/ 7 h 7"/>
                    <a:gd name="T12" fmla="*/ 29 w 29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"/>
                    <a:gd name="T22" fmla="*/ 0 h 7"/>
                    <a:gd name="T23" fmla="*/ 29 w 29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" h="7">
                      <a:moveTo>
                        <a:pt x="29" y="7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29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49" name="Freeform 92"/>
                <p:cNvSpPr/>
                <p:nvPr/>
              </p:nvSpPr>
              <p:spPr bwMode="auto">
                <a:xfrm>
                  <a:off x="1261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50" name="Freeform 93"/>
                <p:cNvSpPr/>
                <p:nvPr/>
              </p:nvSpPr>
              <p:spPr bwMode="auto">
                <a:xfrm>
                  <a:off x="1209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51" name="Freeform 94"/>
                <p:cNvSpPr/>
                <p:nvPr/>
              </p:nvSpPr>
              <p:spPr bwMode="auto">
                <a:xfrm>
                  <a:off x="1157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52" name="Freeform 95"/>
                <p:cNvSpPr/>
                <p:nvPr/>
              </p:nvSpPr>
              <p:spPr bwMode="auto">
                <a:xfrm>
                  <a:off x="1105" y="3716"/>
                  <a:ext cx="30" cy="7"/>
                </a:xfrm>
                <a:custGeom>
                  <a:avLst/>
                  <a:gdLst>
                    <a:gd name="T0" fmla="*/ 30 w 30"/>
                    <a:gd name="T1" fmla="*/ 7 h 7"/>
                    <a:gd name="T2" fmla="*/ 30 w 30"/>
                    <a:gd name="T3" fmla="*/ 0 h 7"/>
                    <a:gd name="T4" fmla="*/ 30 w 30"/>
                    <a:gd name="T5" fmla="*/ 0 h 7"/>
                    <a:gd name="T6" fmla="*/ 0 w 30"/>
                    <a:gd name="T7" fmla="*/ 0 h 7"/>
                    <a:gd name="T8" fmla="*/ 0 w 30"/>
                    <a:gd name="T9" fmla="*/ 0 h 7"/>
                    <a:gd name="T10" fmla="*/ 0 w 30"/>
                    <a:gd name="T11" fmla="*/ 7 h 7"/>
                    <a:gd name="T12" fmla="*/ 30 w 30"/>
                    <a:gd name="T13" fmla="*/ 7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"/>
                    <a:gd name="T22" fmla="*/ 0 h 7"/>
                    <a:gd name="T23" fmla="*/ 30 w 30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" h="7">
                      <a:moveTo>
                        <a:pt x="30" y="7"/>
                      </a:move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353" name="Freeform 96"/>
                <p:cNvSpPr/>
                <p:nvPr/>
              </p:nvSpPr>
              <p:spPr bwMode="auto">
                <a:xfrm>
                  <a:off x="1029" y="3686"/>
                  <a:ext cx="112" cy="52"/>
                </a:xfrm>
                <a:custGeom>
                  <a:avLst/>
                  <a:gdLst>
                    <a:gd name="T0" fmla="*/ 112 w 112"/>
                    <a:gd name="T1" fmla="*/ 0 h 52"/>
                    <a:gd name="T2" fmla="*/ 0 w 112"/>
                    <a:gd name="T3" fmla="*/ 30 h 52"/>
                    <a:gd name="T4" fmla="*/ 112 w 112"/>
                    <a:gd name="T5" fmla="*/ 52 h 52"/>
                    <a:gd name="T6" fmla="*/ 75 w 112"/>
                    <a:gd name="T7" fmla="*/ 30 h 52"/>
                    <a:gd name="T8" fmla="*/ 112 w 112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"/>
                    <a:gd name="T16" fmla="*/ 0 h 52"/>
                    <a:gd name="T17" fmla="*/ 112 w 112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" h="52">
                      <a:moveTo>
                        <a:pt x="112" y="0"/>
                      </a:moveTo>
                      <a:lnTo>
                        <a:pt x="0" y="30"/>
                      </a:lnTo>
                      <a:lnTo>
                        <a:pt x="112" y="52"/>
                      </a:lnTo>
                      <a:lnTo>
                        <a:pt x="75" y="30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tx2"/>
                  </a:solidFill>
                  <a:round/>
                </a:ln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53284" name="组合 145"/>
            <p:cNvGrpSpPr/>
            <p:nvPr/>
          </p:nvGrpSpPr>
          <p:grpSpPr bwMode="auto">
            <a:xfrm>
              <a:off x="857224" y="4245135"/>
              <a:ext cx="457417" cy="1781200"/>
              <a:chOff x="857224" y="4245135"/>
              <a:chExt cx="457417" cy="1781200"/>
            </a:xfrm>
          </p:grpSpPr>
          <p:sp>
            <p:nvSpPr>
              <p:cNvPr id="53316" name="Oval 60"/>
              <p:cNvSpPr>
                <a:spLocks noChangeArrowheads="1"/>
              </p:cNvSpPr>
              <p:nvPr/>
            </p:nvSpPr>
            <p:spPr bwMode="auto">
              <a:xfrm>
                <a:off x="857224" y="5238056"/>
                <a:ext cx="457417" cy="470838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17" name="Rectangle 61"/>
              <p:cNvSpPr>
                <a:spLocks noChangeArrowheads="1"/>
              </p:cNvSpPr>
              <p:nvPr/>
            </p:nvSpPr>
            <p:spPr bwMode="auto">
              <a:xfrm>
                <a:off x="918767" y="5336217"/>
                <a:ext cx="309380" cy="2728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18" name="Rectangle 62"/>
              <p:cNvSpPr>
                <a:spLocks noChangeArrowheads="1"/>
              </p:cNvSpPr>
              <p:nvPr/>
            </p:nvSpPr>
            <p:spPr bwMode="auto">
              <a:xfrm>
                <a:off x="918767" y="5361173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19" name="Rectangle 63"/>
              <p:cNvSpPr>
                <a:spLocks noChangeArrowheads="1"/>
              </p:cNvSpPr>
              <p:nvPr/>
            </p:nvSpPr>
            <p:spPr bwMode="auto">
              <a:xfrm>
                <a:off x="1018567" y="5447687"/>
                <a:ext cx="158017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N-2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20" name="Oval 64"/>
              <p:cNvSpPr>
                <a:spLocks noChangeArrowheads="1"/>
              </p:cNvSpPr>
              <p:nvPr/>
            </p:nvSpPr>
            <p:spPr bwMode="auto">
              <a:xfrm>
                <a:off x="857224" y="4507675"/>
                <a:ext cx="457417" cy="469174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21" name="Rectangle 65"/>
              <p:cNvSpPr>
                <a:spLocks noChangeArrowheads="1"/>
              </p:cNvSpPr>
              <p:nvPr/>
            </p:nvSpPr>
            <p:spPr bwMode="auto">
              <a:xfrm>
                <a:off x="943717" y="4605836"/>
                <a:ext cx="322687" cy="2728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22" name="Rectangle 66"/>
              <p:cNvSpPr>
                <a:spLocks noChangeArrowheads="1"/>
              </p:cNvSpPr>
              <p:nvPr/>
            </p:nvSpPr>
            <p:spPr bwMode="auto">
              <a:xfrm>
                <a:off x="943717" y="4630792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23" name="Rectangle 67"/>
              <p:cNvSpPr>
                <a:spLocks noChangeArrowheads="1"/>
              </p:cNvSpPr>
              <p:nvPr/>
            </p:nvSpPr>
            <p:spPr bwMode="auto">
              <a:xfrm>
                <a:off x="1043517" y="4717306"/>
                <a:ext cx="158017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N-1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24" name="Line 68"/>
              <p:cNvSpPr>
                <a:spLocks noChangeShapeType="1"/>
              </p:cNvSpPr>
              <p:nvPr/>
            </p:nvSpPr>
            <p:spPr bwMode="auto">
              <a:xfrm flipV="1">
                <a:off x="1081168" y="4245135"/>
                <a:ext cx="0" cy="27000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325" name="Line 71"/>
              <p:cNvSpPr>
                <a:spLocks noChangeShapeType="1"/>
              </p:cNvSpPr>
              <p:nvPr/>
            </p:nvSpPr>
            <p:spPr bwMode="auto">
              <a:xfrm flipV="1">
                <a:off x="1093868" y="4981605"/>
                <a:ext cx="0" cy="25200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326" name="Line 74"/>
              <p:cNvSpPr>
                <a:spLocks noChangeShapeType="1"/>
              </p:cNvSpPr>
              <p:nvPr/>
            </p:nvSpPr>
            <p:spPr bwMode="auto">
              <a:xfrm flipV="1">
                <a:off x="1093868" y="5702335"/>
                <a:ext cx="1663" cy="32400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3285" name="组合 142"/>
            <p:cNvGrpSpPr/>
            <p:nvPr/>
          </p:nvGrpSpPr>
          <p:grpSpPr bwMode="auto">
            <a:xfrm>
              <a:off x="857224" y="3763984"/>
              <a:ext cx="3143700" cy="482484"/>
              <a:chOff x="857224" y="3763984"/>
              <a:chExt cx="3143700" cy="482484"/>
            </a:xfrm>
          </p:grpSpPr>
          <p:sp>
            <p:nvSpPr>
              <p:cNvPr id="53297" name="Oval 19"/>
              <p:cNvSpPr>
                <a:spLocks noChangeArrowheads="1"/>
              </p:cNvSpPr>
              <p:nvPr/>
            </p:nvSpPr>
            <p:spPr bwMode="auto">
              <a:xfrm>
                <a:off x="857224" y="3763984"/>
                <a:ext cx="457417" cy="482484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98" name="Rectangle 20"/>
              <p:cNvSpPr>
                <a:spLocks noChangeArrowheads="1"/>
              </p:cNvSpPr>
              <p:nvPr/>
            </p:nvSpPr>
            <p:spPr bwMode="auto">
              <a:xfrm>
                <a:off x="1018567" y="3863808"/>
                <a:ext cx="209580" cy="28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99" name="Rectangle 21"/>
              <p:cNvSpPr>
                <a:spLocks noChangeArrowheads="1"/>
              </p:cNvSpPr>
              <p:nvPr/>
            </p:nvSpPr>
            <p:spPr bwMode="auto">
              <a:xfrm>
                <a:off x="1018567" y="3887101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0" name="Rectangle 22"/>
              <p:cNvSpPr>
                <a:spLocks noChangeArrowheads="1"/>
              </p:cNvSpPr>
              <p:nvPr/>
            </p:nvSpPr>
            <p:spPr bwMode="auto">
              <a:xfrm>
                <a:off x="1116704" y="3975279"/>
                <a:ext cx="51563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1" name="Oval 23"/>
              <p:cNvSpPr>
                <a:spLocks noChangeArrowheads="1"/>
              </p:cNvSpPr>
              <p:nvPr/>
            </p:nvSpPr>
            <p:spPr bwMode="auto">
              <a:xfrm>
                <a:off x="1735464" y="3763984"/>
                <a:ext cx="459080" cy="482484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2" name="Rectangle 24"/>
              <p:cNvSpPr>
                <a:spLocks noChangeArrowheads="1"/>
              </p:cNvSpPr>
              <p:nvPr/>
            </p:nvSpPr>
            <p:spPr bwMode="auto">
              <a:xfrm>
                <a:off x="1896807" y="3863808"/>
                <a:ext cx="211243" cy="28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3" name="Rectangle 25"/>
              <p:cNvSpPr>
                <a:spLocks noChangeArrowheads="1"/>
              </p:cNvSpPr>
              <p:nvPr/>
            </p:nvSpPr>
            <p:spPr bwMode="auto">
              <a:xfrm>
                <a:off x="1896807" y="3887101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4" name="Rectangle 26"/>
              <p:cNvSpPr>
                <a:spLocks noChangeArrowheads="1"/>
              </p:cNvSpPr>
              <p:nvPr/>
            </p:nvSpPr>
            <p:spPr bwMode="auto">
              <a:xfrm>
                <a:off x="1996607" y="3975279"/>
                <a:ext cx="51563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5" name="Oval 27"/>
              <p:cNvSpPr>
                <a:spLocks noChangeArrowheads="1"/>
              </p:cNvSpPr>
              <p:nvPr/>
            </p:nvSpPr>
            <p:spPr bwMode="auto">
              <a:xfrm>
                <a:off x="2640317" y="3763984"/>
                <a:ext cx="457417" cy="482484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6" name="Rectangle 28"/>
              <p:cNvSpPr>
                <a:spLocks noChangeArrowheads="1"/>
              </p:cNvSpPr>
              <p:nvPr/>
            </p:nvSpPr>
            <p:spPr bwMode="auto">
              <a:xfrm>
                <a:off x="2799997" y="3863808"/>
                <a:ext cx="211243" cy="28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7" name="Rectangle 29"/>
              <p:cNvSpPr>
                <a:spLocks noChangeArrowheads="1"/>
              </p:cNvSpPr>
              <p:nvPr/>
            </p:nvSpPr>
            <p:spPr bwMode="auto">
              <a:xfrm>
                <a:off x="2799997" y="3887101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8" name="Rectangle 30"/>
              <p:cNvSpPr>
                <a:spLocks noChangeArrowheads="1"/>
              </p:cNvSpPr>
              <p:nvPr/>
            </p:nvSpPr>
            <p:spPr bwMode="auto">
              <a:xfrm>
                <a:off x="2899797" y="3975279"/>
                <a:ext cx="51563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09" name="Oval 31"/>
              <p:cNvSpPr>
                <a:spLocks noChangeArrowheads="1"/>
              </p:cNvSpPr>
              <p:nvPr/>
            </p:nvSpPr>
            <p:spPr bwMode="auto">
              <a:xfrm>
                <a:off x="3543507" y="3763984"/>
                <a:ext cx="457417" cy="482484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10" name="Rectangle 32"/>
              <p:cNvSpPr>
                <a:spLocks noChangeArrowheads="1"/>
              </p:cNvSpPr>
              <p:nvPr/>
            </p:nvSpPr>
            <p:spPr bwMode="auto">
              <a:xfrm>
                <a:off x="3716494" y="3863808"/>
                <a:ext cx="209580" cy="28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11" name="Rectangle 33"/>
              <p:cNvSpPr>
                <a:spLocks noChangeArrowheads="1"/>
              </p:cNvSpPr>
              <p:nvPr/>
            </p:nvSpPr>
            <p:spPr bwMode="auto">
              <a:xfrm>
                <a:off x="3716494" y="3887101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12" name="Rectangle 34"/>
              <p:cNvSpPr>
                <a:spLocks noChangeArrowheads="1"/>
              </p:cNvSpPr>
              <p:nvPr/>
            </p:nvSpPr>
            <p:spPr bwMode="auto">
              <a:xfrm>
                <a:off x="3814631" y="3975279"/>
                <a:ext cx="51563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13" name="Line 35"/>
              <p:cNvSpPr>
                <a:spLocks noChangeShapeType="1"/>
              </p:cNvSpPr>
              <p:nvPr/>
            </p:nvSpPr>
            <p:spPr bwMode="auto">
              <a:xfrm>
                <a:off x="1302996" y="3998570"/>
                <a:ext cx="432000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314" name="Line 38"/>
              <p:cNvSpPr>
                <a:spLocks noChangeShapeType="1"/>
              </p:cNvSpPr>
              <p:nvPr/>
            </p:nvSpPr>
            <p:spPr bwMode="auto">
              <a:xfrm>
                <a:off x="2182599" y="3998570"/>
                <a:ext cx="468000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315" name="Line 41"/>
              <p:cNvSpPr>
                <a:spLocks noChangeShapeType="1"/>
              </p:cNvSpPr>
              <p:nvPr/>
            </p:nvSpPr>
            <p:spPr bwMode="auto">
              <a:xfrm flipV="1">
                <a:off x="3084426" y="3998936"/>
                <a:ext cx="468000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3286" name="组合 143"/>
            <p:cNvGrpSpPr/>
            <p:nvPr/>
          </p:nvGrpSpPr>
          <p:grpSpPr bwMode="auto">
            <a:xfrm>
              <a:off x="3543507" y="4246760"/>
              <a:ext cx="482367" cy="2254074"/>
              <a:chOff x="3543507" y="4246760"/>
              <a:chExt cx="482367" cy="2254074"/>
            </a:xfrm>
          </p:grpSpPr>
          <p:sp>
            <p:nvSpPr>
              <p:cNvPr id="53287" name="Oval 44"/>
              <p:cNvSpPr>
                <a:spLocks noChangeArrowheads="1"/>
              </p:cNvSpPr>
              <p:nvPr/>
            </p:nvSpPr>
            <p:spPr bwMode="auto">
              <a:xfrm>
                <a:off x="3568457" y="5238056"/>
                <a:ext cx="457417" cy="470838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88" name="Rectangle 45"/>
              <p:cNvSpPr>
                <a:spLocks noChangeArrowheads="1"/>
              </p:cNvSpPr>
              <p:nvPr/>
            </p:nvSpPr>
            <p:spPr bwMode="auto">
              <a:xfrm>
                <a:off x="3641644" y="5336217"/>
                <a:ext cx="359280" cy="2728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89" name="Rectangle 46"/>
              <p:cNvSpPr>
                <a:spLocks noChangeArrowheads="1"/>
              </p:cNvSpPr>
              <p:nvPr/>
            </p:nvSpPr>
            <p:spPr bwMode="auto">
              <a:xfrm>
                <a:off x="3641644" y="5361173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90" name="Rectangle 47"/>
              <p:cNvSpPr>
                <a:spLocks noChangeArrowheads="1"/>
              </p:cNvSpPr>
              <p:nvPr/>
            </p:nvSpPr>
            <p:spPr bwMode="auto">
              <a:xfrm>
                <a:off x="3741444" y="5447687"/>
                <a:ext cx="179640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M-2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91" name="Oval 48"/>
              <p:cNvSpPr>
                <a:spLocks noChangeArrowheads="1"/>
              </p:cNvSpPr>
              <p:nvPr/>
            </p:nvSpPr>
            <p:spPr bwMode="auto">
              <a:xfrm>
                <a:off x="3543507" y="6029996"/>
                <a:ext cx="457417" cy="470838"/>
              </a:xfrm>
              <a:prstGeom prst="ellipse">
                <a:avLst/>
              </a:prstGeom>
              <a:solidFill>
                <a:srgbClr val="FFFFFF"/>
              </a:solidFill>
              <a:ln w="11113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92" name="Rectangle 49"/>
              <p:cNvSpPr>
                <a:spLocks noChangeArrowheads="1"/>
              </p:cNvSpPr>
              <p:nvPr/>
            </p:nvSpPr>
            <p:spPr bwMode="auto">
              <a:xfrm>
                <a:off x="3666594" y="6129820"/>
                <a:ext cx="322687" cy="271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93" name="Rectangle 50"/>
              <p:cNvSpPr>
                <a:spLocks noChangeArrowheads="1"/>
              </p:cNvSpPr>
              <p:nvPr/>
            </p:nvSpPr>
            <p:spPr bwMode="auto">
              <a:xfrm>
                <a:off x="3666594" y="6154776"/>
                <a:ext cx="93147" cy="199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3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94" name="Rectangle 51"/>
              <p:cNvSpPr>
                <a:spLocks noChangeArrowheads="1"/>
              </p:cNvSpPr>
              <p:nvPr/>
            </p:nvSpPr>
            <p:spPr bwMode="auto">
              <a:xfrm>
                <a:off x="3766394" y="6241291"/>
                <a:ext cx="179640" cy="1231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M-1</a:t>
                </a:r>
                <a:endPara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95" name="Line 144"/>
              <p:cNvSpPr>
                <a:spLocks noChangeShapeType="1"/>
              </p:cNvSpPr>
              <p:nvPr/>
            </p:nvSpPr>
            <p:spPr bwMode="auto">
              <a:xfrm>
                <a:off x="3790737" y="5708894"/>
                <a:ext cx="0" cy="32400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296" name="Line 155"/>
              <p:cNvSpPr>
                <a:spLocks noChangeShapeType="1"/>
              </p:cNvSpPr>
              <p:nvPr/>
            </p:nvSpPr>
            <p:spPr bwMode="auto">
              <a:xfrm>
                <a:off x="3799661" y="4246760"/>
                <a:ext cx="0" cy="10080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tailEnd type="triangle" w="med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0" name="Group 159"/>
          <p:cNvGrpSpPr/>
          <p:nvPr/>
        </p:nvGrpSpPr>
        <p:grpSpPr bwMode="auto">
          <a:xfrm>
            <a:off x="2406650" y="4113213"/>
            <a:ext cx="949325" cy="1046162"/>
            <a:chOff x="1765" y="2530"/>
            <a:chExt cx="571" cy="629"/>
          </a:xfrm>
        </p:grpSpPr>
        <p:sp>
          <p:nvSpPr>
            <p:cNvPr id="53281" name="Freeform 156"/>
            <p:cNvSpPr/>
            <p:nvPr/>
          </p:nvSpPr>
          <p:spPr bwMode="auto">
            <a:xfrm>
              <a:off x="1765" y="2530"/>
              <a:ext cx="551" cy="629"/>
            </a:xfrm>
            <a:custGeom>
              <a:avLst/>
              <a:gdLst>
                <a:gd name="T0" fmla="*/ 26 w 551"/>
                <a:gd name="T1" fmla="*/ 84 h 629"/>
                <a:gd name="T2" fmla="*/ 484 w 551"/>
                <a:gd name="T3" fmla="*/ 85 h 629"/>
                <a:gd name="T4" fmla="*/ 429 w 551"/>
                <a:gd name="T5" fmla="*/ 597 h 629"/>
                <a:gd name="T6" fmla="*/ 0 w 551"/>
                <a:gd name="T7" fmla="*/ 277 h 6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51"/>
                <a:gd name="T13" fmla="*/ 0 h 629"/>
                <a:gd name="T14" fmla="*/ 551 w 551"/>
                <a:gd name="T15" fmla="*/ 629 h 6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51" h="629">
                  <a:moveTo>
                    <a:pt x="26" y="84"/>
                  </a:moveTo>
                  <a:cubicBezTo>
                    <a:pt x="102" y="84"/>
                    <a:pt x="417" y="0"/>
                    <a:pt x="484" y="85"/>
                  </a:cubicBezTo>
                  <a:cubicBezTo>
                    <a:pt x="551" y="170"/>
                    <a:pt x="510" y="565"/>
                    <a:pt x="429" y="597"/>
                  </a:cubicBezTo>
                  <a:cubicBezTo>
                    <a:pt x="348" y="629"/>
                    <a:pt x="89" y="344"/>
                    <a:pt x="0" y="277"/>
                  </a:cubicBezTo>
                </a:path>
              </a:pathLst>
            </a:custGeom>
            <a:noFill/>
            <a:ln w="9525">
              <a:solidFill>
                <a:srgbClr val="6600CC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53282" name="Text Box 157"/>
            <p:cNvSpPr txBox="1">
              <a:spLocks noChangeArrowheads="1"/>
            </p:cNvSpPr>
            <p:nvPr/>
          </p:nvSpPr>
          <p:spPr bwMode="auto">
            <a:xfrm>
              <a:off x="1882" y="2704"/>
              <a:ext cx="454" cy="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zh-CN" altLang="en-US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个</a:t>
              </a:r>
              <a:endParaRPr lang="zh-CN" altLang="en-US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97" name="Text Box 158"/>
          <p:cNvSpPr txBox="1">
            <a:spLocks noChangeArrowheads="1"/>
          </p:cNvSpPr>
          <p:nvPr/>
        </p:nvSpPr>
        <p:spPr bwMode="auto">
          <a:xfrm>
            <a:off x="1285875" y="5380038"/>
            <a:ext cx="9048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6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N-M</a:t>
            </a:r>
            <a:r>
              <a:rPr lang="zh-CN" altLang="en-US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</a:t>
            </a:r>
            <a:endParaRPr lang="zh-CN" altLang="en-US" sz="16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0" name="Text Box 161"/>
          <p:cNvSpPr txBox="1">
            <a:spLocks noChangeArrowheads="1"/>
          </p:cNvSpPr>
          <p:nvPr/>
        </p:nvSpPr>
        <p:spPr bwMode="auto">
          <a:xfrm>
            <a:off x="4314825" y="3716338"/>
            <a:ext cx="4105275" cy="1236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1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异步清零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计数器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1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利用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状态进行译码产生清“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0”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信号。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1" name="Text Box 162"/>
          <p:cNvSpPr txBox="1">
            <a:spLocks noChangeArrowheads="1"/>
          </p:cNvSpPr>
          <p:nvPr/>
        </p:nvSpPr>
        <p:spPr bwMode="auto">
          <a:xfrm>
            <a:off x="4314825" y="5084763"/>
            <a:ext cx="4286250" cy="1236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1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同步清零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计数器：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1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利用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M-1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状态进行译码产生清“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0”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信号。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" name="组合 151"/>
          <p:cNvGrpSpPr/>
          <p:nvPr/>
        </p:nvGrpSpPr>
        <p:grpSpPr bwMode="auto">
          <a:xfrm>
            <a:off x="928688" y="2357438"/>
            <a:ext cx="7469187" cy="928687"/>
            <a:chOff x="1071538" y="2357430"/>
            <a:chExt cx="7469212" cy="928688"/>
          </a:xfrm>
        </p:grpSpPr>
        <p:sp>
          <p:nvSpPr>
            <p:cNvPr id="53279" name="Text Box 10"/>
            <p:cNvSpPr txBox="1">
              <a:spLocks noChangeArrowheads="1"/>
            </p:cNvSpPr>
            <p:nvPr/>
          </p:nvSpPr>
          <p:spPr bwMode="auto">
            <a:xfrm>
              <a:off x="1142947" y="2383689"/>
              <a:ext cx="735811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 typeface="Wingdings" panose="05000000000000000000" pitchFamily="2" charset="2"/>
                <a:buChar char="Ø"/>
              </a:pPr>
              <a:r>
                <a:rPr lang="zh-CN" altLang="en-US" sz="24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基本思路：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计数器从全“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0”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状态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开始计数，计满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个状态后产生清“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0”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信号，使计数器恢复到初态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。</a:t>
              </a:r>
              <a:endPara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80" name="Rectangle 16"/>
            <p:cNvSpPr>
              <a:spLocks noChangeArrowheads="1"/>
            </p:cNvSpPr>
            <p:nvPr/>
          </p:nvSpPr>
          <p:spPr bwMode="auto">
            <a:xfrm>
              <a:off x="1071538" y="2357430"/>
              <a:ext cx="7469212" cy="928688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3" name="组合 150"/>
          <p:cNvGrpSpPr/>
          <p:nvPr/>
        </p:nvGrpSpPr>
        <p:grpSpPr bwMode="auto">
          <a:xfrm>
            <a:off x="1071563" y="4013200"/>
            <a:ext cx="2390775" cy="1900238"/>
            <a:chOff x="1214415" y="4205296"/>
            <a:chExt cx="2390635" cy="1899568"/>
          </a:xfrm>
        </p:grpSpPr>
        <p:grpSp>
          <p:nvGrpSpPr>
            <p:cNvPr id="53268" name="Group 154"/>
            <p:cNvGrpSpPr/>
            <p:nvPr/>
          </p:nvGrpSpPr>
          <p:grpSpPr bwMode="auto">
            <a:xfrm>
              <a:off x="3084427" y="5906879"/>
              <a:ext cx="520623" cy="197985"/>
              <a:chOff x="2087" y="3493"/>
              <a:chExt cx="313" cy="119"/>
            </a:xfrm>
          </p:grpSpPr>
          <p:sp>
            <p:nvSpPr>
              <p:cNvPr id="53272" name="Freeform 147"/>
              <p:cNvSpPr/>
              <p:nvPr/>
            </p:nvSpPr>
            <p:spPr bwMode="auto">
              <a:xfrm>
                <a:off x="2370" y="3589"/>
                <a:ext cx="30" cy="23"/>
              </a:xfrm>
              <a:custGeom>
                <a:avLst/>
                <a:gdLst>
                  <a:gd name="T0" fmla="*/ 23 w 30"/>
                  <a:gd name="T1" fmla="*/ 23 h 23"/>
                  <a:gd name="T2" fmla="*/ 23 w 30"/>
                  <a:gd name="T3" fmla="*/ 23 h 23"/>
                  <a:gd name="T4" fmla="*/ 30 w 30"/>
                  <a:gd name="T5" fmla="*/ 23 h 23"/>
                  <a:gd name="T6" fmla="*/ 8 w 30"/>
                  <a:gd name="T7" fmla="*/ 0 h 23"/>
                  <a:gd name="T8" fmla="*/ 0 w 30"/>
                  <a:gd name="T9" fmla="*/ 0 h 23"/>
                  <a:gd name="T10" fmla="*/ 0 w 30"/>
                  <a:gd name="T11" fmla="*/ 0 h 23"/>
                  <a:gd name="T12" fmla="*/ 23 w 3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23"/>
                  <a:gd name="T23" fmla="*/ 30 w 30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23">
                    <a:moveTo>
                      <a:pt x="23" y="23"/>
                    </a:moveTo>
                    <a:lnTo>
                      <a:pt x="23" y="23"/>
                    </a:lnTo>
                    <a:lnTo>
                      <a:pt x="30" y="23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2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273" name="Freeform 148"/>
              <p:cNvSpPr/>
              <p:nvPr/>
            </p:nvSpPr>
            <p:spPr bwMode="auto">
              <a:xfrm>
                <a:off x="2333" y="3545"/>
                <a:ext cx="30" cy="30"/>
              </a:xfrm>
              <a:custGeom>
                <a:avLst/>
                <a:gdLst>
                  <a:gd name="T0" fmla="*/ 22 w 30"/>
                  <a:gd name="T1" fmla="*/ 30 h 30"/>
                  <a:gd name="T2" fmla="*/ 22 w 30"/>
                  <a:gd name="T3" fmla="*/ 30 h 30"/>
                  <a:gd name="T4" fmla="*/ 30 w 30"/>
                  <a:gd name="T5" fmla="*/ 30 h 30"/>
                  <a:gd name="T6" fmla="*/ 7 w 30"/>
                  <a:gd name="T7" fmla="*/ 7 h 30"/>
                  <a:gd name="T8" fmla="*/ 7 w 30"/>
                  <a:gd name="T9" fmla="*/ 0 h 30"/>
                  <a:gd name="T10" fmla="*/ 0 w 30"/>
                  <a:gd name="T11" fmla="*/ 7 h 30"/>
                  <a:gd name="T12" fmla="*/ 22 w 30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0"/>
                  <a:gd name="T23" fmla="*/ 30 w 30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0">
                    <a:moveTo>
                      <a:pt x="22" y="30"/>
                    </a:moveTo>
                    <a:lnTo>
                      <a:pt x="22" y="30"/>
                    </a:lnTo>
                    <a:lnTo>
                      <a:pt x="30" y="30"/>
                    </a:lnTo>
                    <a:lnTo>
                      <a:pt x="7" y="7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274" name="Freeform 149"/>
              <p:cNvSpPr/>
              <p:nvPr/>
            </p:nvSpPr>
            <p:spPr bwMode="auto">
              <a:xfrm>
                <a:off x="2288" y="3522"/>
                <a:ext cx="38" cy="23"/>
              </a:xfrm>
              <a:custGeom>
                <a:avLst/>
                <a:gdLst>
                  <a:gd name="T0" fmla="*/ 30 w 38"/>
                  <a:gd name="T1" fmla="*/ 23 h 23"/>
                  <a:gd name="T2" fmla="*/ 38 w 38"/>
                  <a:gd name="T3" fmla="*/ 15 h 23"/>
                  <a:gd name="T4" fmla="*/ 30 w 38"/>
                  <a:gd name="T5" fmla="*/ 15 h 23"/>
                  <a:gd name="T6" fmla="*/ 15 w 38"/>
                  <a:gd name="T7" fmla="*/ 0 h 23"/>
                  <a:gd name="T8" fmla="*/ 8 w 38"/>
                  <a:gd name="T9" fmla="*/ 0 h 23"/>
                  <a:gd name="T10" fmla="*/ 0 w 38"/>
                  <a:gd name="T11" fmla="*/ 0 h 23"/>
                  <a:gd name="T12" fmla="*/ 8 w 38"/>
                  <a:gd name="T13" fmla="*/ 8 h 23"/>
                  <a:gd name="T14" fmla="*/ 15 w 38"/>
                  <a:gd name="T15" fmla="*/ 8 h 23"/>
                  <a:gd name="T16" fmla="*/ 30 w 38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"/>
                  <a:gd name="T28" fmla="*/ 0 h 23"/>
                  <a:gd name="T29" fmla="*/ 38 w 38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" h="23">
                    <a:moveTo>
                      <a:pt x="30" y="23"/>
                    </a:moveTo>
                    <a:lnTo>
                      <a:pt x="38" y="15"/>
                    </a:lnTo>
                    <a:lnTo>
                      <a:pt x="30" y="15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8" y="8"/>
                    </a:lnTo>
                    <a:lnTo>
                      <a:pt x="15" y="8"/>
                    </a:lnTo>
                    <a:lnTo>
                      <a:pt x="3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275" name="Freeform 150"/>
              <p:cNvSpPr/>
              <p:nvPr/>
            </p:nvSpPr>
            <p:spPr bwMode="auto">
              <a:xfrm>
                <a:off x="2236" y="3508"/>
                <a:ext cx="37" cy="14"/>
              </a:xfrm>
              <a:custGeom>
                <a:avLst/>
                <a:gdLst>
                  <a:gd name="T0" fmla="*/ 37 w 37"/>
                  <a:gd name="T1" fmla="*/ 14 h 14"/>
                  <a:gd name="T2" fmla="*/ 37 w 37"/>
                  <a:gd name="T3" fmla="*/ 7 h 14"/>
                  <a:gd name="T4" fmla="*/ 37 w 37"/>
                  <a:gd name="T5" fmla="*/ 7 h 14"/>
                  <a:gd name="T6" fmla="*/ 30 w 37"/>
                  <a:gd name="T7" fmla="*/ 7 h 14"/>
                  <a:gd name="T8" fmla="*/ 8 w 37"/>
                  <a:gd name="T9" fmla="*/ 0 h 14"/>
                  <a:gd name="T10" fmla="*/ 0 w 37"/>
                  <a:gd name="T11" fmla="*/ 7 h 14"/>
                  <a:gd name="T12" fmla="*/ 8 w 37"/>
                  <a:gd name="T13" fmla="*/ 7 h 14"/>
                  <a:gd name="T14" fmla="*/ 30 w 37"/>
                  <a:gd name="T15" fmla="*/ 14 h 14"/>
                  <a:gd name="T16" fmla="*/ 37 w 37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7"/>
                  <a:gd name="T28" fmla="*/ 0 h 14"/>
                  <a:gd name="T29" fmla="*/ 37 w 37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7" h="14">
                    <a:moveTo>
                      <a:pt x="37" y="14"/>
                    </a:moveTo>
                    <a:lnTo>
                      <a:pt x="37" y="7"/>
                    </a:lnTo>
                    <a:lnTo>
                      <a:pt x="30" y="7"/>
                    </a:lnTo>
                    <a:lnTo>
                      <a:pt x="8" y="0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30" y="14"/>
                    </a:lnTo>
                    <a:lnTo>
                      <a:pt x="37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276" name="Freeform 151"/>
              <p:cNvSpPr/>
              <p:nvPr/>
            </p:nvSpPr>
            <p:spPr bwMode="auto">
              <a:xfrm>
                <a:off x="2192" y="3515"/>
                <a:ext cx="29" cy="15"/>
              </a:xfrm>
              <a:custGeom>
                <a:avLst/>
                <a:gdLst>
                  <a:gd name="T0" fmla="*/ 29 w 29"/>
                  <a:gd name="T1" fmla="*/ 7 h 15"/>
                  <a:gd name="T2" fmla="*/ 29 w 29"/>
                  <a:gd name="T3" fmla="*/ 0 h 15"/>
                  <a:gd name="T4" fmla="*/ 29 w 29"/>
                  <a:gd name="T5" fmla="*/ 0 h 15"/>
                  <a:gd name="T6" fmla="*/ 22 w 29"/>
                  <a:gd name="T7" fmla="*/ 0 h 15"/>
                  <a:gd name="T8" fmla="*/ 0 w 29"/>
                  <a:gd name="T9" fmla="*/ 7 h 15"/>
                  <a:gd name="T10" fmla="*/ 0 w 29"/>
                  <a:gd name="T11" fmla="*/ 7 h 15"/>
                  <a:gd name="T12" fmla="*/ 0 w 29"/>
                  <a:gd name="T13" fmla="*/ 15 h 15"/>
                  <a:gd name="T14" fmla="*/ 22 w 29"/>
                  <a:gd name="T15" fmla="*/ 7 h 15"/>
                  <a:gd name="T16" fmla="*/ 29 w 29"/>
                  <a:gd name="T17" fmla="*/ 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15"/>
                  <a:gd name="T29" fmla="*/ 29 w 29"/>
                  <a:gd name="T30" fmla="*/ 15 h 1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15">
                    <a:moveTo>
                      <a:pt x="29" y="7"/>
                    </a:moveTo>
                    <a:lnTo>
                      <a:pt x="29" y="0"/>
                    </a:lnTo>
                    <a:lnTo>
                      <a:pt x="22" y="0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22" y="7"/>
                    </a:lnTo>
                    <a:lnTo>
                      <a:pt x="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277" name="Freeform 152"/>
              <p:cNvSpPr/>
              <p:nvPr/>
            </p:nvSpPr>
            <p:spPr bwMode="auto">
              <a:xfrm>
                <a:off x="2154" y="3530"/>
                <a:ext cx="23" cy="15"/>
              </a:xfrm>
              <a:custGeom>
                <a:avLst/>
                <a:gdLst>
                  <a:gd name="T0" fmla="*/ 15 w 23"/>
                  <a:gd name="T1" fmla="*/ 7 h 15"/>
                  <a:gd name="T2" fmla="*/ 23 w 23"/>
                  <a:gd name="T3" fmla="*/ 0 h 15"/>
                  <a:gd name="T4" fmla="*/ 15 w 23"/>
                  <a:gd name="T5" fmla="*/ 0 h 15"/>
                  <a:gd name="T6" fmla="*/ 0 w 23"/>
                  <a:gd name="T7" fmla="*/ 7 h 15"/>
                  <a:gd name="T8" fmla="*/ 0 w 23"/>
                  <a:gd name="T9" fmla="*/ 7 h 15"/>
                  <a:gd name="T10" fmla="*/ 0 w 23"/>
                  <a:gd name="T11" fmla="*/ 15 h 15"/>
                  <a:gd name="T12" fmla="*/ 15 w 23"/>
                  <a:gd name="T13" fmla="*/ 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15"/>
                  <a:gd name="T23" fmla="*/ 23 w 23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15">
                    <a:moveTo>
                      <a:pt x="15" y="7"/>
                    </a:moveTo>
                    <a:lnTo>
                      <a:pt x="23" y="0"/>
                    </a:lnTo>
                    <a:lnTo>
                      <a:pt x="15" y="0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278" name="Freeform 153"/>
              <p:cNvSpPr/>
              <p:nvPr/>
            </p:nvSpPr>
            <p:spPr bwMode="auto">
              <a:xfrm>
                <a:off x="2087" y="3493"/>
                <a:ext cx="112" cy="74"/>
              </a:xfrm>
              <a:custGeom>
                <a:avLst/>
                <a:gdLst>
                  <a:gd name="T0" fmla="*/ 90 w 112"/>
                  <a:gd name="T1" fmla="*/ 0 h 74"/>
                  <a:gd name="T2" fmla="*/ 0 w 112"/>
                  <a:gd name="T3" fmla="*/ 74 h 74"/>
                  <a:gd name="T4" fmla="*/ 112 w 112"/>
                  <a:gd name="T5" fmla="*/ 52 h 74"/>
                  <a:gd name="T6" fmla="*/ 67 w 112"/>
                  <a:gd name="T7" fmla="*/ 44 h 74"/>
                  <a:gd name="T8" fmla="*/ 90 w 112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"/>
                  <a:gd name="T16" fmla="*/ 0 h 74"/>
                  <a:gd name="T17" fmla="*/ 112 w 112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" h="74">
                    <a:moveTo>
                      <a:pt x="90" y="0"/>
                    </a:moveTo>
                    <a:lnTo>
                      <a:pt x="0" y="74"/>
                    </a:lnTo>
                    <a:lnTo>
                      <a:pt x="112" y="52"/>
                    </a:lnTo>
                    <a:lnTo>
                      <a:pt x="67" y="44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3269" name="组合 149"/>
            <p:cNvGrpSpPr/>
            <p:nvPr/>
          </p:nvGrpSpPr>
          <p:grpSpPr bwMode="auto">
            <a:xfrm>
              <a:off x="1214415" y="4205296"/>
              <a:ext cx="1714511" cy="1857388"/>
              <a:chOff x="7286644" y="3562289"/>
              <a:chExt cx="2327003" cy="1870042"/>
            </a:xfrm>
          </p:grpSpPr>
          <p:sp>
            <p:nvSpPr>
              <p:cNvPr id="53270" name="Line 128"/>
              <p:cNvSpPr>
                <a:spLocks noChangeShapeType="1"/>
              </p:cNvSpPr>
              <p:nvPr/>
            </p:nvSpPr>
            <p:spPr bwMode="auto">
              <a:xfrm flipH="1" flipV="1">
                <a:off x="7286644" y="3562289"/>
                <a:ext cx="2327003" cy="1870042"/>
              </a:xfrm>
              <a:prstGeom prst="line">
                <a:avLst/>
              </a:prstGeom>
              <a:noFill/>
              <a:ln w="11113">
                <a:solidFill>
                  <a:schemeClr val="tx1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53271" name="Freeform 129"/>
              <p:cNvSpPr/>
              <p:nvPr/>
            </p:nvSpPr>
            <p:spPr bwMode="auto">
              <a:xfrm>
                <a:off x="7286644" y="3571876"/>
                <a:ext cx="172987" cy="136427"/>
              </a:xfrm>
              <a:custGeom>
                <a:avLst/>
                <a:gdLst>
                  <a:gd name="T0" fmla="*/ 2147483647 w 104"/>
                  <a:gd name="T1" fmla="*/ 2147483647 h 82"/>
                  <a:gd name="T2" fmla="*/ 0 w 104"/>
                  <a:gd name="T3" fmla="*/ 0 h 82"/>
                  <a:gd name="T4" fmla="*/ 2147483647 w 104"/>
                  <a:gd name="T5" fmla="*/ 2147483647 h 82"/>
                  <a:gd name="T6" fmla="*/ 2147483647 w 104"/>
                  <a:gd name="T7" fmla="*/ 2147483647 h 82"/>
                  <a:gd name="T8" fmla="*/ 2147483647 w 104"/>
                  <a:gd name="T9" fmla="*/ 214748364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4"/>
                  <a:gd name="T16" fmla="*/ 0 h 82"/>
                  <a:gd name="T17" fmla="*/ 104 w 104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4" h="82">
                    <a:moveTo>
                      <a:pt x="104" y="45"/>
                    </a:moveTo>
                    <a:lnTo>
                      <a:pt x="0" y="0"/>
                    </a:lnTo>
                    <a:lnTo>
                      <a:pt x="74" y="82"/>
                    </a:lnTo>
                    <a:lnTo>
                      <a:pt x="59" y="45"/>
                    </a:lnTo>
                    <a:lnTo>
                      <a:pt x="104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6" name="组合 154"/>
          <p:cNvGrpSpPr/>
          <p:nvPr/>
        </p:nvGrpSpPr>
        <p:grpSpPr bwMode="auto">
          <a:xfrm>
            <a:off x="1123950" y="3930650"/>
            <a:ext cx="2400300" cy="1920875"/>
            <a:chOff x="1266404" y="4123352"/>
            <a:chExt cx="2400190" cy="1919954"/>
          </a:xfrm>
        </p:grpSpPr>
        <p:sp>
          <p:nvSpPr>
            <p:cNvPr id="53266" name="Line 128"/>
            <p:cNvSpPr>
              <a:spLocks noChangeShapeType="1"/>
            </p:cNvSpPr>
            <p:nvPr/>
          </p:nvSpPr>
          <p:spPr bwMode="auto">
            <a:xfrm flipH="1" flipV="1">
              <a:off x="1339591" y="4173264"/>
              <a:ext cx="2327003" cy="1870042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53267" name="Freeform 129"/>
            <p:cNvSpPr/>
            <p:nvPr/>
          </p:nvSpPr>
          <p:spPr bwMode="auto">
            <a:xfrm>
              <a:off x="1266404" y="4123352"/>
              <a:ext cx="172987" cy="136427"/>
            </a:xfrm>
            <a:custGeom>
              <a:avLst/>
              <a:gdLst>
                <a:gd name="T0" fmla="*/ 2147483647 w 104"/>
                <a:gd name="T1" fmla="*/ 2147483647 h 82"/>
                <a:gd name="T2" fmla="*/ 0 w 104"/>
                <a:gd name="T3" fmla="*/ 0 h 82"/>
                <a:gd name="T4" fmla="*/ 2147483647 w 104"/>
                <a:gd name="T5" fmla="*/ 2147483647 h 82"/>
                <a:gd name="T6" fmla="*/ 2147483647 w 104"/>
                <a:gd name="T7" fmla="*/ 2147483647 h 82"/>
                <a:gd name="T8" fmla="*/ 2147483647 w 104"/>
                <a:gd name="T9" fmla="*/ 214748364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"/>
                <a:gd name="T16" fmla="*/ 0 h 82"/>
                <a:gd name="T17" fmla="*/ 104 w 104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" h="82">
                  <a:moveTo>
                    <a:pt x="104" y="45"/>
                  </a:moveTo>
                  <a:lnTo>
                    <a:pt x="0" y="0"/>
                  </a:lnTo>
                  <a:lnTo>
                    <a:pt x="74" y="82"/>
                  </a:lnTo>
                  <a:lnTo>
                    <a:pt x="59" y="45"/>
                  </a:lnTo>
                  <a:lnTo>
                    <a:pt x="104" y="4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7" name="组合 158"/>
          <p:cNvGrpSpPr/>
          <p:nvPr/>
        </p:nvGrpSpPr>
        <p:grpSpPr bwMode="auto">
          <a:xfrm>
            <a:off x="928688" y="5429250"/>
            <a:ext cx="1428750" cy="571500"/>
            <a:chOff x="1033423" y="5500702"/>
            <a:chExt cx="1428775" cy="571500"/>
          </a:xfrm>
        </p:grpSpPr>
        <p:sp>
          <p:nvSpPr>
            <p:cNvPr id="157" name="圆角矩形标注 156"/>
            <p:cNvSpPr/>
            <p:nvPr/>
          </p:nvSpPr>
          <p:spPr bwMode="auto">
            <a:xfrm>
              <a:off x="1033423" y="5500702"/>
              <a:ext cx="1428775" cy="571500"/>
            </a:xfrm>
            <a:prstGeom prst="wedgeRoundRectCallout">
              <a:avLst>
                <a:gd name="adj1" fmla="val 74921"/>
                <a:gd name="adj2" fmla="val 35634"/>
                <a:gd name="adj3" fmla="val 16667"/>
              </a:avLst>
            </a:prstGeom>
            <a:solidFill>
              <a:srgbClr val="FFFF00"/>
            </a:solidFill>
            <a:ln>
              <a:solidFill>
                <a:srgbClr val="6600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65" name="矩形 346"/>
            <p:cNvSpPr>
              <a:spLocks noChangeArrowheads="1"/>
            </p:cNvSpPr>
            <p:nvPr/>
          </p:nvSpPr>
          <p:spPr bwMode="auto">
            <a:xfrm>
              <a:off x="1140422" y="5572140"/>
              <a:ext cx="1217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暂留状态</a:t>
              </a:r>
              <a:endParaRPr lang="zh-CN" altLang="en-US" sz="2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3263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1" grpId="0"/>
      <p:bldP spid="97" grpId="0"/>
      <p:bldP spid="140" grpId="0"/>
      <p:bldP spid="141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ext Box 7"/>
          <p:cNvSpPr txBox="1">
            <a:spLocks noChangeArrowheads="1"/>
          </p:cNvSpPr>
          <p:nvPr/>
        </p:nvSpPr>
        <p:spPr bwMode="auto">
          <a:xfrm>
            <a:off x="500063" y="142875"/>
            <a:ext cx="68405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）置数法（置位法）          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 Box 9"/>
          <p:cNvSpPr txBox="1">
            <a:spLocks noChangeArrowheads="1"/>
          </p:cNvSpPr>
          <p:nvPr/>
        </p:nvSpPr>
        <p:spPr bwMode="auto">
          <a:xfrm>
            <a:off x="4556125" y="2428875"/>
            <a:ext cx="4105275" cy="1236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1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异步置数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计数器：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1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利用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i+1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状态进行译码产生置数信号。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556125" y="3933825"/>
            <a:ext cx="4105275" cy="1236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1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同步置数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计数器：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1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利用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状态进行译码产生置数信号。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" name="Text Box 174"/>
          <p:cNvSpPr txBox="1">
            <a:spLocks noChangeArrowheads="1"/>
          </p:cNvSpPr>
          <p:nvPr/>
        </p:nvSpPr>
        <p:spPr bwMode="auto">
          <a:xfrm>
            <a:off x="3030538" y="4143375"/>
            <a:ext cx="9699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0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N-M</a:t>
            </a:r>
            <a:r>
              <a:rPr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</a:t>
            </a:r>
            <a:endParaRPr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249"/>
          <p:cNvGrpSpPr/>
          <p:nvPr/>
        </p:nvGrpSpPr>
        <p:grpSpPr bwMode="auto">
          <a:xfrm>
            <a:off x="630238" y="2286000"/>
            <a:ext cx="3686175" cy="3189288"/>
            <a:chOff x="885801" y="2571743"/>
            <a:chExt cx="3686199" cy="3189311"/>
          </a:xfrm>
        </p:grpSpPr>
        <p:sp>
          <p:nvSpPr>
            <p:cNvPr id="54290" name="Line 42"/>
            <p:cNvSpPr>
              <a:spLocks noChangeShapeType="1"/>
            </p:cNvSpPr>
            <p:nvPr/>
          </p:nvSpPr>
          <p:spPr bwMode="auto">
            <a:xfrm>
              <a:off x="1471394" y="2857496"/>
              <a:ext cx="4320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54291" name="组合 212"/>
            <p:cNvGrpSpPr/>
            <p:nvPr/>
          </p:nvGrpSpPr>
          <p:grpSpPr bwMode="auto">
            <a:xfrm>
              <a:off x="928661" y="2571743"/>
              <a:ext cx="540000" cy="540000"/>
              <a:chOff x="928661" y="2571743"/>
              <a:chExt cx="540000" cy="540000"/>
            </a:xfrm>
          </p:grpSpPr>
          <p:sp>
            <p:nvSpPr>
              <p:cNvPr id="54328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9" name="矩形 211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8985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4292" name="组合 213"/>
            <p:cNvGrpSpPr/>
            <p:nvPr/>
          </p:nvGrpSpPr>
          <p:grpSpPr bwMode="auto">
            <a:xfrm>
              <a:off x="1895456" y="2584444"/>
              <a:ext cx="540000" cy="540000"/>
              <a:chOff x="928661" y="2571743"/>
              <a:chExt cx="540000" cy="540000"/>
            </a:xfrm>
          </p:grpSpPr>
          <p:sp>
            <p:nvSpPr>
              <p:cNvPr id="54326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7" name="矩形 215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8985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4293" name="组合 216"/>
            <p:cNvGrpSpPr/>
            <p:nvPr/>
          </p:nvGrpSpPr>
          <p:grpSpPr bwMode="auto">
            <a:xfrm>
              <a:off x="2857488" y="2584444"/>
              <a:ext cx="540000" cy="540000"/>
              <a:chOff x="928661" y="2571743"/>
              <a:chExt cx="540000" cy="540000"/>
            </a:xfrm>
          </p:grpSpPr>
          <p:sp>
            <p:nvSpPr>
              <p:cNvPr id="54324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5" name="矩形 218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8985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4294" name="Line 42"/>
            <p:cNvSpPr>
              <a:spLocks noChangeShapeType="1"/>
            </p:cNvSpPr>
            <p:nvPr/>
          </p:nvSpPr>
          <p:spPr bwMode="auto">
            <a:xfrm>
              <a:off x="3403592" y="2857496"/>
              <a:ext cx="64294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54295" name="Line 42"/>
            <p:cNvSpPr>
              <a:spLocks noChangeShapeType="1"/>
            </p:cNvSpPr>
            <p:nvPr/>
          </p:nvSpPr>
          <p:spPr bwMode="auto">
            <a:xfrm>
              <a:off x="2428860" y="2857496"/>
              <a:ext cx="4320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54296" name="组合 221"/>
            <p:cNvGrpSpPr/>
            <p:nvPr/>
          </p:nvGrpSpPr>
          <p:grpSpPr bwMode="auto">
            <a:xfrm>
              <a:off x="4032000" y="2571744"/>
              <a:ext cx="540000" cy="540000"/>
              <a:chOff x="928661" y="2571743"/>
              <a:chExt cx="540000" cy="540000"/>
            </a:xfrm>
          </p:grpSpPr>
          <p:sp>
            <p:nvSpPr>
              <p:cNvPr id="54322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3" name="矩形 223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561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4297" name="Line 42"/>
            <p:cNvSpPr>
              <a:spLocks noChangeShapeType="1"/>
            </p:cNvSpPr>
            <p:nvPr/>
          </p:nvSpPr>
          <p:spPr bwMode="auto">
            <a:xfrm rot="5400000">
              <a:off x="4096442" y="3333054"/>
              <a:ext cx="4320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54298" name="组合 225"/>
            <p:cNvGrpSpPr/>
            <p:nvPr/>
          </p:nvGrpSpPr>
          <p:grpSpPr bwMode="auto">
            <a:xfrm>
              <a:off x="4012602" y="3538538"/>
              <a:ext cx="554636" cy="540000"/>
              <a:chOff x="928661" y="2571743"/>
              <a:chExt cx="554636" cy="540000"/>
            </a:xfrm>
          </p:grpSpPr>
          <p:sp>
            <p:nvSpPr>
              <p:cNvPr id="54320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21" name="矩形 227"/>
              <p:cNvSpPr>
                <a:spLocks noChangeArrowheads="1"/>
              </p:cNvSpPr>
              <p:nvPr/>
            </p:nvSpPr>
            <p:spPr bwMode="auto">
              <a:xfrm>
                <a:off x="962000" y="2643182"/>
                <a:ext cx="52129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i+1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4299" name="Line 42"/>
            <p:cNvSpPr>
              <a:spLocks noChangeShapeType="1"/>
            </p:cNvSpPr>
            <p:nvPr/>
          </p:nvSpPr>
          <p:spPr bwMode="auto">
            <a:xfrm rot="5400000">
              <a:off x="3716332" y="4643445"/>
              <a:ext cx="114300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54300" name="组合 229"/>
            <p:cNvGrpSpPr/>
            <p:nvPr/>
          </p:nvGrpSpPr>
          <p:grpSpPr bwMode="auto">
            <a:xfrm>
              <a:off x="4000496" y="5214950"/>
              <a:ext cx="540000" cy="540000"/>
              <a:chOff x="928661" y="2571743"/>
              <a:chExt cx="540000" cy="540000"/>
            </a:xfrm>
          </p:grpSpPr>
          <p:sp>
            <p:nvSpPr>
              <p:cNvPr id="54318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9" name="矩形 231"/>
              <p:cNvSpPr>
                <a:spLocks noChangeArrowheads="1"/>
              </p:cNvSpPr>
              <p:nvPr/>
            </p:nvSpPr>
            <p:spPr bwMode="auto">
              <a:xfrm>
                <a:off x="974700" y="2643182"/>
                <a:ext cx="49244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j-1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4301" name="Line 42"/>
            <p:cNvSpPr>
              <a:spLocks noChangeShapeType="1"/>
            </p:cNvSpPr>
            <p:nvPr/>
          </p:nvSpPr>
          <p:spPr bwMode="auto">
            <a:xfrm>
              <a:off x="1433295" y="5494106"/>
              <a:ext cx="4320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54302" name="组合 233"/>
            <p:cNvGrpSpPr/>
            <p:nvPr/>
          </p:nvGrpSpPr>
          <p:grpSpPr bwMode="auto">
            <a:xfrm>
              <a:off x="885801" y="5208353"/>
              <a:ext cx="598241" cy="540000"/>
              <a:chOff x="923900" y="2571743"/>
              <a:chExt cx="598241" cy="540000"/>
            </a:xfrm>
          </p:grpSpPr>
          <p:sp>
            <p:nvSpPr>
              <p:cNvPr id="54316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7" name="矩形 235"/>
              <p:cNvSpPr>
                <a:spLocks noChangeArrowheads="1"/>
              </p:cNvSpPr>
              <p:nvPr/>
            </p:nvSpPr>
            <p:spPr bwMode="auto">
              <a:xfrm>
                <a:off x="923900" y="2643182"/>
                <a:ext cx="59824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K+1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4303" name="组合 236"/>
            <p:cNvGrpSpPr/>
            <p:nvPr/>
          </p:nvGrpSpPr>
          <p:grpSpPr bwMode="auto">
            <a:xfrm>
              <a:off x="1857357" y="5221054"/>
              <a:ext cx="540000" cy="540000"/>
              <a:chOff x="928661" y="2571743"/>
              <a:chExt cx="540000" cy="540000"/>
            </a:xfrm>
          </p:grpSpPr>
          <p:sp>
            <p:nvSpPr>
              <p:cNvPr id="54314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5" name="矩形 238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9786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4304" name="组合 239"/>
            <p:cNvGrpSpPr/>
            <p:nvPr/>
          </p:nvGrpSpPr>
          <p:grpSpPr bwMode="auto">
            <a:xfrm>
              <a:off x="3033703" y="5221054"/>
              <a:ext cx="540000" cy="540000"/>
              <a:chOff x="928661" y="2571743"/>
              <a:chExt cx="540000" cy="540000"/>
            </a:xfrm>
          </p:grpSpPr>
          <p:sp>
            <p:nvSpPr>
              <p:cNvPr id="54312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3" name="矩形 241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6420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j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4305" name="Line 42"/>
            <p:cNvSpPr>
              <a:spLocks noChangeShapeType="1"/>
            </p:cNvSpPr>
            <p:nvPr/>
          </p:nvSpPr>
          <p:spPr bwMode="auto">
            <a:xfrm>
              <a:off x="2403461" y="5494105"/>
              <a:ext cx="64294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54306" name="Line 42"/>
            <p:cNvSpPr>
              <a:spLocks noChangeShapeType="1"/>
            </p:cNvSpPr>
            <p:nvPr/>
          </p:nvSpPr>
          <p:spPr bwMode="auto">
            <a:xfrm>
              <a:off x="3569839" y="5481406"/>
              <a:ext cx="4320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54307" name="Line 42"/>
            <p:cNvSpPr>
              <a:spLocks noChangeShapeType="1"/>
            </p:cNvSpPr>
            <p:nvPr/>
          </p:nvSpPr>
          <p:spPr bwMode="auto">
            <a:xfrm rot="5400000">
              <a:off x="979164" y="3337816"/>
              <a:ext cx="432000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54308" name="组合 245"/>
            <p:cNvGrpSpPr/>
            <p:nvPr/>
          </p:nvGrpSpPr>
          <p:grpSpPr bwMode="auto">
            <a:xfrm>
              <a:off x="895324" y="3543300"/>
              <a:ext cx="597793" cy="540000"/>
              <a:chOff x="928661" y="2571743"/>
              <a:chExt cx="597793" cy="540000"/>
            </a:xfrm>
          </p:grpSpPr>
          <p:sp>
            <p:nvSpPr>
              <p:cNvPr id="54310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11" name="矩形 247"/>
              <p:cNvSpPr>
                <a:spLocks noChangeArrowheads="1"/>
              </p:cNvSpPr>
              <p:nvPr/>
            </p:nvSpPr>
            <p:spPr bwMode="auto">
              <a:xfrm>
                <a:off x="974700" y="2643182"/>
                <a:ext cx="55175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N-1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4309" name="Line 42"/>
            <p:cNvSpPr>
              <a:spLocks noChangeShapeType="1"/>
            </p:cNvSpPr>
            <p:nvPr/>
          </p:nvSpPr>
          <p:spPr bwMode="auto">
            <a:xfrm rot="5400000">
              <a:off x="599054" y="4648207"/>
              <a:ext cx="114300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5" name="组合 258"/>
          <p:cNvGrpSpPr/>
          <p:nvPr/>
        </p:nvGrpSpPr>
        <p:grpSpPr bwMode="auto">
          <a:xfrm>
            <a:off x="2030413" y="2806700"/>
            <a:ext cx="1930400" cy="2193925"/>
            <a:chOff x="2030368" y="2806700"/>
            <a:chExt cx="1930417" cy="2193937"/>
          </a:xfrm>
        </p:grpSpPr>
        <p:sp>
          <p:nvSpPr>
            <p:cNvPr id="252" name="任意多边形 251"/>
            <p:cNvSpPr/>
            <p:nvPr/>
          </p:nvSpPr>
          <p:spPr>
            <a:xfrm>
              <a:off x="3744883" y="2806700"/>
              <a:ext cx="215902" cy="457203"/>
            </a:xfrm>
            <a:custGeom>
              <a:avLst/>
              <a:gdLst>
                <a:gd name="connsiteX0" fmla="*/ 105833 w 131233"/>
                <a:gd name="connsiteY0" fmla="*/ 0 h 457200"/>
                <a:gd name="connsiteX1" fmla="*/ 4233 w 131233"/>
                <a:gd name="connsiteY1" fmla="*/ 228600 h 457200"/>
                <a:gd name="connsiteX2" fmla="*/ 131233 w 131233"/>
                <a:gd name="connsiteY2" fmla="*/ 45720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233" h="457200">
                  <a:moveTo>
                    <a:pt x="105833" y="0"/>
                  </a:moveTo>
                  <a:cubicBezTo>
                    <a:pt x="52916" y="76200"/>
                    <a:pt x="0" y="152400"/>
                    <a:pt x="4233" y="228600"/>
                  </a:cubicBezTo>
                  <a:cubicBezTo>
                    <a:pt x="8466" y="304800"/>
                    <a:pt x="69849" y="381000"/>
                    <a:pt x="131233" y="457200"/>
                  </a:cubicBezTo>
                </a:path>
              </a:pathLst>
            </a:custGeom>
            <a:ln w="12700">
              <a:solidFill>
                <a:srgbClr val="6600CC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254" name="直接箭头连接符 253"/>
            <p:cNvCxnSpPr/>
            <p:nvPr/>
          </p:nvCxnSpPr>
          <p:spPr>
            <a:xfrm rot="5400000">
              <a:off x="2289135" y="3454401"/>
              <a:ext cx="1287469" cy="1805003"/>
            </a:xfrm>
            <a:prstGeom prst="straightConnector1">
              <a:avLst/>
            </a:prstGeom>
            <a:ln w="12700">
              <a:solidFill>
                <a:srgbClr val="6600CC"/>
              </a:solidFill>
              <a:prstDash val="sysDas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55" name="直接箭头连接符 254"/>
          <p:cNvCxnSpPr/>
          <p:nvPr/>
        </p:nvCxnSpPr>
        <p:spPr>
          <a:xfrm rot="5400000">
            <a:off x="1781969" y="2861469"/>
            <a:ext cx="2189163" cy="1984375"/>
          </a:xfrm>
          <a:prstGeom prst="straightConnector1">
            <a:avLst/>
          </a:prstGeom>
          <a:ln w="12700">
            <a:solidFill>
              <a:srgbClr val="FF0000"/>
            </a:solidFill>
            <a:prstDash val="solid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组合 259"/>
          <p:cNvGrpSpPr/>
          <p:nvPr/>
        </p:nvGrpSpPr>
        <p:grpSpPr bwMode="auto">
          <a:xfrm>
            <a:off x="1395413" y="2830513"/>
            <a:ext cx="1549400" cy="2095500"/>
            <a:chOff x="1395941" y="2829856"/>
            <a:chExt cx="1549400" cy="2095500"/>
          </a:xfrm>
        </p:grpSpPr>
        <p:sp>
          <p:nvSpPr>
            <p:cNvPr id="54286" name="Text Box 173"/>
            <p:cNvSpPr txBox="1">
              <a:spLocks noChangeArrowheads="1"/>
            </p:cNvSpPr>
            <p:nvPr/>
          </p:nvSpPr>
          <p:spPr bwMode="auto">
            <a:xfrm>
              <a:off x="1714480" y="3429000"/>
              <a:ext cx="76041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zh-CN" altLang="en-US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个</a:t>
              </a:r>
              <a:endPara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8" name="任意多边形 257"/>
            <p:cNvSpPr/>
            <p:nvPr/>
          </p:nvSpPr>
          <p:spPr>
            <a:xfrm rot="360211">
              <a:off x="1395941" y="2829856"/>
              <a:ext cx="1549400" cy="2095500"/>
            </a:xfrm>
            <a:custGeom>
              <a:avLst/>
              <a:gdLst>
                <a:gd name="connsiteX0" fmla="*/ 99483 w 1549400"/>
                <a:gd name="connsiteY0" fmla="*/ 273050 h 2095500"/>
                <a:gd name="connsiteX1" fmla="*/ 1509183 w 1549400"/>
                <a:gd name="connsiteY1" fmla="*/ 285750 h 2095500"/>
                <a:gd name="connsiteX2" fmla="*/ 340783 w 1549400"/>
                <a:gd name="connsiteY2" fmla="*/ 1987550 h 2095500"/>
                <a:gd name="connsiteX3" fmla="*/ 48683 w 1549400"/>
                <a:gd name="connsiteY3" fmla="*/ 933450 h 2095500"/>
                <a:gd name="connsiteX4" fmla="*/ 48683 w 1549400"/>
                <a:gd name="connsiteY4" fmla="*/ 857250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400" h="2095500">
                  <a:moveTo>
                    <a:pt x="99483" y="273050"/>
                  </a:moveTo>
                  <a:cubicBezTo>
                    <a:pt x="784224" y="136525"/>
                    <a:pt x="1468966" y="0"/>
                    <a:pt x="1509183" y="285750"/>
                  </a:cubicBezTo>
                  <a:cubicBezTo>
                    <a:pt x="1549400" y="571500"/>
                    <a:pt x="584200" y="1879600"/>
                    <a:pt x="340783" y="1987550"/>
                  </a:cubicBezTo>
                  <a:cubicBezTo>
                    <a:pt x="97366" y="2095500"/>
                    <a:pt x="97366" y="1121833"/>
                    <a:pt x="48683" y="933450"/>
                  </a:cubicBezTo>
                  <a:cubicBezTo>
                    <a:pt x="0" y="745067"/>
                    <a:pt x="24341" y="801158"/>
                    <a:pt x="48683" y="857250"/>
                  </a:cubicBezTo>
                </a:path>
              </a:pathLst>
            </a:custGeom>
            <a:ln w="12700"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7" name="组合 55"/>
          <p:cNvGrpSpPr/>
          <p:nvPr/>
        </p:nvGrpSpPr>
        <p:grpSpPr bwMode="auto">
          <a:xfrm>
            <a:off x="571500" y="714375"/>
            <a:ext cx="8001000" cy="1214438"/>
            <a:chOff x="571472" y="714356"/>
            <a:chExt cx="8001056" cy="1214446"/>
          </a:xfrm>
        </p:grpSpPr>
        <p:sp>
          <p:nvSpPr>
            <p:cNvPr id="54284" name="Text Box 8"/>
            <p:cNvSpPr txBox="1">
              <a:spLocks noChangeArrowheads="1"/>
            </p:cNvSpPr>
            <p:nvPr/>
          </p:nvSpPr>
          <p:spPr bwMode="auto">
            <a:xfrm>
              <a:off x="642939" y="714375"/>
              <a:ext cx="7786713" cy="1200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fontAlgn="base" hangingPunct="1">
                <a:spcBef>
                  <a:spcPct val="50000"/>
                </a:spcBef>
                <a:spcAft>
                  <a:spcPct val="0"/>
                </a:spcAft>
                <a:buFont typeface="Wingdings" panose="05000000000000000000" pitchFamily="2" charset="2"/>
                <a:buChar char="Ø"/>
              </a:pPr>
              <a:r>
                <a:rPr lang="zh-CN" altLang="en-US" sz="24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基本思路：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通过给计数器重复置入某个数值的方法跳过</a:t>
              </a:r>
              <a:r>
                <a:rPr kumimoji="1"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kumimoji="1"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－</a:t>
              </a:r>
              <a:r>
                <a:rPr kumimoji="1"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kumimoji="1"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个状态，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从而获得</a:t>
              </a:r>
              <a:r>
                <a:rPr lang="en-US" altLang="zh-CN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kumimoji="1"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进制</a:t>
              </a:r>
              <a:r>
                <a:rPr kumimoji="1"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计数器。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置数操作可以在任何一个状态下进行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。</a:t>
              </a:r>
              <a:endPara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285" name="Rectangle 16"/>
            <p:cNvSpPr>
              <a:spLocks noChangeArrowheads="1"/>
            </p:cNvSpPr>
            <p:nvPr/>
          </p:nvSpPr>
          <p:spPr bwMode="auto">
            <a:xfrm>
              <a:off x="571472" y="714356"/>
              <a:ext cx="8001056" cy="1214446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4283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210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386" name="Object 2"/>
          <p:cNvGraphicFramePr>
            <a:graphicFrameLocks noChangeAspect="1"/>
          </p:cNvGraphicFramePr>
          <p:nvPr/>
        </p:nvGraphicFramePr>
        <p:xfrm>
          <a:off x="714375" y="285750"/>
          <a:ext cx="7732713" cy="2901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929" name="图片" r:id="rId1" imgW="4398010" imgH="1725295" progId="Word.Picture.8">
                  <p:embed/>
                </p:oleObj>
              </mc:Choice>
              <mc:Fallback>
                <p:oleObj name="图片" r:id="rId1" imgW="4398010" imgH="1725295" progId="Word.Picture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4375" y="285750"/>
                        <a:ext cx="7732713" cy="2901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8F8F8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组合 9"/>
          <p:cNvGrpSpPr/>
          <p:nvPr/>
        </p:nvGrpSpPr>
        <p:grpSpPr bwMode="auto">
          <a:xfrm>
            <a:off x="428625" y="3406775"/>
            <a:ext cx="8264525" cy="3094038"/>
            <a:chOff x="428596" y="3406795"/>
            <a:chExt cx="8265102" cy="3094039"/>
          </a:xfrm>
        </p:grpSpPr>
        <p:sp>
          <p:nvSpPr>
            <p:cNvPr id="16388" name="Text Box 14"/>
            <p:cNvSpPr txBox="1">
              <a:spLocks noChangeArrowheads="1"/>
            </p:cNvSpPr>
            <p:nvPr/>
          </p:nvSpPr>
          <p:spPr bwMode="auto">
            <a:xfrm>
              <a:off x="3143240" y="3406795"/>
              <a:ext cx="278608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 typeface="Wingdings" panose="05000000000000000000" pitchFamily="2" charset="2"/>
                <a:buChar char="n"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74LS161 </a:t>
              </a: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功能表</a:t>
              </a:r>
              <a:endPara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pic>
          <p:nvPicPr>
            <p:cNvPr id="16389" name="Picture 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596" y="3857628"/>
              <a:ext cx="8265102" cy="2643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683" name="Picture 3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0688" y="2970213"/>
            <a:ext cx="3086100" cy="310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39" name="Text Box 9"/>
          <p:cNvSpPr txBox="1">
            <a:spLocks noChangeArrowheads="1"/>
          </p:cNvSpPr>
          <p:nvPr/>
        </p:nvSpPr>
        <p:spPr bwMode="auto">
          <a:xfrm>
            <a:off x="357188" y="142875"/>
            <a:ext cx="23574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应用举例 </a:t>
            </a: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" name="Text Box 5"/>
          <p:cNvSpPr txBox="1">
            <a:spLocks noChangeArrowheads="1"/>
          </p:cNvSpPr>
          <p:nvPr/>
        </p:nvSpPr>
        <p:spPr bwMode="auto">
          <a:xfrm>
            <a:off x="622300" y="663575"/>
            <a:ext cx="6235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用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74161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实现十一进制计数器。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28688" y="1428750"/>
            <a:ext cx="27352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①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异步清“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0”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法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" name="Text Box 8"/>
          <p:cNvSpPr txBox="1">
            <a:spLocks noChangeArrowheads="1"/>
          </p:cNvSpPr>
          <p:nvPr/>
        </p:nvSpPr>
        <p:spPr bwMode="auto">
          <a:xfrm>
            <a:off x="1270000" y="1916113"/>
            <a:ext cx="2974975" cy="94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＝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11     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kumimoji="0" lang="en-US" altLang="zh-CN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即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＝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1011</a:t>
            </a:r>
            <a:endParaRPr kumimoji="0" lang="en-US" altLang="zh-CN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112" name="直接箭头连接符 111"/>
          <p:cNvCxnSpPr/>
          <p:nvPr/>
        </p:nvCxnSpPr>
        <p:spPr>
          <a:xfrm rot="16200000" flipV="1">
            <a:off x="5331619" y="3872706"/>
            <a:ext cx="2266950" cy="1214438"/>
          </a:xfrm>
          <a:prstGeom prst="straightConnector1">
            <a:avLst/>
          </a:prstGeom>
          <a:ln w="12700">
            <a:solidFill>
              <a:srgbClr val="FF00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53"/>
          <p:cNvGrpSpPr/>
          <p:nvPr/>
        </p:nvGrpSpPr>
        <p:grpSpPr bwMode="auto">
          <a:xfrm>
            <a:off x="5857875" y="3346450"/>
            <a:ext cx="1143000" cy="2293938"/>
            <a:chOff x="5857884" y="2518322"/>
            <a:chExt cx="1143008" cy="2294978"/>
          </a:xfrm>
        </p:grpSpPr>
        <p:sp>
          <p:nvSpPr>
            <p:cNvPr id="109" name="任意多边形 108"/>
            <p:cNvSpPr/>
            <p:nvPr/>
          </p:nvSpPr>
          <p:spPr>
            <a:xfrm>
              <a:off x="6442088" y="4643360"/>
              <a:ext cx="558804" cy="169940"/>
            </a:xfrm>
            <a:custGeom>
              <a:avLst/>
              <a:gdLst>
                <a:gd name="connsiteX0" fmla="*/ 558800 w 558800"/>
                <a:gd name="connsiteY0" fmla="*/ 143933 h 169333"/>
                <a:gd name="connsiteX1" fmla="*/ 304800 w 558800"/>
                <a:gd name="connsiteY1" fmla="*/ 4233 h 169333"/>
                <a:gd name="connsiteX2" fmla="*/ 0 w 558800"/>
                <a:gd name="connsiteY2" fmla="*/ 169333 h 169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8800" h="169333">
                  <a:moveTo>
                    <a:pt x="558800" y="143933"/>
                  </a:moveTo>
                  <a:cubicBezTo>
                    <a:pt x="478366" y="71966"/>
                    <a:pt x="397933" y="0"/>
                    <a:pt x="304800" y="4233"/>
                  </a:cubicBezTo>
                  <a:cubicBezTo>
                    <a:pt x="211667" y="8466"/>
                    <a:pt x="105833" y="88899"/>
                    <a:pt x="0" y="169333"/>
                  </a:cubicBezTo>
                </a:path>
              </a:pathLst>
            </a:custGeom>
            <a:ln w="12700">
              <a:solidFill>
                <a:srgbClr val="6600CC"/>
              </a:solidFill>
              <a:prstDash val="sysDot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17" name="直接箭头连接符 116"/>
            <p:cNvCxnSpPr/>
            <p:nvPr/>
          </p:nvCxnSpPr>
          <p:spPr>
            <a:xfrm rot="16200000" flipV="1">
              <a:off x="5009647" y="3366559"/>
              <a:ext cx="2267978" cy="571504"/>
            </a:xfrm>
            <a:prstGeom prst="straightConnector1">
              <a:avLst/>
            </a:prstGeom>
            <a:ln w="12700">
              <a:solidFill>
                <a:srgbClr val="6600CC"/>
              </a:solidFill>
              <a:prstDash val="sysDot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组合 154"/>
          <p:cNvGrpSpPr/>
          <p:nvPr/>
        </p:nvGrpSpPr>
        <p:grpSpPr bwMode="auto">
          <a:xfrm>
            <a:off x="6350000" y="3556000"/>
            <a:ext cx="1670050" cy="1911350"/>
            <a:chOff x="6350248" y="2727686"/>
            <a:chExt cx="1669112" cy="1911129"/>
          </a:xfrm>
        </p:grpSpPr>
        <p:sp>
          <p:nvSpPr>
            <p:cNvPr id="65563" name="Text Box 173"/>
            <p:cNvSpPr txBox="1">
              <a:spLocks noChangeArrowheads="1"/>
            </p:cNvSpPr>
            <p:nvPr/>
          </p:nvSpPr>
          <p:spPr bwMode="auto">
            <a:xfrm>
              <a:off x="7000892" y="3357562"/>
              <a:ext cx="76041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11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个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22" name="任意多边形 121"/>
            <p:cNvSpPr/>
            <p:nvPr/>
          </p:nvSpPr>
          <p:spPr>
            <a:xfrm rot="674909">
              <a:off x="6350248" y="2727686"/>
              <a:ext cx="1669112" cy="1911129"/>
            </a:xfrm>
            <a:custGeom>
              <a:avLst/>
              <a:gdLst>
                <a:gd name="connsiteX0" fmla="*/ 0 w 1782233"/>
                <a:gd name="connsiteY0" fmla="*/ 296333 h 2180166"/>
                <a:gd name="connsiteX1" fmla="*/ 1524000 w 1782233"/>
                <a:gd name="connsiteY1" fmla="*/ 296333 h 2180166"/>
                <a:gd name="connsiteX2" fmla="*/ 1549400 w 1782233"/>
                <a:gd name="connsiteY2" fmla="*/ 2074333 h 2180166"/>
                <a:gd name="connsiteX3" fmla="*/ 406400 w 1782233"/>
                <a:gd name="connsiteY3" fmla="*/ 931333 h 2180166"/>
                <a:gd name="connsiteX4" fmla="*/ 406400 w 1782233"/>
                <a:gd name="connsiteY4" fmla="*/ 931333 h 218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233" h="2180166">
                  <a:moveTo>
                    <a:pt x="0" y="296333"/>
                  </a:moveTo>
                  <a:cubicBezTo>
                    <a:pt x="632883" y="148166"/>
                    <a:pt x="1265767" y="0"/>
                    <a:pt x="1524000" y="296333"/>
                  </a:cubicBezTo>
                  <a:cubicBezTo>
                    <a:pt x="1782233" y="592666"/>
                    <a:pt x="1735667" y="1968500"/>
                    <a:pt x="1549400" y="2074333"/>
                  </a:cubicBezTo>
                  <a:cubicBezTo>
                    <a:pt x="1363133" y="2180166"/>
                    <a:pt x="406400" y="931333"/>
                    <a:pt x="406400" y="931333"/>
                  </a:cubicBezTo>
                  <a:lnTo>
                    <a:pt x="406400" y="931333"/>
                  </a:lnTo>
                </a:path>
              </a:pathLst>
            </a:custGeom>
            <a:ln w="12700"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25" name="Picture 1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613" y="3338513"/>
            <a:ext cx="41243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椭圆 15"/>
          <p:cNvSpPr/>
          <p:nvPr/>
        </p:nvSpPr>
        <p:spPr>
          <a:xfrm>
            <a:off x="6199188" y="5634038"/>
            <a:ext cx="395287" cy="395287"/>
          </a:xfrm>
          <a:prstGeom prst="ellipse">
            <a:avLst/>
          </a:prstGeom>
          <a:solidFill>
            <a:srgbClr val="FFFF00">
              <a:alpha val="25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矩形 346"/>
          <p:cNvSpPr>
            <a:spLocks noChangeArrowheads="1"/>
          </p:cNvSpPr>
          <p:nvPr/>
        </p:nvSpPr>
        <p:spPr bwMode="auto">
          <a:xfrm>
            <a:off x="5929313" y="6072188"/>
            <a:ext cx="1011237" cy="33813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暂留状态</a:t>
            </a: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7" name="组合 20"/>
          <p:cNvGrpSpPr/>
          <p:nvPr/>
        </p:nvGrpSpPr>
        <p:grpSpPr bwMode="auto">
          <a:xfrm>
            <a:off x="6667500" y="5770563"/>
            <a:ext cx="144463" cy="144462"/>
            <a:chOff x="7000892" y="1499050"/>
            <a:chExt cx="144000" cy="145124"/>
          </a:xfrm>
        </p:grpSpPr>
        <p:cxnSp>
          <p:nvCxnSpPr>
            <p:cNvPr id="19" name="直接连接符 18"/>
            <p:cNvCxnSpPr/>
            <p:nvPr/>
          </p:nvCxnSpPr>
          <p:spPr>
            <a:xfrm rot="5400000">
              <a:off x="7001127" y="1498815"/>
              <a:ext cx="143530" cy="14400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接连接符 19"/>
            <p:cNvCxnSpPr/>
            <p:nvPr/>
          </p:nvCxnSpPr>
          <p:spPr>
            <a:xfrm rot="16200000" flipH="1">
              <a:off x="7001127" y="1500409"/>
              <a:ext cx="143530" cy="14400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组合 22"/>
          <p:cNvGrpSpPr/>
          <p:nvPr/>
        </p:nvGrpSpPr>
        <p:grpSpPr bwMode="auto">
          <a:xfrm>
            <a:off x="6016625" y="5770563"/>
            <a:ext cx="144463" cy="144462"/>
            <a:chOff x="7000892" y="1499050"/>
            <a:chExt cx="144000" cy="145124"/>
          </a:xfrm>
        </p:grpSpPr>
        <p:cxnSp>
          <p:nvCxnSpPr>
            <p:cNvPr id="24" name="直接连接符 23"/>
            <p:cNvCxnSpPr/>
            <p:nvPr/>
          </p:nvCxnSpPr>
          <p:spPr>
            <a:xfrm rot="5400000">
              <a:off x="7001127" y="1498815"/>
              <a:ext cx="143530" cy="14400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 rot="16200000" flipH="1">
              <a:off x="7001127" y="1500409"/>
              <a:ext cx="143530" cy="14400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任意多边形 26"/>
          <p:cNvSpPr/>
          <p:nvPr/>
        </p:nvSpPr>
        <p:spPr bwMode="auto">
          <a:xfrm rot="5400000" flipV="1">
            <a:off x="5163344" y="3480594"/>
            <a:ext cx="558800" cy="169862"/>
          </a:xfrm>
          <a:custGeom>
            <a:avLst/>
            <a:gdLst>
              <a:gd name="connsiteX0" fmla="*/ 558800 w 558800"/>
              <a:gd name="connsiteY0" fmla="*/ 143933 h 169333"/>
              <a:gd name="connsiteX1" fmla="*/ 304800 w 558800"/>
              <a:gd name="connsiteY1" fmla="*/ 4233 h 169333"/>
              <a:gd name="connsiteX2" fmla="*/ 0 w 558800"/>
              <a:gd name="connsiteY2" fmla="*/ 169333 h 169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8800" h="169333">
                <a:moveTo>
                  <a:pt x="558800" y="143933"/>
                </a:moveTo>
                <a:cubicBezTo>
                  <a:pt x="478366" y="71966"/>
                  <a:pt x="397933" y="0"/>
                  <a:pt x="304800" y="4233"/>
                </a:cubicBezTo>
                <a:cubicBezTo>
                  <a:pt x="211667" y="8466"/>
                  <a:pt x="105833" y="88899"/>
                  <a:pt x="0" y="169333"/>
                </a:cubicBezTo>
              </a:path>
            </a:pathLst>
          </a:custGeom>
          <a:ln w="12700">
            <a:solidFill>
              <a:srgbClr val="6600CC"/>
            </a:solidFill>
            <a:prstDash val="sysDot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8" name="椭圆 27"/>
          <p:cNvSpPr/>
          <p:nvPr/>
        </p:nvSpPr>
        <p:spPr>
          <a:xfrm>
            <a:off x="5540375" y="3651250"/>
            <a:ext cx="395288" cy="395288"/>
          </a:xfrm>
          <a:prstGeom prst="ellipse">
            <a:avLst/>
          </a:prstGeom>
          <a:solidFill>
            <a:srgbClr val="FFFF00">
              <a:alpha val="25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矩形 28"/>
          <p:cNvSpPr/>
          <p:nvPr/>
        </p:nvSpPr>
        <p:spPr>
          <a:xfrm rot="5400000">
            <a:off x="6476206" y="5715794"/>
            <a:ext cx="503238" cy="215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0" name="矩形 29"/>
          <p:cNvSpPr/>
          <p:nvPr/>
        </p:nvSpPr>
        <p:spPr>
          <a:xfrm rot="5400000">
            <a:off x="5825331" y="5715794"/>
            <a:ext cx="503238" cy="215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9" name="组合 31"/>
          <p:cNvGrpSpPr/>
          <p:nvPr/>
        </p:nvGrpSpPr>
        <p:grpSpPr bwMode="auto">
          <a:xfrm>
            <a:off x="5651500" y="3460750"/>
            <a:ext cx="144463" cy="144463"/>
            <a:chOff x="7000892" y="1499050"/>
            <a:chExt cx="144000" cy="145124"/>
          </a:xfrm>
        </p:grpSpPr>
        <p:cxnSp>
          <p:nvCxnSpPr>
            <p:cNvPr id="33" name="直接连接符 32"/>
            <p:cNvCxnSpPr/>
            <p:nvPr/>
          </p:nvCxnSpPr>
          <p:spPr>
            <a:xfrm rot="5400000">
              <a:off x="7001128" y="1498814"/>
              <a:ext cx="143529" cy="14400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接连接符 33"/>
            <p:cNvCxnSpPr/>
            <p:nvPr/>
          </p:nvCxnSpPr>
          <p:spPr>
            <a:xfrm rot="16200000" flipH="1">
              <a:off x="7001128" y="1500410"/>
              <a:ext cx="143529" cy="14400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矩形 30"/>
          <p:cNvSpPr/>
          <p:nvPr/>
        </p:nvSpPr>
        <p:spPr>
          <a:xfrm rot="10800000">
            <a:off x="5611813" y="3413125"/>
            <a:ext cx="252412" cy="215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1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16" grpId="0" animBg="1"/>
      <p:bldP spid="17" grpId="0" animBg="1"/>
      <p:bldP spid="27" grpId="0" animBg="1"/>
      <p:bldP spid="28" grpId="0" animBg="1"/>
      <p:bldP spid="29" grpId="0" animBg="1"/>
      <p:bldP spid="30" grpId="0" animBg="1"/>
      <p:bldP spid="31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42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0" y="3000375"/>
            <a:ext cx="5419725" cy="266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组合 2"/>
          <p:cNvGrpSpPr/>
          <p:nvPr/>
        </p:nvGrpSpPr>
        <p:grpSpPr bwMode="auto">
          <a:xfrm>
            <a:off x="1571625" y="5000625"/>
            <a:ext cx="430213" cy="215900"/>
            <a:chOff x="6858016" y="5357826"/>
            <a:chExt cx="429753" cy="216000"/>
          </a:xfrm>
        </p:grpSpPr>
        <p:cxnSp>
          <p:nvCxnSpPr>
            <p:cNvPr id="4" name="直接连接符 3"/>
            <p:cNvCxnSpPr/>
            <p:nvPr/>
          </p:nvCxnSpPr>
          <p:spPr>
            <a:xfrm rot="5400000">
              <a:off x="6893531" y="5465033"/>
              <a:ext cx="216000" cy="1586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直接连接符 4"/>
            <p:cNvCxnSpPr/>
            <p:nvPr/>
          </p:nvCxnSpPr>
          <p:spPr>
            <a:xfrm rot="5400000">
              <a:off x="7036254" y="5465033"/>
              <a:ext cx="216000" cy="1586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接连接符 5"/>
            <p:cNvCxnSpPr/>
            <p:nvPr/>
          </p:nvCxnSpPr>
          <p:spPr>
            <a:xfrm rot="10800000">
              <a:off x="7000738" y="5357826"/>
              <a:ext cx="144309" cy="1589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接连接符 6"/>
            <p:cNvCxnSpPr/>
            <p:nvPr/>
          </p:nvCxnSpPr>
          <p:spPr>
            <a:xfrm rot="10800000">
              <a:off x="7143460" y="5570650"/>
              <a:ext cx="144309" cy="1589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/>
            <p:cNvCxnSpPr/>
            <p:nvPr/>
          </p:nvCxnSpPr>
          <p:spPr>
            <a:xfrm rot="10800000">
              <a:off x="6858016" y="5572238"/>
              <a:ext cx="144309" cy="1588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组合 8"/>
          <p:cNvGrpSpPr/>
          <p:nvPr/>
        </p:nvGrpSpPr>
        <p:grpSpPr bwMode="auto">
          <a:xfrm flipV="1">
            <a:off x="6643688" y="3929063"/>
            <a:ext cx="430212" cy="215900"/>
            <a:chOff x="6858016" y="5357826"/>
            <a:chExt cx="429753" cy="216000"/>
          </a:xfrm>
        </p:grpSpPr>
        <p:cxnSp>
          <p:nvCxnSpPr>
            <p:cNvPr id="10" name="直接连接符 9"/>
            <p:cNvCxnSpPr/>
            <p:nvPr/>
          </p:nvCxnSpPr>
          <p:spPr>
            <a:xfrm rot="5400000">
              <a:off x="6893532" y="5465034"/>
              <a:ext cx="216000" cy="1585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接连接符 10"/>
            <p:cNvCxnSpPr/>
            <p:nvPr/>
          </p:nvCxnSpPr>
          <p:spPr>
            <a:xfrm rot="5400000">
              <a:off x="7036254" y="5465034"/>
              <a:ext cx="216000" cy="1585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接连接符 11"/>
            <p:cNvCxnSpPr/>
            <p:nvPr/>
          </p:nvCxnSpPr>
          <p:spPr>
            <a:xfrm rot="10800000">
              <a:off x="7000739" y="5357826"/>
              <a:ext cx="144308" cy="1589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/>
            <p:nvPr/>
          </p:nvCxnSpPr>
          <p:spPr>
            <a:xfrm rot="10800000">
              <a:off x="7143461" y="5570650"/>
              <a:ext cx="144308" cy="1589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/>
            <p:nvPr/>
          </p:nvCxnSpPr>
          <p:spPr>
            <a:xfrm rot="10800000">
              <a:off x="6858016" y="5572238"/>
              <a:ext cx="144308" cy="1588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组合 14"/>
          <p:cNvGrpSpPr/>
          <p:nvPr/>
        </p:nvGrpSpPr>
        <p:grpSpPr bwMode="auto">
          <a:xfrm>
            <a:off x="6572250" y="3000375"/>
            <a:ext cx="430213" cy="215900"/>
            <a:chOff x="6858016" y="5357826"/>
            <a:chExt cx="429753" cy="216000"/>
          </a:xfrm>
        </p:grpSpPr>
        <p:cxnSp>
          <p:nvCxnSpPr>
            <p:cNvPr id="16" name="直接连接符 15"/>
            <p:cNvCxnSpPr/>
            <p:nvPr/>
          </p:nvCxnSpPr>
          <p:spPr>
            <a:xfrm rot="5400000">
              <a:off x="6893531" y="5465033"/>
              <a:ext cx="216000" cy="1586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/>
            <p:cNvCxnSpPr/>
            <p:nvPr/>
          </p:nvCxnSpPr>
          <p:spPr>
            <a:xfrm rot="5400000">
              <a:off x="7036254" y="5465033"/>
              <a:ext cx="216000" cy="1586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接连接符 17"/>
            <p:cNvCxnSpPr/>
            <p:nvPr/>
          </p:nvCxnSpPr>
          <p:spPr>
            <a:xfrm rot="10800000">
              <a:off x="7000738" y="5357826"/>
              <a:ext cx="144309" cy="1589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接连接符 18"/>
            <p:cNvCxnSpPr/>
            <p:nvPr/>
          </p:nvCxnSpPr>
          <p:spPr>
            <a:xfrm rot="10800000">
              <a:off x="7143460" y="5570650"/>
              <a:ext cx="144309" cy="1589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接连接符 19"/>
            <p:cNvCxnSpPr/>
            <p:nvPr/>
          </p:nvCxnSpPr>
          <p:spPr>
            <a:xfrm rot="10800000">
              <a:off x="6858016" y="5572238"/>
              <a:ext cx="144309" cy="1588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566" name="Text Box 7"/>
          <p:cNvSpPr txBox="1">
            <a:spLocks noChangeArrowheads="1"/>
          </p:cNvSpPr>
          <p:nvPr/>
        </p:nvSpPr>
        <p:spPr bwMode="auto">
          <a:xfrm>
            <a:off x="642938" y="285750"/>
            <a:ext cx="3286125" cy="461963"/>
          </a:xfrm>
          <a:prstGeom prst="rect">
            <a:avLst/>
          </a:prstGeom>
          <a:solidFill>
            <a:srgbClr val="FF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n"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异步清“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0”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法的缺陷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642938" y="714375"/>
            <a:ext cx="8215312" cy="879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indent="542925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542925" algn="l" defTabSz="914400" rtl="0" eaLnBrk="1" fontAlgn="base" latinLnBrk="0" hangingPunct="1">
              <a:lnSpc>
                <a:spcPts val="32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置零信号维持时间很短，计数器中各触发器的复位速度有差异，致使计数器归零不可靠。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714375" y="1857375"/>
            <a:ext cx="2000250" cy="46196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n"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电路的改进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6572250" y="3286125"/>
            <a:ext cx="1004888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进位输出</a:t>
            </a:r>
            <a:endParaRPr kumimoji="0" lang="zh-CN" altLang="en-US" sz="16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6572250" y="4143375"/>
            <a:ext cx="1011238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复位信号</a:t>
            </a:r>
            <a:endParaRPr kumimoji="0" lang="zh-CN" altLang="en-US" sz="1600" b="1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143500" y="2857500"/>
            <a:ext cx="1428750" cy="1643063"/>
          </a:xfrm>
          <a:prstGeom prst="rect">
            <a:avLst/>
          </a:prstGeom>
          <a:noFill/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5110163" y="2500313"/>
            <a:ext cx="1501775" cy="338137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基本</a:t>
            </a:r>
            <a:r>
              <a:rPr kumimoji="0" lang="en-US" altLang="zh-CN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RS</a:t>
            </a:r>
            <a:r>
              <a:rPr kumimoji="0" lang="zh-CN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锁存器</a:t>
            </a:r>
            <a:endParaRPr kumimoji="0" lang="zh-CN" altLang="en-US" sz="1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3071813" y="5929313"/>
            <a:ext cx="37909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计数器能够可靠复位。</a:t>
            </a:r>
            <a:endParaRPr kumimoji="0" lang="zh-CN" altLang="en-US" sz="2800" b="0" i="1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5" name="组合 41"/>
          <p:cNvGrpSpPr/>
          <p:nvPr/>
        </p:nvGrpSpPr>
        <p:grpSpPr bwMode="auto">
          <a:xfrm>
            <a:off x="0" y="714375"/>
            <a:ext cx="9144000" cy="6000750"/>
            <a:chOff x="0" y="714356"/>
            <a:chExt cx="9144000" cy="6000792"/>
          </a:xfrm>
        </p:grpSpPr>
        <p:sp>
          <p:nvSpPr>
            <p:cNvPr id="43" name="矩形 42"/>
            <p:cNvSpPr/>
            <p:nvPr/>
          </p:nvSpPr>
          <p:spPr>
            <a:xfrm>
              <a:off x="0" y="714356"/>
              <a:ext cx="9144000" cy="600079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66576" name="Picture 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9663" y="919185"/>
              <a:ext cx="7105650" cy="5724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2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3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 animBg="1"/>
      <p:bldP spid="36" grpId="0"/>
      <p:bldP spid="37" grpId="0"/>
      <p:bldP spid="38" grpId="0" animBg="1"/>
      <p:bldP spid="38" grpId="1" animBg="1"/>
      <p:bldP spid="39" grpId="0" animBg="1"/>
      <p:bldP spid="39" grpId="1" animBg="1"/>
      <p:bldP spid="40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Text Box 39"/>
          <p:cNvSpPr txBox="1">
            <a:spLocks noChangeArrowheads="1"/>
          </p:cNvSpPr>
          <p:nvPr/>
        </p:nvSpPr>
        <p:spPr bwMode="auto">
          <a:xfrm>
            <a:off x="684213" y="285750"/>
            <a:ext cx="27447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②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同步清“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0”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法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" name="Text Box 40"/>
          <p:cNvSpPr txBox="1">
            <a:spLocks noChangeArrowheads="1"/>
          </p:cNvSpPr>
          <p:nvPr/>
        </p:nvSpPr>
        <p:spPr bwMode="auto">
          <a:xfrm>
            <a:off x="1000125" y="792163"/>
            <a:ext cx="3113088" cy="179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预置数：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D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=0000</a:t>
            </a:r>
            <a:endParaRPr kumimoji="0" lang="en-US" altLang="zh-CN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M-1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＝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S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     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kumimoji="0" lang="en-US" altLang="zh-CN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即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Q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＝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1010</a:t>
            </a:r>
            <a:endParaRPr kumimoji="0" lang="en-US" altLang="zh-CN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37" name="Picture 3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0688" y="2684463"/>
            <a:ext cx="3086100" cy="310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8" name="直接箭头连接符 37"/>
          <p:cNvCxnSpPr/>
          <p:nvPr/>
        </p:nvCxnSpPr>
        <p:spPr>
          <a:xfrm rot="16200000" flipV="1">
            <a:off x="5278438" y="3643312"/>
            <a:ext cx="2357438" cy="1071563"/>
          </a:xfrm>
          <a:prstGeom prst="straightConnector1">
            <a:avLst/>
          </a:prstGeom>
          <a:ln w="12700">
            <a:solidFill>
              <a:srgbClr val="FF00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54"/>
          <p:cNvGrpSpPr/>
          <p:nvPr/>
        </p:nvGrpSpPr>
        <p:grpSpPr bwMode="auto">
          <a:xfrm>
            <a:off x="6350000" y="3270250"/>
            <a:ext cx="1670050" cy="1911350"/>
            <a:chOff x="6350248" y="2727686"/>
            <a:chExt cx="1669112" cy="1911129"/>
          </a:xfrm>
        </p:grpSpPr>
        <p:sp>
          <p:nvSpPr>
            <p:cNvPr id="67601" name="Text Box 173"/>
            <p:cNvSpPr txBox="1">
              <a:spLocks noChangeArrowheads="1"/>
            </p:cNvSpPr>
            <p:nvPr/>
          </p:nvSpPr>
          <p:spPr bwMode="auto">
            <a:xfrm>
              <a:off x="7000892" y="3357562"/>
              <a:ext cx="76041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11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个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42" name="任意多边形 41"/>
            <p:cNvSpPr/>
            <p:nvPr/>
          </p:nvSpPr>
          <p:spPr>
            <a:xfrm rot="674909">
              <a:off x="6350248" y="2727686"/>
              <a:ext cx="1669112" cy="1911129"/>
            </a:xfrm>
            <a:custGeom>
              <a:avLst/>
              <a:gdLst>
                <a:gd name="connsiteX0" fmla="*/ 0 w 1782233"/>
                <a:gd name="connsiteY0" fmla="*/ 296333 h 2180166"/>
                <a:gd name="connsiteX1" fmla="*/ 1524000 w 1782233"/>
                <a:gd name="connsiteY1" fmla="*/ 296333 h 2180166"/>
                <a:gd name="connsiteX2" fmla="*/ 1549400 w 1782233"/>
                <a:gd name="connsiteY2" fmla="*/ 2074333 h 2180166"/>
                <a:gd name="connsiteX3" fmla="*/ 406400 w 1782233"/>
                <a:gd name="connsiteY3" fmla="*/ 931333 h 2180166"/>
                <a:gd name="connsiteX4" fmla="*/ 406400 w 1782233"/>
                <a:gd name="connsiteY4" fmla="*/ 931333 h 218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233" h="2180166">
                  <a:moveTo>
                    <a:pt x="0" y="296333"/>
                  </a:moveTo>
                  <a:cubicBezTo>
                    <a:pt x="632883" y="148166"/>
                    <a:pt x="1265767" y="0"/>
                    <a:pt x="1524000" y="296333"/>
                  </a:cubicBezTo>
                  <a:cubicBezTo>
                    <a:pt x="1782233" y="592666"/>
                    <a:pt x="1735667" y="1968500"/>
                    <a:pt x="1549400" y="2074333"/>
                  </a:cubicBezTo>
                  <a:cubicBezTo>
                    <a:pt x="1363133" y="2180166"/>
                    <a:pt x="406400" y="931333"/>
                    <a:pt x="406400" y="931333"/>
                  </a:cubicBezTo>
                  <a:lnTo>
                    <a:pt x="406400" y="931333"/>
                  </a:lnTo>
                </a:path>
              </a:pathLst>
            </a:custGeom>
            <a:ln w="12700"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endParaRPr>
            </a:p>
          </p:txBody>
        </p:sp>
      </p:grpSp>
      <p:pic>
        <p:nvPicPr>
          <p:cNvPr id="66573" name="Picture 1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2938" y="2786063"/>
            <a:ext cx="4124325" cy="291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组合 10"/>
          <p:cNvGrpSpPr/>
          <p:nvPr/>
        </p:nvGrpSpPr>
        <p:grpSpPr bwMode="auto">
          <a:xfrm>
            <a:off x="6659563" y="5476875"/>
            <a:ext cx="144462" cy="144463"/>
            <a:chOff x="7000892" y="1499050"/>
            <a:chExt cx="144000" cy="145124"/>
          </a:xfrm>
        </p:grpSpPr>
        <p:cxnSp>
          <p:nvCxnSpPr>
            <p:cNvPr id="12" name="直接连接符 11"/>
            <p:cNvCxnSpPr/>
            <p:nvPr/>
          </p:nvCxnSpPr>
          <p:spPr>
            <a:xfrm rot="5400000">
              <a:off x="7001127" y="1498815"/>
              <a:ext cx="143529" cy="14400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/>
            <p:nvPr/>
          </p:nvCxnSpPr>
          <p:spPr>
            <a:xfrm rot="16200000" flipH="1">
              <a:off x="7001127" y="1500410"/>
              <a:ext cx="143529" cy="14400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矩形 9"/>
          <p:cNvSpPr/>
          <p:nvPr/>
        </p:nvSpPr>
        <p:spPr>
          <a:xfrm rot="5400000">
            <a:off x="6477000" y="5438775"/>
            <a:ext cx="503238" cy="19843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rot="16200000" flipV="1">
            <a:off x="5000625" y="3929063"/>
            <a:ext cx="2286000" cy="571500"/>
          </a:xfrm>
          <a:prstGeom prst="straightConnector1">
            <a:avLst/>
          </a:prstGeom>
          <a:ln w="12700">
            <a:solidFill>
              <a:srgbClr val="0066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矩形 18"/>
          <p:cNvSpPr/>
          <p:nvPr/>
        </p:nvSpPr>
        <p:spPr>
          <a:xfrm rot="5400000">
            <a:off x="5825331" y="5414169"/>
            <a:ext cx="503238" cy="215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0" name="任意多边形 19"/>
          <p:cNvSpPr/>
          <p:nvPr/>
        </p:nvSpPr>
        <p:spPr bwMode="auto">
          <a:xfrm rot="5400000" flipV="1">
            <a:off x="4929188" y="3500438"/>
            <a:ext cx="1071562" cy="214312"/>
          </a:xfrm>
          <a:custGeom>
            <a:avLst/>
            <a:gdLst>
              <a:gd name="connsiteX0" fmla="*/ 558800 w 558800"/>
              <a:gd name="connsiteY0" fmla="*/ 143933 h 169333"/>
              <a:gd name="connsiteX1" fmla="*/ 304800 w 558800"/>
              <a:gd name="connsiteY1" fmla="*/ 4233 h 169333"/>
              <a:gd name="connsiteX2" fmla="*/ 0 w 558800"/>
              <a:gd name="connsiteY2" fmla="*/ 169333 h 169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8800" h="169333">
                <a:moveTo>
                  <a:pt x="558800" y="143933"/>
                </a:moveTo>
                <a:cubicBezTo>
                  <a:pt x="478366" y="71966"/>
                  <a:pt x="397933" y="0"/>
                  <a:pt x="304800" y="4233"/>
                </a:cubicBezTo>
                <a:cubicBezTo>
                  <a:pt x="211667" y="8466"/>
                  <a:pt x="105833" y="88899"/>
                  <a:pt x="0" y="169333"/>
                </a:cubicBezTo>
              </a:path>
            </a:pathLst>
          </a:custGeom>
          <a:ln w="12700">
            <a:solidFill>
              <a:srgbClr val="006600"/>
            </a:solidFill>
            <a:prstDash val="solid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1" name="矩形 20"/>
          <p:cNvSpPr/>
          <p:nvPr/>
        </p:nvSpPr>
        <p:spPr>
          <a:xfrm rot="10800000">
            <a:off x="5611813" y="3786188"/>
            <a:ext cx="287337" cy="215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椭圆 21"/>
          <p:cNvSpPr/>
          <p:nvPr/>
        </p:nvSpPr>
        <p:spPr>
          <a:xfrm>
            <a:off x="6850063" y="5349875"/>
            <a:ext cx="395287" cy="395288"/>
          </a:xfrm>
          <a:prstGeom prst="ellipse">
            <a:avLst/>
          </a:prstGeom>
          <a:solidFill>
            <a:srgbClr val="FF33CC">
              <a:alpha val="25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6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" grpId="0" animBg="1"/>
      <p:bldP spid="19" grpId="0" animBg="1"/>
      <p:bldP spid="20" grpId="0" animBg="1"/>
      <p:bldP spid="21" grpId="0" animBg="1"/>
      <p:bldP spid="22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2" name="Text Box 5"/>
          <p:cNvSpPr txBox="1">
            <a:spLocks noChangeArrowheads="1"/>
          </p:cNvSpPr>
          <p:nvPr/>
        </p:nvSpPr>
        <p:spPr bwMode="auto">
          <a:xfrm>
            <a:off x="357188" y="71438"/>
            <a:ext cx="6235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分析电路的计数功能。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43"/>
          <p:cNvGrpSpPr/>
          <p:nvPr/>
        </p:nvGrpSpPr>
        <p:grpSpPr bwMode="auto">
          <a:xfrm>
            <a:off x="1214438" y="3068638"/>
            <a:ext cx="3071812" cy="503237"/>
            <a:chOff x="1173161" y="4357694"/>
            <a:chExt cx="3071834" cy="503906"/>
          </a:xfrm>
        </p:grpSpPr>
        <p:graphicFrame>
          <p:nvGraphicFramePr>
            <p:cNvPr id="17411" name="Object 2"/>
            <p:cNvGraphicFramePr>
              <a:graphicFrameLocks noChangeAspect="1"/>
            </p:cNvGraphicFramePr>
            <p:nvPr/>
          </p:nvGraphicFramePr>
          <p:xfrm>
            <a:off x="2786050" y="4357694"/>
            <a:ext cx="1458945" cy="50390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9966" name="公式" r:id="rId1" imgW="1089660" imgH="350520" progId="Equation.3">
                    <p:embed/>
                  </p:oleObj>
                </mc:Choice>
                <mc:Fallback>
                  <p:oleObj name="公式" r:id="rId1" imgW="1089660" imgH="350520" progId="Equation.3">
                    <p:embed/>
                    <p:pic>
                      <p:nvPicPr>
                        <p:cNvPr id="0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86050" y="4357694"/>
                          <a:ext cx="1458945" cy="50390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7437" name="Text Box 40"/>
            <p:cNvSpPr txBox="1">
              <a:spLocks noChangeArrowheads="1"/>
            </p:cNvSpPr>
            <p:nvPr/>
          </p:nvSpPr>
          <p:spPr bwMode="auto">
            <a:xfrm>
              <a:off x="1173161" y="4357694"/>
              <a:ext cx="168432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3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置数逻辑：</a:t>
              </a:r>
              <a:endPara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37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813" y="485775"/>
            <a:ext cx="3000375" cy="3014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8" name="直接箭头连接符 37"/>
          <p:cNvCxnSpPr/>
          <p:nvPr/>
        </p:nvCxnSpPr>
        <p:spPr>
          <a:xfrm rot="5400000" flipH="1" flipV="1">
            <a:off x="6064250" y="1692275"/>
            <a:ext cx="2159000" cy="571500"/>
          </a:xfrm>
          <a:prstGeom prst="straightConnector1">
            <a:avLst/>
          </a:prstGeom>
          <a:ln w="12700">
            <a:solidFill>
              <a:srgbClr val="FF00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42"/>
          <p:cNvGrpSpPr/>
          <p:nvPr/>
        </p:nvGrpSpPr>
        <p:grpSpPr bwMode="auto">
          <a:xfrm>
            <a:off x="7245350" y="720725"/>
            <a:ext cx="612775" cy="2392363"/>
            <a:chOff x="7161150" y="3385951"/>
            <a:chExt cx="684088" cy="2391321"/>
          </a:xfrm>
        </p:grpSpPr>
        <p:sp>
          <p:nvSpPr>
            <p:cNvPr id="41" name="任意多边形 40"/>
            <p:cNvSpPr/>
            <p:nvPr/>
          </p:nvSpPr>
          <p:spPr>
            <a:xfrm rot="457979">
              <a:off x="7161150" y="3385951"/>
              <a:ext cx="684088" cy="2391321"/>
            </a:xfrm>
            <a:custGeom>
              <a:avLst/>
              <a:gdLst>
                <a:gd name="connsiteX0" fmla="*/ 495300 w 927100"/>
                <a:gd name="connsiteY0" fmla="*/ 325967 h 2671234"/>
                <a:gd name="connsiteX1" fmla="*/ 889000 w 927100"/>
                <a:gd name="connsiteY1" fmla="*/ 338667 h 2671234"/>
                <a:gd name="connsiteX2" fmla="*/ 723900 w 927100"/>
                <a:gd name="connsiteY2" fmla="*/ 2357967 h 2671234"/>
                <a:gd name="connsiteX3" fmla="*/ 76200 w 927100"/>
                <a:gd name="connsiteY3" fmla="*/ 2218267 h 2671234"/>
                <a:gd name="connsiteX4" fmla="*/ 266700 w 927100"/>
                <a:gd name="connsiteY4" fmla="*/ 1126067 h 2671234"/>
                <a:gd name="connsiteX5" fmla="*/ 266700 w 927100"/>
                <a:gd name="connsiteY5" fmla="*/ 1126067 h 2671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7100" h="2671234">
                  <a:moveTo>
                    <a:pt x="495300" y="325967"/>
                  </a:moveTo>
                  <a:cubicBezTo>
                    <a:pt x="673100" y="162983"/>
                    <a:pt x="850900" y="0"/>
                    <a:pt x="889000" y="338667"/>
                  </a:cubicBezTo>
                  <a:cubicBezTo>
                    <a:pt x="927100" y="677334"/>
                    <a:pt x="859367" y="2044700"/>
                    <a:pt x="723900" y="2357967"/>
                  </a:cubicBezTo>
                  <a:cubicBezTo>
                    <a:pt x="588433" y="2671234"/>
                    <a:pt x="152400" y="2423584"/>
                    <a:pt x="76200" y="2218267"/>
                  </a:cubicBezTo>
                  <a:cubicBezTo>
                    <a:pt x="0" y="2012950"/>
                    <a:pt x="266700" y="1126067"/>
                    <a:pt x="266700" y="1126067"/>
                  </a:cubicBezTo>
                  <a:lnTo>
                    <a:pt x="266700" y="1126067"/>
                  </a:lnTo>
                </a:path>
              </a:pathLst>
            </a:custGeom>
            <a:ln w="12700">
              <a:solidFill>
                <a:srgbClr val="0000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436" name="Text Box 173"/>
            <p:cNvSpPr txBox="1">
              <a:spLocks noChangeArrowheads="1"/>
            </p:cNvSpPr>
            <p:nvPr/>
          </p:nvSpPr>
          <p:spPr bwMode="auto">
            <a:xfrm>
              <a:off x="7207094" y="4518032"/>
              <a:ext cx="6208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8</a:t>
              </a:r>
              <a:r>
                <a: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个</a:t>
              </a:r>
              <a:endPara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45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3375" y="3643313"/>
            <a:ext cx="3016250" cy="3030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组合 79"/>
          <p:cNvGrpSpPr/>
          <p:nvPr/>
        </p:nvGrpSpPr>
        <p:grpSpPr bwMode="auto">
          <a:xfrm>
            <a:off x="1209675" y="6140450"/>
            <a:ext cx="2790825" cy="460375"/>
            <a:chOff x="1173161" y="4357694"/>
            <a:chExt cx="2790852" cy="461665"/>
          </a:xfrm>
        </p:grpSpPr>
        <p:graphicFrame>
          <p:nvGraphicFramePr>
            <p:cNvPr id="17410" name="Object 8"/>
            <p:cNvGraphicFramePr>
              <a:graphicFrameLocks noChangeAspect="1"/>
            </p:cNvGraphicFramePr>
            <p:nvPr/>
          </p:nvGraphicFramePr>
          <p:xfrm>
            <a:off x="3067075" y="4405965"/>
            <a:ext cx="896938" cy="4079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9967" name="公式" r:id="rId4" imgW="663575" imgH="288290" progId="Equation.3">
                    <p:embed/>
                  </p:oleObj>
                </mc:Choice>
                <mc:Fallback>
                  <p:oleObj name="公式" r:id="rId4" imgW="663575" imgH="288290" progId="Equation.3">
                    <p:embed/>
                    <p:pic>
                      <p:nvPicPr>
                        <p:cNvPr id="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67075" y="4405965"/>
                          <a:ext cx="896938" cy="40798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7434" name="Text Box 40"/>
            <p:cNvSpPr txBox="1">
              <a:spLocks noChangeArrowheads="1"/>
            </p:cNvSpPr>
            <p:nvPr/>
          </p:nvSpPr>
          <p:spPr bwMode="auto">
            <a:xfrm>
              <a:off x="1173161" y="4357694"/>
              <a:ext cx="168432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3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置数逻辑：</a:t>
              </a:r>
              <a:endPara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cxnSp>
        <p:nvCxnSpPr>
          <p:cNvPr id="83" name="直接箭头连接符 82"/>
          <p:cNvCxnSpPr/>
          <p:nvPr/>
        </p:nvCxnSpPr>
        <p:spPr>
          <a:xfrm flipV="1">
            <a:off x="5845175" y="4000500"/>
            <a:ext cx="1547813" cy="428625"/>
          </a:xfrm>
          <a:prstGeom prst="straightConnector1">
            <a:avLst/>
          </a:prstGeom>
          <a:ln w="12700">
            <a:solidFill>
              <a:srgbClr val="FF00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组合 89"/>
          <p:cNvGrpSpPr/>
          <p:nvPr/>
        </p:nvGrpSpPr>
        <p:grpSpPr bwMode="auto">
          <a:xfrm>
            <a:off x="5988050" y="4241800"/>
            <a:ext cx="1893888" cy="1901825"/>
            <a:chOff x="5988050" y="4241800"/>
            <a:chExt cx="1894417" cy="1901844"/>
          </a:xfrm>
        </p:grpSpPr>
        <p:sp>
          <p:nvSpPr>
            <p:cNvPr id="88" name="任意多边形 87"/>
            <p:cNvSpPr/>
            <p:nvPr/>
          </p:nvSpPr>
          <p:spPr>
            <a:xfrm>
              <a:off x="5988050" y="4241800"/>
              <a:ext cx="1894417" cy="1901844"/>
            </a:xfrm>
            <a:custGeom>
              <a:avLst/>
              <a:gdLst>
                <a:gd name="connsiteX0" fmla="*/ 1885950 w 1894417"/>
                <a:gd name="connsiteY0" fmla="*/ 0 h 2051050"/>
                <a:gd name="connsiteX1" fmla="*/ 1619250 w 1894417"/>
                <a:gd name="connsiteY1" fmla="*/ 1689100 h 2051050"/>
                <a:gd name="connsiteX2" fmla="*/ 234950 w 1894417"/>
                <a:gd name="connsiteY2" fmla="*/ 1866900 h 2051050"/>
                <a:gd name="connsiteX3" fmla="*/ 209550 w 1894417"/>
                <a:gd name="connsiteY3" fmla="*/ 584200 h 2051050"/>
                <a:gd name="connsiteX4" fmla="*/ 1339850 w 1894417"/>
                <a:gd name="connsiteY4" fmla="*/ 76200 h 205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4417" h="2051050">
                  <a:moveTo>
                    <a:pt x="1885950" y="0"/>
                  </a:moveTo>
                  <a:cubicBezTo>
                    <a:pt x="1890183" y="688975"/>
                    <a:pt x="1894417" y="1377950"/>
                    <a:pt x="1619250" y="1689100"/>
                  </a:cubicBezTo>
                  <a:cubicBezTo>
                    <a:pt x="1344083" y="2000250"/>
                    <a:pt x="469900" y="2051050"/>
                    <a:pt x="234950" y="1866900"/>
                  </a:cubicBezTo>
                  <a:cubicBezTo>
                    <a:pt x="0" y="1682750"/>
                    <a:pt x="25400" y="882650"/>
                    <a:pt x="209550" y="584200"/>
                  </a:cubicBezTo>
                  <a:cubicBezTo>
                    <a:pt x="393700" y="285750"/>
                    <a:pt x="866775" y="180975"/>
                    <a:pt x="1339850" y="76200"/>
                  </a:cubicBezTo>
                </a:path>
              </a:pathLst>
            </a:custGeom>
            <a:ln w="12700">
              <a:solidFill>
                <a:srgbClr val="0000FF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7433" name="Text Box 173"/>
            <p:cNvSpPr txBox="1">
              <a:spLocks noChangeArrowheads="1"/>
            </p:cNvSpPr>
            <p:nvPr/>
          </p:nvSpPr>
          <p:spPr bwMode="auto">
            <a:xfrm>
              <a:off x="6715140" y="5000636"/>
              <a:ext cx="7858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13</a:t>
              </a:r>
              <a:r>
                <a: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个</a:t>
              </a:r>
              <a:endPara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7" name="Picture 26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125" y="500063"/>
            <a:ext cx="3486150" cy="254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411" name="Picture 27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125" y="3990975"/>
            <a:ext cx="3733800" cy="2152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矩形 20"/>
          <p:cNvSpPr/>
          <p:nvPr/>
        </p:nvSpPr>
        <p:spPr>
          <a:xfrm rot="5400000">
            <a:off x="6294438" y="3184525"/>
            <a:ext cx="503238" cy="19843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22" name="直接箭头连接符 21"/>
          <p:cNvCxnSpPr/>
          <p:nvPr/>
        </p:nvCxnSpPr>
        <p:spPr>
          <a:xfrm rot="5400000" flipH="1" flipV="1">
            <a:off x="5742781" y="1456532"/>
            <a:ext cx="2214563" cy="1047750"/>
          </a:xfrm>
          <a:prstGeom prst="straightConnector1">
            <a:avLst/>
          </a:prstGeom>
          <a:ln w="12700">
            <a:solidFill>
              <a:srgbClr val="0066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箭头连接符 24"/>
          <p:cNvCxnSpPr/>
          <p:nvPr/>
        </p:nvCxnSpPr>
        <p:spPr>
          <a:xfrm flipV="1">
            <a:off x="5794375" y="849313"/>
            <a:ext cx="1547813" cy="1071562"/>
          </a:xfrm>
          <a:prstGeom prst="straightConnector1">
            <a:avLst/>
          </a:prstGeom>
          <a:ln w="12700">
            <a:solidFill>
              <a:srgbClr val="0066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矩形 27"/>
          <p:cNvSpPr/>
          <p:nvPr/>
        </p:nvSpPr>
        <p:spPr>
          <a:xfrm rot="5400000">
            <a:off x="5665788" y="3152775"/>
            <a:ext cx="503238" cy="19843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9" name="矩形 28"/>
          <p:cNvSpPr/>
          <p:nvPr/>
        </p:nvSpPr>
        <p:spPr>
          <a:xfrm rot="10800000">
            <a:off x="5357813" y="1563688"/>
            <a:ext cx="503237" cy="19843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30" name="直接箭头连接符 29"/>
          <p:cNvCxnSpPr/>
          <p:nvPr/>
        </p:nvCxnSpPr>
        <p:spPr>
          <a:xfrm flipV="1">
            <a:off x="5794375" y="809625"/>
            <a:ext cx="1500188" cy="500063"/>
          </a:xfrm>
          <a:prstGeom prst="straightConnector1">
            <a:avLst/>
          </a:prstGeom>
          <a:ln w="12700">
            <a:solidFill>
              <a:srgbClr val="0066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矩形 31"/>
          <p:cNvSpPr/>
          <p:nvPr/>
        </p:nvSpPr>
        <p:spPr>
          <a:xfrm rot="10800000">
            <a:off x="5357813" y="920750"/>
            <a:ext cx="503237" cy="19843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34" name="椭圆 33"/>
          <p:cNvSpPr/>
          <p:nvPr/>
        </p:nvSpPr>
        <p:spPr>
          <a:xfrm>
            <a:off x="6667500" y="3071813"/>
            <a:ext cx="395288" cy="395287"/>
          </a:xfrm>
          <a:prstGeom prst="ellipse">
            <a:avLst/>
          </a:prstGeom>
          <a:solidFill>
            <a:srgbClr val="FF33CC">
              <a:alpha val="25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矩形 34"/>
          <p:cNvSpPr/>
          <p:nvPr/>
        </p:nvSpPr>
        <p:spPr>
          <a:xfrm rot="10800000">
            <a:off x="5394325" y="4079875"/>
            <a:ext cx="503238" cy="19843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6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8" grpId="0" animBg="1"/>
      <p:bldP spid="29" grpId="0" animBg="1"/>
      <p:bldP spid="32" grpId="0" animBg="1"/>
      <p:bldP spid="34" grpId="0" animBg="1"/>
      <p:bldP spid="35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77"/>
          <p:cNvGrpSpPr/>
          <p:nvPr/>
        </p:nvGrpSpPr>
        <p:grpSpPr bwMode="auto">
          <a:xfrm>
            <a:off x="5103813" y="3735388"/>
            <a:ext cx="3006725" cy="2738437"/>
            <a:chOff x="785786" y="785794"/>
            <a:chExt cx="3435980" cy="3452823"/>
          </a:xfrm>
        </p:grpSpPr>
        <p:grpSp>
          <p:nvGrpSpPr>
            <p:cNvPr id="18507" name="组合 75"/>
            <p:cNvGrpSpPr/>
            <p:nvPr/>
          </p:nvGrpSpPr>
          <p:grpSpPr bwMode="auto">
            <a:xfrm>
              <a:off x="785786" y="785794"/>
              <a:ext cx="3435980" cy="3452823"/>
              <a:chOff x="3079120" y="1928801"/>
              <a:chExt cx="3435980" cy="3452823"/>
            </a:xfrm>
          </p:grpSpPr>
          <p:pic>
            <p:nvPicPr>
              <p:cNvPr id="18510" name="Picture 2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79120" y="1928801"/>
                <a:ext cx="3435980" cy="34528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183" name="直接箭头连接符 182"/>
              <p:cNvCxnSpPr/>
              <p:nvPr/>
            </p:nvCxnSpPr>
            <p:spPr>
              <a:xfrm rot="5400000" flipH="1" flipV="1">
                <a:off x="3553216" y="3020013"/>
                <a:ext cx="2466017" cy="1284411"/>
              </a:xfrm>
              <a:prstGeom prst="straightConnector1">
                <a:avLst/>
              </a:prstGeom>
              <a:ln w="12700">
                <a:solidFill>
                  <a:srgbClr val="FF000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0" name="任意多边形 179"/>
            <p:cNvSpPr/>
            <p:nvPr/>
          </p:nvSpPr>
          <p:spPr>
            <a:xfrm rot="388383">
              <a:off x="1473344" y="1286203"/>
              <a:ext cx="1240871" cy="2269856"/>
            </a:xfrm>
            <a:custGeom>
              <a:avLst/>
              <a:gdLst>
                <a:gd name="connsiteX0" fmla="*/ 0 w 1394883"/>
                <a:gd name="connsiteY0" fmla="*/ 281517 h 2415117"/>
                <a:gd name="connsiteX1" fmla="*/ 1346200 w 1394883"/>
                <a:gd name="connsiteY1" fmla="*/ 345017 h 2415117"/>
                <a:gd name="connsiteX2" fmla="*/ 292100 w 1394883"/>
                <a:gd name="connsiteY2" fmla="*/ 2351617 h 2415117"/>
                <a:gd name="connsiteX3" fmla="*/ 76200 w 1394883"/>
                <a:gd name="connsiteY3" fmla="*/ 726017 h 2415117"/>
                <a:gd name="connsiteX4" fmla="*/ 76200 w 1394883"/>
                <a:gd name="connsiteY4" fmla="*/ 726017 h 24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883" h="2415117">
                  <a:moveTo>
                    <a:pt x="0" y="281517"/>
                  </a:moveTo>
                  <a:cubicBezTo>
                    <a:pt x="648758" y="140758"/>
                    <a:pt x="1297517" y="0"/>
                    <a:pt x="1346200" y="345017"/>
                  </a:cubicBezTo>
                  <a:cubicBezTo>
                    <a:pt x="1394883" y="690034"/>
                    <a:pt x="503767" y="2288117"/>
                    <a:pt x="292100" y="2351617"/>
                  </a:cubicBezTo>
                  <a:cubicBezTo>
                    <a:pt x="80433" y="2415117"/>
                    <a:pt x="76200" y="726017"/>
                    <a:pt x="76200" y="726017"/>
                  </a:cubicBezTo>
                  <a:lnTo>
                    <a:pt x="76200" y="726017"/>
                  </a:lnTo>
                </a:path>
              </a:pathLst>
            </a:custGeom>
            <a:ln w="12700">
              <a:solidFill>
                <a:srgbClr val="0000FF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509" name="Text Box 173"/>
            <p:cNvSpPr txBox="1">
              <a:spLocks noChangeArrowheads="1"/>
            </p:cNvSpPr>
            <p:nvPr/>
          </p:nvSpPr>
          <p:spPr bwMode="auto">
            <a:xfrm>
              <a:off x="1714480" y="2046831"/>
              <a:ext cx="1030182" cy="465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9</a:t>
              </a:r>
              <a:r>
                <a: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个</a:t>
              </a:r>
              <a:endPara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18439" name="Text Box 5"/>
          <p:cNvSpPr txBox="1">
            <a:spLocks noChangeArrowheads="1"/>
          </p:cNvSpPr>
          <p:nvPr/>
        </p:nvSpPr>
        <p:spPr bwMode="auto">
          <a:xfrm>
            <a:off x="214313" y="0"/>
            <a:ext cx="65722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用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74LS161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实现如图所示的计数功能。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4" name="组合 161"/>
          <p:cNvGrpSpPr/>
          <p:nvPr/>
        </p:nvGrpSpPr>
        <p:grpSpPr bwMode="auto">
          <a:xfrm>
            <a:off x="1071563" y="3429000"/>
            <a:ext cx="2789237" cy="2711450"/>
            <a:chOff x="928662" y="3643314"/>
            <a:chExt cx="2789259" cy="2711470"/>
          </a:xfrm>
        </p:grpSpPr>
        <p:grpSp>
          <p:nvGrpSpPr>
            <p:cNvPr id="18452" name="组合 117"/>
            <p:cNvGrpSpPr/>
            <p:nvPr/>
          </p:nvGrpSpPr>
          <p:grpSpPr bwMode="auto">
            <a:xfrm>
              <a:off x="928662" y="3643314"/>
              <a:ext cx="2789259" cy="2711470"/>
              <a:chOff x="928662" y="3643314"/>
              <a:chExt cx="2789259" cy="2711470"/>
            </a:xfrm>
          </p:grpSpPr>
          <p:grpSp>
            <p:nvGrpSpPr>
              <p:cNvPr id="18483" name="组合 112"/>
              <p:cNvGrpSpPr/>
              <p:nvPr/>
            </p:nvGrpSpPr>
            <p:grpSpPr bwMode="auto">
              <a:xfrm>
                <a:off x="1285830" y="3925891"/>
                <a:ext cx="2432091" cy="2428893"/>
                <a:chOff x="1285830" y="3925891"/>
                <a:chExt cx="2432091" cy="2428893"/>
              </a:xfrm>
            </p:grpSpPr>
            <p:grpSp>
              <p:nvGrpSpPr>
                <p:cNvPr id="18484" name="组合 103"/>
                <p:cNvGrpSpPr/>
                <p:nvPr/>
              </p:nvGrpSpPr>
              <p:grpSpPr bwMode="auto">
                <a:xfrm>
                  <a:off x="1285852" y="3925891"/>
                  <a:ext cx="2432069" cy="2428893"/>
                  <a:chOff x="1285852" y="3857629"/>
                  <a:chExt cx="2432069" cy="2428893"/>
                </a:xfrm>
              </p:grpSpPr>
              <p:grpSp>
                <p:nvGrpSpPr>
                  <p:cNvPr id="18493" name="组合 99"/>
                  <p:cNvGrpSpPr/>
                  <p:nvPr/>
                </p:nvGrpSpPr>
                <p:grpSpPr bwMode="auto">
                  <a:xfrm>
                    <a:off x="1701780" y="4286257"/>
                    <a:ext cx="2016141" cy="2000265"/>
                    <a:chOff x="1984355" y="4143381"/>
                    <a:chExt cx="2016141" cy="2000265"/>
                  </a:xfrm>
                </p:grpSpPr>
                <p:grpSp>
                  <p:nvGrpSpPr>
                    <p:cNvPr id="18495" name="组合 92"/>
                    <p:cNvGrpSpPr/>
                    <p:nvPr/>
                  </p:nvGrpSpPr>
                  <p:grpSpPr bwMode="auto">
                    <a:xfrm>
                      <a:off x="2000230" y="4143381"/>
                      <a:ext cx="2000266" cy="1993914"/>
                      <a:chOff x="1214411" y="4143381"/>
                      <a:chExt cx="2786085" cy="1993914"/>
                    </a:xfrm>
                  </p:grpSpPr>
                  <p:cxnSp>
                    <p:nvCxnSpPr>
                      <p:cNvPr id="82" name="直接连接符 81"/>
                      <p:cNvCxnSpPr/>
                      <p:nvPr/>
                    </p:nvCxnSpPr>
                    <p:spPr>
                      <a:xfrm>
                        <a:off x="1214411" y="4143381"/>
                        <a:ext cx="2786085" cy="1588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83" name="直接连接符 82"/>
                      <p:cNvCxnSpPr/>
                      <p:nvPr/>
                    </p:nvCxnSpPr>
                    <p:spPr>
                      <a:xfrm>
                        <a:off x="1214411" y="4641860"/>
                        <a:ext cx="2786085" cy="1588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84" name="直接连接符 83"/>
                      <p:cNvCxnSpPr/>
                      <p:nvPr/>
                    </p:nvCxnSpPr>
                    <p:spPr>
                      <a:xfrm>
                        <a:off x="1214411" y="5143514"/>
                        <a:ext cx="2786085" cy="1588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85" name="直接连接符 84"/>
                      <p:cNvCxnSpPr/>
                      <p:nvPr/>
                    </p:nvCxnSpPr>
                    <p:spPr>
                      <a:xfrm>
                        <a:off x="1214411" y="5643580"/>
                        <a:ext cx="2786085" cy="1587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86" name="直接连接符 85"/>
                      <p:cNvCxnSpPr/>
                      <p:nvPr/>
                    </p:nvCxnSpPr>
                    <p:spPr>
                      <a:xfrm>
                        <a:off x="1214411" y="6135709"/>
                        <a:ext cx="2786085" cy="1587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496" name="组合 93"/>
                    <p:cNvGrpSpPr/>
                    <p:nvPr/>
                  </p:nvGrpSpPr>
                  <p:grpSpPr bwMode="auto">
                    <a:xfrm rot="5400000">
                      <a:off x="1990706" y="4137030"/>
                      <a:ext cx="2000265" cy="2012967"/>
                      <a:chOff x="1366814" y="4298954"/>
                      <a:chExt cx="2786083" cy="2012967"/>
                    </a:xfrm>
                  </p:grpSpPr>
                  <p:cxnSp>
                    <p:nvCxnSpPr>
                      <p:cNvPr id="95" name="直接连接符 94"/>
                      <p:cNvCxnSpPr/>
                      <p:nvPr/>
                    </p:nvCxnSpPr>
                    <p:spPr>
                      <a:xfrm>
                        <a:off x="1366815" y="4367218"/>
                        <a:ext cx="2786083" cy="1588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96" name="直接连接符 95"/>
                      <p:cNvCxnSpPr/>
                      <p:nvPr/>
                    </p:nvCxnSpPr>
                    <p:spPr>
                      <a:xfrm>
                        <a:off x="1366815" y="4894272"/>
                        <a:ext cx="2786083" cy="1588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97" name="直接连接符 96"/>
                      <p:cNvCxnSpPr/>
                      <p:nvPr/>
                    </p:nvCxnSpPr>
                    <p:spPr>
                      <a:xfrm>
                        <a:off x="1366815" y="5395926"/>
                        <a:ext cx="2786083" cy="1588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98" name="直接连接符 97"/>
                      <p:cNvCxnSpPr/>
                      <p:nvPr/>
                    </p:nvCxnSpPr>
                    <p:spPr>
                      <a:xfrm>
                        <a:off x="1366814" y="5895993"/>
                        <a:ext cx="2786083" cy="1587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99" name="直接连接符 98"/>
                      <p:cNvCxnSpPr/>
                      <p:nvPr/>
                    </p:nvCxnSpPr>
                    <p:spPr>
                      <a:xfrm>
                        <a:off x="1366814" y="6378597"/>
                        <a:ext cx="2786083" cy="1587"/>
                      </a:xfrm>
                      <a:prstGeom prst="line">
                        <a:avLst/>
                      </a:prstGeom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02" name="直接连接符 101"/>
                  <p:cNvCxnSpPr/>
                  <p:nvPr/>
                </p:nvCxnSpPr>
                <p:spPr>
                  <a:xfrm rot="16200000" flipH="1">
                    <a:off x="1285852" y="3857629"/>
                    <a:ext cx="428628" cy="42862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485" name="矩形 104"/>
                <p:cNvSpPr>
                  <a:spLocks noChangeArrowheads="1"/>
                </p:cNvSpPr>
                <p:nvPr/>
              </p:nvSpPr>
              <p:spPr bwMode="auto">
                <a:xfrm>
                  <a:off x="1785918" y="3997328"/>
                  <a:ext cx="39305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6600CC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00</a:t>
                  </a:r>
                  <a:endParaRPr kumimoji="0" lang="zh-CN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8486" name="矩形 105"/>
                <p:cNvSpPr>
                  <a:spLocks noChangeArrowheads="1"/>
                </p:cNvSpPr>
                <p:nvPr/>
              </p:nvSpPr>
              <p:spPr bwMode="auto">
                <a:xfrm>
                  <a:off x="2321556" y="3997328"/>
                  <a:ext cx="389850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6600CC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01</a:t>
                  </a:r>
                  <a:endParaRPr kumimoji="0" lang="zh-CN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8487" name="矩形 106"/>
                <p:cNvSpPr>
                  <a:spLocks noChangeArrowheads="1"/>
                </p:cNvSpPr>
                <p:nvPr/>
              </p:nvSpPr>
              <p:spPr bwMode="auto">
                <a:xfrm>
                  <a:off x="2786050" y="3997328"/>
                  <a:ext cx="378502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6600CC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11</a:t>
                  </a:r>
                  <a:endParaRPr kumimoji="0" lang="zh-CN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8488" name="矩形 107"/>
                <p:cNvSpPr>
                  <a:spLocks noChangeArrowheads="1"/>
                </p:cNvSpPr>
                <p:nvPr/>
              </p:nvSpPr>
              <p:spPr bwMode="auto">
                <a:xfrm>
                  <a:off x="3286116" y="3997328"/>
                  <a:ext cx="389850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6600CC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10</a:t>
                  </a:r>
                  <a:endParaRPr kumimoji="0" lang="zh-CN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8489" name="矩形 108"/>
                <p:cNvSpPr>
                  <a:spLocks noChangeArrowheads="1"/>
                </p:cNvSpPr>
                <p:nvPr/>
              </p:nvSpPr>
              <p:spPr bwMode="auto">
                <a:xfrm>
                  <a:off x="1285830" y="4425956"/>
                  <a:ext cx="393056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6600CC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00</a:t>
                  </a:r>
                  <a:endParaRPr kumimoji="0" lang="zh-CN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8490" name="矩形 109"/>
                <p:cNvSpPr>
                  <a:spLocks noChangeArrowheads="1"/>
                </p:cNvSpPr>
                <p:nvPr/>
              </p:nvSpPr>
              <p:spPr bwMode="auto">
                <a:xfrm>
                  <a:off x="1285852" y="4926022"/>
                  <a:ext cx="389850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6600CC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01</a:t>
                  </a:r>
                  <a:endParaRPr kumimoji="0" lang="zh-CN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8491" name="矩形 110"/>
                <p:cNvSpPr>
                  <a:spLocks noChangeArrowheads="1"/>
                </p:cNvSpPr>
                <p:nvPr/>
              </p:nvSpPr>
              <p:spPr bwMode="auto">
                <a:xfrm>
                  <a:off x="1285852" y="5426088"/>
                  <a:ext cx="378502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6600CC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11</a:t>
                  </a:r>
                  <a:endParaRPr kumimoji="0" lang="zh-CN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8492" name="矩形 111"/>
                <p:cNvSpPr>
                  <a:spLocks noChangeArrowheads="1"/>
                </p:cNvSpPr>
                <p:nvPr/>
              </p:nvSpPr>
              <p:spPr bwMode="auto">
                <a:xfrm>
                  <a:off x="1285852" y="5926154"/>
                  <a:ext cx="389850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zh-CN" sz="16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6600CC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Times New Roman" panose="02020603050405020304" pitchFamily="18" charset="0"/>
                    </a:rPr>
                    <a:t>10</a:t>
                  </a:r>
                  <a:endParaRPr kumimoji="0" lang="zh-CN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endParaRPr>
                </a:p>
              </p:txBody>
            </p:sp>
          </p:grpSp>
          <p:graphicFrame>
            <p:nvGraphicFramePr>
              <p:cNvPr id="18435" name="Object 2"/>
              <p:cNvGraphicFramePr>
                <a:graphicFrameLocks noChangeAspect="1"/>
              </p:cNvGraphicFramePr>
              <p:nvPr/>
            </p:nvGraphicFramePr>
            <p:xfrm>
              <a:off x="928662" y="4071942"/>
              <a:ext cx="557198" cy="37709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41018" name="公式" r:id="rId2" imgW="501015" imgH="313055" progId="Equation.3">
                      <p:embed/>
                    </p:oleObj>
                  </mc:Choice>
                  <mc:Fallback>
                    <p:oleObj name="公式" r:id="rId2" imgW="501015" imgH="313055" progId="Equation.3">
                      <p:embed/>
                      <p:pic>
                        <p:nvPicPr>
                          <p:cNvPr id="0" name="Object 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928662" y="4071942"/>
                            <a:ext cx="557198" cy="37709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8436" name="Object 6"/>
              <p:cNvGraphicFramePr>
                <a:graphicFrameLocks noChangeAspect="1"/>
              </p:cNvGraphicFramePr>
              <p:nvPr/>
            </p:nvGraphicFramePr>
            <p:xfrm>
              <a:off x="1428728" y="3714752"/>
              <a:ext cx="548874" cy="37146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41019" name="公式" r:id="rId4" imgW="501015" imgH="313055" progId="Equation.3">
                      <p:embed/>
                    </p:oleObj>
                  </mc:Choice>
                  <mc:Fallback>
                    <p:oleObj name="公式" r:id="rId4" imgW="501015" imgH="313055" progId="Equation.3">
                      <p:embed/>
                      <p:pic>
                        <p:nvPicPr>
                          <p:cNvPr id="0" name="Object 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428728" y="3714752"/>
                            <a:ext cx="548874" cy="371460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8437" name="Object 7"/>
              <p:cNvGraphicFramePr>
                <a:graphicFrameLocks noChangeAspect="1"/>
              </p:cNvGraphicFramePr>
              <p:nvPr/>
            </p:nvGraphicFramePr>
            <p:xfrm>
              <a:off x="1000100" y="3643314"/>
              <a:ext cx="366712" cy="31273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41020" name="公式" r:id="rId6" imgW="338455" imgH="262890" progId="Equation.3">
                      <p:embed/>
                    </p:oleObj>
                  </mc:Choice>
                  <mc:Fallback>
                    <p:oleObj name="公式" r:id="rId6" imgW="338455" imgH="262890" progId="Equation.3">
                      <p:embed/>
                      <p:pic>
                        <p:nvPicPr>
                          <p:cNvPr id="0" name="Object 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000100" y="3643314"/>
                            <a:ext cx="366712" cy="312738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8453" name="矩形 119"/>
            <p:cNvSpPr>
              <a:spLocks noChangeArrowheads="1"/>
            </p:cNvSpPr>
            <p:nvPr/>
          </p:nvSpPr>
          <p:spPr bwMode="auto">
            <a:xfrm>
              <a:off x="3286116" y="442913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454" name="矩形 120"/>
            <p:cNvSpPr>
              <a:spLocks noChangeArrowheads="1"/>
            </p:cNvSpPr>
            <p:nvPr/>
          </p:nvSpPr>
          <p:spPr bwMode="auto">
            <a:xfrm>
              <a:off x="1785918" y="442913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455" name="矩形 121"/>
            <p:cNvSpPr>
              <a:spLocks noChangeArrowheads="1"/>
            </p:cNvSpPr>
            <p:nvPr/>
          </p:nvSpPr>
          <p:spPr bwMode="auto">
            <a:xfrm>
              <a:off x="2285984" y="442913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456" name="矩形 122"/>
            <p:cNvSpPr>
              <a:spLocks noChangeArrowheads="1"/>
            </p:cNvSpPr>
            <p:nvPr/>
          </p:nvSpPr>
          <p:spPr bwMode="auto">
            <a:xfrm>
              <a:off x="2786050" y="442913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8457" name="组合 129"/>
            <p:cNvGrpSpPr/>
            <p:nvPr/>
          </p:nvGrpSpPr>
          <p:grpSpPr bwMode="auto">
            <a:xfrm>
              <a:off x="1857356" y="5000636"/>
              <a:ext cx="180000" cy="180000"/>
              <a:chOff x="6215074" y="5214950"/>
              <a:chExt cx="295276" cy="295276"/>
            </a:xfrm>
          </p:grpSpPr>
          <p:cxnSp>
            <p:nvCxnSpPr>
              <p:cNvPr id="128" name="直接连接符 127"/>
              <p:cNvCxnSpPr/>
              <p:nvPr/>
            </p:nvCxnSpPr>
            <p:spPr>
              <a:xfrm rot="5400000">
                <a:off x="6215074" y="5214952"/>
                <a:ext cx="283855" cy="28385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接连接符 128"/>
              <p:cNvCxnSpPr/>
              <p:nvPr/>
            </p:nvCxnSpPr>
            <p:spPr>
              <a:xfrm rot="16200000" flipH="1">
                <a:off x="6225491" y="5225368"/>
                <a:ext cx="283855" cy="28385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58" name="组合 133"/>
            <p:cNvGrpSpPr/>
            <p:nvPr/>
          </p:nvGrpSpPr>
          <p:grpSpPr bwMode="auto">
            <a:xfrm>
              <a:off x="2357422" y="5000636"/>
              <a:ext cx="180000" cy="180000"/>
              <a:chOff x="6215074" y="5214950"/>
              <a:chExt cx="295276" cy="295276"/>
            </a:xfrm>
          </p:grpSpPr>
          <p:cxnSp>
            <p:nvCxnSpPr>
              <p:cNvPr id="135" name="直接连接符 134"/>
              <p:cNvCxnSpPr/>
              <p:nvPr/>
            </p:nvCxnSpPr>
            <p:spPr>
              <a:xfrm rot="5400000">
                <a:off x="6215076" y="5214952"/>
                <a:ext cx="283855" cy="28385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接连接符 135"/>
              <p:cNvCxnSpPr/>
              <p:nvPr/>
            </p:nvCxnSpPr>
            <p:spPr>
              <a:xfrm rot="16200000" flipH="1">
                <a:off x="6225492" y="5225368"/>
                <a:ext cx="283855" cy="28385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59" name="组合 136"/>
            <p:cNvGrpSpPr/>
            <p:nvPr/>
          </p:nvGrpSpPr>
          <p:grpSpPr bwMode="auto">
            <a:xfrm>
              <a:off x="2857488" y="5000636"/>
              <a:ext cx="180000" cy="180000"/>
              <a:chOff x="6215074" y="5214950"/>
              <a:chExt cx="295276" cy="295276"/>
            </a:xfrm>
          </p:grpSpPr>
          <p:cxnSp>
            <p:nvCxnSpPr>
              <p:cNvPr id="138" name="直接连接符 137"/>
              <p:cNvCxnSpPr/>
              <p:nvPr/>
            </p:nvCxnSpPr>
            <p:spPr>
              <a:xfrm rot="5400000">
                <a:off x="6215076" y="5214952"/>
                <a:ext cx="283855" cy="28385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接连接符 138"/>
              <p:cNvCxnSpPr/>
              <p:nvPr/>
            </p:nvCxnSpPr>
            <p:spPr>
              <a:xfrm rot="16200000" flipH="1">
                <a:off x="6225492" y="5225368"/>
                <a:ext cx="283855" cy="28385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60" name="组合 139"/>
            <p:cNvGrpSpPr/>
            <p:nvPr/>
          </p:nvGrpSpPr>
          <p:grpSpPr bwMode="auto">
            <a:xfrm>
              <a:off x="3357554" y="5000636"/>
              <a:ext cx="180000" cy="180000"/>
              <a:chOff x="6215074" y="5214950"/>
              <a:chExt cx="295276" cy="295276"/>
            </a:xfrm>
          </p:grpSpPr>
          <p:cxnSp>
            <p:nvCxnSpPr>
              <p:cNvPr id="141" name="直接连接符 140"/>
              <p:cNvCxnSpPr/>
              <p:nvPr/>
            </p:nvCxnSpPr>
            <p:spPr>
              <a:xfrm rot="5400000">
                <a:off x="6215077" y="5214952"/>
                <a:ext cx="283855" cy="28385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接连接符 141"/>
              <p:cNvCxnSpPr/>
              <p:nvPr/>
            </p:nvCxnSpPr>
            <p:spPr>
              <a:xfrm rot="16200000" flipH="1">
                <a:off x="6225494" y="5225368"/>
                <a:ext cx="283855" cy="28385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61" name="组合 142"/>
            <p:cNvGrpSpPr/>
            <p:nvPr/>
          </p:nvGrpSpPr>
          <p:grpSpPr bwMode="auto">
            <a:xfrm>
              <a:off x="1857356" y="6008648"/>
              <a:ext cx="180000" cy="180000"/>
              <a:chOff x="6215074" y="5214950"/>
              <a:chExt cx="295276" cy="295276"/>
            </a:xfrm>
          </p:grpSpPr>
          <p:cxnSp>
            <p:nvCxnSpPr>
              <p:cNvPr id="144" name="直接连接符 143"/>
              <p:cNvCxnSpPr/>
              <p:nvPr/>
            </p:nvCxnSpPr>
            <p:spPr>
              <a:xfrm rot="5400000">
                <a:off x="6215074" y="5215045"/>
                <a:ext cx="283857" cy="28385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直接连接符 144"/>
              <p:cNvCxnSpPr/>
              <p:nvPr/>
            </p:nvCxnSpPr>
            <p:spPr>
              <a:xfrm rot="16200000" flipH="1">
                <a:off x="6225491" y="5225462"/>
                <a:ext cx="283857" cy="28385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62" name="组合 145"/>
            <p:cNvGrpSpPr/>
            <p:nvPr/>
          </p:nvGrpSpPr>
          <p:grpSpPr bwMode="auto">
            <a:xfrm>
              <a:off x="2357422" y="6008648"/>
              <a:ext cx="180000" cy="180000"/>
              <a:chOff x="6215074" y="5214950"/>
              <a:chExt cx="295276" cy="295276"/>
            </a:xfrm>
          </p:grpSpPr>
          <p:cxnSp>
            <p:nvCxnSpPr>
              <p:cNvPr id="147" name="直接连接符 146"/>
              <p:cNvCxnSpPr/>
              <p:nvPr/>
            </p:nvCxnSpPr>
            <p:spPr>
              <a:xfrm rot="5400000">
                <a:off x="6215076" y="5215045"/>
                <a:ext cx="283857" cy="28385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接连接符 147"/>
              <p:cNvCxnSpPr/>
              <p:nvPr/>
            </p:nvCxnSpPr>
            <p:spPr>
              <a:xfrm rot="16200000" flipH="1">
                <a:off x="6225492" y="5225462"/>
                <a:ext cx="283857" cy="28385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63" name="组合 151"/>
            <p:cNvGrpSpPr/>
            <p:nvPr/>
          </p:nvGrpSpPr>
          <p:grpSpPr bwMode="auto">
            <a:xfrm>
              <a:off x="3357554" y="6008648"/>
              <a:ext cx="180000" cy="180000"/>
              <a:chOff x="6215074" y="5214950"/>
              <a:chExt cx="295276" cy="295276"/>
            </a:xfrm>
          </p:grpSpPr>
          <p:cxnSp>
            <p:nvCxnSpPr>
              <p:cNvPr id="153" name="直接连接符 152"/>
              <p:cNvCxnSpPr/>
              <p:nvPr/>
            </p:nvCxnSpPr>
            <p:spPr>
              <a:xfrm rot="5400000">
                <a:off x="6215077" y="5215045"/>
                <a:ext cx="283857" cy="28385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接连接符 153"/>
              <p:cNvCxnSpPr/>
              <p:nvPr/>
            </p:nvCxnSpPr>
            <p:spPr>
              <a:xfrm rot="16200000" flipH="1">
                <a:off x="6225494" y="5225462"/>
                <a:ext cx="283857" cy="28385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464" name="矩形 154"/>
            <p:cNvSpPr>
              <a:spLocks noChangeArrowheads="1"/>
            </p:cNvSpPr>
            <p:nvPr/>
          </p:nvSpPr>
          <p:spPr bwMode="auto">
            <a:xfrm>
              <a:off x="2811284" y="588641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465" name="矩形 157"/>
            <p:cNvSpPr>
              <a:spLocks noChangeArrowheads="1"/>
            </p:cNvSpPr>
            <p:nvPr/>
          </p:nvSpPr>
          <p:spPr bwMode="auto">
            <a:xfrm>
              <a:off x="1809731" y="5429264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466" name="矩形 158"/>
            <p:cNvSpPr>
              <a:spLocks noChangeArrowheads="1"/>
            </p:cNvSpPr>
            <p:nvPr/>
          </p:nvSpPr>
          <p:spPr bwMode="auto">
            <a:xfrm>
              <a:off x="2309797" y="5429264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467" name="矩形 159"/>
            <p:cNvSpPr>
              <a:spLocks noChangeArrowheads="1"/>
            </p:cNvSpPr>
            <p:nvPr/>
          </p:nvSpPr>
          <p:spPr bwMode="auto">
            <a:xfrm>
              <a:off x="2809863" y="5429264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468" name="矩形 160"/>
            <p:cNvSpPr>
              <a:spLocks noChangeArrowheads="1"/>
            </p:cNvSpPr>
            <p:nvPr/>
          </p:nvSpPr>
          <p:spPr bwMode="auto">
            <a:xfrm>
              <a:off x="3286116" y="5429264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165" name="Object 9"/>
          <p:cNvGraphicFramePr>
            <a:graphicFrameLocks noChangeAspect="1"/>
          </p:cNvGraphicFramePr>
          <p:nvPr/>
        </p:nvGraphicFramePr>
        <p:xfrm>
          <a:off x="1857375" y="6215063"/>
          <a:ext cx="1830388" cy="5508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021" name="公式" r:id="rId8" imgW="1214755" imgH="400685" progId="Equation.3">
                  <p:embed/>
                </p:oleObj>
              </mc:Choice>
              <mc:Fallback>
                <p:oleObj name="公式" r:id="rId8" imgW="1214755" imgH="400685" progId="Equation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57375" y="6215063"/>
                        <a:ext cx="1830388" cy="5508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74" name="直接箭头连接符 173"/>
          <p:cNvCxnSpPr/>
          <p:nvPr/>
        </p:nvCxnSpPr>
        <p:spPr>
          <a:xfrm rot="10800000" flipV="1">
            <a:off x="6137275" y="5722938"/>
            <a:ext cx="1547813" cy="428625"/>
          </a:xfrm>
          <a:prstGeom prst="straightConnector1">
            <a:avLst/>
          </a:prstGeom>
          <a:ln w="12700">
            <a:solidFill>
              <a:srgbClr val="0066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" name="矩形 183"/>
          <p:cNvSpPr/>
          <p:nvPr/>
        </p:nvSpPr>
        <p:spPr>
          <a:xfrm rot="5400000">
            <a:off x="7194550" y="3835400"/>
            <a:ext cx="720725" cy="1936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85" name="矩形 184"/>
          <p:cNvSpPr/>
          <p:nvPr/>
        </p:nvSpPr>
        <p:spPr>
          <a:xfrm>
            <a:off x="7507288" y="5900738"/>
            <a:ext cx="714375" cy="1841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226" name="椭圆 225"/>
          <p:cNvSpPr/>
          <p:nvPr/>
        </p:nvSpPr>
        <p:spPr>
          <a:xfrm>
            <a:off x="2906713" y="4164013"/>
            <a:ext cx="357187" cy="928687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8" name="组合 78"/>
          <p:cNvGrpSpPr/>
          <p:nvPr/>
        </p:nvGrpSpPr>
        <p:grpSpPr bwMode="auto">
          <a:xfrm>
            <a:off x="1071563" y="500063"/>
            <a:ext cx="3006725" cy="2738437"/>
            <a:chOff x="785786" y="785794"/>
            <a:chExt cx="3435980" cy="3452823"/>
          </a:xfrm>
        </p:grpSpPr>
        <p:grpSp>
          <p:nvGrpSpPr>
            <p:cNvPr id="18447" name="组合 75"/>
            <p:cNvGrpSpPr/>
            <p:nvPr/>
          </p:nvGrpSpPr>
          <p:grpSpPr bwMode="auto">
            <a:xfrm>
              <a:off x="785786" y="785794"/>
              <a:ext cx="3435980" cy="3452823"/>
              <a:chOff x="3079120" y="1928801"/>
              <a:chExt cx="3435980" cy="3452823"/>
            </a:xfrm>
          </p:grpSpPr>
          <p:pic>
            <p:nvPicPr>
              <p:cNvPr id="18450" name="Picture 2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79120" y="1928801"/>
                <a:ext cx="3435980" cy="34528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68" name="直接箭头连接符 67"/>
              <p:cNvCxnSpPr/>
              <p:nvPr/>
            </p:nvCxnSpPr>
            <p:spPr>
              <a:xfrm rot="5400000" flipH="1" flipV="1">
                <a:off x="3553216" y="3020013"/>
                <a:ext cx="2466017" cy="1284411"/>
              </a:xfrm>
              <a:prstGeom prst="straightConnector1">
                <a:avLst/>
              </a:prstGeom>
              <a:ln w="12700">
                <a:solidFill>
                  <a:srgbClr val="FF000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7" name="任意多边形 76"/>
            <p:cNvSpPr/>
            <p:nvPr/>
          </p:nvSpPr>
          <p:spPr>
            <a:xfrm rot="388383">
              <a:off x="1473344" y="1286203"/>
              <a:ext cx="1240871" cy="2269856"/>
            </a:xfrm>
            <a:custGeom>
              <a:avLst/>
              <a:gdLst>
                <a:gd name="connsiteX0" fmla="*/ 0 w 1394883"/>
                <a:gd name="connsiteY0" fmla="*/ 281517 h 2415117"/>
                <a:gd name="connsiteX1" fmla="*/ 1346200 w 1394883"/>
                <a:gd name="connsiteY1" fmla="*/ 345017 h 2415117"/>
                <a:gd name="connsiteX2" fmla="*/ 292100 w 1394883"/>
                <a:gd name="connsiteY2" fmla="*/ 2351617 h 2415117"/>
                <a:gd name="connsiteX3" fmla="*/ 76200 w 1394883"/>
                <a:gd name="connsiteY3" fmla="*/ 726017 h 2415117"/>
                <a:gd name="connsiteX4" fmla="*/ 76200 w 1394883"/>
                <a:gd name="connsiteY4" fmla="*/ 726017 h 24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883" h="2415117">
                  <a:moveTo>
                    <a:pt x="0" y="281517"/>
                  </a:moveTo>
                  <a:cubicBezTo>
                    <a:pt x="648758" y="140758"/>
                    <a:pt x="1297517" y="0"/>
                    <a:pt x="1346200" y="345017"/>
                  </a:cubicBezTo>
                  <a:cubicBezTo>
                    <a:pt x="1394883" y="690034"/>
                    <a:pt x="503767" y="2288117"/>
                    <a:pt x="292100" y="2351617"/>
                  </a:cubicBezTo>
                  <a:cubicBezTo>
                    <a:pt x="80433" y="2415117"/>
                    <a:pt x="76200" y="726017"/>
                    <a:pt x="76200" y="726017"/>
                  </a:cubicBezTo>
                  <a:lnTo>
                    <a:pt x="76200" y="726017"/>
                  </a:lnTo>
                </a:path>
              </a:pathLst>
            </a:custGeom>
            <a:ln w="12700">
              <a:solidFill>
                <a:srgbClr val="0000FF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8449" name="Text Box 173"/>
            <p:cNvSpPr txBox="1">
              <a:spLocks noChangeArrowheads="1"/>
            </p:cNvSpPr>
            <p:nvPr/>
          </p:nvSpPr>
          <p:spPr bwMode="auto">
            <a:xfrm>
              <a:off x="1714480" y="2046831"/>
              <a:ext cx="1030182" cy="465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9</a:t>
              </a:r>
              <a:r>
                <a:rPr kumimoji="0" lang="zh-CN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个</a:t>
              </a:r>
              <a:endParaRPr kumimoji="0" lang="zh-CN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17488" name="Picture 80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0563" y="642938"/>
            <a:ext cx="4076700" cy="2486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/>
      <p:bldP spid="185" grpId="0" animBg="1"/>
      <p:bldP spid="226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Text Box 8"/>
          <p:cNvSpPr txBox="1">
            <a:spLocks noChangeArrowheads="1"/>
          </p:cNvSpPr>
          <p:nvPr/>
        </p:nvSpPr>
        <p:spPr bwMode="auto">
          <a:xfrm>
            <a:off x="285750" y="26988"/>
            <a:ext cx="36147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、任意进制计数器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469900" y="527050"/>
            <a:ext cx="82089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）当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M&gt;N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时，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必须将多片计数器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级联</a:t>
            </a:r>
            <a:r>
              <a:rPr kumimoji="1"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kumimoji="1"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46150" y="1000125"/>
            <a:ext cx="6840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）整体清“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0”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法或整体置数法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 Box 9"/>
          <p:cNvSpPr txBox="1">
            <a:spLocks noChangeArrowheads="1"/>
          </p:cNvSpPr>
          <p:nvPr/>
        </p:nvSpPr>
        <p:spPr bwMode="auto">
          <a:xfrm>
            <a:off x="936625" y="2797175"/>
            <a:ext cx="18494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）分解法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 Box 11"/>
          <p:cNvSpPr txBox="1">
            <a:spLocks noChangeArrowheads="1"/>
          </p:cNvSpPr>
          <p:nvPr/>
        </p:nvSpPr>
        <p:spPr bwMode="auto">
          <a:xfrm>
            <a:off x="785813" y="4572000"/>
            <a:ext cx="3133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芯片级联的方式：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Text Box 12"/>
          <p:cNvSpPr txBox="1">
            <a:spLocks noChangeArrowheads="1"/>
          </p:cNvSpPr>
          <p:nvPr/>
        </p:nvSpPr>
        <p:spPr bwMode="auto">
          <a:xfrm>
            <a:off x="1001713" y="5027613"/>
            <a:ext cx="74898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①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串行进位方式：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以低位片的进位输出信号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作为高位片的时钟输入信号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CP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ext Box 13"/>
          <p:cNvSpPr txBox="1">
            <a:spLocks noChangeArrowheads="1"/>
          </p:cNvSpPr>
          <p:nvPr/>
        </p:nvSpPr>
        <p:spPr bwMode="auto">
          <a:xfrm>
            <a:off x="1001713" y="5884863"/>
            <a:ext cx="7561262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②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并行进位方式：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以低位片的进位输出信号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作为高位片的使能信号。</a:t>
            </a:r>
            <a:endParaRPr lang="zh-CN" altLang="en-US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13"/>
          <p:cNvGrpSpPr/>
          <p:nvPr/>
        </p:nvGrpSpPr>
        <p:grpSpPr bwMode="auto">
          <a:xfrm>
            <a:off x="642938" y="1571625"/>
            <a:ext cx="7858125" cy="1200150"/>
            <a:chOff x="714348" y="1571612"/>
            <a:chExt cx="7858180" cy="1200329"/>
          </a:xfrm>
        </p:grpSpPr>
        <p:sp>
          <p:nvSpPr>
            <p:cNvPr id="59406" name="Text Box 8"/>
            <p:cNvSpPr txBox="1">
              <a:spLocks noChangeArrowheads="1"/>
            </p:cNvSpPr>
            <p:nvPr/>
          </p:nvSpPr>
          <p:spPr bwMode="auto">
            <a:xfrm>
              <a:off x="725515" y="1571612"/>
              <a:ext cx="7847013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 typeface="Wingdings" panose="05000000000000000000" pitchFamily="2" charset="2"/>
                <a:buChar char="Ø"/>
              </a:pPr>
              <a:r>
                <a:rPr lang="zh-CN" altLang="en-US" sz="24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基本思路：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先将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片计数器级联组成</a:t>
              </a:r>
              <a:r>
                <a:rPr lang="en-US" altLang="zh-CN" sz="24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en-US" altLang="zh-CN" sz="2400" b="1" i="1" baseline="50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（</a:t>
              </a:r>
              <a:r>
                <a:rPr lang="en-US" altLang="zh-CN" sz="24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en-US" altLang="zh-CN" sz="2400" b="1" i="1" baseline="50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en-US" altLang="zh-CN" sz="24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&gt;M</a:t>
              </a:r>
              <a:r>
                <a:rPr lang="zh-CN" altLang="en-US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）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进制计数器，计满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个状态后，采用整体清“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0”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或整体置数法实现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进制计数器。</a:t>
              </a:r>
              <a:endPara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407" name="Rectangle 16"/>
            <p:cNvSpPr>
              <a:spLocks noChangeArrowheads="1"/>
            </p:cNvSpPr>
            <p:nvPr/>
          </p:nvSpPr>
          <p:spPr bwMode="auto">
            <a:xfrm>
              <a:off x="714348" y="1571612"/>
              <a:ext cx="7858180" cy="1143008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" name="组合 14"/>
          <p:cNvGrpSpPr/>
          <p:nvPr/>
        </p:nvGrpSpPr>
        <p:grpSpPr bwMode="auto">
          <a:xfrm>
            <a:off x="571500" y="3286125"/>
            <a:ext cx="7920038" cy="1214438"/>
            <a:chOff x="642910" y="3286124"/>
            <a:chExt cx="7920038" cy="1214446"/>
          </a:xfrm>
        </p:grpSpPr>
        <p:sp>
          <p:nvSpPr>
            <p:cNvPr id="59404" name="Text Box 10"/>
            <p:cNvSpPr txBox="1">
              <a:spLocks noChangeArrowheads="1"/>
            </p:cNvSpPr>
            <p:nvPr/>
          </p:nvSpPr>
          <p:spPr bwMode="auto">
            <a:xfrm>
              <a:off x="642910" y="3300241"/>
              <a:ext cx="792003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  <a:buFont typeface="Wingdings" panose="05000000000000000000" pitchFamily="2" charset="2"/>
                <a:buChar char="Ø"/>
              </a:pPr>
              <a:r>
                <a:rPr lang="zh-CN" altLang="en-US" sz="24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基本思路：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将</a:t>
              </a: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M=M</a:t>
              </a:r>
              <a:r>
                <a:rPr lang="en-US" altLang="zh-CN" sz="2400" b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×M</a:t>
              </a:r>
              <a:r>
                <a:rPr lang="en-US" altLang="zh-CN" sz="2400" b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sz="24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×…M</a:t>
              </a:r>
              <a:r>
                <a:rPr lang="en-US" altLang="zh-CN" sz="2400" b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，其中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…M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均不大于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，则用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片计数器分别组成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、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…M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进制的计数器，然后级联即可构成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进制计数器。</a:t>
              </a:r>
              <a:endPara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405" name="Rectangle 16"/>
            <p:cNvSpPr>
              <a:spLocks noChangeArrowheads="1"/>
            </p:cNvSpPr>
            <p:nvPr/>
          </p:nvSpPr>
          <p:spPr bwMode="auto">
            <a:xfrm>
              <a:off x="704768" y="3286124"/>
              <a:ext cx="7858180" cy="1214446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9403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8" grpId="0"/>
      <p:bldP spid="9" grpId="0"/>
      <p:bldP spid="10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22" name="Picture 14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7738" y="1100138"/>
            <a:ext cx="7248525" cy="182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9635" name="Text Box 5"/>
          <p:cNvSpPr txBox="1">
            <a:spLocks noChangeArrowheads="1"/>
          </p:cNvSpPr>
          <p:nvPr/>
        </p:nvSpPr>
        <p:spPr bwMode="auto">
          <a:xfrm>
            <a:off x="336550" y="55563"/>
            <a:ext cx="6235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例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：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用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74LS160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组成百进制计数器。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pic>
        <p:nvPicPr>
          <p:cNvPr id="7680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125" y="3890963"/>
            <a:ext cx="707231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1143000" y="500063"/>
            <a:ext cx="23637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串行进位方式</a:t>
            </a: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1143000" y="3357563"/>
            <a:ext cx="23637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 并行进位方式</a:t>
            </a: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3000375" y="2957513"/>
            <a:ext cx="29321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M=M</a:t>
            </a:r>
            <a:r>
              <a: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×M</a:t>
            </a:r>
            <a:r>
              <a: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=10×10=100</a:t>
            </a:r>
            <a:endParaRPr kumimoji="0" lang="zh-CN" altLang="en-US" sz="20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3000375" y="6143625"/>
            <a:ext cx="29321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M=M</a:t>
            </a:r>
            <a:r>
              <a: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</a:t>
            </a: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×M</a:t>
            </a:r>
            <a:r>
              <a:rPr kumimoji="0" lang="en-US" altLang="zh-CN" sz="20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</a:t>
            </a: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=10×10=100</a:t>
            </a:r>
            <a:endParaRPr kumimoji="0" lang="zh-CN" altLang="en-US" sz="20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15"/>
          <p:cNvGrpSpPr/>
          <p:nvPr/>
        </p:nvGrpSpPr>
        <p:grpSpPr bwMode="auto">
          <a:xfrm>
            <a:off x="4357688" y="1000125"/>
            <a:ext cx="2214562" cy="1584325"/>
            <a:chOff x="4357686" y="1000108"/>
            <a:chExt cx="2214578" cy="1584336"/>
          </a:xfrm>
        </p:grpSpPr>
        <p:sp>
          <p:nvSpPr>
            <p:cNvPr id="11" name="椭圆 10"/>
            <p:cNvSpPr/>
            <p:nvPr/>
          </p:nvSpPr>
          <p:spPr>
            <a:xfrm>
              <a:off x="4416423" y="1941503"/>
              <a:ext cx="468316" cy="642941"/>
            </a:xfrm>
            <a:prstGeom prst="ellipse">
              <a:avLst/>
            </a:pr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69646" name="组合 14"/>
            <p:cNvGrpSpPr/>
            <p:nvPr/>
          </p:nvGrpSpPr>
          <p:grpSpPr bwMode="auto">
            <a:xfrm>
              <a:off x="4357686" y="1000108"/>
              <a:ext cx="2214578" cy="571504"/>
              <a:chOff x="6429388" y="642918"/>
              <a:chExt cx="2214578" cy="571504"/>
            </a:xfrm>
          </p:grpSpPr>
          <p:sp>
            <p:nvSpPr>
              <p:cNvPr id="14" name="圆角矩形标注 13"/>
              <p:cNvSpPr/>
              <p:nvPr/>
            </p:nvSpPr>
            <p:spPr>
              <a:xfrm>
                <a:off x="6429388" y="642918"/>
                <a:ext cx="2214578" cy="571504"/>
              </a:xfrm>
              <a:prstGeom prst="wedgeRoundRectCallout">
                <a:avLst>
                  <a:gd name="adj1" fmla="val -31729"/>
                  <a:gd name="adj2" fmla="val 124722"/>
                  <a:gd name="adj3" fmla="val 16667"/>
                </a:avLst>
              </a:prstGeom>
              <a:solidFill>
                <a:srgbClr val="FFFF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48" name="矩形 11"/>
              <p:cNvSpPr>
                <a:spLocks noChangeArrowheads="1"/>
              </p:cNvSpPr>
              <p:nvPr/>
            </p:nvSpPr>
            <p:spPr bwMode="auto">
              <a:xfrm>
                <a:off x="6572263" y="714355"/>
                <a:ext cx="1919129" cy="4001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6600CC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C</a:t>
                </a: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6600CC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的下降沿进位</a:t>
                </a:r>
                <a:endParaRPr kumimoji="0" lang="zh-CN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4" name="组合 14"/>
          <p:cNvGrpSpPr/>
          <p:nvPr/>
        </p:nvGrpSpPr>
        <p:grpSpPr bwMode="auto">
          <a:xfrm>
            <a:off x="3786188" y="3516313"/>
            <a:ext cx="3071812" cy="571500"/>
            <a:chOff x="6429388" y="642918"/>
            <a:chExt cx="3071854" cy="571504"/>
          </a:xfrm>
        </p:grpSpPr>
        <p:sp>
          <p:nvSpPr>
            <p:cNvPr id="16" name="圆角矩形标注 15"/>
            <p:cNvSpPr/>
            <p:nvPr/>
          </p:nvSpPr>
          <p:spPr>
            <a:xfrm>
              <a:off x="6429388" y="642918"/>
              <a:ext cx="3071854" cy="571504"/>
            </a:xfrm>
            <a:prstGeom prst="wedgeRoundRectCallout">
              <a:avLst>
                <a:gd name="adj1" fmla="val -31729"/>
                <a:gd name="adj2" fmla="val 124722"/>
                <a:gd name="adj3" fmla="val 16667"/>
              </a:avLst>
            </a:prstGeom>
            <a:solidFill>
              <a:srgbClr val="FFFF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69644" name="矩形 11"/>
            <p:cNvSpPr>
              <a:spLocks noChangeArrowheads="1"/>
            </p:cNvSpPr>
            <p:nvPr/>
          </p:nvSpPr>
          <p:spPr bwMode="auto">
            <a:xfrm>
              <a:off x="6500825" y="714355"/>
              <a:ext cx="2917807" cy="400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6600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片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6600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(1) C=1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6600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 使能片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6600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(2)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6600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计数</a:t>
              </a: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8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76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42" name="组合 47"/>
          <p:cNvGrpSpPr/>
          <p:nvPr/>
        </p:nvGrpSpPr>
        <p:grpSpPr bwMode="auto">
          <a:xfrm>
            <a:off x="1071563" y="642938"/>
            <a:ext cx="7191375" cy="2025650"/>
            <a:chOff x="1071538" y="642918"/>
            <a:chExt cx="7191423" cy="2025699"/>
          </a:xfrm>
        </p:grpSpPr>
        <p:pic>
          <p:nvPicPr>
            <p:cNvPr id="61464" name="Picture 4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1538" y="642918"/>
              <a:ext cx="6924669" cy="20256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465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29586" y="2214554"/>
              <a:ext cx="333375" cy="285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1443" name="Text Box 5"/>
          <p:cNvSpPr txBox="1">
            <a:spLocks noChangeArrowheads="1"/>
          </p:cNvSpPr>
          <p:nvPr/>
        </p:nvSpPr>
        <p:spPr bwMode="auto">
          <a:xfrm>
            <a:off x="357188" y="71438"/>
            <a:ext cx="6235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分析电路的计数功能。</a:t>
            </a:r>
            <a:endParaRPr lang="zh-CN" altLang="en-US" sz="24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4429125" y="571500"/>
            <a:ext cx="3929063" cy="2428875"/>
          </a:xfrm>
          <a:prstGeom prst="rect">
            <a:avLst/>
          </a:prstGeom>
          <a:noFill/>
          <a:ln>
            <a:solidFill>
              <a:srgbClr val="6600C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928688" y="571500"/>
            <a:ext cx="3214687" cy="2428875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2428875" y="2571750"/>
            <a:ext cx="9144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en-US" altLang="zh-CN" sz="2000" b="1" baseline="-25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=10</a:t>
            </a:r>
            <a:endParaRPr lang="zh-CN" altLang="en-US" sz="200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5729288" y="2571750"/>
            <a:ext cx="7858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en-US" altLang="zh-CN" sz="20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=6</a:t>
            </a:r>
            <a:endParaRPr lang="zh-CN" altLang="en-US" sz="2000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3000375" y="3028950"/>
            <a:ext cx="28035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M=</a:t>
            </a: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en-US" altLang="zh-CN" sz="2000" b="1" baseline="-250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lang="en-US" altLang="zh-CN" sz="2000" b="1" baseline="-25000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</a:t>
            </a: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</a:t>
            </a: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</a:t>
            </a:r>
            <a:endParaRPr lang="zh-CN" altLang="en-US" sz="200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5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125" y="3560763"/>
            <a:ext cx="6643688" cy="2297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4857750" y="5786438"/>
            <a:ext cx="10572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zh-CN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zh-CN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zh-CN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6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2424113" y="5786438"/>
            <a:ext cx="1004887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zh-CN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zh-CN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zh-CN" altLang="en-US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</a:t>
            </a:r>
            <a:r>
              <a:rPr lang="en-US" altLang="zh-CN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zh-CN" altLang="en-US" sz="1600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44"/>
          <p:cNvGrpSpPr/>
          <p:nvPr/>
        </p:nvGrpSpPr>
        <p:grpSpPr bwMode="auto">
          <a:xfrm>
            <a:off x="2344738" y="4572000"/>
            <a:ext cx="3617912" cy="1546225"/>
            <a:chOff x="2344722" y="4572008"/>
            <a:chExt cx="3617938" cy="1546236"/>
          </a:xfrm>
        </p:grpSpPr>
        <p:sp>
          <p:nvSpPr>
            <p:cNvPr id="38" name="椭圆 37"/>
            <p:cNvSpPr/>
            <p:nvPr/>
          </p:nvSpPr>
          <p:spPr>
            <a:xfrm>
              <a:off x="4819652" y="5761054"/>
              <a:ext cx="1143008" cy="357190"/>
            </a:xfrm>
            <a:prstGeom prst="ellipse">
              <a:avLst/>
            </a:prstGeom>
            <a:noFill/>
            <a:ln>
              <a:solidFill>
                <a:srgbClr val="6600C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" name="椭圆 38"/>
            <p:cNvSpPr/>
            <p:nvPr/>
          </p:nvSpPr>
          <p:spPr>
            <a:xfrm>
              <a:off x="2344722" y="5761054"/>
              <a:ext cx="1143008" cy="357190"/>
            </a:xfrm>
            <a:prstGeom prst="ellipse">
              <a:avLst/>
            </a:prstGeom>
            <a:noFill/>
            <a:ln>
              <a:solidFill>
                <a:srgbClr val="6600C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41" name="直接箭头连接符 40"/>
            <p:cNvCxnSpPr>
              <a:stCxn id="39" idx="0"/>
            </p:cNvCxnSpPr>
            <p:nvPr/>
          </p:nvCxnSpPr>
          <p:spPr>
            <a:xfrm rot="5400000" flipH="1" flipV="1">
              <a:off x="3221027" y="4981587"/>
              <a:ext cx="474666" cy="1084270"/>
            </a:xfrm>
            <a:prstGeom prst="straightConnector1">
              <a:avLst/>
            </a:prstGeom>
            <a:ln w="25400">
              <a:solidFill>
                <a:srgbClr val="6600CC"/>
              </a:solidFill>
              <a:prstDash val="dash"/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箭头连接符 41"/>
            <p:cNvCxnSpPr/>
            <p:nvPr/>
          </p:nvCxnSpPr>
          <p:spPr>
            <a:xfrm rot="16200000" flipV="1">
              <a:off x="4519612" y="4981587"/>
              <a:ext cx="474666" cy="1084270"/>
            </a:xfrm>
            <a:prstGeom prst="straightConnector1">
              <a:avLst/>
            </a:prstGeom>
            <a:ln w="25400">
              <a:solidFill>
                <a:srgbClr val="6600CC"/>
              </a:solidFill>
              <a:prstDash val="dash"/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椭圆 42"/>
            <p:cNvSpPr/>
            <p:nvPr/>
          </p:nvSpPr>
          <p:spPr>
            <a:xfrm>
              <a:off x="2857488" y="4572008"/>
              <a:ext cx="2357455" cy="71438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6600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463" name="矩形 43"/>
            <p:cNvSpPr>
              <a:spLocks noChangeArrowheads="1"/>
            </p:cNvSpPr>
            <p:nvPr/>
          </p:nvSpPr>
          <p:spPr bwMode="auto">
            <a:xfrm>
              <a:off x="3008302" y="4714884"/>
              <a:ext cx="204575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lang="en-US" altLang="zh-CN" sz="2000" b="1" baseline="-2500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28</a:t>
              </a:r>
              <a:r>
                <a:rPr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产生置数信号</a:t>
              </a:r>
              <a:endParaRPr lang="zh-CN" altLang="en-US" sz="2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46" name="矩形 45"/>
          <p:cNvSpPr>
            <a:spLocks noChangeArrowheads="1"/>
          </p:cNvSpPr>
          <p:nvPr/>
        </p:nvSpPr>
        <p:spPr bwMode="auto">
          <a:xfrm>
            <a:off x="3214688" y="6286500"/>
            <a:ext cx="2119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整体置数，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M=29</a:t>
            </a:r>
            <a:endParaRPr lang="zh-CN" altLang="en-US" sz="20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" name="组合 50"/>
          <p:cNvGrpSpPr/>
          <p:nvPr/>
        </p:nvGrpSpPr>
        <p:grpSpPr bwMode="auto">
          <a:xfrm>
            <a:off x="5637213" y="909638"/>
            <a:ext cx="2714625" cy="857250"/>
            <a:chOff x="5500694" y="928670"/>
            <a:chExt cx="2714644" cy="857256"/>
          </a:xfrm>
        </p:grpSpPr>
        <p:sp>
          <p:nvSpPr>
            <p:cNvPr id="49" name="圆角矩形标注 48"/>
            <p:cNvSpPr/>
            <p:nvPr/>
          </p:nvSpPr>
          <p:spPr>
            <a:xfrm>
              <a:off x="5500694" y="928670"/>
              <a:ext cx="2714644" cy="857256"/>
            </a:xfrm>
            <a:prstGeom prst="wedgeRoundRectCallout">
              <a:avLst>
                <a:gd name="adj1" fmla="val 29768"/>
                <a:gd name="adj2" fmla="val 115092"/>
                <a:gd name="adj3" fmla="val 16667"/>
              </a:avLst>
            </a:prstGeom>
            <a:solidFill>
              <a:srgbClr val="FFFF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457" name="矩形 49"/>
            <p:cNvSpPr>
              <a:spLocks noChangeArrowheads="1"/>
            </p:cNvSpPr>
            <p:nvPr/>
          </p:nvSpPr>
          <p:spPr bwMode="auto">
            <a:xfrm>
              <a:off x="5715008" y="1000108"/>
              <a:ext cx="2289409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低电平有效；</a:t>
              </a:r>
              <a:endPara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维持一个</a:t>
              </a:r>
              <a:r>
                <a:rPr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CLK</a:t>
              </a:r>
              <a:r>
                <a:rPr lang="zh-CN" altLang="en-US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周期</a:t>
              </a:r>
              <a:endParaRPr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1455" name="Text Box 7"/>
          <p:cNvSpPr txBox="1">
            <a:spLocks noChangeArrowheads="1"/>
          </p:cNvSpPr>
          <p:nvPr/>
        </p:nvSpPr>
        <p:spPr bwMode="auto">
          <a:xfrm>
            <a:off x="5678488" y="30163"/>
            <a:ext cx="34147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6.3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几种常用的时序逻辑电路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bldLvl="0" animBg="1"/>
      <p:bldP spid="31" grpId="0" bldLvl="0" animBg="1"/>
      <p:bldP spid="32" grpId="0"/>
      <p:bldP spid="33" grpId="0"/>
      <p:bldP spid="34" grpId="0"/>
      <p:bldP spid="36" grpId="0"/>
      <p:bldP spid="37" grpId="0"/>
      <p:bldP spid="46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466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5736" y="528756"/>
            <a:ext cx="3528392" cy="27507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2467" name="矩形 2"/>
          <p:cNvSpPr>
            <a:spLocks noChangeArrowheads="1"/>
          </p:cNvSpPr>
          <p:nvPr/>
        </p:nvSpPr>
        <p:spPr bwMode="auto">
          <a:xfrm>
            <a:off x="323850" y="142875"/>
            <a:ext cx="81359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练习 </a:t>
            </a: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:1.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试分析下图中的计数器在</a:t>
            </a: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X=0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和</a:t>
            </a: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X=1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时的计数长度。并画出</a:t>
            </a:r>
            <a:r>
              <a: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X=1</a:t>
            </a:r>
            <a:r>
              <a:rPr kumimoji="1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时的状态转换图。</a:t>
            </a:r>
            <a:endParaRPr kumimoji="1" lang="zh-CN" altLang="en-US" sz="20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pic>
        <p:nvPicPr>
          <p:cNvPr id="5" name="图片 4"/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8568" y="3429000"/>
            <a:ext cx="6516885" cy="318181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3"/>
          <p:cNvSpPr>
            <a:spLocks noChangeArrowheads="1"/>
          </p:cNvSpPr>
          <p:nvPr/>
        </p:nvSpPr>
        <p:spPr bwMode="auto">
          <a:xfrm>
            <a:off x="251520" y="980728"/>
            <a:ext cx="8135938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试用两片同步十进制计数器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74LS160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接成同步三十七进制计数器。可以附加必要的门电路。</a:t>
            </a:r>
            <a:endParaRPr kumimoji="1" lang="en-US" altLang="zh-CN" sz="2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rPr>
              <a:t>试用两片同步四位二进制计数器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rPr>
              <a:t>74LS161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+mn-cs"/>
              </a:rPr>
              <a:t>接成同步三十七进制计数器。可以附加必要的门电路。</a:t>
            </a: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/>
              <a:ea typeface="宋体" panose="02010600030101010101" pitchFamily="2" charset="-122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Text Box 6"/>
          <p:cNvSpPr txBox="1">
            <a:spLocks noChangeArrowheads="1"/>
          </p:cNvSpPr>
          <p:nvPr/>
        </p:nvSpPr>
        <p:spPr bwMode="auto">
          <a:xfrm>
            <a:off x="71438" y="63500"/>
            <a:ext cx="6418262" cy="645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36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同步时序逻辑电路的设计</a:t>
            </a:r>
            <a:endParaRPr lang="zh-CN" altLang="en-US" sz="36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3" name="Text Box 16"/>
          <p:cNvSpPr txBox="1">
            <a:spLocks noChangeArrowheads="1"/>
          </p:cNvSpPr>
          <p:nvPr/>
        </p:nvSpPr>
        <p:spPr bwMode="auto">
          <a:xfrm>
            <a:off x="652463" y="695325"/>
            <a:ext cx="59197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</a:rPr>
              <a:t>一、同步时序电路设计</a:t>
            </a:r>
            <a:endParaRPr lang="zh-CN" altLang="en-US" sz="2800" b="1">
              <a:solidFill>
                <a:srgbClr val="006600"/>
              </a:solidFill>
            </a:endParaRPr>
          </a:p>
        </p:txBody>
      </p:sp>
      <p:sp>
        <p:nvSpPr>
          <p:cNvPr id="4" name="Text Box 16"/>
          <p:cNvSpPr txBox="1">
            <a:spLocks noChangeArrowheads="1"/>
          </p:cNvSpPr>
          <p:nvPr/>
        </p:nvSpPr>
        <p:spPr bwMode="auto">
          <a:xfrm>
            <a:off x="1081088" y="2714625"/>
            <a:ext cx="59197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同步时序电路设计的基本步骤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71"/>
          <p:cNvGrpSpPr/>
          <p:nvPr/>
        </p:nvGrpSpPr>
        <p:grpSpPr bwMode="auto">
          <a:xfrm>
            <a:off x="454025" y="3521075"/>
            <a:ext cx="1011238" cy="625475"/>
            <a:chOff x="453996" y="4946665"/>
            <a:chExt cx="1011815" cy="625475"/>
          </a:xfrm>
        </p:grpSpPr>
        <p:sp>
          <p:nvSpPr>
            <p:cNvPr id="64565" name="矩形 49"/>
            <p:cNvSpPr>
              <a:spLocks noChangeArrowheads="1"/>
            </p:cNvSpPr>
            <p:nvPr/>
          </p:nvSpPr>
          <p:spPr bwMode="auto">
            <a:xfrm>
              <a:off x="453996" y="4967298"/>
              <a:ext cx="101181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时序逻辑</a:t>
              </a:r>
              <a:endParaRPr lang="en-US" altLang="zh-CN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问题</a:t>
              </a: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566" name="Rectangle 10"/>
            <p:cNvSpPr>
              <a:spLocks noChangeArrowheads="1"/>
            </p:cNvSpPr>
            <p:nvPr/>
          </p:nvSpPr>
          <p:spPr bwMode="auto">
            <a:xfrm>
              <a:off x="500034" y="4946665"/>
              <a:ext cx="928694" cy="625475"/>
            </a:xfrm>
            <a:prstGeom prst="rect">
              <a:avLst/>
            </a:prstGeom>
            <a:noFill/>
            <a:ln w="25400">
              <a:solidFill>
                <a:srgbClr val="00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组合 80"/>
          <p:cNvGrpSpPr/>
          <p:nvPr/>
        </p:nvGrpSpPr>
        <p:grpSpPr bwMode="auto">
          <a:xfrm>
            <a:off x="1403350" y="3214688"/>
            <a:ext cx="668338" cy="646112"/>
            <a:chOff x="1403328" y="1857364"/>
            <a:chExt cx="668342" cy="646331"/>
          </a:xfrm>
        </p:grpSpPr>
        <p:sp>
          <p:nvSpPr>
            <p:cNvPr id="64563" name="矩形 50"/>
            <p:cNvSpPr>
              <a:spLocks noChangeArrowheads="1"/>
            </p:cNvSpPr>
            <p:nvPr/>
          </p:nvSpPr>
          <p:spPr bwMode="auto">
            <a:xfrm>
              <a:off x="1403328" y="1857364"/>
              <a:ext cx="64953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逻辑</a:t>
              </a:r>
              <a:endParaRPr lang="en-US" altLang="zh-CN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抽象</a:t>
              </a:r>
              <a:endParaRPr lang="zh-CN" altLang="en-US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53" name="直接箭头连接符 52"/>
            <p:cNvCxnSpPr/>
            <p:nvPr/>
          </p:nvCxnSpPr>
          <p:spPr>
            <a:xfrm flipV="1">
              <a:off x="1428728" y="2503695"/>
              <a:ext cx="642942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组合 72"/>
          <p:cNvGrpSpPr/>
          <p:nvPr/>
        </p:nvGrpSpPr>
        <p:grpSpPr bwMode="auto">
          <a:xfrm>
            <a:off x="2025650" y="3521075"/>
            <a:ext cx="804863" cy="625475"/>
            <a:chOff x="2239946" y="4946665"/>
            <a:chExt cx="805029" cy="625475"/>
          </a:xfrm>
        </p:grpSpPr>
        <p:sp>
          <p:nvSpPr>
            <p:cNvPr id="64561" name="矩形 53"/>
            <p:cNvSpPr>
              <a:spLocks noChangeArrowheads="1"/>
            </p:cNvSpPr>
            <p:nvPr/>
          </p:nvSpPr>
          <p:spPr bwMode="auto">
            <a:xfrm>
              <a:off x="2239946" y="4954598"/>
              <a:ext cx="805029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原始</a:t>
              </a:r>
              <a:endParaRPr lang="en-US" altLang="zh-CN" sz="16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状态图</a:t>
              </a:r>
              <a:endParaRPr lang="en-US" altLang="zh-CN" sz="16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562" name="Rectangle 10"/>
            <p:cNvSpPr>
              <a:spLocks noChangeArrowheads="1"/>
            </p:cNvSpPr>
            <p:nvPr/>
          </p:nvSpPr>
          <p:spPr bwMode="auto">
            <a:xfrm>
              <a:off x="2285984" y="4946665"/>
              <a:ext cx="714380" cy="625475"/>
            </a:xfrm>
            <a:prstGeom prst="rect">
              <a:avLst/>
            </a:prstGeom>
            <a:noFill/>
            <a:ln w="25400">
              <a:solidFill>
                <a:srgbClr val="6600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7" name="组合 84"/>
          <p:cNvGrpSpPr/>
          <p:nvPr/>
        </p:nvGrpSpPr>
        <p:grpSpPr bwMode="auto">
          <a:xfrm>
            <a:off x="2778125" y="3217863"/>
            <a:ext cx="650875" cy="646112"/>
            <a:chOff x="2752712" y="1860753"/>
            <a:chExt cx="650880" cy="646331"/>
          </a:xfrm>
        </p:grpSpPr>
        <p:sp>
          <p:nvSpPr>
            <p:cNvPr id="64559" name="矩形 57"/>
            <p:cNvSpPr>
              <a:spLocks noChangeArrowheads="1"/>
            </p:cNvSpPr>
            <p:nvPr/>
          </p:nvSpPr>
          <p:spPr bwMode="auto">
            <a:xfrm>
              <a:off x="2754055" y="1860753"/>
              <a:ext cx="64953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状态</a:t>
              </a:r>
              <a:endParaRPr lang="en-US" altLang="zh-CN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化简</a:t>
              </a:r>
              <a:endParaRPr lang="zh-CN" altLang="en-US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59" name="直接箭头连接符 58"/>
            <p:cNvCxnSpPr/>
            <p:nvPr/>
          </p:nvCxnSpPr>
          <p:spPr>
            <a:xfrm flipV="1">
              <a:off x="2752712" y="2507084"/>
              <a:ext cx="642943" cy="0"/>
            </a:xfrm>
            <a:prstGeom prst="straightConnector1">
              <a:avLst/>
            </a:prstGeom>
            <a:ln w="25400">
              <a:solidFill>
                <a:srgbClr val="6600CC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组合 73"/>
          <p:cNvGrpSpPr/>
          <p:nvPr/>
        </p:nvGrpSpPr>
        <p:grpSpPr bwMode="auto">
          <a:xfrm>
            <a:off x="3382963" y="3521075"/>
            <a:ext cx="804862" cy="625475"/>
            <a:chOff x="3819520" y="4946665"/>
            <a:chExt cx="805029" cy="625475"/>
          </a:xfrm>
        </p:grpSpPr>
        <p:sp>
          <p:nvSpPr>
            <p:cNvPr id="64557" name="矩形 59"/>
            <p:cNvSpPr>
              <a:spLocks noChangeArrowheads="1"/>
            </p:cNvSpPr>
            <p:nvPr/>
          </p:nvSpPr>
          <p:spPr bwMode="auto">
            <a:xfrm>
              <a:off x="3819520" y="4967298"/>
              <a:ext cx="805029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最简</a:t>
              </a:r>
              <a:endParaRPr lang="en-US" altLang="zh-CN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状态图</a:t>
              </a:r>
              <a:endParaRPr lang="en-US" altLang="zh-CN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558" name="Rectangle 10"/>
            <p:cNvSpPr>
              <a:spLocks noChangeArrowheads="1"/>
            </p:cNvSpPr>
            <p:nvPr/>
          </p:nvSpPr>
          <p:spPr bwMode="auto">
            <a:xfrm>
              <a:off x="3857620" y="4946665"/>
              <a:ext cx="714380" cy="625475"/>
            </a:xfrm>
            <a:prstGeom prst="rect">
              <a:avLst/>
            </a:prstGeom>
            <a:noFill/>
            <a:ln w="25400">
              <a:solidFill>
                <a:srgbClr val="0000FF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9" name="组合 83"/>
          <p:cNvGrpSpPr/>
          <p:nvPr/>
        </p:nvGrpSpPr>
        <p:grpSpPr bwMode="auto">
          <a:xfrm>
            <a:off x="4137025" y="3217863"/>
            <a:ext cx="654050" cy="646112"/>
            <a:chOff x="4111377" y="1860753"/>
            <a:chExt cx="654299" cy="646331"/>
          </a:xfrm>
        </p:grpSpPr>
        <p:sp>
          <p:nvSpPr>
            <p:cNvPr id="64555" name="矩形 61"/>
            <p:cNvSpPr>
              <a:spLocks noChangeArrowheads="1"/>
            </p:cNvSpPr>
            <p:nvPr/>
          </p:nvSpPr>
          <p:spPr bwMode="auto">
            <a:xfrm>
              <a:off x="4111377" y="1860753"/>
              <a:ext cx="64953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状态</a:t>
              </a:r>
              <a:endParaRPr lang="en-US" altLang="zh-CN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分配</a:t>
              </a:r>
              <a:endParaRPr lang="zh-CN" altLang="en-US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63" name="直接箭头连接符 62"/>
            <p:cNvCxnSpPr/>
            <p:nvPr/>
          </p:nvCxnSpPr>
          <p:spPr>
            <a:xfrm flipV="1">
              <a:off x="4122494" y="2507084"/>
              <a:ext cx="643182" cy="0"/>
            </a:xfrm>
            <a:prstGeom prst="straightConnector1">
              <a:avLst/>
            </a:prstGeom>
            <a:ln w="25400">
              <a:solidFill>
                <a:srgbClr val="6600CC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组合 74"/>
          <p:cNvGrpSpPr/>
          <p:nvPr/>
        </p:nvGrpSpPr>
        <p:grpSpPr bwMode="auto">
          <a:xfrm>
            <a:off x="4740275" y="3521075"/>
            <a:ext cx="804863" cy="625475"/>
            <a:chOff x="4714876" y="4946665"/>
            <a:chExt cx="805029" cy="625475"/>
          </a:xfrm>
        </p:grpSpPr>
        <p:sp>
          <p:nvSpPr>
            <p:cNvPr id="64553" name="矩形 63"/>
            <p:cNvSpPr>
              <a:spLocks noChangeArrowheads="1"/>
            </p:cNvSpPr>
            <p:nvPr/>
          </p:nvSpPr>
          <p:spPr bwMode="auto">
            <a:xfrm>
              <a:off x="4714876" y="4954598"/>
              <a:ext cx="805029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状态</a:t>
              </a:r>
              <a:endParaRPr lang="en-US" altLang="zh-CN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转换表</a:t>
              </a:r>
              <a:endParaRPr lang="en-US" altLang="zh-CN" sz="16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554" name="Rectangle 10"/>
            <p:cNvSpPr>
              <a:spLocks noChangeArrowheads="1"/>
            </p:cNvSpPr>
            <p:nvPr/>
          </p:nvSpPr>
          <p:spPr bwMode="auto">
            <a:xfrm>
              <a:off x="4752976" y="4946665"/>
              <a:ext cx="727080" cy="625475"/>
            </a:xfrm>
            <a:prstGeom prst="rect">
              <a:avLst/>
            </a:prstGeom>
            <a:noFill/>
            <a:ln w="25400">
              <a:solidFill>
                <a:srgbClr val="0066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1" name="组合 85"/>
          <p:cNvGrpSpPr/>
          <p:nvPr/>
        </p:nvGrpSpPr>
        <p:grpSpPr bwMode="auto">
          <a:xfrm>
            <a:off x="5513388" y="3217863"/>
            <a:ext cx="998537" cy="646112"/>
            <a:chOff x="5487994" y="1860753"/>
            <a:chExt cx="998991" cy="646331"/>
          </a:xfrm>
        </p:grpSpPr>
        <p:sp>
          <p:nvSpPr>
            <p:cNvPr id="64551" name="矩形 65"/>
            <p:cNvSpPr>
              <a:spLocks noChangeArrowheads="1"/>
            </p:cNvSpPr>
            <p:nvPr/>
          </p:nvSpPr>
          <p:spPr bwMode="auto">
            <a:xfrm>
              <a:off x="5487994" y="1860753"/>
              <a:ext cx="998991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触发器 </a:t>
              </a:r>
              <a:endParaRPr lang="en-US" altLang="zh-CN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选型</a:t>
              </a:r>
              <a:endParaRPr lang="zh-CN" altLang="en-US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67" name="直接箭头连接符 66"/>
            <p:cNvCxnSpPr/>
            <p:nvPr/>
          </p:nvCxnSpPr>
          <p:spPr>
            <a:xfrm flipV="1">
              <a:off x="5487994" y="2503908"/>
              <a:ext cx="863993" cy="0"/>
            </a:xfrm>
            <a:prstGeom prst="straightConnector1">
              <a:avLst/>
            </a:prstGeom>
            <a:ln w="25400">
              <a:solidFill>
                <a:srgbClr val="0066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组合 79"/>
          <p:cNvGrpSpPr/>
          <p:nvPr/>
        </p:nvGrpSpPr>
        <p:grpSpPr bwMode="auto">
          <a:xfrm>
            <a:off x="6332538" y="3521075"/>
            <a:ext cx="804862" cy="625475"/>
            <a:chOff x="6307150" y="4946665"/>
            <a:chExt cx="805029" cy="625475"/>
          </a:xfrm>
        </p:grpSpPr>
        <p:sp>
          <p:nvSpPr>
            <p:cNvPr id="64549" name="矩形 69"/>
            <p:cNvSpPr>
              <a:spLocks noChangeArrowheads="1"/>
            </p:cNvSpPr>
            <p:nvPr/>
          </p:nvSpPr>
          <p:spPr bwMode="auto">
            <a:xfrm>
              <a:off x="6307150" y="4967298"/>
              <a:ext cx="805029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电路</a:t>
              </a:r>
              <a:endParaRPr lang="en-US" altLang="zh-CN" sz="1600" b="1">
                <a:solidFill>
                  <a:srgbClr val="FF33CC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方程式</a:t>
              </a:r>
              <a:endParaRPr lang="en-US" altLang="zh-CN" sz="1600" b="1">
                <a:solidFill>
                  <a:srgbClr val="FF33CC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550" name="Rectangle 10"/>
            <p:cNvSpPr>
              <a:spLocks noChangeArrowheads="1"/>
            </p:cNvSpPr>
            <p:nvPr/>
          </p:nvSpPr>
          <p:spPr bwMode="auto">
            <a:xfrm>
              <a:off x="6357950" y="4946665"/>
              <a:ext cx="714380" cy="625475"/>
            </a:xfrm>
            <a:prstGeom prst="rect">
              <a:avLst/>
            </a:prstGeom>
            <a:noFill/>
            <a:ln w="25400">
              <a:solidFill>
                <a:srgbClr val="FF33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3" name="组合 86"/>
          <p:cNvGrpSpPr/>
          <p:nvPr/>
        </p:nvGrpSpPr>
        <p:grpSpPr bwMode="auto">
          <a:xfrm>
            <a:off x="7097713" y="3217863"/>
            <a:ext cx="998537" cy="646112"/>
            <a:chOff x="7072330" y="1860753"/>
            <a:chExt cx="998992" cy="646331"/>
          </a:xfrm>
        </p:grpSpPr>
        <p:sp>
          <p:nvSpPr>
            <p:cNvPr id="64547" name="矩形 75"/>
            <p:cNvSpPr>
              <a:spLocks noChangeArrowheads="1"/>
            </p:cNvSpPr>
            <p:nvPr/>
          </p:nvSpPr>
          <p:spPr bwMode="auto">
            <a:xfrm>
              <a:off x="7072330" y="1860753"/>
              <a:ext cx="998992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自启动 </a:t>
              </a:r>
              <a:endParaRPr lang="en-US" altLang="zh-CN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楷体" panose="02010609060101010101" pitchFamily="49" charset="-122"/>
                  <a:ea typeface="楷体" panose="02010609060101010101" pitchFamily="49" charset="-122"/>
                  <a:cs typeface="Times New Roman" panose="02020603050405020304" pitchFamily="18" charset="0"/>
                </a:rPr>
                <a:t>检查</a:t>
              </a:r>
              <a:endParaRPr lang="zh-CN" altLang="en-US" sz="1800" b="1">
                <a:solidFill>
                  <a:srgbClr val="FF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77" name="直接箭头连接符 76"/>
            <p:cNvCxnSpPr/>
            <p:nvPr/>
          </p:nvCxnSpPr>
          <p:spPr>
            <a:xfrm flipV="1">
              <a:off x="7072330" y="2503908"/>
              <a:ext cx="863994" cy="0"/>
            </a:xfrm>
            <a:prstGeom prst="straightConnector1">
              <a:avLst/>
            </a:prstGeom>
            <a:ln w="25400">
              <a:solidFill>
                <a:srgbClr val="FF33CC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组合 100"/>
          <p:cNvGrpSpPr/>
          <p:nvPr/>
        </p:nvGrpSpPr>
        <p:grpSpPr bwMode="auto">
          <a:xfrm>
            <a:off x="7910513" y="3503613"/>
            <a:ext cx="804862" cy="625475"/>
            <a:chOff x="7884975" y="2146505"/>
            <a:chExt cx="805029" cy="625475"/>
          </a:xfrm>
        </p:grpSpPr>
        <p:sp>
          <p:nvSpPr>
            <p:cNvPr id="64545" name="矩形 77"/>
            <p:cNvSpPr>
              <a:spLocks noChangeArrowheads="1"/>
            </p:cNvSpPr>
            <p:nvPr/>
          </p:nvSpPr>
          <p:spPr bwMode="auto">
            <a:xfrm>
              <a:off x="7884975" y="2167138"/>
              <a:ext cx="805029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CC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逻辑</a:t>
              </a:r>
              <a:endParaRPr lang="en-US" altLang="zh-CN" sz="1600" b="1">
                <a:solidFill>
                  <a:srgbClr val="CC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CC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电路图</a:t>
              </a:r>
              <a:endParaRPr lang="en-US" altLang="zh-CN" sz="1600" b="1">
                <a:solidFill>
                  <a:srgbClr val="CC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546" name="Rectangle 10"/>
            <p:cNvSpPr>
              <a:spLocks noChangeArrowheads="1"/>
            </p:cNvSpPr>
            <p:nvPr/>
          </p:nvSpPr>
          <p:spPr bwMode="auto">
            <a:xfrm>
              <a:off x="7935775" y="2146505"/>
              <a:ext cx="714380" cy="625475"/>
            </a:xfrm>
            <a:prstGeom prst="rect">
              <a:avLst/>
            </a:prstGeom>
            <a:noFill/>
            <a:ln w="25400">
              <a:solidFill>
                <a:srgbClr val="CC66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82" name="圆角矩形标注 81"/>
          <p:cNvSpPr/>
          <p:nvPr/>
        </p:nvSpPr>
        <p:spPr>
          <a:xfrm>
            <a:off x="236538" y="4487863"/>
            <a:ext cx="5116512" cy="1500187"/>
          </a:xfrm>
          <a:prstGeom prst="wedgeRoundRectCallout">
            <a:avLst>
              <a:gd name="adj1" fmla="val -20463"/>
              <a:gd name="adj2" fmla="val -90201"/>
              <a:gd name="adj3" fmla="val 16667"/>
            </a:avLst>
          </a:prstGeom>
          <a:solidFill>
            <a:srgbClr val="FFFF00"/>
          </a:solidFill>
          <a:ln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83" name="矩形 82"/>
          <p:cNvSpPr>
            <a:spLocks noChangeArrowheads="1"/>
          </p:cNvSpPr>
          <p:nvPr/>
        </p:nvSpPr>
        <p:spPr bwMode="auto">
          <a:xfrm>
            <a:off x="307975" y="4487863"/>
            <a:ext cx="5033963" cy="1419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确定输入变量和输出变量，并逻辑赋值。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确定电路的状态数目，并定义状态含义。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画出原始状态转换图。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8" name="圆角矩形标注 87"/>
          <p:cNvSpPr/>
          <p:nvPr/>
        </p:nvSpPr>
        <p:spPr>
          <a:xfrm>
            <a:off x="1598613" y="4500563"/>
            <a:ext cx="5116512" cy="1500187"/>
          </a:xfrm>
          <a:prstGeom prst="wedgeRoundRectCallout">
            <a:avLst>
              <a:gd name="adj1" fmla="val -20463"/>
              <a:gd name="adj2" fmla="val -90201"/>
              <a:gd name="adj3" fmla="val 16667"/>
            </a:avLst>
          </a:prstGeom>
          <a:solidFill>
            <a:srgbClr val="FFFF00"/>
          </a:solidFill>
          <a:ln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89" name="矩形 88"/>
          <p:cNvSpPr>
            <a:spLocks noChangeArrowheads="1"/>
          </p:cNvSpPr>
          <p:nvPr/>
        </p:nvSpPr>
        <p:spPr bwMode="auto">
          <a:xfrm>
            <a:off x="1741488" y="4643438"/>
            <a:ext cx="4856162" cy="1169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等价状态：</a:t>
            </a: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两个状态在相同的输入下有相同的输出，并转换到同一次态。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状态化简就是将等价状态合并。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1" name="圆角矩形标注 90"/>
          <p:cNvSpPr/>
          <p:nvPr/>
        </p:nvSpPr>
        <p:spPr>
          <a:xfrm>
            <a:off x="2811463" y="4643438"/>
            <a:ext cx="5572125" cy="1928812"/>
          </a:xfrm>
          <a:prstGeom prst="wedgeRoundRectCallout">
            <a:avLst>
              <a:gd name="adj1" fmla="val -20463"/>
              <a:gd name="adj2" fmla="val -90201"/>
              <a:gd name="adj3" fmla="val 16667"/>
            </a:avLst>
          </a:prstGeom>
          <a:solidFill>
            <a:srgbClr val="FFFF00"/>
          </a:solidFill>
          <a:ln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92" name="矩形 91"/>
          <p:cNvSpPr>
            <a:spLocks noChangeArrowheads="1"/>
          </p:cNvSpPr>
          <p:nvPr/>
        </p:nvSpPr>
        <p:spPr bwMode="auto">
          <a:xfrm>
            <a:off x="2905125" y="4714875"/>
            <a:ext cx="28543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确定触发器的数目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5" name="组合 94"/>
          <p:cNvGrpSpPr/>
          <p:nvPr/>
        </p:nvGrpSpPr>
        <p:grpSpPr bwMode="auto">
          <a:xfrm>
            <a:off x="3119438" y="5214938"/>
            <a:ext cx="4297362" cy="703262"/>
            <a:chOff x="2857488" y="5286388"/>
            <a:chExt cx="4297971" cy="703120"/>
          </a:xfrm>
        </p:grpSpPr>
        <p:graphicFrame>
          <p:nvGraphicFramePr>
            <p:cNvPr id="64543" name="Object 2"/>
            <p:cNvGraphicFramePr>
              <a:graphicFrameLocks noChangeAspect="1"/>
            </p:cNvGraphicFramePr>
            <p:nvPr/>
          </p:nvGraphicFramePr>
          <p:xfrm>
            <a:off x="4143372" y="5715016"/>
            <a:ext cx="1371592" cy="2744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528" name="Equation" r:id="rId1" imgW="862965" imgH="190500" progId="Equation.3">
                    <p:embed/>
                  </p:oleObj>
                </mc:Choice>
                <mc:Fallback>
                  <p:oleObj name="Equation" r:id="rId1" imgW="862965" imgH="190500" progId="Equation.3">
                    <p:embed/>
                    <p:pic>
                      <p:nvPicPr>
                        <p:cNvPr id="0" name="图片 205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43372" y="5715016"/>
                          <a:ext cx="1371592" cy="2744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64544" name="矩形 93"/>
            <p:cNvSpPr>
              <a:spLocks noChangeArrowheads="1"/>
            </p:cNvSpPr>
            <p:nvPr/>
          </p:nvSpPr>
          <p:spPr bwMode="auto">
            <a:xfrm>
              <a:off x="2857488" y="5286388"/>
              <a:ext cx="429797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若电路所需的状态数为</a:t>
              </a:r>
              <a:r>
                <a:rPr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</a:t>
              </a:r>
              <a:r>
                <a:rPr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，应满足：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</p:grpSp>
      <p:sp>
        <p:nvSpPr>
          <p:cNvPr id="96" name="矩形 95"/>
          <p:cNvSpPr>
            <a:spLocks noChangeArrowheads="1"/>
          </p:cNvSpPr>
          <p:nvPr/>
        </p:nvSpPr>
        <p:spPr bwMode="auto">
          <a:xfrm>
            <a:off x="2905125" y="5875338"/>
            <a:ext cx="5549900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状态编码，</a:t>
            </a: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即为每个状态赋予一个二值代码。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7" name="圆角矩形标注 96"/>
          <p:cNvSpPr/>
          <p:nvPr/>
        </p:nvSpPr>
        <p:spPr>
          <a:xfrm>
            <a:off x="2025650" y="4500563"/>
            <a:ext cx="5545138" cy="1714500"/>
          </a:xfrm>
          <a:prstGeom prst="wedgeRoundRectCallout">
            <a:avLst>
              <a:gd name="adj1" fmla="val 20898"/>
              <a:gd name="adj2" fmla="val -86037"/>
              <a:gd name="adj3" fmla="val 16667"/>
            </a:avLst>
          </a:prstGeom>
          <a:solidFill>
            <a:srgbClr val="FFFF00"/>
          </a:solidFill>
          <a:ln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98" name="矩形 97"/>
          <p:cNvSpPr>
            <a:spLocks noChangeArrowheads="1"/>
          </p:cNvSpPr>
          <p:nvPr/>
        </p:nvSpPr>
        <p:spPr bwMode="auto">
          <a:xfrm>
            <a:off x="2097088" y="5072063"/>
            <a:ext cx="5357812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选定触发器的类型，如 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触发器、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JK</a:t>
            </a: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触发器。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9" name="矩形 98"/>
          <p:cNvSpPr>
            <a:spLocks noChangeArrowheads="1"/>
          </p:cNvSpPr>
          <p:nvPr/>
        </p:nvSpPr>
        <p:spPr bwMode="auto">
          <a:xfrm>
            <a:off x="2097088" y="4572000"/>
            <a:ext cx="3929062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求电路的输出方程和状态方程。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矩形 99"/>
          <p:cNvSpPr>
            <a:spLocks noChangeArrowheads="1"/>
          </p:cNvSpPr>
          <p:nvPr/>
        </p:nvSpPr>
        <p:spPr bwMode="auto">
          <a:xfrm>
            <a:off x="2097088" y="5572125"/>
            <a:ext cx="3929062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求电路的驱动方程。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" name="Text Box 16"/>
          <p:cNvSpPr txBox="1">
            <a:spLocks noChangeArrowheads="1"/>
          </p:cNvSpPr>
          <p:nvPr/>
        </p:nvSpPr>
        <p:spPr bwMode="auto">
          <a:xfrm>
            <a:off x="1071563" y="1109663"/>
            <a:ext cx="59197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同步时序电路设计的基本原则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" name="矩形 102"/>
          <p:cNvSpPr>
            <a:spLocks noChangeArrowheads="1"/>
          </p:cNvSpPr>
          <p:nvPr/>
        </p:nvSpPr>
        <p:spPr bwMode="auto">
          <a:xfrm>
            <a:off x="1357313" y="1500188"/>
            <a:ext cx="7000875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用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SSI</a:t>
            </a: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设计：触发器和门电路的数目最少，输入端数目最少。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矩形 103"/>
          <p:cNvSpPr>
            <a:spLocks noChangeArrowheads="1"/>
          </p:cNvSpPr>
          <p:nvPr/>
        </p:nvSpPr>
        <p:spPr bwMode="auto">
          <a:xfrm>
            <a:off x="1357313" y="2017713"/>
            <a:ext cx="7000875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用</a:t>
            </a: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MSI</a:t>
            </a:r>
            <a:r>
              <a:rPr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设计：集成电路的数目最少，种类最少，连线最少。</a:t>
            </a:r>
            <a:endParaRPr lang="en-US" altLang="zh-CN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82" grpId="0" animBg="1"/>
      <p:bldP spid="82" grpId="1" animBg="1"/>
      <p:bldP spid="83" grpId="0" build="allAtOnce"/>
      <p:bldP spid="88" grpId="0" animBg="1"/>
      <p:bldP spid="88" grpId="1" animBg="1"/>
      <p:bldP spid="89" grpId="0" build="allAtOnce"/>
      <p:bldP spid="91" grpId="0" animBg="1"/>
      <p:bldP spid="91" grpId="1" animBg="1"/>
      <p:bldP spid="92" grpId="0"/>
      <p:bldP spid="92" grpId="1"/>
      <p:bldP spid="96" grpId="0"/>
      <p:bldP spid="96" grpId="1"/>
      <p:bldP spid="97" grpId="0" animBg="1"/>
      <p:bldP spid="97" grpId="1" animBg="1"/>
      <p:bldP spid="98" grpId="0"/>
      <p:bldP spid="98" grpId="1"/>
      <p:bldP spid="99" grpId="0"/>
      <p:bldP spid="99" grpId="1"/>
      <p:bldP spid="100" grpId="0"/>
      <p:bldP spid="100" grpId="1"/>
      <p:bldP spid="102" grpId="0"/>
      <p:bldP spid="103" grpId="0"/>
      <p:bldP spid="104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Text Box 16"/>
          <p:cNvSpPr txBox="1">
            <a:spLocks noChangeArrowheads="1"/>
          </p:cNvSpPr>
          <p:nvPr/>
        </p:nvSpPr>
        <p:spPr bwMode="auto">
          <a:xfrm>
            <a:off x="428625" y="71438"/>
            <a:ext cx="59197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同步时序电路设计举例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827088" y="1428750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zh-CN" altLang="en-US" sz="2400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1639888" y="1785938"/>
            <a:ext cx="69342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）输出变量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：借位输出，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有借位；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0-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无借位。</a:t>
            </a:r>
            <a:endParaRPr lang="en-US" altLang="zh-CN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1285875" y="1428750"/>
            <a:ext cx="2195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）逻辑抽象</a:t>
            </a:r>
            <a:endParaRPr lang="zh-CN" altLang="en-US" sz="2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1643063" y="2357438"/>
            <a:ext cx="46815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）电路有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个计数 状态，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~S</a:t>
            </a:r>
            <a:r>
              <a:rPr lang="en-US" altLang="zh-CN" sz="24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1643063" y="2824163"/>
            <a:ext cx="31226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）原始状态转换图。</a:t>
            </a:r>
            <a:endParaRPr lang="zh-CN" altLang="en-US" sz="2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1" name="矩形 80"/>
          <p:cNvSpPr>
            <a:spLocks noChangeArrowheads="1"/>
          </p:cNvSpPr>
          <p:nvPr/>
        </p:nvSpPr>
        <p:spPr bwMode="auto">
          <a:xfrm>
            <a:off x="1285875" y="4895850"/>
            <a:ext cx="2195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）状态分配</a:t>
            </a:r>
            <a:endParaRPr lang="zh-CN" altLang="en-US" sz="2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2" name="矩形 81"/>
          <p:cNvSpPr>
            <a:spLocks noChangeArrowheads="1"/>
          </p:cNvSpPr>
          <p:nvPr/>
        </p:nvSpPr>
        <p:spPr bwMode="auto">
          <a:xfrm>
            <a:off x="1571625" y="5324475"/>
            <a:ext cx="62515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）电路状态数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M=5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，取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n=3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，需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个触发器。</a:t>
            </a:r>
            <a:endParaRPr lang="zh-CN" altLang="en-US" sz="2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84"/>
          <p:cNvGrpSpPr/>
          <p:nvPr/>
        </p:nvGrpSpPr>
        <p:grpSpPr bwMode="auto">
          <a:xfrm>
            <a:off x="1571625" y="5791200"/>
            <a:ext cx="5132388" cy="852488"/>
            <a:chOff x="1571604" y="5506066"/>
            <a:chExt cx="5133136" cy="851892"/>
          </a:xfrm>
        </p:grpSpPr>
        <p:sp>
          <p:nvSpPr>
            <p:cNvPr id="65578" name="矩形 82"/>
            <p:cNvSpPr>
              <a:spLocks noChangeArrowheads="1"/>
            </p:cNvSpPr>
            <p:nvPr/>
          </p:nvSpPr>
          <p:spPr bwMode="auto">
            <a:xfrm>
              <a:off x="1571604" y="5506066"/>
              <a:ext cx="513313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）状态编码：采用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位二进制编码。</a:t>
              </a:r>
              <a:endParaRPr lang="zh-CN" altLang="en-US" sz="2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579" name="矩形 83"/>
            <p:cNvSpPr>
              <a:spLocks noChangeArrowheads="1"/>
            </p:cNvSpPr>
            <p:nvPr/>
          </p:nvSpPr>
          <p:spPr bwMode="auto">
            <a:xfrm>
              <a:off x="3619492" y="5896293"/>
              <a:ext cx="303320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取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~S</a:t>
              </a:r>
              <a:r>
                <a:rPr lang="en-US" altLang="zh-CN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zh-CN" altLang="en-US" sz="2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为 </a:t>
              </a:r>
              <a:r>
                <a:rPr lang="en-US" altLang="zh-CN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000~100</a:t>
              </a:r>
              <a:r>
                <a:rPr lang="zh-CN" alt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。</a:t>
              </a:r>
              <a:endParaRPr lang="zh-CN" altLang="en-US" sz="2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" name="组合 86"/>
          <p:cNvGrpSpPr/>
          <p:nvPr/>
        </p:nvGrpSpPr>
        <p:grpSpPr bwMode="auto">
          <a:xfrm>
            <a:off x="500063" y="571500"/>
            <a:ext cx="8147050" cy="857250"/>
            <a:chOff x="500033" y="571477"/>
            <a:chExt cx="8146783" cy="857236"/>
          </a:xfrm>
        </p:grpSpPr>
        <p:sp>
          <p:nvSpPr>
            <p:cNvPr id="65576" name="矩形 2"/>
            <p:cNvSpPr>
              <a:spLocks noChangeArrowheads="1"/>
            </p:cNvSpPr>
            <p:nvPr/>
          </p:nvSpPr>
          <p:spPr bwMode="auto">
            <a:xfrm>
              <a:off x="500033" y="571477"/>
              <a:ext cx="8146783" cy="4616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例</a:t>
              </a:r>
              <a:r>
                <a:rPr lang="en-US" altLang="zh-CN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：设计一个带有借位输出的同步五进制减法计数器。</a:t>
              </a:r>
              <a:endParaRPr lang="zh-CN" altLang="en-US" sz="24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577" name="矩形 2"/>
            <p:cNvSpPr>
              <a:spLocks noChangeArrowheads="1"/>
            </p:cNvSpPr>
            <p:nvPr/>
          </p:nvSpPr>
          <p:spPr bwMode="auto">
            <a:xfrm>
              <a:off x="1520643" y="967048"/>
              <a:ext cx="490871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用</a:t>
              </a:r>
              <a:r>
                <a:rPr lang="en-US" altLang="zh-CN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JK</a:t>
              </a:r>
              <a:r>
                <a:rPr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触发器和必要的门电路实现。</a:t>
              </a:r>
              <a:endParaRPr lang="zh-CN" altLang="en-US" sz="24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" name="组合 91"/>
          <p:cNvGrpSpPr/>
          <p:nvPr/>
        </p:nvGrpSpPr>
        <p:grpSpPr bwMode="auto">
          <a:xfrm>
            <a:off x="2174875" y="3294063"/>
            <a:ext cx="2611438" cy="1543050"/>
            <a:chOff x="2174587" y="3294620"/>
            <a:chExt cx="2611727" cy="1541944"/>
          </a:xfrm>
        </p:grpSpPr>
        <p:grpSp>
          <p:nvGrpSpPr>
            <p:cNvPr id="65550" name="组合 79"/>
            <p:cNvGrpSpPr/>
            <p:nvPr/>
          </p:nvGrpSpPr>
          <p:grpSpPr bwMode="auto">
            <a:xfrm>
              <a:off x="2174587" y="3317666"/>
              <a:ext cx="2611698" cy="1397218"/>
              <a:chOff x="2071670" y="3286124"/>
              <a:chExt cx="2611698" cy="1397218"/>
            </a:xfrm>
          </p:grpSpPr>
          <p:sp>
            <p:nvSpPr>
              <p:cNvPr id="65555" name="Line 42"/>
              <p:cNvSpPr>
                <a:spLocks noChangeShapeType="1"/>
              </p:cNvSpPr>
              <p:nvPr/>
            </p:nvSpPr>
            <p:spPr bwMode="auto">
              <a:xfrm>
                <a:off x="2611666" y="3657901"/>
                <a:ext cx="5040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5556" name="组合 212"/>
              <p:cNvGrpSpPr/>
              <p:nvPr/>
            </p:nvGrpSpPr>
            <p:grpSpPr bwMode="auto">
              <a:xfrm>
                <a:off x="2071670" y="3389104"/>
                <a:ext cx="539996" cy="539962"/>
                <a:chOff x="928661" y="2571743"/>
                <a:chExt cx="540000" cy="540000"/>
              </a:xfrm>
            </p:grpSpPr>
            <p:sp>
              <p:nvSpPr>
                <p:cNvPr id="65574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5575" name="矩形 65"/>
                <p:cNvSpPr>
                  <a:spLocks noChangeArrowheads="1"/>
                </p:cNvSpPr>
                <p:nvPr/>
              </p:nvSpPr>
              <p:spPr bwMode="auto">
                <a:xfrm>
                  <a:off x="1000100" y="2643182"/>
                  <a:ext cx="389850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S</a:t>
                  </a:r>
                  <a:r>
                    <a:rPr lang="en-US" altLang="zh-CN" sz="18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65557" name="组合 213"/>
              <p:cNvGrpSpPr/>
              <p:nvPr/>
            </p:nvGrpSpPr>
            <p:grpSpPr bwMode="auto">
              <a:xfrm>
                <a:off x="3111732" y="3389104"/>
                <a:ext cx="539996" cy="539962"/>
                <a:chOff x="928661" y="2571743"/>
                <a:chExt cx="540000" cy="540000"/>
              </a:xfrm>
            </p:grpSpPr>
            <p:sp>
              <p:nvSpPr>
                <p:cNvPr id="65572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5573" name="矩形 63"/>
                <p:cNvSpPr>
                  <a:spLocks noChangeArrowheads="1"/>
                </p:cNvSpPr>
                <p:nvPr/>
              </p:nvSpPr>
              <p:spPr bwMode="auto">
                <a:xfrm>
                  <a:off x="1000100" y="2643182"/>
                  <a:ext cx="389853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S</a:t>
                  </a:r>
                  <a:r>
                    <a:rPr lang="en-US" altLang="zh-CN" sz="18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4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65558" name="组合 213"/>
              <p:cNvGrpSpPr/>
              <p:nvPr/>
            </p:nvGrpSpPr>
            <p:grpSpPr bwMode="auto">
              <a:xfrm>
                <a:off x="4143372" y="3357562"/>
                <a:ext cx="539996" cy="539962"/>
                <a:chOff x="928661" y="2571743"/>
                <a:chExt cx="540000" cy="540000"/>
              </a:xfrm>
            </p:grpSpPr>
            <p:sp>
              <p:nvSpPr>
                <p:cNvPr id="65570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5571" name="矩形 61"/>
                <p:cNvSpPr>
                  <a:spLocks noChangeArrowheads="1"/>
                </p:cNvSpPr>
                <p:nvPr/>
              </p:nvSpPr>
              <p:spPr bwMode="auto">
                <a:xfrm>
                  <a:off x="1000100" y="2643182"/>
                  <a:ext cx="389853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S</a:t>
                  </a:r>
                  <a:r>
                    <a:rPr lang="en-US" altLang="zh-CN" sz="18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65559" name="组合 213"/>
              <p:cNvGrpSpPr/>
              <p:nvPr/>
            </p:nvGrpSpPr>
            <p:grpSpPr bwMode="auto">
              <a:xfrm>
                <a:off x="3674814" y="4143380"/>
                <a:ext cx="539996" cy="539962"/>
                <a:chOff x="928661" y="2571743"/>
                <a:chExt cx="540000" cy="540000"/>
              </a:xfrm>
            </p:grpSpPr>
            <p:sp>
              <p:nvSpPr>
                <p:cNvPr id="65568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5569" name="矩形 59"/>
                <p:cNvSpPr>
                  <a:spLocks noChangeArrowheads="1"/>
                </p:cNvSpPr>
                <p:nvPr/>
              </p:nvSpPr>
              <p:spPr bwMode="auto">
                <a:xfrm>
                  <a:off x="1000100" y="2643182"/>
                  <a:ext cx="389853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S</a:t>
                  </a:r>
                  <a:r>
                    <a:rPr lang="en-US" altLang="zh-CN" sz="18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65560" name="Line 42"/>
              <p:cNvSpPr>
                <a:spLocks noChangeShapeType="1"/>
              </p:cNvSpPr>
              <p:nvPr/>
            </p:nvSpPr>
            <p:spPr bwMode="auto">
              <a:xfrm flipH="1">
                <a:off x="4143372" y="3890256"/>
                <a:ext cx="214314" cy="32456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5561" name="组合 213"/>
              <p:cNvGrpSpPr/>
              <p:nvPr/>
            </p:nvGrpSpPr>
            <p:grpSpPr bwMode="auto">
              <a:xfrm>
                <a:off x="2634752" y="4143380"/>
                <a:ext cx="539996" cy="539962"/>
                <a:chOff x="928661" y="2571743"/>
                <a:chExt cx="540000" cy="540000"/>
              </a:xfrm>
            </p:grpSpPr>
            <p:sp>
              <p:nvSpPr>
                <p:cNvPr id="65566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5567" name="矩形 37"/>
                <p:cNvSpPr>
                  <a:spLocks noChangeArrowheads="1"/>
                </p:cNvSpPr>
                <p:nvPr/>
              </p:nvSpPr>
              <p:spPr bwMode="auto">
                <a:xfrm>
                  <a:off x="1000100" y="2643182"/>
                  <a:ext cx="389853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S</a:t>
                  </a:r>
                  <a:r>
                    <a:rPr lang="en-US" altLang="zh-CN" sz="18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65562" name="Line 42"/>
              <p:cNvSpPr>
                <a:spLocks noChangeShapeType="1"/>
              </p:cNvSpPr>
              <p:nvPr/>
            </p:nvSpPr>
            <p:spPr bwMode="auto">
              <a:xfrm>
                <a:off x="3643306" y="3643314"/>
                <a:ext cx="5040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65563" name="Line 42"/>
              <p:cNvSpPr>
                <a:spLocks noChangeShapeType="1"/>
              </p:cNvSpPr>
              <p:nvPr/>
            </p:nvSpPr>
            <p:spPr bwMode="auto">
              <a:xfrm flipH="1">
                <a:off x="3174748" y="4429132"/>
                <a:ext cx="5040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65564" name="Line 42"/>
              <p:cNvSpPr>
                <a:spLocks noChangeShapeType="1"/>
              </p:cNvSpPr>
              <p:nvPr/>
            </p:nvSpPr>
            <p:spPr bwMode="auto">
              <a:xfrm>
                <a:off x="2500298" y="3890818"/>
                <a:ext cx="214314" cy="32400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65565" name="矩形 78"/>
              <p:cNvSpPr>
                <a:spLocks noChangeArrowheads="1"/>
              </p:cNvSpPr>
              <p:nvPr/>
            </p:nvSpPr>
            <p:spPr bwMode="auto">
              <a:xfrm>
                <a:off x="2643174" y="3286124"/>
                <a:ext cx="42191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zh-CN" altLang="en-US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zh-CN" altLang="en-US" sz="18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65551" name="矩形 87"/>
            <p:cNvSpPr>
              <a:spLocks noChangeArrowheads="1"/>
            </p:cNvSpPr>
            <p:nvPr/>
          </p:nvSpPr>
          <p:spPr bwMode="auto">
            <a:xfrm>
              <a:off x="3813538" y="3294620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552" name="矩形 88"/>
            <p:cNvSpPr>
              <a:spLocks noChangeArrowheads="1"/>
            </p:cNvSpPr>
            <p:nvPr/>
          </p:nvSpPr>
          <p:spPr bwMode="auto">
            <a:xfrm>
              <a:off x="4364404" y="3988362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553" name="矩形 89"/>
            <p:cNvSpPr>
              <a:spLocks noChangeArrowheads="1"/>
            </p:cNvSpPr>
            <p:nvPr/>
          </p:nvSpPr>
          <p:spPr bwMode="auto">
            <a:xfrm>
              <a:off x="3357554" y="4467232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554" name="矩形 90"/>
            <p:cNvSpPr>
              <a:spLocks noChangeArrowheads="1"/>
            </p:cNvSpPr>
            <p:nvPr/>
          </p:nvSpPr>
          <p:spPr bwMode="auto">
            <a:xfrm>
              <a:off x="2285984" y="3988362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5549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81" grpId="0"/>
      <p:bldP spid="82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矩形 61"/>
          <p:cNvSpPr>
            <a:spLocks noChangeArrowheads="1"/>
          </p:cNvSpPr>
          <p:nvPr/>
        </p:nvSpPr>
        <p:spPr bwMode="auto">
          <a:xfrm>
            <a:off x="357188" y="571500"/>
            <a:ext cx="2813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）状态图和状态表</a:t>
            </a:r>
            <a:endParaRPr lang="zh-CN" altLang="en-US" sz="2400">
              <a:solidFill>
                <a:srgbClr val="000000"/>
              </a:solidFill>
            </a:endParaRPr>
          </a:p>
        </p:txBody>
      </p:sp>
      <p:grpSp>
        <p:nvGrpSpPr>
          <p:cNvPr id="2" name="组合 84"/>
          <p:cNvGrpSpPr/>
          <p:nvPr/>
        </p:nvGrpSpPr>
        <p:grpSpPr bwMode="auto">
          <a:xfrm>
            <a:off x="571500" y="3213100"/>
            <a:ext cx="3071813" cy="2144713"/>
            <a:chOff x="1285852" y="3071810"/>
            <a:chExt cx="3071834" cy="2144728"/>
          </a:xfrm>
        </p:grpSpPr>
        <p:sp>
          <p:nvSpPr>
            <p:cNvPr id="86" name="矩形 85"/>
            <p:cNvSpPr/>
            <p:nvPr/>
          </p:nvSpPr>
          <p:spPr>
            <a:xfrm>
              <a:off x="1285852" y="3500438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0   0   0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66665" name="Object 10"/>
            <p:cNvGraphicFramePr>
              <a:graphicFrameLocks noChangeAspect="1"/>
            </p:cNvGraphicFramePr>
            <p:nvPr/>
          </p:nvGraphicFramePr>
          <p:xfrm>
            <a:off x="1350225" y="3143248"/>
            <a:ext cx="311834" cy="3460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2210" name="公式" r:id="rId1" imgW="125095" imgH="137795" progId="Equation.3">
                    <p:embed/>
                  </p:oleObj>
                </mc:Choice>
                <mc:Fallback>
                  <p:oleObj name="公式" r:id="rId1" imgW="125095" imgH="137795" progId="Equation.3">
                    <p:embed/>
                    <p:pic>
                      <p:nvPicPr>
                        <p:cNvPr id="0" name="图片 2220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50225" y="3143248"/>
                          <a:ext cx="311834" cy="3460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6666" name="Object 11"/>
            <p:cNvGraphicFramePr>
              <a:graphicFrameLocks noChangeAspect="1"/>
            </p:cNvGraphicFramePr>
            <p:nvPr/>
          </p:nvGraphicFramePr>
          <p:xfrm>
            <a:off x="1714480" y="3143248"/>
            <a:ext cx="311150" cy="346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2211" name="公式" r:id="rId3" imgW="125095" imgH="137795" progId="Equation.3">
                    <p:embed/>
                  </p:oleObj>
                </mc:Choice>
                <mc:Fallback>
                  <p:oleObj name="公式" r:id="rId3" imgW="125095" imgH="137795" progId="Equation.3">
                    <p:embed/>
                    <p:pic>
                      <p:nvPicPr>
                        <p:cNvPr id="0" name="图片 222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14480" y="3143248"/>
                          <a:ext cx="311150" cy="346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6667" name="Object 12"/>
            <p:cNvGraphicFramePr>
              <a:graphicFrameLocks noChangeAspect="1"/>
            </p:cNvGraphicFramePr>
            <p:nvPr/>
          </p:nvGraphicFramePr>
          <p:xfrm>
            <a:off x="2046288" y="3133725"/>
            <a:ext cx="311150" cy="365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2212" name="公式" r:id="rId5" imgW="125095" imgH="150495" progId="Equation.3">
                    <p:embed/>
                  </p:oleObj>
                </mc:Choice>
                <mc:Fallback>
                  <p:oleObj name="公式" r:id="rId5" imgW="125095" imgH="150495" progId="Equation.3">
                    <p:embed/>
                    <p:pic>
                      <p:nvPicPr>
                        <p:cNvPr id="0" name="图片 2221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46288" y="3133725"/>
                          <a:ext cx="311150" cy="365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0" name="矩形 89"/>
            <p:cNvSpPr/>
            <p:nvPr/>
          </p:nvSpPr>
          <p:spPr>
            <a:xfrm>
              <a:off x="2527285" y="3509963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1   0   0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66669" name="Object 13"/>
            <p:cNvGraphicFramePr>
              <a:graphicFrameLocks noChangeAspect="1"/>
            </p:cNvGraphicFramePr>
            <p:nvPr/>
          </p:nvGraphicFramePr>
          <p:xfrm>
            <a:off x="2528888" y="3152775"/>
            <a:ext cx="439737" cy="346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2213" name="公式" r:id="rId7" imgW="238125" imgH="137795" progId="Equation.3">
                    <p:embed/>
                  </p:oleObj>
                </mc:Choice>
                <mc:Fallback>
                  <p:oleObj name="公式" r:id="rId7" imgW="238125" imgH="137795" progId="Equation.3">
                    <p:embed/>
                    <p:pic>
                      <p:nvPicPr>
                        <p:cNvPr id="0" name="图片 222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28888" y="3152775"/>
                          <a:ext cx="439737" cy="346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6670" name="Object 14"/>
            <p:cNvGraphicFramePr>
              <a:graphicFrameLocks noChangeAspect="1"/>
            </p:cNvGraphicFramePr>
            <p:nvPr/>
          </p:nvGraphicFramePr>
          <p:xfrm>
            <a:off x="2892425" y="3152775"/>
            <a:ext cx="438150" cy="346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2214" name="公式" r:id="rId9" imgW="238125" imgH="137795" progId="Equation.3">
                    <p:embed/>
                  </p:oleObj>
                </mc:Choice>
                <mc:Fallback>
                  <p:oleObj name="公式" r:id="rId9" imgW="238125" imgH="137795" progId="Equation.3">
                    <p:embed/>
                    <p:pic>
                      <p:nvPicPr>
                        <p:cNvPr id="0" name="图片 2221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92425" y="3152775"/>
                          <a:ext cx="438150" cy="346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6671" name="Object 15"/>
            <p:cNvGraphicFramePr>
              <a:graphicFrameLocks noChangeAspect="1"/>
            </p:cNvGraphicFramePr>
            <p:nvPr/>
          </p:nvGraphicFramePr>
          <p:xfrm>
            <a:off x="3276594" y="3143250"/>
            <a:ext cx="438150" cy="365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2215" name="公式" r:id="rId11" imgW="238125" imgH="150495" progId="Equation.3">
                    <p:embed/>
                  </p:oleObj>
                </mc:Choice>
                <mc:Fallback>
                  <p:oleObj name="公式" r:id="rId11" imgW="238125" imgH="150495" progId="Equation.3">
                    <p:embed/>
                    <p:pic>
                      <p:nvPicPr>
                        <p:cNvPr id="0" name="图片 222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76594" y="3143250"/>
                          <a:ext cx="438150" cy="365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4" name="矩形 93"/>
            <p:cNvSpPr/>
            <p:nvPr/>
          </p:nvSpPr>
          <p:spPr>
            <a:xfrm>
              <a:off x="1285852" y="3805240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1   0   0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95" name="矩形 94"/>
            <p:cNvSpPr/>
            <p:nvPr/>
          </p:nvSpPr>
          <p:spPr>
            <a:xfrm>
              <a:off x="2527285" y="3814765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0   1   1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96" name="矩形 95"/>
            <p:cNvSpPr/>
            <p:nvPr/>
          </p:nvSpPr>
          <p:spPr>
            <a:xfrm>
              <a:off x="1285852" y="4143380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0   1   1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97" name="矩形 96"/>
            <p:cNvSpPr/>
            <p:nvPr/>
          </p:nvSpPr>
          <p:spPr>
            <a:xfrm>
              <a:off x="2527285" y="4152906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0   1   0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98" name="矩形 97"/>
            <p:cNvSpPr/>
            <p:nvPr/>
          </p:nvSpPr>
          <p:spPr>
            <a:xfrm>
              <a:off x="1285852" y="4448183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0   1   0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99" name="矩形 98"/>
            <p:cNvSpPr/>
            <p:nvPr/>
          </p:nvSpPr>
          <p:spPr>
            <a:xfrm>
              <a:off x="2527285" y="4457708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0   0   1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100" name="矩形 99"/>
            <p:cNvSpPr/>
            <p:nvPr/>
          </p:nvSpPr>
          <p:spPr>
            <a:xfrm>
              <a:off x="1285852" y="4786322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0   0   1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101" name="矩形 100"/>
            <p:cNvSpPr/>
            <p:nvPr/>
          </p:nvSpPr>
          <p:spPr>
            <a:xfrm>
              <a:off x="2527285" y="4795847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0   0   0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cxnSp>
          <p:nvCxnSpPr>
            <p:cNvPr id="102" name="直接连接符 101"/>
            <p:cNvCxnSpPr/>
            <p:nvPr/>
          </p:nvCxnSpPr>
          <p:spPr>
            <a:xfrm>
              <a:off x="1285852" y="3071810"/>
              <a:ext cx="3071834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接连接符 102"/>
            <p:cNvCxnSpPr/>
            <p:nvPr/>
          </p:nvCxnSpPr>
          <p:spPr>
            <a:xfrm>
              <a:off x="1285852" y="3498851"/>
              <a:ext cx="3071834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接连接符 103"/>
            <p:cNvCxnSpPr/>
            <p:nvPr/>
          </p:nvCxnSpPr>
          <p:spPr>
            <a:xfrm>
              <a:off x="1285852" y="5214950"/>
              <a:ext cx="3071834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接连接符 104"/>
            <p:cNvCxnSpPr/>
            <p:nvPr/>
          </p:nvCxnSpPr>
          <p:spPr>
            <a:xfrm rot="5400000">
              <a:off x="1358083" y="4142586"/>
              <a:ext cx="2143140" cy="1588"/>
            </a:xfrm>
            <a:prstGeom prst="line">
              <a:avLst/>
            </a:prstGeom>
            <a:ln w="25400" cmpd="dbl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接连接符 105"/>
            <p:cNvCxnSpPr/>
            <p:nvPr/>
          </p:nvCxnSpPr>
          <p:spPr>
            <a:xfrm rot="5400000">
              <a:off x="2715406" y="4142586"/>
              <a:ext cx="2143140" cy="15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685" name="矩形 106"/>
            <p:cNvSpPr>
              <a:spLocks noChangeArrowheads="1"/>
            </p:cNvSpPr>
            <p:nvPr/>
          </p:nvSpPr>
          <p:spPr bwMode="auto">
            <a:xfrm>
              <a:off x="3930060" y="3143248"/>
              <a:ext cx="356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108" name="矩形 107"/>
            <p:cNvSpPr/>
            <p:nvPr/>
          </p:nvSpPr>
          <p:spPr>
            <a:xfrm>
              <a:off x="3956045" y="3500438"/>
              <a:ext cx="33179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109" name="矩形 108"/>
            <p:cNvSpPr/>
            <p:nvPr/>
          </p:nvSpPr>
          <p:spPr>
            <a:xfrm>
              <a:off x="3956045" y="3805240"/>
              <a:ext cx="33179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110" name="矩形 109"/>
            <p:cNvSpPr/>
            <p:nvPr/>
          </p:nvSpPr>
          <p:spPr>
            <a:xfrm>
              <a:off x="3956045" y="4143380"/>
              <a:ext cx="33179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111" name="矩形 110"/>
            <p:cNvSpPr/>
            <p:nvPr/>
          </p:nvSpPr>
          <p:spPr>
            <a:xfrm>
              <a:off x="3956045" y="4448183"/>
              <a:ext cx="33179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  <p:sp>
          <p:nvSpPr>
            <p:cNvPr id="112" name="矩形 111"/>
            <p:cNvSpPr/>
            <p:nvPr/>
          </p:nvSpPr>
          <p:spPr>
            <a:xfrm>
              <a:off x="3956045" y="4786322"/>
              <a:ext cx="33179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spc="140" dirty="0">
                <a:solidFill>
                  <a:srgbClr val="000000"/>
                </a:solidFill>
              </a:endParaRPr>
            </a:p>
          </p:txBody>
        </p:sp>
      </p:grpSp>
      <p:sp>
        <p:nvSpPr>
          <p:cNvPr id="113" name="矩形 112"/>
          <p:cNvSpPr>
            <a:spLocks noChangeArrowheads="1"/>
          </p:cNvSpPr>
          <p:nvPr/>
        </p:nvSpPr>
        <p:spPr bwMode="auto">
          <a:xfrm>
            <a:off x="4357688" y="71438"/>
            <a:ext cx="2813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）求电路方程式</a:t>
            </a:r>
            <a:endParaRPr lang="zh-CN" altLang="en-US" sz="2400">
              <a:solidFill>
                <a:srgbClr val="C00000"/>
              </a:solidFill>
            </a:endParaRPr>
          </a:p>
        </p:txBody>
      </p:sp>
      <p:sp>
        <p:nvSpPr>
          <p:cNvPr id="114" name="矩形 113"/>
          <p:cNvSpPr>
            <a:spLocks noChangeArrowheads="1"/>
          </p:cNvSpPr>
          <p:nvPr/>
        </p:nvSpPr>
        <p:spPr bwMode="auto">
          <a:xfrm>
            <a:off x="4814888" y="538163"/>
            <a:ext cx="3400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电路次态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输出卡诺图</a:t>
            </a:r>
            <a:endParaRPr lang="zh-CN" altLang="en-US" sz="2400">
              <a:solidFill>
                <a:srgbClr val="006600"/>
              </a:solidFill>
            </a:endParaRPr>
          </a:p>
        </p:txBody>
      </p:sp>
      <p:grpSp>
        <p:nvGrpSpPr>
          <p:cNvPr id="3" name="组合 156"/>
          <p:cNvGrpSpPr/>
          <p:nvPr/>
        </p:nvGrpSpPr>
        <p:grpSpPr bwMode="auto">
          <a:xfrm>
            <a:off x="3929063" y="1071563"/>
            <a:ext cx="5000625" cy="2357437"/>
            <a:chOff x="3929058" y="1428736"/>
            <a:chExt cx="5000660" cy="2357454"/>
          </a:xfrm>
        </p:grpSpPr>
        <p:grpSp>
          <p:nvGrpSpPr>
            <p:cNvPr id="66632" name="组合 145"/>
            <p:cNvGrpSpPr/>
            <p:nvPr/>
          </p:nvGrpSpPr>
          <p:grpSpPr bwMode="auto">
            <a:xfrm>
              <a:off x="3929058" y="1428736"/>
              <a:ext cx="4857784" cy="2357454"/>
              <a:chOff x="3929058" y="1428736"/>
              <a:chExt cx="4857784" cy="2357454"/>
            </a:xfrm>
          </p:grpSpPr>
          <p:cxnSp>
            <p:nvCxnSpPr>
              <p:cNvPr id="115" name="直接连接符 114"/>
              <p:cNvCxnSpPr/>
              <p:nvPr/>
            </p:nvCxnSpPr>
            <p:spPr>
              <a:xfrm>
                <a:off x="5641982" y="2498719"/>
                <a:ext cx="3143272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接连接符 115"/>
              <p:cNvCxnSpPr/>
              <p:nvPr/>
            </p:nvCxnSpPr>
            <p:spPr>
              <a:xfrm>
                <a:off x="5641982" y="3141660"/>
                <a:ext cx="3143272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接连接符 116"/>
              <p:cNvCxnSpPr/>
              <p:nvPr/>
            </p:nvCxnSpPr>
            <p:spPr>
              <a:xfrm>
                <a:off x="5641982" y="3784603"/>
                <a:ext cx="3143272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接连接符 117"/>
              <p:cNvCxnSpPr/>
              <p:nvPr/>
            </p:nvCxnSpPr>
            <p:spPr>
              <a:xfrm rot="5400000">
                <a:off x="8143105" y="3140867"/>
                <a:ext cx="1285884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接连接符 120"/>
              <p:cNvCxnSpPr/>
              <p:nvPr/>
            </p:nvCxnSpPr>
            <p:spPr>
              <a:xfrm rot="5400000">
                <a:off x="4999833" y="3140867"/>
                <a:ext cx="1285884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接连接符 121"/>
              <p:cNvCxnSpPr/>
              <p:nvPr/>
            </p:nvCxnSpPr>
            <p:spPr>
              <a:xfrm rot="5400000">
                <a:off x="6569882" y="3140867"/>
                <a:ext cx="1285884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接连接符 122"/>
              <p:cNvCxnSpPr/>
              <p:nvPr/>
            </p:nvCxnSpPr>
            <p:spPr>
              <a:xfrm rot="5400000">
                <a:off x="7357288" y="3140867"/>
                <a:ext cx="1285884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接连接符 123"/>
              <p:cNvCxnSpPr/>
              <p:nvPr/>
            </p:nvCxnSpPr>
            <p:spPr>
              <a:xfrm rot="5400000">
                <a:off x="5785652" y="3140867"/>
                <a:ext cx="1285884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接连接符 128"/>
              <p:cNvCxnSpPr/>
              <p:nvPr/>
            </p:nvCxnSpPr>
            <p:spPr>
              <a:xfrm>
                <a:off x="5072066" y="2000240"/>
                <a:ext cx="571504" cy="500066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aphicFrame>
            <p:nvGraphicFramePr>
              <p:cNvPr id="66650" name="Object 16"/>
              <p:cNvGraphicFramePr>
                <a:graphicFrameLocks noChangeAspect="1"/>
              </p:cNvGraphicFramePr>
              <p:nvPr/>
            </p:nvGraphicFramePr>
            <p:xfrm>
              <a:off x="5045984" y="2297121"/>
              <a:ext cx="311834" cy="346061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2216" name="公式" r:id="rId13" imgW="125095" imgH="137795" progId="Equation.3">
                      <p:embed/>
                    </p:oleObj>
                  </mc:Choice>
                  <mc:Fallback>
                    <p:oleObj name="公式" r:id="rId13" imgW="125095" imgH="137795" progId="Equation.3">
                      <p:embed/>
                      <p:pic>
                        <p:nvPicPr>
                          <p:cNvPr id="0" name="图片 222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045984" y="2297121"/>
                            <a:ext cx="311834" cy="346061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6651" name="Object 17"/>
              <p:cNvGraphicFramePr>
                <a:graphicFrameLocks noChangeAspect="1"/>
              </p:cNvGraphicFramePr>
              <p:nvPr/>
            </p:nvGraphicFramePr>
            <p:xfrm>
              <a:off x="5429256" y="1857364"/>
              <a:ext cx="311150" cy="346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2217" name="公式" r:id="rId15" imgW="125095" imgH="137795" progId="Equation.3">
                      <p:embed/>
                    </p:oleObj>
                  </mc:Choice>
                  <mc:Fallback>
                    <p:oleObj name="公式" r:id="rId15" imgW="125095" imgH="137795" progId="Equation.3">
                      <p:embed/>
                      <p:pic>
                        <p:nvPicPr>
                          <p:cNvPr id="0" name="图片 222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429256" y="1857364"/>
                            <a:ext cx="311150" cy="34607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6652" name="Object 18"/>
              <p:cNvGraphicFramePr>
                <a:graphicFrameLocks noChangeAspect="1"/>
              </p:cNvGraphicFramePr>
              <p:nvPr/>
            </p:nvGraphicFramePr>
            <p:xfrm>
              <a:off x="5689610" y="1857364"/>
              <a:ext cx="311150" cy="3651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2218" name="公式" r:id="rId17" imgW="125095" imgH="150495" progId="Equation.3">
                      <p:embed/>
                    </p:oleObj>
                  </mc:Choice>
                  <mc:Fallback>
                    <p:oleObj name="公式" r:id="rId17" imgW="125095" imgH="150495" progId="Equation.3">
                      <p:embed/>
                      <p:pic>
                        <p:nvPicPr>
                          <p:cNvPr id="0" name="图片 2221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689610" y="1857364"/>
                            <a:ext cx="311150" cy="3651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6653" name="Object 19"/>
              <p:cNvGraphicFramePr>
                <a:graphicFrameLocks noChangeAspect="1"/>
              </p:cNvGraphicFramePr>
              <p:nvPr/>
            </p:nvGraphicFramePr>
            <p:xfrm>
              <a:off x="4113224" y="1543037"/>
              <a:ext cx="439737" cy="346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2219" name="公式" r:id="rId19" imgW="238125" imgH="137795" progId="Equation.3">
                      <p:embed/>
                    </p:oleObj>
                  </mc:Choice>
                  <mc:Fallback>
                    <p:oleObj name="公式" r:id="rId19" imgW="238125" imgH="137795" progId="Equation.3">
                      <p:embed/>
                      <p:pic>
                        <p:nvPicPr>
                          <p:cNvPr id="0" name="图片 222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113224" y="1543037"/>
                            <a:ext cx="439737" cy="34607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6654" name="Object 20"/>
              <p:cNvGraphicFramePr>
                <a:graphicFrameLocks noChangeAspect="1"/>
              </p:cNvGraphicFramePr>
              <p:nvPr/>
            </p:nvGraphicFramePr>
            <p:xfrm>
              <a:off x="4476761" y="1543037"/>
              <a:ext cx="438150" cy="346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2220" name="公式" r:id="rId21" imgW="238125" imgH="137795" progId="Equation.3">
                      <p:embed/>
                    </p:oleObj>
                  </mc:Choice>
                  <mc:Fallback>
                    <p:oleObj name="公式" r:id="rId21" imgW="238125" imgH="137795" progId="Equation.3">
                      <p:embed/>
                      <p:pic>
                        <p:nvPicPr>
                          <p:cNvPr id="0" name="图片 2221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476761" y="1543037"/>
                            <a:ext cx="438150" cy="34607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6655" name="Object 21"/>
              <p:cNvGraphicFramePr>
                <a:graphicFrameLocks noChangeAspect="1"/>
              </p:cNvGraphicFramePr>
              <p:nvPr/>
            </p:nvGraphicFramePr>
            <p:xfrm>
              <a:off x="4860930" y="1533512"/>
              <a:ext cx="438150" cy="3651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2221" name="公式" r:id="rId23" imgW="238125" imgH="150495" progId="Equation.3">
                      <p:embed/>
                    </p:oleObj>
                  </mc:Choice>
                  <mc:Fallback>
                    <p:oleObj name="公式" r:id="rId23" imgW="238125" imgH="150495" progId="Equation.3">
                      <p:embed/>
                      <p:pic>
                        <p:nvPicPr>
                          <p:cNvPr id="0" name="图片 2222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860930" y="1533512"/>
                            <a:ext cx="438150" cy="3651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66656" name="矩形 137"/>
              <p:cNvSpPr>
                <a:spLocks noChangeArrowheads="1"/>
              </p:cNvSpPr>
              <p:nvPr/>
            </p:nvSpPr>
            <p:spPr bwMode="auto">
              <a:xfrm>
                <a:off x="5156204" y="1533512"/>
                <a:ext cx="42672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/B</a:t>
                </a:r>
                <a:endParaRPr lang="zh-CN" altLang="en-US" sz="2000">
                  <a:solidFill>
                    <a:srgbClr val="000000"/>
                  </a:solidFill>
                </a:endParaRPr>
              </a:p>
            </p:txBody>
          </p:sp>
          <p:sp>
            <p:nvSpPr>
              <p:cNvPr id="139" name="椭圆 138"/>
              <p:cNvSpPr/>
              <p:nvPr/>
            </p:nvSpPr>
            <p:spPr>
              <a:xfrm>
                <a:off x="3929058" y="1428736"/>
                <a:ext cx="1857388" cy="571504"/>
              </a:xfrm>
              <a:prstGeom prst="ellips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矩形 139"/>
              <p:cNvSpPr/>
              <p:nvPr/>
            </p:nvSpPr>
            <p:spPr>
              <a:xfrm>
                <a:off x="5786446" y="2143116"/>
                <a:ext cx="477840" cy="40005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2000" b="1" spc="14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20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41" name="矩形 140"/>
              <p:cNvSpPr/>
              <p:nvPr/>
            </p:nvSpPr>
            <p:spPr>
              <a:xfrm>
                <a:off x="6594489" y="2143116"/>
                <a:ext cx="477841" cy="40005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2000" b="1" spc="14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20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42" name="矩形 141"/>
              <p:cNvSpPr/>
              <p:nvPr/>
            </p:nvSpPr>
            <p:spPr>
              <a:xfrm>
                <a:off x="7380307" y="2143116"/>
                <a:ext cx="463553" cy="40005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2000" b="1" spc="14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20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43" name="矩形 142"/>
              <p:cNvSpPr/>
              <p:nvPr/>
            </p:nvSpPr>
            <p:spPr>
              <a:xfrm>
                <a:off x="8094687" y="2143116"/>
                <a:ext cx="477840" cy="40005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2000" b="1" spc="14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20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44" name="矩形 143"/>
              <p:cNvSpPr/>
              <p:nvPr/>
            </p:nvSpPr>
            <p:spPr>
              <a:xfrm>
                <a:off x="5241929" y="2643182"/>
                <a:ext cx="330202" cy="40005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2000" b="1" spc="14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zh-CN" altLang="en-US" sz="20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45" name="矩形 144"/>
              <p:cNvSpPr/>
              <p:nvPr/>
            </p:nvSpPr>
            <p:spPr>
              <a:xfrm>
                <a:off x="5241929" y="3286124"/>
                <a:ext cx="330202" cy="40005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zh-CN" sz="2000" b="1" spc="14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zh-CN" altLang="en-US" sz="2000" dirty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47" name="矩形 146"/>
            <p:cNvSpPr/>
            <p:nvPr/>
          </p:nvSpPr>
          <p:spPr>
            <a:xfrm>
              <a:off x="5643570" y="2643182"/>
              <a:ext cx="857256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100/1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48" name="矩形 147"/>
            <p:cNvSpPr/>
            <p:nvPr/>
          </p:nvSpPr>
          <p:spPr>
            <a:xfrm>
              <a:off x="6429387" y="2643182"/>
              <a:ext cx="857256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000/0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49" name="矩形 148"/>
            <p:cNvSpPr/>
            <p:nvPr/>
          </p:nvSpPr>
          <p:spPr>
            <a:xfrm>
              <a:off x="7215206" y="2643182"/>
              <a:ext cx="857256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010/0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50" name="矩形 149"/>
            <p:cNvSpPr/>
            <p:nvPr/>
          </p:nvSpPr>
          <p:spPr>
            <a:xfrm>
              <a:off x="8001023" y="2643182"/>
              <a:ext cx="857256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001/0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51" name="矩形 150"/>
            <p:cNvSpPr/>
            <p:nvPr/>
          </p:nvSpPr>
          <p:spPr>
            <a:xfrm>
              <a:off x="5643570" y="3286124"/>
              <a:ext cx="842968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011/0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66638" name="矩形 153"/>
            <p:cNvSpPr>
              <a:spLocks noChangeArrowheads="1"/>
            </p:cNvSpPr>
            <p:nvPr/>
          </p:nvSpPr>
          <p:spPr bwMode="auto">
            <a:xfrm>
              <a:off x="6286512" y="3366315"/>
              <a:ext cx="10715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</a:rPr>
                <a:t>×××/×</a:t>
              </a:r>
              <a:endParaRPr lang="en-US" altLang="zh-CN" sz="12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6639" name="矩形 154"/>
            <p:cNvSpPr>
              <a:spLocks noChangeArrowheads="1"/>
            </p:cNvSpPr>
            <p:nvPr/>
          </p:nvSpPr>
          <p:spPr bwMode="auto">
            <a:xfrm>
              <a:off x="7072330" y="3366315"/>
              <a:ext cx="10715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</a:rPr>
                <a:t>×××/×</a:t>
              </a:r>
              <a:endParaRPr lang="en-US" altLang="zh-CN" sz="12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6640" name="矩形 155"/>
            <p:cNvSpPr>
              <a:spLocks noChangeArrowheads="1"/>
            </p:cNvSpPr>
            <p:nvPr/>
          </p:nvSpPr>
          <p:spPr bwMode="auto">
            <a:xfrm>
              <a:off x="7858148" y="3366315"/>
              <a:ext cx="10715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</a:rPr>
                <a:t>×××/×</a:t>
              </a:r>
              <a:endParaRPr lang="en-US" altLang="zh-CN" sz="12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</p:grpSp>
      <p:sp>
        <p:nvSpPr>
          <p:cNvPr id="158" name="矩形 157"/>
          <p:cNvSpPr>
            <a:spLocks noChangeArrowheads="1"/>
          </p:cNvSpPr>
          <p:nvPr/>
        </p:nvSpPr>
        <p:spPr bwMode="auto">
          <a:xfrm>
            <a:off x="4572000" y="3752850"/>
            <a:ext cx="2195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）求输出方程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graphicFrame>
        <p:nvGraphicFramePr>
          <p:cNvPr id="195" name="Object 28"/>
          <p:cNvGraphicFramePr>
            <a:graphicFrameLocks noChangeAspect="1"/>
          </p:cNvGraphicFramePr>
          <p:nvPr/>
        </p:nvGraphicFramePr>
        <p:xfrm>
          <a:off x="6275388" y="6091238"/>
          <a:ext cx="1654175" cy="55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222" name="公式" r:id="rId25" imgW="939165" imgH="187960" progId="Equation.3">
                  <p:embed/>
                </p:oleObj>
              </mc:Choice>
              <mc:Fallback>
                <p:oleObj name="公式" r:id="rId25" imgW="939165" imgH="187960" progId="Equation.3">
                  <p:embed/>
                  <p:pic>
                    <p:nvPicPr>
                      <p:cNvPr id="0" name="图片 222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75388" y="6091238"/>
                        <a:ext cx="1654175" cy="552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9" name="组合 195"/>
          <p:cNvGrpSpPr/>
          <p:nvPr/>
        </p:nvGrpSpPr>
        <p:grpSpPr bwMode="auto">
          <a:xfrm>
            <a:off x="5072063" y="4214813"/>
            <a:ext cx="3641725" cy="1714500"/>
            <a:chOff x="3358556" y="4357694"/>
            <a:chExt cx="3642336" cy="1714512"/>
          </a:xfrm>
        </p:grpSpPr>
        <p:grpSp>
          <p:nvGrpSpPr>
            <p:cNvPr id="66602" name="组合 30"/>
            <p:cNvGrpSpPr/>
            <p:nvPr/>
          </p:nvGrpSpPr>
          <p:grpSpPr bwMode="auto">
            <a:xfrm>
              <a:off x="3643306" y="4642854"/>
              <a:ext cx="3143274" cy="1428311"/>
              <a:chOff x="2571736" y="2357430"/>
              <a:chExt cx="3714776" cy="1785950"/>
            </a:xfrm>
          </p:grpSpPr>
          <p:cxnSp>
            <p:nvCxnSpPr>
              <p:cNvPr id="217" name="直接连接符 216"/>
              <p:cNvCxnSpPr/>
              <p:nvPr/>
            </p:nvCxnSpPr>
            <p:spPr>
              <a:xfrm>
                <a:off x="3141538" y="3499552"/>
                <a:ext cx="314305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623" name="组合 217"/>
              <p:cNvGrpSpPr/>
              <p:nvPr/>
            </p:nvGrpSpPr>
            <p:grpSpPr bwMode="auto">
              <a:xfrm>
                <a:off x="2571736" y="2357430"/>
                <a:ext cx="3714776" cy="1785950"/>
                <a:chOff x="2571736" y="2357430"/>
                <a:chExt cx="3714776" cy="1785950"/>
              </a:xfrm>
            </p:grpSpPr>
            <p:cxnSp>
              <p:nvCxnSpPr>
                <p:cNvPr id="219" name="直接连接符 2"/>
                <p:cNvCxnSpPr/>
                <p:nvPr/>
              </p:nvCxnSpPr>
              <p:spPr>
                <a:xfrm>
                  <a:off x="3141538" y="2856408"/>
                  <a:ext cx="3143054" cy="1986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直接连接符 4"/>
                <p:cNvCxnSpPr/>
                <p:nvPr/>
              </p:nvCxnSpPr>
              <p:spPr>
                <a:xfrm>
                  <a:off x="3141538" y="4140712"/>
                  <a:ext cx="3143054" cy="1984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直接连接符 5"/>
                <p:cNvCxnSpPr/>
                <p:nvPr/>
              </p:nvCxnSpPr>
              <p:spPr>
                <a:xfrm rot="5400000">
                  <a:off x="5643378" y="3497622"/>
                  <a:ext cx="1284304" cy="1876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直接连接符 6"/>
                <p:cNvCxnSpPr/>
                <p:nvPr/>
              </p:nvCxnSpPr>
              <p:spPr>
                <a:xfrm rot="5400000">
                  <a:off x="2500324" y="3497622"/>
                  <a:ext cx="1284304" cy="187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3" name="直接连接符 7"/>
                <p:cNvCxnSpPr/>
                <p:nvPr/>
              </p:nvCxnSpPr>
              <p:spPr>
                <a:xfrm rot="5400000">
                  <a:off x="4069975" y="3498560"/>
                  <a:ext cx="1284304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4" name="直接连接符 8"/>
                <p:cNvCxnSpPr/>
                <p:nvPr/>
              </p:nvCxnSpPr>
              <p:spPr>
                <a:xfrm rot="5400000">
                  <a:off x="4857145" y="3497622"/>
                  <a:ext cx="1284304" cy="187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" name="直接连接符 9"/>
                <p:cNvCxnSpPr/>
                <p:nvPr/>
              </p:nvCxnSpPr>
              <p:spPr>
                <a:xfrm rot="5400000">
                  <a:off x="3285619" y="3498560"/>
                  <a:ext cx="1284304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直接连接符 10"/>
                <p:cNvCxnSpPr/>
                <p:nvPr/>
              </p:nvCxnSpPr>
              <p:spPr>
                <a:xfrm>
                  <a:off x="2571098" y="2358170"/>
                  <a:ext cx="572318" cy="500223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aphicFrame>
          <p:nvGraphicFramePr>
            <p:cNvPr id="66603" name="Object 29"/>
            <p:cNvGraphicFramePr>
              <a:graphicFrameLocks noChangeAspect="1"/>
            </p:cNvGraphicFramePr>
            <p:nvPr/>
          </p:nvGraphicFramePr>
          <p:xfrm>
            <a:off x="3474348" y="4797451"/>
            <a:ext cx="311834" cy="3460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2223" name="公式" r:id="rId27" imgW="125095" imgH="137795" progId="Equation.3">
                    <p:embed/>
                  </p:oleObj>
                </mc:Choice>
                <mc:Fallback>
                  <p:oleObj name="公式" r:id="rId27" imgW="125095" imgH="137795" progId="Equation.3">
                    <p:embed/>
                    <p:pic>
                      <p:nvPicPr>
                        <p:cNvPr id="0" name="图片 222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74348" y="4797451"/>
                          <a:ext cx="311834" cy="3460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66604" name="组合 31"/>
            <p:cNvGrpSpPr/>
            <p:nvPr/>
          </p:nvGrpSpPr>
          <p:grpSpPr bwMode="auto">
            <a:xfrm>
              <a:off x="3786182" y="4429132"/>
              <a:ext cx="571504" cy="365125"/>
              <a:chOff x="2928926" y="2214554"/>
              <a:chExt cx="571504" cy="365125"/>
            </a:xfrm>
          </p:grpSpPr>
          <p:graphicFrame>
            <p:nvGraphicFramePr>
              <p:cNvPr id="66620" name="Object 30"/>
              <p:cNvGraphicFramePr>
                <a:graphicFrameLocks noChangeAspect="1"/>
              </p:cNvGraphicFramePr>
              <p:nvPr/>
            </p:nvGraphicFramePr>
            <p:xfrm>
              <a:off x="2928926" y="2214554"/>
              <a:ext cx="311150" cy="346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2224" name="公式" r:id="rId29" imgW="125095" imgH="137795" progId="Equation.3">
                      <p:embed/>
                    </p:oleObj>
                  </mc:Choice>
                  <mc:Fallback>
                    <p:oleObj name="公式" r:id="rId29" imgW="125095" imgH="137795" progId="Equation.3">
                      <p:embed/>
                      <p:pic>
                        <p:nvPicPr>
                          <p:cNvPr id="0" name="图片 2222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28926" y="2214554"/>
                            <a:ext cx="311150" cy="34607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6621" name="Object 31"/>
              <p:cNvGraphicFramePr>
                <a:graphicFrameLocks noChangeAspect="1"/>
              </p:cNvGraphicFramePr>
              <p:nvPr/>
            </p:nvGraphicFramePr>
            <p:xfrm>
              <a:off x="3189280" y="2214554"/>
              <a:ext cx="311150" cy="3651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2225" name="公式" r:id="rId31" imgW="125095" imgH="150495" progId="Equation.3">
                      <p:embed/>
                    </p:oleObj>
                  </mc:Choice>
                  <mc:Fallback>
                    <p:oleObj name="公式" r:id="rId31" imgW="125095" imgH="150495" progId="Equation.3">
                      <p:embed/>
                      <p:pic>
                        <p:nvPicPr>
                          <p:cNvPr id="0" name="图片 2222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189280" y="2214554"/>
                            <a:ext cx="311150" cy="3651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66605" name="矩形 199"/>
            <p:cNvSpPr>
              <a:spLocks noChangeArrowheads="1"/>
            </p:cNvSpPr>
            <p:nvPr/>
          </p:nvSpPr>
          <p:spPr bwMode="auto">
            <a:xfrm>
              <a:off x="3358556" y="4357694"/>
              <a:ext cx="356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201" name="矩形 200"/>
            <p:cNvSpPr/>
            <p:nvPr/>
          </p:nvSpPr>
          <p:spPr>
            <a:xfrm>
              <a:off x="4238179" y="4643446"/>
              <a:ext cx="47633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02" name="矩形 201"/>
            <p:cNvSpPr/>
            <p:nvPr/>
          </p:nvSpPr>
          <p:spPr>
            <a:xfrm>
              <a:off x="4881223" y="4643446"/>
              <a:ext cx="47633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03" name="矩形 202"/>
            <p:cNvSpPr/>
            <p:nvPr/>
          </p:nvSpPr>
          <p:spPr>
            <a:xfrm>
              <a:off x="5571902" y="4643446"/>
              <a:ext cx="463628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04" name="矩形 203"/>
            <p:cNvSpPr/>
            <p:nvPr/>
          </p:nvSpPr>
          <p:spPr>
            <a:xfrm>
              <a:off x="6214947" y="4643446"/>
              <a:ext cx="477918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05" name="矩形 204"/>
            <p:cNvSpPr/>
            <p:nvPr/>
          </p:nvSpPr>
          <p:spPr>
            <a:xfrm>
              <a:off x="3785665" y="5100649"/>
              <a:ext cx="331844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06" name="矩形 205"/>
            <p:cNvSpPr/>
            <p:nvPr/>
          </p:nvSpPr>
          <p:spPr>
            <a:xfrm>
              <a:off x="3785665" y="5672153"/>
              <a:ext cx="331844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07" name="矩形 206"/>
            <p:cNvSpPr/>
            <p:nvPr/>
          </p:nvSpPr>
          <p:spPr>
            <a:xfrm>
              <a:off x="4312803" y="5100649"/>
              <a:ext cx="330255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08" name="矩形 207"/>
            <p:cNvSpPr/>
            <p:nvPr/>
          </p:nvSpPr>
          <p:spPr>
            <a:xfrm>
              <a:off x="4955849" y="5100649"/>
              <a:ext cx="330255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09" name="矩形 208"/>
            <p:cNvSpPr/>
            <p:nvPr/>
          </p:nvSpPr>
          <p:spPr>
            <a:xfrm>
              <a:off x="5643351" y="5100649"/>
              <a:ext cx="331844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10" name="矩形 209"/>
            <p:cNvSpPr/>
            <p:nvPr/>
          </p:nvSpPr>
          <p:spPr>
            <a:xfrm>
              <a:off x="6313389" y="5100649"/>
              <a:ext cx="330255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211" name="矩形 210"/>
            <p:cNvSpPr/>
            <p:nvPr/>
          </p:nvSpPr>
          <p:spPr>
            <a:xfrm>
              <a:off x="4285812" y="5643578"/>
              <a:ext cx="331843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66617" name="矩形 211"/>
            <p:cNvSpPr>
              <a:spLocks noChangeArrowheads="1"/>
            </p:cNvSpPr>
            <p:nvPr/>
          </p:nvSpPr>
          <p:spPr bwMode="auto">
            <a:xfrm>
              <a:off x="4572000" y="5681678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6618" name="矩形 212"/>
            <p:cNvSpPr>
              <a:spLocks noChangeArrowheads="1"/>
            </p:cNvSpPr>
            <p:nvPr/>
          </p:nvSpPr>
          <p:spPr bwMode="auto">
            <a:xfrm>
              <a:off x="5286380" y="5693820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6619" name="矩形 213"/>
            <p:cNvSpPr>
              <a:spLocks noChangeArrowheads="1"/>
            </p:cNvSpPr>
            <p:nvPr/>
          </p:nvSpPr>
          <p:spPr bwMode="auto">
            <a:xfrm>
              <a:off x="5929322" y="5693820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</p:grpSp>
      <p:grpSp>
        <p:nvGrpSpPr>
          <p:cNvPr id="23" name="组合 231"/>
          <p:cNvGrpSpPr/>
          <p:nvPr/>
        </p:nvGrpSpPr>
        <p:grpSpPr bwMode="auto">
          <a:xfrm>
            <a:off x="571500" y="1143000"/>
            <a:ext cx="2611438" cy="1500188"/>
            <a:chOff x="571473" y="1142984"/>
            <a:chExt cx="2611697" cy="1500198"/>
          </a:xfrm>
        </p:grpSpPr>
        <p:grpSp>
          <p:nvGrpSpPr>
            <p:cNvPr id="66576" name="组合 62"/>
            <p:cNvGrpSpPr/>
            <p:nvPr/>
          </p:nvGrpSpPr>
          <p:grpSpPr bwMode="auto">
            <a:xfrm>
              <a:off x="571473" y="1142984"/>
              <a:ext cx="2611697" cy="1397218"/>
              <a:chOff x="2071671" y="3286124"/>
              <a:chExt cx="2611697" cy="1397218"/>
            </a:xfrm>
          </p:grpSpPr>
          <p:sp>
            <p:nvSpPr>
              <p:cNvPr id="66581" name="Line 42"/>
              <p:cNvSpPr>
                <a:spLocks noChangeShapeType="1"/>
              </p:cNvSpPr>
              <p:nvPr/>
            </p:nvSpPr>
            <p:spPr bwMode="auto">
              <a:xfrm>
                <a:off x="2611666" y="3657901"/>
                <a:ext cx="5040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6582" name="组合 212"/>
              <p:cNvGrpSpPr/>
              <p:nvPr/>
            </p:nvGrpSpPr>
            <p:grpSpPr bwMode="auto">
              <a:xfrm>
                <a:off x="2071671" y="3389104"/>
                <a:ext cx="539996" cy="539962"/>
                <a:chOff x="928661" y="2571743"/>
                <a:chExt cx="540000" cy="540000"/>
              </a:xfrm>
            </p:grpSpPr>
            <p:sp>
              <p:nvSpPr>
                <p:cNvPr id="66600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6601" name="矩形 65"/>
                <p:cNvSpPr>
                  <a:spLocks noChangeArrowheads="1"/>
                </p:cNvSpPr>
                <p:nvPr/>
              </p:nvSpPr>
              <p:spPr bwMode="auto">
                <a:xfrm>
                  <a:off x="936598" y="2643182"/>
                  <a:ext cx="530919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000</a:t>
                  </a: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66583" name="组合 213"/>
              <p:cNvGrpSpPr/>
              <p:nvPr/>
            </p:nvGrpSpPr>
            <p:grpSpPr bwMode="auto">
              <a:xfrm>
                <a:off x="3111730" y="3389104"/>
                <a:ext cx="539995" cy="539962"/>
                <a:chOff x="928661" y="2571743"/>
                <a:chExt cx="540000" cy="540000"/>
              </a:xfrm>
            </p:grpSpPr>
            <p:sp>
              <p:nvSpPr>
                <p:cNvPr id="66598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6599" name="矩形 63"/>
                <p:cNvSpPr>
                  <a:spLocks noChangeArrowheads="1"/>
                </p:cNvSpPr>
                <p:nvPr/>
              </p:nvSpPr>
              <p:spPr bwMode="auto">
                <a:xfrm>
                  <a:off x="929322" y="2643182"/>
                  <a:ext cx="530920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100</a:t>
                  </a: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66584" name="组合 213"/>
              <p:cNvGrpSpPr/>
              <p:nvPr/>
            </p:nvGrpSpPr>
            <p:grpSpPr bwMode="auto">
              <a:xfrm>
                <a:off x="4143371" y="3357562"/>
                <a:ext cx="539997" cy="539962"/>
                <a:chOff x="928660" y="2571743"/>
                <a:chExt cx="540001" cy="540000"/>
              </a:xfrm>
            </p:grpSpPr>
            <p:sp>
              <p:nvSpPr>
                <p:cNvPr id="66596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6597" name="矩形 61"/>
                <p:cNvSpPr>
                  <a:spLocks noChangeArrowheads="1"/>
                </p:cNvSpPr>
                <p:nvPr/>
              </p:nvSpPr>
              <p:spPr bwMode="auto">
                <a:xfrm>
                  <a:off x="928660" y="2643182"/>
                  <a:ext cx="518159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011</a:t>
                  </a: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66585" name="组合 213"/>
              <p:cNvGrpSpPr/>
              <p:nvPr/>
            </p:nvGrpSpPr>
            <p:grpSpPr bwMode="auto">
              <a:xfrm>
                <a:off x="3674814" y="4143380"/>
                <a:ext cx="539996" cy="539962"/>
                <a:chOff x="928661" y="2571743"/>
                <a:chExt cx="540000" cy="540000"/>
              </a:xfrm>
            </p:grpSpPr>
            <p:sp>
              <p:nvSpPr>
                <p:cNvPr id="66594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6595" name="矩形 59"/>
                <p:cNvSpPr>
                  <a:spLocks noChangeArrowheads="1"/>
                </p:cNvSpPr>
                <p:nvPr/>
              </p:nvSpPr>
              <p:spPr bwMode="auto">
                <a:xfrm>
                  <a:off x="937741" y="2643182"/>
                  <a:ext cx="530919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010</a:t>
                  </a: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66586" name="Line 42"/>
              <p:cNvSpPr>
                <a:spLocks noChangeShapeType="1"/>
              </p:cNvSpPr>
              <p:nvPr/>
            </p:nvSpPr>
            <p:spPr bwMode="auto">
              <a:xfrm flipH="1">
                <a:off x="4143372" y="3890256"/>
                <a:ext cx="214314" cy="32456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6587" name="组合 213"/>
              <p:cNvGrpSpPr/>
              <p:nvPr/>
            </p:nvGrpSpPr>
            <p:grpSpPr bwMode="auto">
              <a:xfrm>
                <a:off x="2634752" y="4143380"/>
                <a:ext cx="539996" cy="539962"/>
                <a:chOff x="928661" y="2571743"/>
                <a:chExt cx="540000" cy="540000"/>
              </a:xfrm>
            </p:grpSpPr>
            <p:sp>
              <p:nvSpPr>
                <p:cNvPr id="66592" name="Oval 13"/>
                <p:cNvSpPr>
                  <a:spLocks noChangeArrowheads="1"/>
                </p:cNvSpPr>
                <p:nvPr/>
              </p:nvSpPr>
              <p:spPr bwMode="auto">
                <a:xfrm>
                  <a:off x="928661" y="2571743"/>
                  <a:ext cx="540000" cy="540000"/>
                </a:xfrm>
                <a:prstGeom prst="ellipse">
                  <a:avLst/>
                </a:prstGeom>
                <a:solidFill>
                  <a:srgbClr val="FFFFFF"/>
                </a:solidFill>
                <a:ln w="12700">
                  <a:solidFill>
                    <a:srgbClr val="000000"/>
                  </a:solidFill>
                  <a:round/>
                </a:ln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endParaRPr lang="zh-CN" altLang="en-US" sz="16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6593" name="矩形 37"/>
                <p:cNvSpPr>
                  <a:spLocks noChangeArrowheads="1"/>
                </p:cNvSpPr>
                <p:nvPr/>
              </p:nvSpPr>
              <p:spPr bwMode="auto">
                <a:xfrm>
                  <a:off x="937082" y="2643182"/>
                  <a:ext cx="530919" cy="36935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001</a:t>
                  </a:r>
                  <a:endParaRPr lang="zh-CN" altLang="en-US" sz="18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66588" name="Line 42"/>
              <p:cNvSpPr>
                <a:spLocks noChangeShapeType="1"/>
              </p:cNvSpPr>
              <p:nvPr/>
            </p:nvSpPr>
            <p:spPr bwMode="auto">
              <a:xfrm>
                <a:off x="3643306" y="3643314"/>
                <a:ext cx="5040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66589" name="Line 42"/>
              <p:cNvSpPr>
                <a:spLocks noChangeShapeType="1"/>
              </p:cNvSpPr>
              <p:nvPr/>
            </p:nvSpPr>
            <p:spPr bwMode="auto">
              <a:xfrm flipH="1">
                <a:off x="3174748" y="4429132"/>
                <a:ext cx="5040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66590" name="Line 42"/>
              <p:cNvSpPr>
                <a:spLocks noChangeShapeType="1"/>
              </p:cNvSpPr>
              <p:nvPr/>
            </p:nvSpPr>
            <p:spPr bwMode="auto">
              <a:xfrm>
                <a:off x="2500298" y="3890818"/>
                <a:ext cx="214314" cy="32400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66591" name="矩形 73"/>
              <p:cNvSpPr>
                <a:spLocks noChangeArrowheads="1"/>
              </p:cNvSpPr>
              <p:nvPr/>
            </p:nvSpPr>
            <p:spPr bwMode="auto">
              <a:xfrm>
                <a:off x="2643174" y="3286124"/>
                <a:ext cx="42191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zh-CN" altLang="en-US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66577" name="矩形 227"/>
            <p:cNvSpPr>
              <a:spLocks noChangeArrowheads="1"/>
            </p:cNvSpPr>
            <p:nvPr/>
          </p:nvSpPr>
          <p:spPr bwMode="auto">
            <a:xfrm>
              <a:off x="2221264" y="1142984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6578" name="矩形 228"/>
            <p:cNvSpPr>
              <a:spLocks noChangeArrowheads="1"/>
            </p:cNvSpPr>
            <p:nvPr/>
          </p:nvSpPr>
          <p:spPr bwMode="auto">
            <a:xfrm>
              <a:off x="2721330" y="1773784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6579" name="矩形 229"/>
            <p:cNvSpPr>
              <a:spLocks noChangeArrowheads="1"/>
            </p:cNvSpPr>
            <p:nvPr/>
          </p:nvSpPr>
          <p:spPr bwMode="auto">
            <a:xfrm>
              <a:off x="1714480" y="2273850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6580" name="矩形 230"/>
            <p:cNvSpPr>
              <a:spLocks noChangeArrowheads="1"/>
            </p:cNvSpPr>
            <p:nvPr/>
          </p:nvSpPr>
          <p:spPr bwMode="auto">
            <a:xfrm>
              <a:off x="721066" y="1857364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31" name="组合 237"/>
          <p:cNvGrpSpPr/>
          <p:nvPr/>
        </p:nvGrpSpPr>
        <p:grpSpPr bwMode="auto">
          <a:xfrm>
            <a:off x="336550" y="3832225"/>
            <a:ext cx="285750" cy="1312863"/>
            <a:chOff x="356364" y="3786190"/>
            <a:chExt cx="215108" cy="1358116"/>
          </a:xfrm>
        </p:grpSpPr>
        <p:cxnSp>
          <p:nvCxnSpPr>
            <p:cNvPr id="234" name="直接连接符 233"/>
            <p:cNvCxnSpPr/>
            <p:nvPr/>
          </p:nvCxnSpPr>
          <p:spPr>
            <a:xfrm rot="5400000">
              <a:off x="-322097" y="4464651"/>
              <a:ext cx="1358116" cy="1195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接连接符 235"/>
            <p:cNvCxnSpPr>
              <a:endCxn id="86" idx="1"/>
            </p:cNvCxnSpPr>
            <p:nvPr/>
          </p:nvCxnSpPr>
          <p:spPr>
            <a:xfrm>
              <a:off x="357559" y="3786190"/>
              <a:ext cx="213913" cy="0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接连接符 236"/>
            <p:cNvCxnSpPr/>
            <p:nvPr/>
          </p:nvCxnSpPr>
          <p:spPr>
            <a:xfrm>
              <a:off x="357559" y="5144306"/>
              <a:ext cx="213913" cy="0"/>
            </a:xfrm>
            <a:prstGeom prst="line">
              <a:avLst/>
            </a:prstGeom>
            <a:ln w="19050"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9" name="椭圆 238"/>
          <p:cNvSpPr/>
          <p:nvPr/>
        </p:nvSpPr>
        <p:spPr>
          <a:xfrm>
            <a:off x="5986463" y="4967288"/>
            <a:ext cx="395287" cy="395287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14" grpId="0"/>
      <p:bldP spid="158" grpId="0"/>
      <p:bldP spid="239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矩形 34"/>
          <p:cNvSpPr>
            <a:spLocks noChangeArrowheads="1"/>
          </p:cNvSpPr>
          <p:nvPr/>
        </p:nvSpPr>
        <p:spPr bwMode="auto">
          <a:xfrm>
            <a:off x="285750" y="38100"/>
            <a:ext cx="2195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）求状态方程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grpSp>
        <p:nvGrpSpPr>
          <p:cNvPr id="2" name="组合 68"/>
          <p:cNvGrpSpPr/>
          <p:nvPr/>
        </p:nvGrpSpPr>
        <p:grpSpPr bwMode="auto">
          <a:xfrm>
            <a:off x="785813" y="633413"/>
            <a:ext cx="3714750" cy="1724025"/>
            <a:chOff x="357188" y="561975"/>
            <a:chExt cx="3714746" cy="1724017"/>
          </a:xfrm>
        </p:grpSpPr>
        <p:grpSp>
          <p:nvGrpSpPr>
            <p:cNvPr id="67665" name="组合 30"/>
            <p:cNvGrpSpPr/>
            <p:nvPr/>
          </p:nvGrpSpPr>
          <p:grpSpPr bwMode="auto">
            <a:xfrm>
              <a:off x="714348" y="856640"/>
              <a:ext cx="3143274" cy="1428311"/>
              <a:chOff x="2571736" y="2357430"/>
              <a:chExt cx="3714776" cy="1785950"/>
            </a:xfrm>
          </p:grpSpPr>
          <p:cxnSp>
            <p:nvCxnSpPr>
              <p:cNvPr id="57" name="直接连接符 56"/>
              <p:cNvCxnSpPr/>
              <p:nvPr/>
            </p:nvCxnSpPr>
            <p:spPr>
              <a:xfrm>
                <a:off x="3142112" y="3499560"/>
                <a:ext cx="314252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7686" name="组合 217"/>
              <p:cNvGrpSpPr/>
              <p:nvPr/>
            </p:nvGrpSpPr>
            <p:grpSpPr bwMode="auto">
              <a:xfrm>
                <a:off x="2571736" y="2357430"/>
                <a:ext cx="3714776" cy="1785950"/>
                <a:chOff x="2571736" y="2357430"/>
                <a:chExt cx="3714776" cy="1785950"/>
              </a:xfrm>
            </p:grpSpPr>
            <p:cxnSp>
              <p:nvCxnSpPr>
                <p:cNvPr id="59" name="直接连接符 2"/>
                <p:cNvCxnSpPr/>
                <p:nvPr/>
              </p:nvCxnSpPr>
              <p:spPr>
                <a:xfrm>
                  <a:off x="3142112" y="2856423"/>
                  <a:ext cx="3142524" cy="1986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接连接符 4"/>
                <p:cNvCxnSpPr/>
                <p:nvPr/>
              </p:nvCxnSpPr>
              <p:spPr>
                <a:xfrm>
                  <a:off x="3142112" y="4140712"/>
                  <a:ext cx="3142524" cy="1984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接连接符 5"/>
                <p:cNvCxnSpPr/>
                <p:nvPr/>
              </p:nvCxnSpPr>
              <p:spPr>
                <a:xfrm rot="5400000">
                  <a:off x="5643430" y="3497630"/>
                  <a:ext cx="1284289" cy="1876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" name="直接连接符 6"/>
                <p:cNvCxnSpPr/>
                <p:nvPr/>
              </p:nvCxnSpPr>
              <p:spPr>
                <a:xfrm rot="5400000">
                  <a:off x="2500906" y="3497630"/>
                  <a:ext cx="1284289" cy="187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接连接符 7"/>
                <p:cNvCxnSpPr/>
                <p:nvPr/>
              </p:nvCxnSpPr>
              <p:spPr>
                <a:xfrm rot="5400000">
                  <a:off x="4070292" y="3498568"/>
                  <a:ext cx="128428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接连接符 8"/>
                <p:cNvCxnSpPr/>
                <p:nvPr/>
              </p:nvCxnSpPr>
              <p:spPr>
                <a:xfrm rot="5400000">
                  <a:off x="4857329" y="3497630"/>
                  <a:ext cx="1284289" cy="187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接连接符 9"/>
                <p:cNvCxnSpPr/>
                <p:nvPr/>
              </p:nvCxnSpPr>
              <p:spPr>
                <a:xfrm rot="5400000">
                  <a:off x="3286068" y="3498568"/>
                  <a:ext cx="128428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接连接符 10"/>
                <p:cNvCxnSpPr/>
                <p:nvPr/>
              </p:nvCxnSpPr>
              <p:spPr>
                <a:xfrm>
                  <a:off x="2571768" y="2358191"/>
                  <a:ext cx="572221" cy="50021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aphicFrame>
          <p:nvGraphicFramePr>
            <p:cNvPr id="67666" name="Object 5"/>
            <p:cNvGraphicFramePr>
              <a:graphicFrameLocks noChangeAspect="1"/>
            </p:cNvGraphicFramePr>
            <p:nvPr/>
          </p:nvGraphicFramePr>
          <p:xfrm>
            <a:off x="545390" y="1011237"/>
            <a:ext cx="311834" cy="3460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454" name="公式" r:id="rId1" imgW="125095" imgH="137795" progId="Equation.3">
                    <p:embed/>
                  </p:oleObj>
                </mc:Choice>
                <mc:Fallback>
                  <p:oleObj name="公式" r:id="rId1" imgW="125095" imgH="137795" progId="Equation.3">
                    <p:embed/>
                    <p:pic>
                      <p:nvPicPr>
                        <p:cNvPr id="0" name="图片 234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45390" y="1011237"/>
                          <a:ext cx="311834" cy="3460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67667" name="组合 31"/>
            <p:cNvGrpSpPr/>
            <p:nvPr/>
          </p:nvGrpSpPr>
          <p:grpSpPr bwMode="auto">
            <a:xfrm>
              <a:off x="857224" y="642918"/>
              <a:ext cx="571504" cy="365125"/>
              <a:chOff x="2928926" y="2214554"/>
              <a:chExt cx="571504" cy="365125"/>
            </a:xfrm>
          </p:grpSpPr>
          <p:graphicFrame>
            <p:nvGraphicFramePr>
              <p:cNvPr id="67683" name="Object 6"/>
              <p:cNvGraphicFramePr>
                <a:graphicFrameLocks noChangeAspect="1"/>
              </p:cNvGraphicFramePr>
              <p:nvPr/>
            </p:nvGraphicFramePr>
            <p:xfrm>
              <a:off x="2928926" y="2214554"/>
              <a:ext cx="311150" cy="346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3455" name="公式" r:id="rId3" imgW="125095" imgH="137795" progId="Equation.3">
                      <p:embed/>
                    </p:oleObj>
                  </mc:Choice>
                  <mc:Fallback>
                    <p:oleObj name="公式" r:id="rId3" imgW="125095" imgH="137795" progId="Equation.3">
                      <p:embed/>
                      <p:pic>
                        <p:nvPicPr>
                          <p:cNvPr id="0" name="图片 2345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28926" y="2214554"/>
                            <a:ext cx="311150" cy="34607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7684" name="Object 7"/>
              <p:cNvGraphicFramePr>
                <a:graphicFrameLocks noChangeAspect="1"/>
              </p:cNvGraphicFramePr>
              <p:nvPr/>
            </p:nvGraphicFramePr>
            <p:xfrm>
              <a:off x="3189280" y="2214554"/>
              <a:ext cx="311150" cy="3651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3456" name="公式" r:id="rId5" imgW="125095" imgH="150495" progId="Equation.3">
                      <p:embed/>
                    </p:oleObj>
                  </mc:Choice>
                  <mc:Fallback>
                    <p:oleObj name="公式" r:id="rId5" imgW="125095" imgH="150495" progId="Equation.3">
                      <p:embed/>
                      <p:pic>
                        <p:nvPicPr>
                          <p:cNvPr id="0" name="图片 2345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189280" y="2214554"/>
                            <a:ext cx="311150" cy="3651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41" name="矩形 40"/>
            <p:cNvSpPr/>
            <p:nvPr/>
          </p:nvSpPr>
          <p:spPr>
            <a:xfrm>
              <a:off x="1308099" y="857249"/>
              <a:ext cx="477837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1951036" y="857249"/>
              <a:ext cx="477836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2643186" y="857249"/>
              <a:ext cx="463550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44" name="矩形 43"/>
            <p:cNvSpPr/>
            <p:nvPr/>
          </p:nvSpPr>
          <p:spPr>
            <a:xfrm>
              <a:off x="3286122" y="857249"/>
              <a:ext cx="477837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45" name="矩形 44"/>
            <p:cNvSpPr/>
            <p:nvPr/>
          </p:nvSpPr>
          <p:spPr>
            <a:xfrm>
              <a:off x="857249" y="1314447"/>
              <a:ext cx="330200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46" name="矩形 45"/>
            <p:cNvSpPr/>
            <p:nvPr/>
          </p:nvSpPr>
          <p:spPr>
            <a:xfrm>
              <a:off x="857249" y="1885944"/>
              <a:ext cx="330200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47" name="矩形 46"/>
            <p:cNvSpPr/>
            <p:nvPr/>
          </p:nvSpPr>
          <p:spPr>
            <a:xfrm>
              <a:off x="1384299" y="1314447"/>
              <a:ext cx="330200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48" name="矩形 47"/>
            <p:cNvSpPr/>
            <p:nvPr/>
          </p:nvSpPr>
          <p:spPr>
            <a:xfrm>
              <a:off x="2027236" y="1314447"/>
              <a:ext cx="330200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49" name="矩形 48"/>
            <p:cNvSpPr/>
            <p:nvPr/>
          </p:nvSpPr>
          <p:spPr>
            <a:xfrm>
              <a:off x="2714622" y="1314447"/>
              <a:ext cx="330200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50" name="矩形 49"/>
            <p:cNvSpPr/>
            <p:nvPr/>
          </p:nvSpPr>
          <p:spPr>
            <a:xfrm>
              <a:off x="3384547" y="1314447"/>
              <a:ext cx="330200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51" name="矩形 50"/>
            <p:cNvSpPr/>
            <p:nvPr/>
          </p:nvSpPr>
          <p:spPr>
            <a:xfrm>
              <a:off x="1357312" y="1857369"/>
              <a:ext cx="330200" cy="40004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67679" name="矩形 51"/>
            <p:cNvSpPr>
              <a:spLocks noChangeArrowheads="1"/>
            </p:cNvSpPr>
            <p:nvPr/>
          </p:nvSpPr>
          <p:spPr bwMode="auto">
            <a:xfrm>
              <a:off x="1643042" y="1895464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7680" name="矩形 52"/>
            <p:cNvSpPr>
              <a:spLocks noChangeArrowheads="1"/>
            </p:cNvSpPr>
            <p:nvPr/>
          </p:nvSpPr>
          <p:spPr bwMode="auto">
            <a:xfrm>
              <a:off x="2357422" y="1907606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7681" name="矩形 53"/>
            <p:cNvSpPr>
              <a:spLocks noChangeArrowheads="1"/>
            </p:cNvSpPr>
            <p:nvPr/>
          </p:nvSpPr>
          <p:spPr bwMode="auto">
            <a:xfrm>
              <a:off x="3000364" y="1907606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graphicFrame>
          <p:nvGraphicFramePr>
            <p:cNvPr id="67682" name="Object 8"/>
            <p:cNvGraphicFramePr>
              <a:graphicFrameLocks noChangeAspect="1"/>
            </p:cNvGraphicFramePr>
            <p:nvPr/>
          </p:nvGraphicFramePr>
          <p:xfrm>
            <a:off x="357188" y="561975"/>
            <a:ext cx="439737" cy="365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457" name="公式" r:id="rId7" imgW="238125" imgH="150495" progId="Equation.3">
                    <p:embed/>
                  </p:oleObj>
                </mc:Choice>
                <mc:Fallback>
                  <p:oleObj name="公式" r:id="rId7" imgW="238125" imgH="150495" progId="Equation.3">
                    <p:embed/>
                    <p:pic>
                      <p:nvPicPr>
                        <p:cNvPr id="0" name="图片 2345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7188" y="561975"/>
                          <a:ext cx="439737" cy="365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7" name="组合 69"/>
          <p:cNvGrpSpPr/>
          <p:nvPr/>
        </p:nvGrpSpPr>
        <p:grpSpPr bwMode="auto">
          <a:xfrm>
            <a:off x="785813" y="2714625"/>
            <a:ext cx="3714750" cy="1714500"/>
            <a:chOff x="357158" y="571480"/>
            <a:chExt cx="3714776" cy="1714512"/>
          </a:xfrm>
        </p:grpSpPr>
        <p:grpSp>
          <p:nvGrpSpPr>
            <p:cNvPr id="67635" name="组合 30"/>
            <p:cNvGrpSpPr/>
            <p:nvPr/>
          </p:nvGrpSpPr>
          <p:grpSpPr bwMode="auto">
            <a:xfrm>
              <a:off x="714348" y="856640"/>
              <a:ext cx="3143274" cy="1428311"/>
              <a:chOff x="2571736" y="2357430"/>
              <a:chExt cx="3714776" cy="1785950"/>
            </a:xfrm>
          </p:grpSpPr>
          <p:cxnSp>
            <p:nvCxnSpPr>
              <p:cNvPr id="92" name="直接连接符 91"/>
              <p:cNvCxnSpPr/>
              <p:nvPr/>
            </p:nvCxnSpPr>
            <p:spPr>
              <a:xfrm>
                <a:off x="3142085" y="3499553"/>
                <a:ext cx="314254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7656" name="组合 217"/>
              <p:cNvGrpSpPr/>
              <p:nvPr/>
            </p:nvGrpSpPr>
            <p:grpSpPr bwMode="auto">
              <a:xfrm>
                <a:off x="2571736" y="2357430"/>
                <a:ext cx="3714776" cy="1785950"/>
                <a:chOff x="2571736" y="2357430"/>
                <a:chExt cx="3714776" cy="1785950"/>
              </a:xfrm>
            </p:grpSpPr>
            <p:cxnSp>
              <p:nvCxnSpPr>
                <p:cNvPr id="94" name="直接连接符 2"/>
                <p:cNvCxnSpPr/>
                <p:nvPr/>
              </p:nvCxnSpPr>
              <p:spPr>
                <a:xfrm>
                  <a:off x="3142085" y="2856409"/>
                  <a:ext cx="3142549" cy="1984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接连接符 4"/>
                <p:cNvCxnSpPr/>
                <p:nvPr/>
              </p:nvCxnSpPr>
              <p:spPr>
                <a:xfrm>
                  <a:off x="3142085" y="4140712"/>
                  <a:ext cx="3142549" cy="1986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接连接符 5"/>
                <p:cNvCxnSpPr/>
                <p:nvPr/>
              </p:nvCxnSpPr>
              <p:spPr>
                <a:xfrm rot="5400000">
                  <a:off x="5643421" y="3497622"/>
                  <a:ext cx="1284303" cy="1876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接连接符 6"/>
                <p:cNvCxnSpPr/>
                <p:nvPr/>
              </p:nvCxnSpPr>
              <p:spPr>
                <a:xfrm rot="5400000">
                  <a:off x="2500872" y="3497622"/>
                  <a:ext cx="1284303" cy="187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8" name="直接连接符 7"/>
                <p:cNvCxnSpPr/>
                <p:nvPr/>
              </p:nvCxnSpPr>
              <p:spPr>
                <a:xfrm rot="5400000">
                  <a:off x="4070271" y="3498560"/>
                  <a:ext cx="1284303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接连接符 8"/>
                <p:cNvCxnSpPr/>
                <p:nvPr/>
              </p:nvCxnSpPr>
              <p:spPr>
                <a:xfrm rot="5400000">
                  <a:off x="4857314" y="3497622"/>
                  <a:ext cx="1284303" cy="187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接连接符 9"/>
                <p:cNvCxnSpPr/>
                <p:nvPr/>
              </p:nvCxnSpPr>
              <p:spPr>
                <a:xfrm rot="5400000">
                  <a:off x="3286041" y="3498560"/>
                  <a:ext cx="1284303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接连接符 10"/>
                <p:cNvCxnSpPr/>
                <p:nvPr/>
              </p:nvCxnSpPr>
              <p:spPr>
                <a:xfrm>
                  <a:off x="2571736" y="2358170"/>
                  <a:ext cx="572226" cy="500223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aphicFrame>
          <p:nvGraphicFramePr>
            <p:cNvPr id="67636" name="Object 9"/>
            <p:cNvGraphicFramePr>
              <a:graphicFrameLocks noChangeAspect="1"/>
            </p:cNvGraphicFramePr>
            <p:nvPr/>
          </p:nvGraphicFramePr>
          <p:xfrm>
            <a:off x="545390" y="1011237"/>
            <a:ext cx="311834" cy="3460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458" name="公式" r:id="rId9" imgW="125095" imgH="137795" progId="Equation.3">
                    <p:embed/>
                  </p:oleObj>
                </mc:Choice>
                <mc:Fallback>
                  <p:oleObj name="公式" r:id="rId9" imgW="125095" imgH="137795" progId="Equation.3">
                    <p:embed/>
                    <p:pic>
                      <p:nvPicPr>
                        <p:cNvPr id="0" name="图片 2345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45390" y="1011237"/>
                          <a:ext cx="311834" cy="3460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67637" name="组合 31"/>
            <p:cNvGrpSpPr/>
            <p:nvPr/>
          </p:nvGrpSpPr>
          <p:grpSpPr bwMode="auto">
            <a:xfrm>
              <a:off x="857224" y="642918"/>
              <a:ext cx="571504" cy="365125"/>
              <a:chOff x="2928926" y="2214554"/>
              <a:chExt cx="571504" cy="365125"/>
            </a:xfrm>
          </p:grpSpPr>
          <p:graphicFrame>
            <p:nvGraphicFramePr>
              <p:cNvPr id="67653" name="Object 10"/>
              <p:cNvGraphicFramePr>
                <a:graphicFrameLocks noChangeAspect="1"/>
              </p:cNvGraphicFramePr>
              <p:nvPr/>
            </p:nvGraphicFramePr>
            <p:xfrm>
              <a:off x="2928926" y="2214554"/>
              <a:ext cx="311150" cy="346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3459" name="公式" r:id="rId11" imgW="125095" imgH="137795" progId="Equation.3">
                      <p:embed/>
                    </p:oleObj>
                  </mc:Choice>
                  <mc:Fallback>
                    <p:oleObj name="公式" r:id="rId11" imgW="125095" imgH="137795" progId="Equation.3">
                      <p:embed/>
                      <p:pic>
                        <p:nvPicPr>
                          <p:cNvPr id="0" name="图片 2345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28926" y="2214554"/>
                            <a:ext cx="311150" cy="34607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7654" name="Object 11"/>
              <p:cNvGraphicFramePr>
                <a:graphicFrameLocks noChangeAspect="1"/>
              </p:cNvGraphicFramePr>
              <p:nvPr/>
            </p:nvGraphicFramePr>
            <p:xfrm>
              <a:off x="3189280" y="2214554"/>
              <a:ext cx="311150" cy="3651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3460" name="公式" r:id="rId13" imgW="125095" imgH="150495" progId="Equation.3">
                      <p:embed/>
                    </p:oleObj>
                  </mc:Choice>
                  <mc:Fallback>
                    <p:oleObj name="公式" r:id="rId13" imgW="125095" imgH="150495" progId="Equation.3">
                      <p:embed/>
                      <p:pic>
                        <p:nvPicPr>
                          <p:cNvPr id="0" name="图片 2345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189280" y="2214554"/>
                            <a:ext cx="311150" cy="3651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74" name="矩形 73"/>
            <p:cNvSpPr/>
            <p:nvPr/>
          </p:nvSpPr>
          <p:spPr>
            <a:xfrm>
              <a:off x="1308077" y="857232"/>
              <a:ext cx="47784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75" name="矩形 74"/>
            <p:cNvSpPr/>
            <p:nvPr/>
          </p:nvSpPr>
          <p:spPr>
            <a:xfrm>
              <a:off x="1951019" y="857232"/>
              <a:ext cx="47784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76" name="矩形 75"/>
            <p:cNvSpPr/>
            <p:nvPr/>
          </p:nvSpPr>
          <p:spPr>
            <a:xfrm>
              <a:off x="2643174" y="857232"/>
              <a:ext cx="463553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77" name="矩形 76"/>
            <p:cNvSpPr/>
            <p:nvPr/>
          </p:nvSpPr>
          <p:spPr>
            <a:xfrm>
              <a:off x="3286115" y="857232"/>
              <a:ext cx="47784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78" name="矩形 77"/>
            <p:cNvSpPr/>
            <p:nvPr/>
          </p:nvSpPr>
          <p:spPr>
            <a:xfrm>
              <a:off x="857223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79" name="矩形 78"/>
            <p:cNvSpPr/>
            <p:nvPr/>
          </p:nvSpPr>
          <p:spPr>
            <a:xfrm>
              <a:off x="857223" y="1885939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80" name="矩形 79"/>
            <p:cNvSpPr/>
            <p:nvPr/>
          </p:nvSpPr>
          <p:spPr>
            <a:xfrm>
              <a:off x="1384277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81" name="矩形 80"/>
            <p:cNvSpPr/>
            <p:nvPr/>
          </p:nvSpPr>
          <p:spPr>
            <a:xfrm>
              <a:off x="2027220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82" name="矩形 81"/>
            <p:cNvSpPr/>
            <p:nvPr/>
          </p:nvSpPr>
          <p:spPr>
            <a:xfrm>
              <a:off x="2714611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83" name="矩形 82"/>
            <p:cNvSpPr/>
            <p:nvPr/>
          </p:nvSpPr>
          <p:spPr>
            <a:xfrm>
              <a:off x="3384541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84" name="矩形 83"/>
            <p:cNvSpPr/>
            <p:nvPr/>
          </p:nvSpPr>
          <p:spPr>
            <a:xfrm>
              <a:off x="1357290" y="1857364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67649" name="矩形 84"/>
            <p:cNvSpPr>
              <a:spLocks noChangeArrowheads="1"/>
            </p:cNvSpPr>
            <p:nvPr/>
          </p:nvSpPr>
          <p:spPr bwMode="auto">
            <a:xfrm>
              <a:off x="1643042" y="1895464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7650" name="矩形 85"/>
            <p:cNvSpPr>
              <a:spLocks noChangeArrowheads="1"/>
            </p:cNvSpPr>
            <p:nvPr/>
          </p:nvSpPr>
          <p:spPr bwMode="auto">
            <a:xfrm>
              <a:off x="2357422" y="1907606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7651" name="矩形 86"/>
            <p:cNvSpPr>
              <a:spLocks noChangeArrowheads="1"/>
            </p:cNvSpPr>
            <p:nvPr/>
          </p:nvSpPr>
          <p:spPr bwMode="auto">
            <a:xfrm>
              <a:off x="3000364" y="1907606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graphicFrame>
          <p:nvGraphicFramePr>
            <p:cNvPr id="67652" name="Object 12"/>
            <p:cNvGraphicFramePr>
              <a:graphicFrameLocks noChangeAspect="1"/>
            </p:cNvGraphicFramePr>
            <p:nvPr/>
          </p:nvGraphicFramePr>
          <p:xfrm>
            <a:off x="357158" y="571480"/>
            <a:ext cx="439737" cy="346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461" name="公式" r:id="rId15" imgW="238125" imgH="137795" progId="Equation.3">
                    <p:embed/>
                  </p:oleObj>
                </mc:Choice>
                <mc:Fallback>
                  <p:oleObj name="公式" r:id="rId15" imgW="238125" imgH="137795" progId="Equation.3">
                    <p:embed/>
                    <p:pic>
                      <p:nvPicPr>
                        <p:cNvPr id="0" name="图片 2346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7158" y="571480"/>
                          <a:ext cx="439737" cy="346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1" name="组合 101"/>
          <p:cNvGrpSpPr/>
          <p:nvPr/>
        </p:nvGrpSpPr>
        <p:grpSpPr bwMode="auto">
          <a:xfrm>
            <a:off x="785813" y="4714875"/>
            <a:ext cx="3714750" cy="1714500"/>
            <a:chOff x="357158" y="571480"/>
            <a:chExt cx="3714776" cy="1714512"/>
          </a:xfrm>
        </p:grpSpPr>
        <p:grpSp>
          <p:nvGrpSpPr>
            <p:cNvPr id="67605" name="组合 30"/>
            <p:cNvGrpSpPr/>
            <p:nvPr/>
          </p:nvGrpSpPr>
          <p:grpSpPr bwMode="auto">
            <a:xfrm>
              <a:off x="714348" y="856640"/>
              <a:ext cx="3143274" cy="1428311"/>
              <a:chOff x="2571736" y="2357430"/>
              <a:chExt cx="3714776" cy="1785950"/>
            </a:xfrm>
          </p:grpSpPr>
          <p:cxnSp>
            <p:nvCxnSpPr>
              <p:cNvPr id="124" name="直接连接符 123"/>
              <p:cNvCxnSpPr/>
              <p:nvPr/>
            </p:nvCxnSpPr>
            <p:spPr>
              <a:xfrm>
                <a:off x="3142085" y="3499553"/>
                <a:ext cx="314254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7626" name="组合 217"/>
              <p:cNvGrpSpPr/>
              <p:nvPr/>
            </p:nvGrpSpPr>
            <p:grpSpPr bwMode="auto">
              <a:xfrm>
                <a:off x="2571736" y="2357430"/>
                <a:ext cx="3714776" cy="1785950"/>
                <a:chOff x="2571736" y="2357430"/>
                <a:chExt cx="3714776" cy="1785950"/>
              </a:xfrm>
            </p:grpSpPr>
            <p:cxnSp>
              <p:nvCxnSpPr>
                <p:cNvPr id="126" name="直接连接符 2"/>
                <p:cNvCxnSpPr/>
                <p:nvPr/>
              </p:nvCxnSpPr>
              <p:spPr>
                <a:xfrm>
                  <a:off x="3142085" y="2856409"/>
                  <a:ext cx="3142549" cy="1984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接连接符 4"/>
                <p:cNvCxnSpPr/>
                <p:nvPr/>
              </p:nvCxnSpPr>
              <p:spPr>
                <a:xfrm>
                  <a:off x="3142085" y="4140712"/>
                  <a:ext cx="3142549" cy="1986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接连接符 5"/>
                <p:cNvCxnSpPr/>
                <p:nvPr/>
              </p:nvCxnSpPr>
              <p:spPr>
                <a:xfrm rot="5400000">
                  <a:off x="5643421" y="3497622"/>
                  <a:ext cx="1284303" cy="1876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接连接符 6"/>
                <p:cNvCxnSpPr/>
                <p:nvPr/>
              </p:nvCxnSpPr>
              <p:spPr>
                <a:xfrm rot="5400000">
                  <a:off x="2500872" y="3497622"/>
                  <a:ext cx="1284303" cy="187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接连接符 7"/>
                <p:cNvCxnSpPr/>
                <p:nvPr/>
              </p:nvCxnSpPr>
              <p:spPr>
                <a:xfrm rot="5400000">
                  <a:off x="4070271" y="3498560"/>
                  <a:ext cx="1284303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接连接符 8"/>
                <p:cNvCxnSpPr/>
                <p:nvPr/>
              </p:nvCxnSpPr>
              <p:spPr>
                <a:xfrm rot="5400000">
                  <a:off x="4857314" y="3497622"/>
                  <a:ext cx="1284303" cy="1877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接连接符 9"/>
                <p:cNvCxnSpPr/>
                <p:nvPr/>
              </p:nvCxnSpPr>
              <p:spPr>
                <a:xfrm rot="5400000">
                  <a:off x="3286041" y="3498560"/>
                  <a:ext cx="1284303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接连接符 10"/>
                <p:cNvCxnSpPr/>
                <p:nvPr/>
              </p:nvCxnSpPr>
              <p:spPr>
                <a:xfrm>
                  <a:off x="2571736" y="2358170"/>
                  <a:ext cx="572226" cy="500223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aphicFrame>
          <p:nvGraphicFramePr>
            <p:cNvPr id="67606" name="Object 13"/>
            <p:cNvGraphicFramePr>
              <a:graphicFrameLocks noChangeAspect="1"/>
            </p:cNvGraphicFramePr>
            <p:nvPr/>
          </p:nvGraphicFramePr>
          <p:xfrm>
            <a:off x="545390" y="1011237"/>
            <a:ext cx="311834" cy="3460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462" name="公式" r:id="rId17" imgW="125095" imgH="137795" progId="Equation.3">
                    <p:embed/>
                  </p:oleObj>
                </mc:Choice>
                <mc:Fallback>
                  <p:oleObj name="公式" r:id="rId17" imgW="125095" imgH="137795" progId="Equation.3">
                    <p:embed/>
                    <p:pic>
                      <p:nvPicPr>
                        <p:cNvPr id="0" name="图片 2346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45390" y="1011237"/>
                          <a:ext cx="311834" cy="3460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67607" name="组合 31"/>
            <p:cNvGrpSpPr/>
            <p:nvPr/>
          </p:nvGrpSpPr>
          <p:grpSpPr bwMode="auto">
            <a:xfrm>
              <a:off x="857224" y="642918"/>
              <a:ext cx="571504" cy="365125"/>
              <a:chOff x="2928926" y="2214554"/>
              <a:chExt cx="571504" cy="365125"/>
            </a:xfrm>
          </p:grpSpPr>
          <p:graphicFrame>
            <p:nvGraphicFramePr>
              <p:cNvPr id="67623" name="Object 14"/>
              <p:cNvGraphicFramePr>
                <a:graphicFrameLocks noChangeAspect="1"/>
              </p:cNvGraphicFramePr>
              <p:nvPr/>
            </p:nvGraphicFramePr>
            <p:xfrm>
              <a:off x="2928926" y="2214554"/>
              <a:ext cx="311150" cy="346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3463" name="公式" r:id="rId19" imgW="125095" imgH="137795" progId="Equation.3">
                      <p:embed/>
                    </p:oleObj>
                  </mc:Choice>
                  <mc:Fallback>
                    <p:oleObj name="公式" r:id="rId19" imgW="125095" imgH="137795" progId="Equation.3">
                      <p:embed/>
                      <p:pic>
                        <p:nvPicPr>
                          <p:cNvPr id="0" name="图片 2346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28926" y="2214554"/>
                            <a:ext cx="311150" cy="34607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7624" name="Object 15"/>
              <p:cNvGraphicFramePr>
                <a:graphicFrameLocks noChangeAspect="1"/>
              </p:cNvGraphicFramePr>
              <p:nvPr/>
            </p:nvGraphicFramePr>
            <p:xfrm>
              <a:off x="3189280" y="2214554"/>
              <a:ext cx="311150" cy="3651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3464" name="公式" r:id="rId21" imgW="125095" imgH="150495" progId="Equation.3">
                      <p:embed/>
                    </p:oleObj>
                  </mc:Choice>
                  <mc:Fallback>
                    <p:oleObj name="公式" r:id="rId21" imgW="125095" imgH="150495" progId="Equation.3">
                      <p:embed/>
                      <p:pic>
                        <p:nvPicPr>
                          <p:cNvPr id="0" name="图片 2346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189280" y="2214554"/>
                            <a:ext cx="311150" cy="3651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06" name="矩形 105"/>
            <p:cNvSpPr/>
            <p:nvPr/>
          </p:nvSpPr>
          <p:spPr>
            <a:xfrm>
              <a:off x="1308077" y="857232"/>
              <a:ext cx="47784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07" name="矩形 106"/>
            <p:cNvSpPr/>
            <p:nvPr/>
          </p:nvSpPr>
          <p:spPr>
            <a:xfrm>
              <a:off x="1951019" y="857232"/>
              <a:ext cx="47784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08" name="矩形 107"/>
            <p:cNvSpPr/>
            <p:nvPr/>
          </p:nvSpPr>
          <p:spPr>
            <a:xfrm>
              <a:off x="2643174" y="857232"/>
              <a:ext cx="463553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09" name="矩形 108"/>
            <p:cNvSpPr/>
            <p:nvPr/>
          </p:nvSpPr>
          <p:spPr>
            <a:xfrm>
              <a:off x="3286115" y="857232"/>
              <a:ext cx="47784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10" name="矩形 109"/>
            <p:cNvSpPr/>
            <p:nvPr/>
          </p:nvSpPr>
          <p:spPr>
            <a:xfrm>
              <a:off x="857223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11" name="矩形 110"/>
            <p:cNvSpPr/>
            <p:nvPr/>
          </p:nvSpPr>
          <p:spPr>
            <a:xfrm>
              <a:off x="857223" y="1885939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12" name="矩形 111"/>
            <p:cNvSpPr/>
            <p:nvPr/>
          </p:nvSpPr>
          <p:spPr>
            <a:xfrm>
              <a:off x="1384277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13" name="矩形 112"/>
            <p:cNvSpPr/>
            <p:nvPr/>
          </p:nvSpPr>
          <p:spPr>
            <a:xfrm>
              <a:off x="2027220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14" name="矩形 113"/>
            <p:cNvSpPr/>
            <p:nvPr/>
          </p:nvSpPr>
          <p:spPr>
            <a:xfrm>
              <a:off x="2714611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15" name="矩形 114"/>
            <p:cNvSpPr/>
            <p:nvPr/>
          </p:nvSpPr>
          <p:spPr>
            <a:xfrm>
              <a:off x="3384541" y="1314435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116" name="矩形 115"/>
            <p:cNvSpPr/>
            <p:nvPr/>
          </p:nvSpPr>
          <p:spPr>
            <a:xfrm>
              <a:off x="1357290" y="1857364"/>
              <a:ext cx="330202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dirty="0">
                <a:solidFill>
                  <a:srgbClr val="000000"/>
                </a:solidFill>
              </a:endParaRPr>
            </a:p>
          </p:txBody>
        </p:sp>
        <p:sp>
          <p:nvSpPr>
            <p:cNvPr id="67619" name="矩形 116"/>
            <p:cNvSpPr>
              <a:spLocks noChangeArrowheads="1"/>
            </p:cNvSpPr>
            <p:nvPr/>
          </p:nvSpPr>
          <p:spPr bwMode="auto">
            <a:xfrm>
              <a:off x="1643042" y="1895464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7620" name="矩形 117"/>
            <p:cNvSpPr>
              <a:spLocks noChangeArrowheads="1"/>
            </p:cNvSpPr>
            <p:nvPr/>
          </p:nvSpPr>
          <p:spPr bwMode="auto">
            <a:xfrm>
              <a:off x="2357422" y="1907606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67621" name="矩形 118"/>
            <p:cNvSpPr>
              <a:spLocks noChangeArrowheads="1"/>
            </p:cNvSpPr>
            <p:nvPr/>
          </p:nvSpPr>
          <p:spPr bwMode="auto">
            <a:xfrm>
              <a:off x="3000364" y="1907606"/>
              <a:ext cx="10715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ctr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宋体" panose="02010600030101010101" pitchFamily="2" charset="-122"/>
                </a:rPr>
                <a:t>×</a:t>
              </a:r>
              <a:endParaRPr lang="en-US" altLang="zh-CN" sz="18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graphicFrame>
          <p:nvGraphicFramePr>
            <p:cNvPr id="67622" name="Object 16"/>
            <p:cNvGraphicFramePr>
              <a:graphicFrameLocks noChangeAspect="1"/>
            </p:cNvGraphicFramePr>
            <p:nvPr/>
          </p:nvGraphicFramePr>
          <p:xfrm>
            <a:off x="357158" y="571480"/>
            <a:ext cx="439737" cy="346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465" name="公式" r:id="rId23" imgW="238125" imgH="137795" progId="Equation.3">
                    <p:embed/>
                  </p:oleObj>
                </mc:Choice>
                <mc:Fallback>
                  <p:oleObj name="公式" r:id="rId23" imgW="238125" imgH="137795" progId="Equation.3">
                    <p:embed/>
                    <p:pic>
                      <p:nvPicPr>
                        <p:cNvPr id="0" name="图片 2346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7158" y="571480"/>
                          <a:ext cx="439737" cy="346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34" name="椭圆 133"/>
          <p:cNvSpPr/>
          <p:nvPr/>
        </p:nvSpPr>
        <p:spPr>
          <a:xfrm>
            <a:off x="3786188" y="1357313"/>
            <a:ext cx="395287" cy="10001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35" name="椭圆 134"/>
          <p:cNvSpPr/>
          <p:nvPr/>
        </p:nvSpPr>
        <p:spPr>
          <a:xfrm>
            <a:off x="1785938" y="1890713"/>
            <a:ext cx="2441575" cy="466725"/>
          </a:xfrm>
          <a:prstGeom prst="ellipse">
            <a:avLst/>
          </a:prstGeom>
          <a:noFill/>
          <a:ln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36" name="椭圆 135"/>
          <p:cNvSpPr/>
          <p:nvPr/>
        </p:nvSpPr>
        <p:spPr>
          <a:xfrm>
            <a:off x="1778000" y="3941763"/>
            <a:ext cx="2441575" cy="466725"/>
          </a:xfrm>
          <a:prstGeom prst="ellipse">
            <a:avLst/>
          </a:prstGeom>
          <a:noFill/>
          <a:ln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37" name="椭圆 136"/>
          <p:cNvSpPr/>
          <p:nvPr/>
        </p:nvSpPr>
        <p:spPr>
          <a:xfrm>
            <a:off x="3109913" y="3403600"/>
            <a:ext cx="395287" cy="100012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aphicFrame>
        <p:nvGraphicFramePr>
          <p:cNvPr id="140" name="Object 17"/>
          <p:cNvGraphicFramePr>
            <a:graphicFrameLocks noChangeAspect="1"/>
          </p:cNvGraphicFramePr>
          <p:nvPr/>
        </p:nvGraphicFramePr>
        <p:xfrm>
          <a:off x="5429250" y="642938"/>
          <a:ext cx="1862138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66" name="公式" r:id="rId25" imgW="1340485" imgH="187960" progId="Equation.3">
                  <p:embed/>
                </p:oleObj>
              </mc:Choice>
              <mc:Fallback>
                <p:oleObj name="公式" r:id="rId25" imgW="1340485" imgH="187960" progId="Equation.3">
                  <p:embed/>
                  <p:pic>
                    <p:nvPicPr>
                      <p:cNvPr id="0" name="图片 2346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29250" y="642938"/>
                        <a:ext cx="1862138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1" name="Object 18"/>
          <p:cNvGraphicFramePr>
            <a:graphicFrameLocks noChangeAspect="1"/>
          </p:cNvGraphicFramePr>
          <p:nvPr/>
        </p:nvGraphicFramePr>
        <p:xfrm>
          <a:off x="5915025" y="1114425"/>
          <a:ext cx="2443163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67" name="公式" r:id="rId27" imgW="1804035" imgH="187960" progId="Equation.3">
                  <p:embed/>
                </p:oleObj>
              </mc:Choice>
              <mc:Fallback>
                <p:oleObj name="公式" r:id="rId27" imgW="1804035" imgH="187960" progId="Equation.3">
                  <p:embed/>
                  <p:pic>
                    <p:nvPicPr>
                      <p:cNvPr id="0" name="图片 2346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15025" y="1114425"/>
                        <a:ext cx="2443163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2" name="Object 19"/>
          <p:cNvGraphicFramePr>
            <a:graphicFrameLocks noChangeAspect="1"/>
          </p:cNvGraphicFramePr>
          <p:nvPr/>
        </p:nvGraphicFramePr>
        <p:xfrm>
          <a:off x="5929313" y="1571625"/>
          <a:ext cx="2297112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68" name="公式" r:id="rId29" imgW="1691005" imgH="187960" progId="Equation.3">
                  <p:embed/>
                </p:oleObj>
              </mc:Choice>
              <mc:Fallback>
                <p:oleObj name="公式" r:id="rId29" imgW="1691005" imgH="187960" progId="Equation.3">
                  <p:embed/>
                  <p:pic>
                    <p:nvPicPr>
                      <p:cNvPr id="0" name="图片 2346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29313" y="1571625"/>
                        <a:ext cx="2297112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" name="Object 20"/>
          <p:cNvGraphicFramePr>
            <a:graphicFrameLocks noChangeAspect="1"/>
          </p:cNvGraphicFramePr>
          <p:nvPr/>
        </p:nvGraphicFramePr>
        <p:xfrm>
          <a:off x="5929313" y="2071688"/>
          <a:ext cx="1924050" cy="520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69" name="公式" r:id="rId31" imgW="1390650" imgH="238125" progId="Equation.3">
                  <p:embed/>
                </p:oleObj>
              </mc:Choice>
              <mc:Fallback>
                <p:oleObj name="公式" r:id="rId31" imgW="1390650" imgH="238125" progId="Equation.3">
                  <p:embed/>
                  <p:pic>
                    <p:nvPicPr>
                      <p:cNvPr id="0" name="图片 2346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29313" y="2071688"/>
                        <a:ext cx="1924050" cy="520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4" name="Object 21"/>
          <p:cNvGraphicFramePr>
            <a:graphicFrameLocks noChangeAspect="1"/>
          </p:cNvGraphicFramePr>
          <p:nvPr/>
        </p:nvGraphicFramePr>
        <p:xfrm>
          <a:off x="5449888" y="2928938"/>
          <a:ext cx="1820862" cy="4143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70" name="公式" r:id="rId33" imgW="1303020" imgH="150495" progId="Equation.3">
                  <p:embed/>
                </p:oleObj>
              </mc:Choice>
              <mc:Fallback>
                <p:oleObj name="公式" r:id="rId33" imgW="1303020" imgH="150495" progId="Equation.3">
                  <p:embed/>
                  <p:pic>
                    <p:nvPicPr>
                      <p:cNvPr id="0" name="图片 234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49888" y="2928938"/>
                        <a:ext cx="1820862" cy="4143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5" name="Object 22"/>
          <p:cNvGraphicFramePr>
            <a:graphicFrameLocks noChangeAspect="1"/>
          </p:cNvGraphicFramePr>
          <p:nvPr/>
        </p:nvGraphicFramePr>
        <p:xfrm>
          <a:off x="5935663" y="3379788"/>
          <a:ext cx="2401887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71" name="公式" r:id="rId35" imgW="1778635" imgH="187960" progId="Equation.3">
                  <p:embed/>
                </p:oleObj>
              </mc:Choice>
              <mc:Fallback>
                <p:oleObj name="公式" r:id="rId35" imgW="1778635" imgH="187960" progId="Equation.3">
                  <p:embed/>
                  <p:pic>
                    <p:nvPicPr>
                      <p:cNvPr id="0" name="图片 234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35663" y="3379788"/>
                        <a:ext cx="2401887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6" name="Object 23"/>
          <p:cNvGraphicFramePr>
            <a:graphicFrameLocks noChangeAspect="1"/>
          </p:cNvGraphicFramePr>
          <p:nvPr/>
        </p:nvGraphicFramePr>
        <p:xfrm>
          <a:off x="5919788" y="3836988"/>
          <a:ext cx="2317750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72" name="公式" r:id="rId37" imgW="1703705" imgH="187960" progId="Equation.3">
                  <p:embed/>
                </p:oleObj>
              </mc:Choice>
              <mc:Fallback>
                <p:oleObj name="公式" r:id="rId37" imgW="1703705" imgH="187960" progId="Equation.3">
                  <p:embed/>
                  <p:pic>
                    <p:nvPicPr>
                      <p:cNvPr id="0" name="图片 2347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19788" y="3836988"/>
                        <a:ext cx="2317750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7" name="Object 24"/>
          <p:cNvGraphicFramePr>
            <a:graphicFrameLocks noChangeAspect="1"/>
          </p:cNvGraphicFramePr>
          <p:nvPr/>
        </p:nvGraphicFramePr>
        <p:xfrm>
          <a:off x="5929313" y="4337050"/>
          <a:ext cx="1924050" cy="520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73" name="公式" r:id="rId39" imgW="1390650" imgH="238125" progId="Equation.3">
                  <p:embed/>
                </p:oleObj>
              </mc:Choice>
              <mc:Fallback>
                <p:oleObj name="公式" r:id="rId39" imgW="1390650" imgH="238125" progId="Equation.3">
                  <p:embed/>
                  <p:pic>
                    <p:nvPicPr>
                      <p:cNvPr id="0" name="图片 2347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29313" y="4337050"/>
                        <a:ext cx="1924050" cy="520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8" name="Object 25"/>
          <p:cNvGraphicFramePr>
            <a:graphicFrameLocks noChangeAspect="1"/>
          </p:cNvGraphicFramePr>
          <p:nvPr/>
        </p:nvGraphicFramePr>
        <p:xfrm>
          <a:off x="5429250" y="5449888"/>
          <a:ext cx="1714500" cy="479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74" name="公式" r:id="rId41" imgW="1152525" imgH="187960" progId="Equation.3">
                  <p:embed/>
                </p:oleObj>
              </mc:Choice>
              <mc:Fallback>
                <p:oleObj name="公式" r:id="rId41" imgW="1152525" imgH="187960" progId="Equation.3">
                  <p:embed/>
                  <p:pic>
                    <p:nvPicPr>
                      <p:cNvPr id="0" name="图片 2347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29250" y="5449888"/>
                        <a:ext cx="1714500" cy="479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9" name="椭圆 148"/>
          <p:cNvSpPr/>
          <p:nvPr/>
        </p:nvSpPr>
        <p:spPr>
          <a:xfrm>
            <a:off x="1773238" y="5467350"/>
            <a:ext cx="395287" cy="395288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67604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4" grpId="0" animBg="1"/>
      <p:bldP spid="135" grpId="0" animBg="1"/>
      <p:bldP spid="136" grpId="0" animBg="1"/>
      <p:bldP spid="137" grpId="0" animBg="1"/>
      <p:bldP spid="149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矩形 1"/>
          <p:cNvSpPr>
            <a:spLocks noChangeArrowheads="1"/>
          </p:cNvSpPr>
          <p:nvPr/>
        </p:nvSpPr>
        <p:spPr bwMode="auto">
          <a:xfrm>
            <a:off x="285750" y="109538"/>
            <a:ext cx="21955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）求驱动方程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grpSp>
        <p:nvGrpSpPr>
          <p:cNvPr id="3" name="组合 83"/>
          <p:cNvGrpSpPr/>
          <p:nvPr/>
        </p:nvGrpSpPr>
        <p:grpSpPr bwMode="auto">
          <a:xfrm>
            <a:off x="571500" y="642938"/>
            <a:ext cx="3143250" cy="1857375"/>
            <a:chOff x="571472" y="571480"/>
            <a:chExt cx="3143272" cy="1857388"/>
          </a:xfrm>
        </p:grpSpPr>
        <p:graphicFrame>
          <p:nvGraphicFramePr>
            <p:cNvPr id="68681" name="Object 2"/>
            <p:cNvGraphicFramePr>
              <a:graphicFrameLocks noChangeAspect="1"/>
            </p:cNvGraphicFramePr>
            <p:nvPr/>
          </p:nvGraphicFramePr>
          <p:xfrm>
            <a:off x="896645" y="571480"/>
            <a:ext cx="2633651" cy="57150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1" name="公式" r:id="rId1" imgW="1691005" imgH="225425" progId="Equation.3">
                    <p:embed/>
                  </p:oleObj>
                </mc:Choice>
                <mc:Fallback>
                  <p:oleObj name="公式" r:id="rId1" imgW="1691005" imgH="225425" progId="Equation.3">
                    <p:embed/>
                    <p:pic>
                      <p:nvPicPr>
                        <p:cNvPr id="0" name="图片 239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96645" y="571480"/>
                          <a:ext cx="2633651" cy="57150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8682" name="Object 3"/>
            <p:cNvGraphicFramePr>
              <a:graphicFrameLocks noChangeAspect="1"/>
            </p:cNvGraphicFramePr>
            <p:nvPr/>
          </p:nvGraphicFramePr>
          <p:xfrm>
            <a:off x="887090" y="1214422"/>
            <a:ext cx="2827654" cy="57150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2" name="公式" r:id="rId3" imgW="1653540" imgH="187960" progId="Equation.3">
                    <p:embed/>
                  </p:oleObj>
                </mc:Choice>
                <mc:Fallback>
                  <p:oleObj name="公式" r:id="rId3" imgW="1653540" imgH="187960" progId="Equation.3">
                    <p:embed/>
                    <p:pic>
                      <p:nvPicPr>
                        <p:cNvPr id="0" name="图片 239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87090" y="1214422"/>
                          <a:ext cx="2827654" cy="57150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8683" name="Object 4"/>
            <p:cNvGraphicFramePr>
              <a:graphicFrameLocks noChangeAspect="1"/>
            </p:cNvGraphicFramePr>
            <p:nvPr/>
          </p:nvGraphicFramePr>
          <p:xfrm>
            <a:off x="887090" y="1857364"/>
            <a:ext cx="2613400" cy="57150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3" name="公式" r:id="rId5" imgW="1528445" imgH="187960" progId="Equation.3">
                    <p:embed/>
                  </p:oleObj>
                </mc:Choice>
                <mc:Fallback>
                  <p:oleObj name="公式" r:id="rId5" imgW="1528445" imgH="187960" progId="Equation.3">
                    <p:embed/>
                    <p:pic>
                      <p:nvPicPr>
                        <p:cNvPr id="0" name="图片 239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87090" y="1857364"/>
                          <a:ext cx="2613400" cy="57150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" name="左大括号 6"/>
            <p:cNvSpPr/>
            <p:nvPr/>
          </p:nvSpPr>
          <p:spPr>
            <a:xfrm>
              <a:off x="571472" y="857232"/>
              <a:ext cx="285752" cy="1357321"/>
            </a:xfrm>
            <a:prstGeom prst="leftBrace">
              <a:avLst>
                <a:gd name="adj1" fmla="val 37424"/>
                <a:gd name="adj2" fmla="val 51046"/>
              </a:avLst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71438" y="3035300"/>
            <a:ext cx="25034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）自启动检查</a:t>
            </a:r>
            <a:endParaRPr lang="zh-CN" altLang="en-US" sz="2400">
              <a:solidFill>
                <a:srgbClr val="C00000"/>
              </a:solidFill>
            </a:endParaRPr>
          </a:p>
        </p:txBody>
      </p:sp>
      <p:grpSp>
        <p:nvGrpSpPr>
          <p:cNvPr id="6" name="组合 84"/>
          <p:cNvGrpSpPr/>
          <p:nvPr/>
        </p:nvGrpSpPr>
        <p:grpSpPr bwMode="auto">
          <a:xfrm>
            <a:off x="571500" y="3568700"/>
            <a:ext cx="3071813" cy="1503363"/>
            <a:chOff x="571472" y="3497262"/>
            <a:chExt cx="3071834" cy="1503374"/>
          </a:xfrm>
        </p:grpSpPr>
        <p:sp>
          <p:nvSpPr>
            <p:cNvPr id="10" name="矩形 9"/>
            <p:cNvSpPr/>
            <p:nvPr/>
          </p:nvSpPr>
          <p:spPr>
            <a:xfrm>
              <a:off x="571472" y="3925890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1   0   1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  <p:graphicFrame>
          <p:nvGraphicFramePr>
            <p:cNvPr id="68661" name="Object 5"/>
            <p:cNvGraphicFramePr>
              <a:graphicFrameLocks noChangeAspect="1"/>
            </p:cNvGraphicFramePr>
            <p:nvPr/>
          </p:nvGraphicFramePr>
          <p:xfrm>
            <a:off x="635845" y="3568700"/>
            <a:ext cx="311834" cy="3460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4" name="公式" r:id="rId7" imgW="125095" imgH="137795" progId="Equation.3">
                    <p:embed/>
                  </p:oleObj>
                </mc:Choice>
                <mc:Fallback>
                  <p:oleObj name="公式" r:id="rId7" imgW="125095" imgH="137795" progId="Equation.3">
                    <p:embed/>
                    <p:pic>
                      <p:nvPicPr>
                        <p:cNvPr id="0" name="图片 2394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35845" y="3568700"/>
                          <a:ext cx="311834" cy="3460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8662" name="Object 6"/>
            <p:cNvGraphicFramePr>
              <a:graphicFrameLocks noChangeAspect="1"/>
            </p:cNvGraphicFramePr>
            <p:nvPr/>
          </p:nvGraphicFramePr>
          <p:xfrm>
            <a:off x="1000100" y="3568700"/>
            <a:ext cx="311150" cy="346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5" name="公式" r:id="rId9" imgW="125095" imgH="137795" progId="Equation.3">
                    <p:embed/>
                  </p:oleObj>
                </mc:Choice>
                <mc:Fallback>
                  <p:oleObj name="公式" r:id="rId9" imgW="125095" imgH="137795" progId="Equation.3">
                    <p:embed/>
                    <p:pic>
                      <p:nvPicPr>
                        <p:cNvPr id="0" name="图片 2394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00100" y="3568700"/>
                          <a:ext cx="311150" cy="346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8663" name="Object 7"/>
            <p:cNvGraphicFramePr>
              <a:graphicFrameLocks noChangeAspect="1"/>
            </p:cNvGraphicFramePr>
            <p:nvPr/>
          </p:nvGraphicFramePr>
          <p:xfrm>
            <a:off x="1331908" y="3559177"/>
            <a:ext cx="311150" cy="365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6" name="公式" r:id="rId11" imgW="125095" imgH="150495" progId="Equation.3">
                    <p:embed/>
                  </p:oleObj>
                </mc:Choice>
                <mc:Fallback>
                  <p:oleObj name="公式" r:id="rId11" imgW="125095" imgH="150495" progId="Equation.3">
                    <p:embed/>
                    <p:pic>
                      <p:nvPicPr>
                        <p:cNvPr id="0" name="图片 239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31908" y="3559177"/>
                          <a:ext cx="311150" cy="365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" name="矩形 13"/>
            <p:cNvSpPr/>
            <p:nvPr/>
          </p:nvSpPr>
          <p:spPr>
            <a:xfrm>
              <a:off x="1812905" y="3935415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0   1   1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  <p:graphicFrame>
          <p:nvGraphicFramePr>
            <p:cNvPr id="68665" name="Object 8"/>
            <p:cNvGraphicFramePr>
              <a:graphicFrameLocks noChangeAspect="1"/>
            </p:cNvGraphicFramePr>
            <p:nvPr/>
          </p:nvGraphicFramePr>
          <p:xfrm>
            <a:off x="1814508" y="3578227"/>
            <a:ext cx="439737" cy="346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7" name="公式" r:id="rId13" imgW="238125" imgH="137795" progId="Equation.3">
                    <p:embed/>
                  </p:oleObj>
                </mc:Choice>
                <mc:Fallback>
                  <p:oleObj name="公式" r:id="rId13" imgW="238125" imgH="137795" progId="Equation.3">
                    <p:embed/>
                    <p:pic>
                      <p:nvPicPr>
                        <p:cNvPr id="0" name="图片 239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14508" y="3578227"/>
                          <a:ext cx="439737" cy="346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8666" name="Object 9"/>
            <p:cNvGraphicFramePr>
              <a:graphicFrameLocks noChangeAspect="1"/>
            </p:cNvGraphicFramePr>
            <p:nvPr/>
          </p:nvGraphicFramePr>
          <p:xfrm>
            <a:off x="2178045" y="3578227"/>
            <a:ext cx="438150" cy="346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8" name="公式" r:id="rId15" imgW="238125" imgH="137795" progId="Equation.3">
                    <p:embed/>
                  </p:oleObj>
                </mc:Choice>
                <mc:Fallback>
                  <p:oleObj name="公式" r:id="rId15" imgW="238125" imgH="137795" progId="Equation.3">
                    <p:embed/>
                    <p:pic>
                      <p:nvPicPr>
                        <p:cNvPr id="0" name="图片 239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78045" y="3578227"/>
                          <a:ext cx="438150" cy="346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8667" name="Object 10"/>
            <p:cNvGraphicFramePr>
              <a:graphicFrameLocks noChangeAspect="1"/>
            </p:cNvGraphicFramePr>
            <p:nvPr/>
          </p:nvGraphicFramePr>
          <p:xfrm>
            <a:off x="2562214" y="3568702"/>
            <a:ext cx="438150" cy="3651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949" name="公式" r:id="rId17" imgW="238125" imgH="150495" progId="Equation.3">
                    <p:embed/>
                  </p:oleObj>
                </mc:Choice>
                <mc:Fallback>
                  <p:oleObj name="公式" r:id="rId17" imgW="238125" imgH="150495" progId="Equation.3">
                    <p:embed/>
                    <p:pic>
                      <p:nvPicPr>
                        <p:cNvPr id="0" name="图片 239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62214" y="3568702"/>
                          <a:ext cx="438150" cy="3651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" name="矩形 17"/>
            <p:cNvSpPr/>
            <p:nvPr/>
          </p:nvSpPr>
          <p:spPr>
            <a:xfrm>
              <a:off x="571472" y="4230692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1   1   0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1812905" y="4240217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0   1   1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  <p:sp>
          <p:nvSpPr>
            <p:cNvPr id="20" name="矩形 19"/>
            <p:cNvSpPr/>
            <p:nvPr/>
          </p:nvSpPr>
          <p:spPr>
            <a:xfrm>
              <a:off x="571472" y="4568833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1   1   1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  <p:sp>
          <p:nvSpPr>
            <p:cNvPr id="21" name="矩形 20"/>
            <p:cNvSpPr/>
            <p:nvPr/>
          </p:nvSpPr>
          <p:spPr>
            <a:xfrm>
              <a:off x="1812905" y="4578358"/>
              <a:ext cx="1116021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0   1   1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  <p:cxnSp>
          <p:nvCxnSpPr>
            <p:cNvPr id="27" name="直接连接符 26"/>
            <p:cNvCxnSpPr/>
            <p:nvPr/>
          </p:nvCxnSpPr>
          <p:spPr>
            <a:xfrm>
              <a:off x="571472" y="3497262"/>
              <a:ext cx="3071834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571472" y="3924303"/>
              <a:ext cx="3071834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接连接符 28"/>
            <p:cNvCxnSpPr/>
            <p:nvPr/>
          </p:nvCxnSpPr>
          <p:spPr>
            <a:xfrm>
              <a:off x="571472" y="4999048"/>
              <a:ext cx="3071834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接连接符 29"/>
            <p:cNvCxnSpPr/>
            <p:nvPr/>
          </p:nvCxnSpPr>
          <p:spPr>
            <a:xfrm rot="5400000">
              <a:off x="964380" y="4247361"/>
              <a:ext cx="1501786" cy="1588"/>
            </a:xfrm>
            <a:prstGeom prst="line">
              <a:avLst/>
            </a:prstGeom>
            <a:ln w="25400" cmpd="dbl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接连接符 30"/>
            <p:cNvCxnSpPr/>
            <p:nvPr/>
          </p:nvCxnSpPr>
          <p:spPr>
            <a:xfrm rot="5400000">
              <a:off x="2321703" y="4247361"/>
              <a:ext cx="1501786" cy="15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677" name="矩形 31"/>
            <p:cNvSpPr>
              <a:spLocks noChangeArrowheads="1"/>
            </p:cNvSpPr>
            <p:nvPr/>
          </p:nvSpPr>
          <p:spPr bwMode="auto">
            <a:xfrm>
              <a:off x="3215680" y="3568700"/>
              <a:ext cx="356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33" name="矩形 32"/>
            <p:cNvSpPr/>
            <p:nvPr/>
          </p:nvSpPr>
          <p:spPr>
            <a:xfrm>
              <a:off x="3241665" y="3925890"/>
              <a:ext cx="33179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3241665" y="4230692"/>
              <a:ext cx="33179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3241665" y="4568833"/>
              <a:ext cx="331790" cy="400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2000" b="1" spc="140" dirty="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spc="140" dirty="0">
                <a:solidFill>
                  <a:srgbClr val="006600"/>
                </a:solidFill>
              </a:endParaRPr>
            </a:p>
          </p:txBody>
        </p:sp>
      </p:grpSp>
      <p:grpSp>
        <p:nvGrpSpPr>
          <p:cNvPr id="9" name="组合 81"/>
          <p:cNvGrpSpPr/>
          <p:nvPr/>
        </p:nvGrpSpPr>
        <p:grpSpPr bwMode="auto">
          <a:xfrm>
            <a:off x="4357688" y="285750"/>
            <a:ext cx="3683000" cy="2481263"/>
            <a:chOff x="4357686" y="317270"/>
            <a:chExt cx="3683269" cy="2480930"/>
          </a:xfrm>
        </p:grpSpPr>
        <p:sp>
          <p:nvSpPr>
            <p:cNvPr id="68620" name="Line 42"/>
            <p:cNvSpPr>
              <a:spLocks noChangeShapeType="1"/>
            </p:cNvSpPr>
            <p:nvPr/>
          </p:nvSpPr>
          <p:spPr bwMode="auto">
            <a:xfrm>
              <a:off x="4897681" y="1657637"/>
              <a:ext cx="50400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68621" name="组合 212"/>
            <p:cNvGrpSpPr/>
            <p:nvPr/>
          </p:nvGrpSpPr>
          <p:grpSpPr bwMode="auto">
            <a:xfrm>
              <a:off x="4357686" y="1388840"/>
              <a:ext cx="539996" cy="539962"/>
              <a:chOff x="928661" y="2571743"/>
              <a:chExt cx="540000" cy="540000"/>
            </a:xfrm>
          </p:grpSpPr>
          <p:sp>
            <p:nvSpPr>
              <p:cNvPr id="68658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59" name="矩形 65"/>
              <p:cNvSpPr>
                <a:spLocks noChangeArrowheads="1"/>
              </p:cNvSpPr>
              <p:nvPr/>
            </p:nvSpPr>
            <p:spPr bwMode="auto">
              <a:xfrm>
                <a:off x="936598" y="2643182"/>
                <a:ext cx="530919" cy="36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000</a:t>
                </a: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8622" name="组合 213"/>
            <p:cNvGrpSpPr/>
            <p:nvPr/>
          </p:nvGrpSpPr>
          <p:grpSpPr bwMode="auto">
            <a:xfrm>
              <a:off x="5397745" y="1388840"/>
              <a:ext cx="539995" cy="539962"/>
              <a:chOff x="928661" y="2571743"/>
              <a:chExt cx="540000" cy="540000"/>
            </a:xfrm>
          </p:grpSpPr>
          <p:sp>
            <p:nvSpPr>
              <p:cNvPr id="68656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57" name="矩形 63"/>
              <p:cNvSpPr>
                <a:spLocks noChangeArrowheads="1"/>
              </p:cNvSpPr>
              <p:nvPr/>
            </p:nvSpPr>
            <p:spPr bwMode="auto">
              <a:xfrm>
                <a:off x="929322" y="2643182"/>
                <a:ext cx="530920" cy="36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100</a:t>
                </a: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8623" name="组合 213"/>
            <p:cNvGrpSpPr/>
            <p:nvPr/>
          </p:nvGrpSpPr>
          <p:grpSpPr bwMode="auto">
            <a:xfrm>
              <a:off x="6429386" y="1357298"/>
              <a:ext cx="539997" cy="539962"/>
              <a:chOff x="928660" y="2571743"/>
              <a:chExt cx="540001" cy="540000"/>
            </a:xfrm>
          </p:grpSpPr>
          <p:sp>
            <p:nvSpPr>
              <p:cNvPr id="68654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55" name="矩形 61"/>
              <p:cNvSpPr>
                <a:spLocks noChangeArrowheads="1"/>
              </p:cNvSpPr>
              <p:nvPr/>
            </p:nvSpPr>
            <p:spPr bwMode="auto">
              <a:xfrm>
                <a:off x="928660" y="2643182"/>
                <a:ext cx="518159" cy="36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011</a:t>
                </a: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8624" name="组合 213"/>
            <p:cNvGrpSpPr/>
            <p:nvPr/>
          </p:nvGrpSpPr>
          <p:grpSpPr bwMode="auto">
            <a:xfrm>
              <a:off x="5960829" y="2143116"/>
              <a:ext cx="539996" cy="539962"/>
              <a:chOff x="928661" y="2571743"/>
              <a:chExt cx="540000" cy="540000"/>
            </a:xfrm>
          </p:grpSpPr>
          <p:sp>
            <p:nvSpPr>
              <p:cNvPr id="68652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53" name="矩形 59"/>
              <p:cNvSpPr>
                <a:spLocks noChangeArrowheads="1"/>
              </p:cNvSpPr>
              <p:nvPr/>
            </p:nvSpPr>
            <p:spPr bwMode="auto">
              <a:xfrm>
                <a:off x="937741" y="2643182"/>
                <a:ext cx="530919" cy="36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010</a:t>
                </a: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68625" name="Line 42"/>
            <p:cNvSpPr>
              <a:spLocks noChangeShapeType="1"/>
            </p:cNvSpPr>
            <p:nvPr/>
          </p:nvSpPr>
          <p:spPr bwMode="auto">
            <a:xfrm flipH="1">
              <a:off x="6429387" y="1889992"/>
              <a:ext cx="214314" cy="3245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68626" name="组合 213"/>
            <p:cNvGrpSpPr/>
            <p:nvPr/>
          </p:nvGrpSpPr>
          <p:grpSpPr bwMode="auto">
            <a:xfrm>
              <a:off x="4920767" y="2143116"/>
              <a:ext cx="539996" cy="539962"/>
              <a:chOff x="928661" y="2571743"/>
              <a:chExt cx="540000" cy="540000"/>
            </a:xfrm>
          </p:grpSpPr>
          <p:sp>
            <p:nvSpPr>
              <p:cNvPr id="68650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51" name="矩形 37"/>
              <p:cNvSpPr>
                <a:spLocks noChangeArrowheads="1"/>
              </p:cNvSpPr>
              <p:nvPr/>
            </p:nvSpPr>
            <p:spPr bwMode="auto">
              <a:xfrm>
                <a:off x="937082" y="2643182"/>
                <a:ext cx="530919" cy="36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001</a:t>
                </a:r>
                <a:endParaRPr lang="zh-CN" altLang="en-US" sz="18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68627" name="Line 42"/>
            <p:cNvSpPr>
              <a:spLocks noChangeShapeType="1"/>
            </p:cNvSpPr>
            <p:nvPr/>
          </p:nvSpPr>
          <p:spPr bwMode="auto">
            <a:xfrm>
              <a:off x="5929321" y="1643050"/>
              <a:ext cx="50400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8628" name="Line 42"/>
            <p:cNvSpPr>
              <a:spLocks noChangeShapeType="1"/>
            </p:cNvSpPr>
            <p:nvPr/>
          </p:nvSpPr>
          <p:spPr bwMode="auto">
            <a:xfrm flipH="1">
              <a:off x="5460763" y="2428868"/>
              <a:ext cx="50400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8629" name="Line 42"/>
            <p:cNvSpPr>
              <a:spLocks noChangeShapeType="1"/>
            </p:cNvSpPr>
            <p:nvPr/>
          </p:nvSpPr>
          <p:spPr bwMode="auto">
            <a:xfrm>
              <a:off x="4786313" y="1890554"/>
              <a:ext cx="214314" cy="32400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8630" name="矩形 55"/>
            <p:cNvSpPr>
              <a:spLocks noChangeArrowheads="1"/>
            </p:cNvSpPr>
            <p:nvPr/>
          </p:nvSpPr>
          <p:spPr bwMode="auto">
            <a:xfrm>
              <a:off x="4929189" y="1285860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8631" name="矩形 41"/>
            <p:cNvSpPr>
              <a:spLocks noChangeArrowheads="1"/>
            </p:cNvSpPr>
            <p:nvPr/>
          </p:nvSpPr>
          <p:spPr bwMode="auto">
            <a:xfrm>
              <a:off x="6007477" y="1285860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8632" name="矩形 42"/>
            <p:cNvSpPr>
              <a:spLocks noChangeArrowheads="1"/>
            </p:cNvSpPr>
            <p:nvPr/>
          </p:nvSpPr>
          <p:spPr bwMode="auto">
            <a:xfrm>
              <a:off x="6507543" y="1916660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8633" name="矩形 43"/>
            <p:cNvSpPr>
              <a:spLocks noChangeArrowheads="1"/>
            </p:cNvSpPr>
            <p:nvPr/>
          </p:nvSpPr>
          <p:spPr bwMode="auto">
            <a:xfrm>
              <a:off x="5500693" y="2428868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8634" name="矩形 44"/>
            <p:cNvSpPr>
              <a:spLocks noChangeArrowheads="1"/>
            </p:cNvSpPr>
            <p:nvPr/>
          </p:nvSpPr>
          <p:spPr bwMode="auto">
            <a:xfrm>
              <a:off x="4507279" y="2000240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  <p:grpSp>
          <p:nvGrpSpPr>
            <p:cNvPr id="68635" name="组合 213"/>
            <p:cNvGrpSpPr/>
            <p:nvPr/>
          </p:nvGrpSpPr>
          <p:grpSpPr bwMode="auto">
            <a:xfrm>
              <a:off x="7475558" y="1357298"/>
              <a:ext cx="539997" cy="539962"/>
              <a:chOff x="928660" y="2571743"/>
              <a:chExt cx="540001" cy="540000"/>
            </a:xfrm>
          </p:grpSpPr>
          <p:sp>
            <p:nvSpPr>
              <p:cNvPr id="68648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FF33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49" name="矩形 68"/>
              <p:cNvSpPr>
                <a:spLocks noChangeArrowheads="1"/>
              </p:cNvSpPr>
              <p:nvPr/>
            </p:nvSpPr>
            <p:spPr bwMode="auto">
              <a:xfrm>
                <a:off x="928660" y="2643182"/>
                <a:ext cx="518159" cy="36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FF33CC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110</a:t>
                </a:r>
                <a:endParaRPr lang="zh-CN" altLang="en-US" sz="1800">
                  <a:solidFill>
                    <a:srgbClr val="FF33CC"/>
                  </a:solidFill>
                </a:endParaRPr>
              </a:p>
            </p:txBody>
          </p:sp>
        </p:grpSp>
        <p:sp>
          <p:nvSpPr>
            <p:cNvPr id="68636" name="Line 42"/>
            <p:cNvSpPr>
              <a:spLocks noChangeShapeType="1"/>
            </p:cNvSpPr>
            <p:nvPr/>
          </p:nvSpPr>
          <p:spPr bwMode="auto">
            <a:xfrm flipH="1">
              <a:off x="6971558" y="1643050"/>
              <a:ext cx="504000" cy="0"/>
            </a:xfrm>
            <a:prstGeom prst="line">
              <a:avLst/>
            </a:prstGeom>
            <a:noFill/>
            <a:ln w="12700">
              <a:solidFill>
                <a:srgbClr val="FF33CC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68637" name="组合 213"/>
            <p:cNvGrpSpPr/>
            <p:nvPr/>
          </p:nvGrpSpPr>
          <p:grpSpPr bwMode="auto">
            <a:xfrm>
              <a:off x="6460895" y="317270"/>
              <a:ext cx="539997" cy="539962"/>
              <a:chOff x="928660" y="2571743"/>
              <a:chExt cx="540001" cy="540000"/>
            </a:xfrm>
          </p:grpSpPr>
          <p:sp>
            <p:nvSpPr>
              <p:cNvPr id="68646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FF33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47" name="矩形 72"/>
              <p:cNvSpPr>
                <a:spLocks noChangeArrowheads="1"/>
              </p:cNvSpPr>
              <p:nvPr/>
            </p:nvSpPr>
            <p:spPr bwMode="auto">
              <a:xfrm>
                <a:off x="928660" y="2643182"/>
                <a:ext cx="530919" cy="36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FF33CC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101</a:t>
                </a:r>
                <a:endParaRPr lang="zh-CN" altLang="en-US" sz="1800">
                  <a:solidFill>
                    <a:srgbClr val="FF33CC"/>
                  </a:solidFill>
                </a:endParaRPr>
              </a:p>
            </p:txBody>
          </p:sp>
        </p:grpSp>
        <p:sp>
          <p:nvSpPr>
            <p:cNvPr id="68638" name="Line 42"/>
            <p:cNvSpPr>
              <a:spLocks noChangeShapeType="1"/>
            </p:cNvSpPr>
            <p:nvPr/>
          </p:nvSpPr>
          <p:spPr bwMode="auto">
            <a:xfrm rot="16200000" flipH="1">
              <a:off x="6463140" y="1109232"/>
              <a:ext cx="504000" cy="0"/>
            </a:xfrm>
            <a:prstGeom prst="line">
              <a:avLst/>
            </a:prstGeom>
            <a:noFill/>
            <a:ln w="12700">
              <a:solidFill>
                <a:srgbClr val="FF33CC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8639" name="Line 42"/>
            <p:cNvSpPr>
              <a:spLocks noChangeShapeType="1"/>
            </p:cNvSpPr>
            <p:nvPr/>
          </p:nvSpPr>
          <p:spPr bwMode="auto">
            <a:xfrm flipH="1" flipV="1">
              <a:off x="6954854" y="1714488"/>
              <a:ext cx="612000" cy="531608"/>
            </a:xfrm>
            <a:prstGeom prst="line">
              <a:avLst/>
            </a:prstGeom>
            <a:noFill/>
            <a:ln w="12700">
              <a:solidFill>
                <a:srgbClr val="FF33CC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68640" name="组合 213"/>
            <p:cNvGrpSpPr/>
            <p:nvPr/>
          </p:nvGrpSpPr>
          <p:grpSpPr bwMode="auto">
            <a:xfrm>
              <a:off x="7500958" y="2143116"/>
              <a:ext cx="539997" cy="539962"/>
              <a:chOff x="928660" y="2571743"/>
              <a:chExt cx="540001" cy="540000"/>
            </a:xfrm>
          </p:grpSpPr>
          <p:sp>
            <p:nvSpPr>
              <p:cNvPr id="68644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FF33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45" name="矩形 77"/>
              <p:cNvSpPr>
                <a:spLocks noChangeArrowheads="1"/>
              </p:cNvSpPr>
              <p:nvPr/>
            </p:nvSpPr>
            <p:spPr bwMode="auto">
              <a:xfrm>
                <a:off x="928660" y="2643182"/>
                <a:ext cx="505399" cy="36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FF33CC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111</a:t>
                </a:r>
                <a:endParaRPr lang="zh-CN" altLang="en-US" sz="1800">
                  <a:solidFill>
                    <a:srgbClr val="FF33CC"/>
                  </a:solidFill>
                </a:endParaRPr>
              </a:p>
            </p:txBody>
          </p:sp>
        </p:grpSp>
        <p:sp>
          <p:nvSpPr>
            <p:cNvPr id="68641" name="矩形 78"/>
            <p:cNvSpPr>
              <a:spLocks noChangeArrowheads="1"/>
            </p:cNvSpPr>
            <p:nvPr/>
          </p:nvSpPr>
          <p:spPr bwMode="auto">
            <a:xfrm>
              <a:off x="6936172" y="2059536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FF33CC"/>
                </a:solidFill>
              </a:endParaRPr>
            </a:p>
          </p:txBody>
        </p:sp>
        <p:sp>
          <p:nvSpPr>
            <p:cNvPr id="68642" name="矩形 79"/>
            <p:cNvSpPr>
              <a:spLocks noChangeArrowheads="1"/>
            </p:cNvSpPr>
            <p:nvPr/>
          </p:nvSpPr>
          <p:spPr bwMode="auto">
            <a:xfrm>
              <a:off x="6286512" y="857232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FF33CC"/>
                </a:solidFill>
              </a:endParaRPr>
            </a:p>
          </p:txBody>
        </p:sp>
        <p:sp>
          <p:nvSpPr>
            <p:cNvPr id="68643" name="矩形 80"/>
            <p:cNvSpPr>
              <a:spLocks noChangeArrowheads="1"/>
            </p:cNvSpPr>
            <p:nvPr/>
          </p:nvSpPr>
          <p:spPr bwMode="auto">
            <a:xfrm>
              <a:off x="7079048" y="1285860"/>
              <a:ext cx="4219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FF33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FF33CC"/>
                </a:solidFill>
              </a:endParaRPr>
            </a:p>
          </p:txBody>
        </p:sp>
      </p:grpSp>
      <p:sp>
        <p:nvSpPr>
          <p:cNvPr id="83" name="矩形 82"/>
          <p:cNvSpPr>
            <a:spLocks noChangeArrowheads="1"/>
          </p:cNvSpPr>
          <p:nvPr/>
        </p:nvSpPr>
        <p:spPr bwMode="auto">
          <a:xfrm>
            <a:off x="4711700" y="3035300"/>
            <a:ext cx="25034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）逻辑电路图</a:t>
            </a:r>
            <a:endParaRPr lang="zh-CN" altLang="en-US" sz="2400">
              <a:solidFill>
                <a:srgbClr val="C00000"/>
              </a:solidFill>
            </a:endParaRPr>
          </a:p>
        </p:txBody>
      </p:sp>
      <p:grpSp>
        <p:nvGrpSpPr>
          <p:cNvPr id="21507" name="组合 75"/>
          <p:cNvGrpSpPr/>
          <p:nvPr/>
        </p:nvGrpSpPr>
        <p:grpSpPr bwMode="auto">
          <a:xfrm>
            <a:off x="4000500" y="3692525"/>
            <a:ext cx="5019675" cy="2593975"/>
            <a:chOff x="4000496" y="3621289"/>
            <a:chExt cx="5019800" cy="2593793"/>
          </a:xfrm>
        </p:grpSpPr>
        <p:pic>
          <p:nvPicPr>
            <p:cNvPr id="68617" name="Picture 2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71934" y="3714752"/>
              <a:ext cx="4921062" cy="2500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618" name="矩形 31"/>
            <p:cNvSpPr>
              <a:spLocks noChangeArrowheads="1"/>
            </p:cNvSpPr>
            <p:nvPr/>
          </p:nvSpPr>
          <p:spPr bwMode="auto">
            <a:xfrm>
              <a:off x="8715404" y="3621289"/>
              <a:ext cx="30489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endParaRPr lang="zh-CN" altLang="en-US" sz="1400">
                <a:solidFill>
                  <a:srgbClr val="000000"/>
                </a:solidFill>
              </a:endParaRPr>
            </a:p>
          </p:txBody>
        </p:sp>
        <p:sp>
          <p:nvSpPr>
            <p:cNvPr id="68619" name="矩形 31"/>
            <p:cNvSpPr>
              <a:spLocks noChangeArrowheads="1"/>
            </p:cNvSpPr>
            <p:nvPr/>
          </p:nvSpPr>
          <p:spPr bwMode="auto">
            <a:xfrm>
              <a:off x="4000496" y="5857892"/>
              <a:ext cx="42351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CP</a:t>
              </a:r>
              <a:endParaRPr lang="zh-CN" altLang="en-US" sz="1400">
                <a:solidFill>
                  <a:srgbClr val="000000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1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3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矩形 2"/>
          <p:cNvSpPr>
            <a:spLocks noChangeArrowheads="1"/>
          </p:cNvSpPr>
          <p:nvPr/>
        </p:nvSpPr>
        <p:spPr bwMode="auto">
          <a:xfrm>
            <a:off x="214313" y="71438"/>
            <a:ext cx="8786812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例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设计一个串行数据检测电路，当连续输入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个或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个以上</a:t>
            </a:r>
            <a:endParaRPr kumimoji="1" lang="en-US" altLang="zh-CN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“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1”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时，电路输出为“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1”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，其它情况下输出为“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0”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40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59" name="矩形 4"/>
          <p:cNvSpPr>
            <a:spLocks noChangeArrowheads="1"/>
          </p:cNvSpPr>
          <p:nvPr/>
        </p:nvSpPr>
        <p:spPr bwMode="auto">
          <a:xfrm>
            <a:off x="571500" y="92868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zh-CN" altLang="en-US" sz="2400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60" name="矩形 5"/>
          <p:cNvSpPr>
            <a:spLocks noChangeArrowheads="1"/>
          </p:cNvSpPr>
          <p:nvPr/>
        </p:nvSpPr>
        <p:spPr bwMode="auto">
          <a:xfrm>
            <a:off x="1384300" y="1285875"/>
            <a:ext cx="56959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）输入变量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输入的检测数据。</a:t>
            </a:r>
            <a:endParaRPr lang="en-US" altLang="zh-CN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输出变量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：检测结果，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是；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0-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否。</a:t>
            </a:r>
            <a:endParaRPr lang="en-US" altLang="zh-CN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61" name="矩形 6"/>
          <p:cNvSpPr>
            <a:spLocks noChangeArrowheads="1"/>
          </p:cNvSpPr>
          <p:nvPr/>
        </p:nvSpPr>
        <p:spPr bwMode="auto">
          <a:xfrm>
            <a:off x="1030288" y="928688"/>
            <a:ext cx="21955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）逻辑抽象</a:t>
            </a:r>
            <a:endParaRPr lang="zh-CN" altLang="en-US" sz="2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62" name="矩形 7"/>
          <p:cNvSpPr>
            <a:spLocks noChangeArrowheads="1"/>
          </p:cNvSpPr>
          <p:nvPr/>
        </p:nvSpPr>
        <p:spPr bwMode="auto">
          <a:xfrm>
            <a:off x="1387475" y="2143125"/>
            <a:ext cx="43719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）设电路有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个状态，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~S</a:t>
            </a:r>
            <a:r>
              <a:rPr lang="en-US" altLang="zh-CN" sz="24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63" name="矩形 8"/>
          <p:cNvSpPr>
            <a:spLocks noChangeArrowheads="1"/>
          </p:cNvSpPr>
          <p:nvPr/>
        </p:nvSpPr>
        <p:spPr bwMode="auto">
          <a:xfrm>
            <a:off x="1387475" y="3929063"/>
            <a:ext cx="3124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）原始状态转换图。</a:t>
            </a:r>
            <a:endParaRPr lang="zh-CN" altLang="en-US" sz="2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0664" name="矩形 8"/>
          <p:cNvSpPr>
            <a:spLocks noChangeArrowheads="1"/>
          </p:cNvSpPr>
          <p:nvPr/>
        </p:nvSpPr>
        <p:spPr bwMode="auto">
          <a:xfrm>
            <a:off x="1857375" y="2571750"/>
            <a:ext cx="6357938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000" b="1" baseline="-25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 初始状态， 表示电路还没有收到一个有效的“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”。 </a:t>
            </a:r>
            <a:endParaRPr kumimoji="1"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000" b="1" baseline="-25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 表示电路收到了一个“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”的状态。 </a:t>
            </a:r>
            <a:endParaRPr kumimoji="1"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000" b="1" baseline="-25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 表示电路收到了连续两个“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”的状态。 </a:t>
            </a:r>
            <a:endParaRPr kumimoji="1"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000" b="1" baseline="-25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 表示电路收到了连续三个“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”的状态。</a:t>
            </a:r>
            <a:endParaRPr kumimoji="1"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37"/>
          <p:cNvGrpSpPr/>
          <p:nvPr/>
        </p:nvGrpSpPr>
        <p:grpSpPr bwMode="auto">
          <a:xfrm>
            <a:off x="4286250" y="4214813"/>
            <a:ext cx="912813" cy="503237"/>
            <a:chOff x="4286248" y="4214818"/>
            <a:chExt cx="912940" cy="503136"/>
          </a:xfrm>
        </p:grpSpPr>
        <p:cxnSp>
          <p:nvCxnSpPr>
            <p:cNvPr id="26" name="曲线连接符 74"/>
            <p:cNvCxnSpPr/>
            <p:nvPr/>
          </p:nvCxnSpPr>
          <p:spPr>
            <a:xfrm rot="16200000" flipH="1" flipV="1">
              <a:off x="4929321" y="4448087"/>
              <a:ext cx="269821" cy="269913"/>
            </a:xfrm>
            <a:prstGeom prst="curvedConnector4">
              <a:avLst>
                <a:gd name="adj1" fmla="val -84673"/>
                <a:gd name="adj2" fmla="val 184667"/>
              </a:avLst>
            </a:prstGeom>
            <a:ln w="12700">
              <a:solidFill>
                <a:srgbClr val="0000FF"/>
              </a:solidFill>
              <a:headEnd type="stealth" w="lg" len="lg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678" name="矩形 29"/>
            <p:cNvSpPr>
              <a:spLocks noChangeArrowheads="1"/>
            </p:cNvSpPr>
            <p:nvPr/>
          </p:nvSpPr>
          <p:spPr bwMode="auto">
            <a:xfrm>
              <a:off x="4286248" y="4214818"/>
              <a:ext cx="4796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0/0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组合 38"/>
          <p:cNvGrpSpPr/>
          <p:nvPr/>
        </p:nvGrpSpPr>
        <p:grpSpPr bwMode="auto">
          <a:xfrm>
            <a:off x="5429250" y="4071938"/>
            <a:ext cx="1214438" cy="500062"/>
            <a:chOff x="5429256" y="4071942"/>
            <a:chExt cx="1214446" cy="500066"/>
          </a:xfrm>
        </p:grpSpPr>
        <p:sp>
          <p:nvSpPr>
            <p:cNvPr id="24" name="任意多边形 23"/>
            <p:cNvSpPr/>
            <p:nvPr/>
          </p:nvSpPr>
          <p:spPr>
            <a:xfrm>
              <a:off x="5429256" y="4357694"/>
              <a:ext cx="1214446" cy="214314"/>
            </a:xfrm>
            <a:custGeom>
              <a:avLst/>
              <a:gdLst>
                <a:gd name="connsiteX0" fmla="*/ 0 w 1600200"/>
                <a:gd name="connsiteY0" fmla="*/ 309033 h 334433"/>
                <a:gd name="connsiteX1" fmla="*/ 812800 w 1600200"/>
                <a:gd name="connsiteY1" fmla="*/ 4233 h 334433"/>
                <a:gd name="connsiteX2" fmla="*/ 1600200 w 1600200"/>
                <a:gd name="connsiteY2" fmla="*/ 334433 h 33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0200" h="334433">
                  <a:moveTo>
                    <a:pt x="0" y="309033"/>
                  </a:moveTo>
                  <a:cubicBezTo>
                    <a:pt x="273050" y="154516"/>
                    <a:pt x="546100" y="0"/>
                    <a:pt x="812800" y="4233"/>
                  </a:cubicBezTo>
                  <a:cubicBezTo>
                    <a:pt x="1079500" y="8466"/>
                    <a:pt x="1339850" y="171449"/>
                    <a:pt x="1600200" y="334433"/>
                  </a:cubicBezTo>
                </a:path>
              </a:pathLst>
            </a:custGeom>
            <a:ln w="12700">
              <a:solidFill>
                <a:srgbClr val="0000FF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9676" name="矩形 30"/>
            <p:cNvSpPr>
              <a:spLocks noChangeArrowheads="1"/>
            </p:cNvSpPr>
            <p:nvPr/>
          </p:nvSpPr>
          <p:spPr bwMode="auto">
            <a:xfrm>
              <a:off x="5786446" y="4071942"/>
              <a:ext cx="4796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1/0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组合 39"/>
          <p:cNvGrpSpPr/>
          <p:nvPr/>
        </p:nvGrpSpPr>
        <p:grpSpPr bwMode="auto">
          <a:xfrm>
            <a:off x="5454650" y="4786313"/>
            <a:ext cx="1152525" cy="512762"/>
            <a:chOff x="5454656" y="4786321"/>
            <a:chExt cx="1152000" cy="512209"/>
          </a:xfrm>
        </p:grpSpPr>
        <p:sp>
          <p:nvSpPr>
            <p:cNvPr id="25" name="任意多边形 24"/>
            <p:cNvSpPr/>
            <p:nvPr/>
          </p:nvSpPr>
          <p:spPr>
            <a:xfrm flipH="1" flipV="1">
              <a:off x="5454656" y="4786321"/>
              <a:ext cx="1152000" cy="214081"/>
            </a:xfrm>
            <a:custGeom>
              <a:avLst/>
              <a:gdLst>
                <a:gd name="connsiteX0" fmla="*/ 0 w 1600200"/>
                <a:gd name="connsiteY0" fmla="*/ 309033 h 334433"/>
                <a:gd name="connsiteX1" fmla="*/ 812800 w 1600200"/>
                <a:gd name="connsiteY1" fmla="*/ 4233 h 334433"/>
                <a:gd name="connsiteX2" fmla="*/ 1600200 w 1600200"/>
                <a:gd name="connsiteY2" fmla="*/ 334433 h 33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0200" h="334433">
                  <a:moveTo>
                    <a:pt x="0" y="309033"/>
                  </a:moveTo>
                  <a:cubicBezTo>
                    <a:pt x="273050" y="154516"/>
                    <a:pt x="546100" y="0"/>
                    <a:pt x="812800" y="4233"/>
                  </a:cubicBezTo>
                  <a:cubicBezTo>
                    <a:pt x="1079500" y="8466"/>
                    <a:pt x="1339850" y="171449"/>
                    <a:pt x="1600200" y="334433"/>
                  </a:cubicBezTo>
                </a:path>
              </a:pathLst>
            </a:custGeom>
            <a:ln w="12700">
              <a:solidFill>
                <a:srgbClr val="6600CC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9674" name="矩形 31"/>
            <p:cNvSpPr>
              <a:spLocks noChangeArrowheads="1"/>
            </p:cNvSpPr>
            <p:nvPr/>
          </p:nvSpPr>
          <p:spPr bwMode="auto">
            <a:xfrm>
              <a:off x="5857884" y="4929198"/>
              <a:ext cx="4796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0/0</a:t>
              </a:r>
              <a:endParaRPr lang="zh-CN" altLang="en-US" sz="1800">
                <a:solidFill>
                  <a:srgbClr val="6600CC"/>
                </a:solidFill>
              </a:endParaRPr>
            </a:p>
          </p:txBody>
        </p:sp>
      </p:grpSp>
      <p:grpSp>
        <p:nvGrpSpPr>
          <p:cNvPr id="5" name="组合 40"/>
          <p:cNvGrpSpPr/>
          <p:nvPr/>
        </p:nvGrpSpPr>
        <p:grpSpPr bwMode="auto">
          <a:xfrm>
            <a:off x="6858000" y="5000625"/>
            <a:ext cx="479425" cy="1044575"/>
            <a:chOff x="6858016" y="5000636"/>
            <a:chExt cx="479618" cy="1044000"/>
          </a:xfrm>
        </p:grpSpPr>
        <p:sp>
          <p:nvSpPr>
            <p:cNvPr id="69671" name="Line 42"/>
            <p:cNvSpPr>
              <a:spLocks noChangeShapeType="1"/>
            </p:cNvSpPr>
            <p:nvPr/>
          </p:nvSpPr>
          <p:spPr bwMode="auto">
            <a:xfrm flipH="1">
              <a:off x="6858016" y="5000636"/>
              <a:ext cx="0" cy="1044000"/>
            </a:xfrm>
            <a:prstGeom prst="line">
              <a:avLst/>
            </a:prstGeom>
            <a:noFill/>
            <a:ln w="12700">
              <a:solidFill>
                <a:srgbClr val="6600CC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9672" name="矩形 32"/>
            <p:cNvSpPr>
              <a:spLocks noChangeArrowheads="1"/>
            </p:cNvSpPr>
            <p:nvPr/>
          </p:nvSpPr>
          <p:spPr bwMode="auto">
            <a:xfrm>
              <a:off x="6858016" y="5214950"/>
              <a:ext cx="4796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1/0</a:t>
              </a:r>
              <a:endParaRPr lang="zh-CN" altLang="en-US" sz="1800">
                <a:solidFill>
                  <a:srgbClr val="6600CC"/>
                </a:solidFill>
              </a:endParaRPr>
            </a:p>
          </p:txBody>
        </p:sp>
      </p:grpSp>
      <p:grpSp>
        <p:nvGrpSpPr>
          <p:cNvPr id="6" name="组合 41"/>
          <p:cNvGrpSpPr/>
          <p:nvPr/>
        </p:nvGrpSpPr>
        <p:grpSpPr bwMode="auto">
          <a:xfrm>
            <a:off x="5357813" y="4929188"/>
            <a:ext cx="1306512" cy="1233487"/>
            <a:chOff x="5357818" y="4929198"/>
            <a:chExt cx="1307162" cy="1234038"/>
          </a:xfrm>
        </p:grpSpPr>
        <p:sp>
          <p:nvSpPr>
            <p:cNvPr id="69669" name="Line 42"/>
            <p:cNvSpPr>
              <a:spLocks noChangeShapeType="1"/>
            </p:cNvSpPr>
            <p:nvPr/>
          </p:nvSpPr>
          <p:spPr bwMode="auto">
            <a:xfrm flipH="1" flipV="1">
              <a:off x="5357818" y="4929198"/>
              <a:ext cx="1307162" cy="1234038"/>
            </a:xfrm>
            <a:prstGeom prst="line">
              <a:avLst/>
            </a:prstGeom>
            <a:noFill/>
            <a:ln w="1270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9670" name="矩形 33"/>
            <p:cNvSpPr>
              <a:spLocks noChangeArrowheads="1"/>
            </p:cNvSpPr>
            <p:nvPr/>
          </p:nvSpPr>
          <p:spPr bwMode="auto">
            <a:xfrm>
              <a:off x="5500694" y="5429264"/>
              <a:ext cx="4796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0/0</a:t>
              </a:r>
              <a:endParaRPr lang="zh-CN" altLang="en-US" sz="1800">
                <a:solidFill>
                  <a:srgbClr val="006600"/>
                </a:solidFill>
              </a:endParaRPr>
            </a:p>
          </p:txBody>
        </p:sp>
      </p:grpSp>
      <p:grpSp>
        <p:nvGrpSpPr>
          <p:cNvPr id="7" name="组合 42"/>
          <p:cNvGrpSpPr/>
          <p:nvPr/>
        </p:nvGrpSpPr>
        <p:grpSpPr bwMode="auto">
          <a:xfrm>
            <a:off x="5481638" y="6286500"/>
            <a:ext cx="1116012" cy="369888"/>
            <a:chOff x="5481664" y="6286520"/>
            <a:chExt cx="1116000" cy="369332"/>
          </a:xfrm>
        </p:grpSpPr>
        <p:sp>
          <p:nvSpPr>
            <p:cNvPr id="69667" name="Line 42"/>
            <p:cNvSpPr>
              <a:spLocks noChangeShapeType="1"/>
            </p:cNvSpPr>
            <p:nvPr/>
          </p:nvSpPr>
          <p:spPr bwMode="auto">
            <a:xfrm flipH="1" flipV="1">
              <a:off x="5481664" y="6295314"/>
              <a:ext cx="1116000" cy="0"/>
            </a:xfrm>
            <a:prstGeom prst="line">
              <a:avLst/>
            </a:prstGeom>
            <a:noFill/>
            <a:ln w="12700">
              <a:solidFill>
                <a:srgbClr val="0066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9668" name="矩形 34"/>
            <p:cNvSpPr>
              <a:spLocks noChangeArrowheads="1"/>
            </p:cNvSpPr>
            <p:nvPr/>
          </p:nvSpPr>
          <p:spPr bwMode="auto">
            <a:xfrm>
              <a:off x="5786446" y="6286520"/>
              <a:ext cx="4796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1/1</a:t>
              </a:r>
              <a:endParaRPr lang="zh-CN" altLang="en-US" sz="1800">
                <a:solidFill>
                  <a:srgbClr val="006600"/>
                </a:solidFill>
              </a:endParaRPr>
            </a:p>
          </p:txBody>
        </p:sp>
      </p:grpSp>
      <p:grpSp>
        <p:nvGrpSpPr>
          <p:cNvPr id="8" name="组合 43"/>
          <p:cNvGrpSpPr/>
          <p:nvPr/>
        </p:nvGrpSpPr>
        <p:grpSpPr bwMode="auto">
          <a:xfrm>
            <a:off x="4714875" y="4987925"/>
            <a:ext cx="479425" cy="1044575"/>
            <a:chOff x="4714876" y="4987936"/>
            <a:chExt cx="479618" cy="1044000"/>
          </a:xfrm>
        </p:grpSpPr>
        <p:sp>
          <p:nvSpPr>
            <p:cNvPr id="69665" name="Line 42"/>
            <p:cNvSpPr>
              <a:spLocks noChangeShapeType="1"/>
            </p:cNvSpPr>
            <p:nvPr/>
          </p:nvSpPr>
          <p:spPr bwMode="auto">
            <a:xfrm flipH="1" flipV="1">
              <a:off x="5194304" y="4987936"/>
              <a:ext cx="0" cy="104400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9666" name="矩形 35"/>
            <p:cNvSpPr>
              <a:spLocks noChangeArrowheads="1"/>
            </p:cNvSpPr>
            <p:nvPr/>
          </p:nvSpPr>
          <p:spPr bwMode="auto">
            <a:xfrm>
              <a:off x="4714876" y="5357826"/>
              <a:ext cx="4796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0/0</a:t>
              </a:r>
              <a:endParaRPr lang="zh-CN" altLang="en-US" sz="1800">
                <a:solidFill>
                  <a:srgbClr val="FF0000"/>
                </a:solidFill>
              </a:endParaRPr>
            </a:p>
          </p:txBody>
        </p:sp>
      </p:grpSp>
      <p:grpSp>
        <p:nvGrpSpPr>
          <p:cNvPr id="9" name="组合 44"/>
          <p:cNvGrpSpPr/>
          <p:nvPr/>
        </p:nvGrpSpPr>
        <p:grpSpPr bwMode="auto">
          <a:xfrm>
            <a:off x="4286250" y="6286500"/>
            <a:ext cx="928688" cy="369888"/>
            <a:chOff x="4286248" y="6286520"/>
            <a:chExt cx="928694" cy="369332"/>
          </a:xfrm>
        </p:grpSpPr>
        <p:cxnSp>
          <p:nvCxnSpPr>
            <p:cNvPr id="27" name="曲线连接符 74"/>
            <p:cNvCxnSpPr/>
            <p:nvPr/>
          </p:nvCxnSpPr>
          <p:spPr>
            <a:xfrm rot="5400000" flipH="1">
              <a:off x="4945269" y="6286316"/>
              <a:ext cx="269469" cy="269877"/>
            </a:xfrm>
            <a:prstGeom prst="curvedConnector4">
              <a:avLst>
                <a:gd name="adj1" fmla="val -84673"/>
                <a:gd name="adj2" fmla="val 184667"/>
              </a:avLst>
            </a:prstGeom>
            <a:ln w="12700">
              <a:solidFill>
                <a:srgbClr val="FF0000"/>
              </a:solidFill>
              <a:headEnd type="stealth" w="lg" len="lg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664" name="矩形 36"/>
            <p:cNvSpPr>
              <a:spLocks noChangeArrowheads="1"/>
            </p:cNvSpPr>
            <p:nvPr/>
          </p:nvSpPr>
          <p:spPr bwMode="auto">
            <a:xfrm>
              <a:off x="4286248" y="6286520"/>
              <a:ext cx="4796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1/1</a:t>
              </a:r>
              <a:endParaRPr lang="zh-CN" altLang="en-US" sz="1800">
                <a:solidFill>
                  <a:srgbClr val="FF0000"/>
                </a:solidFill>
              </a:endParaRPr>
            </a:p>
          </p:txBody>
        </p:sp>
      </p:grpSp>
      <p:grpSp>
        <p:nvGrpSpPr>
          <p:cNvPr id="10" name="组合 46"/>
          <p:cNvGrpSpPr/>
          <p:nvPr/>
        </p:nvGrpSpPr>
        <p:grpSpPr bwMode="auto">
          <a:xfrm>
            <a:off x="4929188" y="4214813"/>
            <a:ext cx="3013075" cy="2357437"/>
            <a:chOff x="4929190" y="4214818"/>
            <a:chExt cx="3012706" cy="2357454"/>
          </a:xfrm>
        </p:grpSpPr>
        <p:grpSp>
          <p:nvGrpSpPr>
            <p:cNvPr id="69650" name="组合 212"/>
            <p:cNvGrpSpPr/>
            <p:nvPr/>
          </p:nvGrpSpPr>
          <p:grpSpPr bwMode="auto">
            <a:xfrm>
              <a:off x="4929190" y="4447974"/>
              <a:ext cx="539996" cy="539962"/>
              <a:chOff x="928661" y="2571743"/>
              <a:chExt cx="540000" cy="540000"/>
            </a:xfrm>
          </p:grpSpPr>
          <p:sp>
            <p:nvSpPr>
              <p:cNvPr id="69661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FF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62" name="矩形 11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8985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endParaRPr lang="zh-CN" altLang="en-US" sz="1800">
                  <a:solidFill>
                    <a:srgbClr val="0000FF"/>
                  </a:solidFill>
                </a:endParaRPr>
              </a:p>
            </p:txBody>
          </p:sp>
        </p:grpSp>
        <p:grpSp>
          <p:nvGrpSpPr>
            <p:cNvPr id="69651" name="组合 213"/>
            <p:cNvGrpSpPr/>
            <p:nvPr/>
          </p:nvGrpSpPr>
          <p:grpSpPr bwMode="auto">
            <a:xfrm>
              <a:off x="6603772" y="4447974"/>
              <a:ext cx="539996" cy="539962"/>
              <a:chOff x="928661" y="2571743"/>
              <a:chExt cx="540000" cy="540000"/>
            </a:xfrm>
          </p:grpSpPr>
          <p:sp>
            <p:nvSpPr>
              <p:cNvPr id="69659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6600CC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60" name="矩形 14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8985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6600CC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6600CC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endParaRPr lang="zh-CN" altLang="en-US" sz="1800">
                  <a:solidFill>
                    <a:srgbClr val="6600CC"/>
                  </a:solidFill>
                </a:endParaRPr>
              </a:p>
            </p:txBody>
          </p:sp>
        </p:grpSp>
        <p:grpSp>
          <p:nvGrpSpPr>
            <p:cNvPr id="69652" name="组合 213"/>
            <p:cNvGrpSpPr/>
            <p:nvPr/>
          </p:nvGrpSpPr>
          <p:grpSpPr bwMode="auto">
            <a:xfrm>
              <a:off x="6603772" y="6032310"/>
              <a:ext cx="539996" cy="539962"/>
              <a:chOff x="928661" y="2571743"/>
              <a:chExt cx="540000" cy="540000"/>
            </a:xfrm>
          </p:grpSpPr>
          <p:sp>
            <p:nvSpPr>
              <p:cNvPr id="69657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66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58" name="矩形 18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8985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0066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0066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zh-CN" altLang="en-US" sz="1800">
                  <a:solidFill>
                    <a:srgbClr val="006600"/>
                  </a:solidFill>
                </a:endParaRPr>
              </a:p>
            </p:txBody>
          </p:sp>
        </p:grpSp>
        <p:grpSp>
          <p:nvGrpSpPr>
            <p:cNvPr id="69653" name="组合 213"/>
            <p:cNvGrpSpPr/>
            <p:nvPr/>
          </p:nvGrpSpPr>
          <p:grpSpPr bwMode="auto">
            <a:xfrm>
              <a:off x="4929190" y="6032310"/>
              <a:ext cx="539996" cy="539962"/>
              <a:chOff x="928661" y="2571743"/>
              <a:chExt cx="540000" cy="540000"/>
            </a:xfrm>
          </p:grpSpPr>
          <p:sp>
            <p:nvSpPr>
              <p:cNvPr id="69655" name="Oval 13"/>
              <p:cNvSpPr>
                <a:spLocks noChangeArrowheads="1"/>
              </p:cNvSpPr>
              <p:nvPr/>
            </p:nvSpPr>
            <p:spPr bwMode="auto">
              <a:xfrm>
                <a:off x="928661" y="2571743"/>
                <a:ext cx="540000" cy="540000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56" name="矩形 21"/>
              <p:cNvSpPr>
                <a:spLocks noChangeArrowheads="1"/>
              </p:cNvSpPr>
              <p:nvPr/>
            </p:nvSpPr>
            <p:spPr bwMode="auto">
              <a:xfrm>
                <a:off x="1000100" y="2643182"/>
                <a:ext cx="38985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800" b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</a:t>
                </a:r>
                <a:r>
                  <a:rPr lang="en-US" altLang="zh-CN" sz="1800" b="1" baseline="-2500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zh-CN" altLang="en-US" sz="1800">
                  <a:solidFill>
                    <a:srgbClr val="FF0000"/>
                  </a:solidFill>
                </a:endParaRPr>
              </a:p>
            </p:txBody>
          </p:sp>
        </p:grpSp>
        <p:sp>
          <p:nvSpPr>
            <p:cNvPr id="69654" name="矩形 45"/>
            <p:cNvSpPr>
              <a:spLocks noChangeArrowheads="1"/>
            </p:cNvSpPr>
            <p:nvPr/>
          </p:nvSpPr>
          <p:spPr bwMode="auto">
            <a:xfrm>
              <a:off x="7358082" y="4214818"/>
              <a:ext cx="58381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X/Y</a:t>
              </a:r>
              <a:endParaRPr lang="zh-CN" altLang="en-US" sz="2000" i="1">
                <a:solidFill>
                  <a:srgbClr val="000000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0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0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0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0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0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70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659" grpId="0"/>
      <p:bldP spid="70660" grpId="0"/>
      <p:bldP spid="70661" grpId="0"/>
      <p:bldP spid="70662" grpId="0"/>
      <p:bldP spid="70663" grpId="0"/>
      <p:bldP spid="70664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7"/>
          <p:cNvGrpSpPr/>
          <p:nvPr/>
        </p:nvGrpSpPr>
        <p:grpSpPr bwMode="auto">
          <a:xfrm>
            <a:off x="857250" y="571500"/>
            <a:ext cx="3217863" cy="2500313"/>
            <a:chOff x="857224" y="642918"/>
            <a:chExt cx="3218308" cy="2500330"/>
          </a:xfrm>
        </p:grpSpPr>
        <p:pic>
          <p:nvPicPr>
            <p:cNvPr id="70679" name="Picture 16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7224" y="642918"/>
              <a:ext cx="2862446" cy="2500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0680" name="矩形 16"/>
            <p:cNvSpPr>
              <a:spLocks noChangeArrowheads="1"/>
            </p:cNvSpPr>
            <p:nvPr/>
          </p:nvSpPr>
          <p:spPr bwMode="auto">
            <a:xfrm>
              <a:off x="3571868" y="857232"/>
              <a:ext cx="50366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X/Y</a:t>
              </a:r>
              <a:endParaRPr lang="zh-CN" altLang="en-US" sz="1600" i="1">
                <a:solidFill>
                  <a:srgbClr val="000000"/>
                </a:solidFill>
              </a:endParaRPr>
            </a:p>
          </p:txBody>
        </p:sp>
      </p:grpSp>
      <p:sp>
        <p:nvSpPr>
          <p:cNvPr id="70659" name="矩形 6"/>
          <p:cNvSpPr>
            <a:spLocks noChangeArrowheads="1"/>
          </p:cNvSpPr>
          <p:nvPr/>
        </p:nvSpPr>
        <p:spPr bwMode="auto">
          <a:xfrm>
            <a:off x="581025" y="38100"/>
            <a:ext cx="2195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）状态化简</a:t>
            </a:r>
            <a:endParaRPr lang="zh-CN" altLang="en-US" sz="2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19"/>
          <p:cNvGrpSpPr/>
          <p:nvPr/>
        </p:nvGrpSpPr>
        <p:grpSpPr bwMode="auto">
          <a:xfrm>
            <a:off x="919163" y="2143125"/>
            <a:ext cx="3071812" cy="1285875"/>
            <a:chOff x="919163" y="2214563"/>
            <a:chExt cx="3071812" cy="1285875"/>
          </a:xfrm>
        </p:grpSpPr>
        <p:sp>
          <p:nvSpPr>
            <p:cNvPr id="4" name="椭圆 3"/>
            <p:cNvSpPr/>
            <p:nvPr/>
          </p:nvSpPr>
          <p:spPr>
            <a:xfrm>
              <a:off x="919163" y="2214563"/>
              <a:ext cx="3071812" cy="1285875"/>
            </a:xfrm>
            <a:prstGeom prst="ellipse">
              <a:avLst/>
            </a:prstGeom>
            <a:noFill/>
            <a:ln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70678" name="矩形 6"/>
            <p:cNvSpPr>
              <a:spLocks noChangeArrowheads="1"/>
            </p:cNvSpPr>
            <p:nvPr/>
          </p:nvSpPr>
          <p:spPr bwMode="auto">
            <a:xfrm>
              <a:off x="1928794" y="3028950"/>
              <a:ext cx="1217612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等价状态</a:t>
              </a:r>
              <a:endParaRPr lang="zh-CN" altLang="en-US" sz="2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71688" name="矩形 9"/>
          <p:cNvSpPr>
            <a:spLocks noChangeArrowheads="1"/>
          </p:cNvSpPr>
          <p:nvPr/>
        </p:nvSpPr>
        <p:spPr bwMode="auto">
          <a:xfrm>
            <a:off x="1355725" y="3957638"/>
            <a:ext cx="49228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状态数</a:t>
            </a: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M=3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，所以取 </a:t>
            </a: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n=2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，需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个触发器。</a:t>
            </a:r>
            <a:endParaRPr lang="zh-CN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1689" name="矩形 6"/>
          <p:cNvSpPr>
            <a:spLocks noChangeArrowheads="1"/>
          </p:cNvSpPr>
          <p:nvPr/>
        </p:nvSpPr>
        <p:spPr bwMode="auto">
          <a:xfrm>
            <a:off x="561975" y="3571875"/>
            <a:ext cx="2195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）状态分配</a:t>
            </a:r>
            <a:endParaRPr lang="zh-CN" altLang="en-US" sz="2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1690" name="Text Box 13"/>
          <p:cNvSpPr txBox="1">
            <a:spLocks noChangeArrowheads="1"/>
          </p:cNvSpPr>
          <p:nvPr/>
        </p:nvSpPr>
        <p:spPr bwMode="auto">
          <a:xfrm>
            <a:off x="1500188" y="4645025"/>
            <a:ext cx="1071562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400" b="1" baseline="-25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=00</a:t>
            </a:r>
            <a:endParaRPr kumimoji="1" lang="en-US" altLang="zh-CN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400" b="1" baseline="-25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=01</a:t>
            </a:r>
            <a:endParaRPr kumimoji="1" lang="en-US" altLang="zh-CN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400" b="1" baseline="-25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=10</a:t>
            </a:r>
            <a:endParaRPr kumimoji="1" lang="en-US" altLang="zh-CN" sz="240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" name="组合 21"/>
          <p:cNvGrpSpPr/>
          <p:nvPr/>
        </p:nvGrpSpPr>
        <p:grpSpPr bwMode="auto">
          <a:xfrm>
            <a:off x="4348163" y="500063"/>
            <a:ext cx="4295775" cy="2819400"/>
            <a:chOff x="4348189" y="571480"/>
            <a:chExt cx="4295777" cy="2818882"/>
          </a:xfrm>
        </p:grpSpPr>
        <p:pic>
          <p:nvPicPr>
            <p:cNvPr id="70673" name="Picture 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5439" y="571480"/>
              <a:ext cx="3438527" cy="2818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0674" name="组合 20"/>
            <p:cNvGrpSpPr/>
            <p:nvPr/>
          </p:nvGrpSpPr>
          <p:grpSpPr bwMode="auto">
            <a:xfrm>
              <a:off x="4348189" y="1500154"/>
              <a:ext cx="862012" cy="655651"/>
              <a:chOff x="4348189" y="1500154"/>
              <a:chExt cx="862012" cy="655651"/>
            </a:xfrm>
          </p:grpSpPr>
          <p:sp>
            <p:nvSpPr>
              <p:cNvPr id="70675" name="AutoShape 7"/>
              <p:cNvSpPr>
                <a:spLocks noChangeArrowheads="1"/>
              </p:cNvSpPr>
              <p:nvPr/>
            </p:nvSpPr>
            <p:spPr bwMode="auto">
              <a:xfrm>
                <a:off x="4348189" y="1785918"/>
                <a:ext cx="862012" cy="369887"/>
              </a:xfrm>
              <a:prstGeom prst="rightArrow">
                <a:avLst>
                  <a:gd name="adj1" fmla="val 50000"/>
                  <a:gd name="adj2" fmla="val 83563"/>
                </a:avLst>
              </a:prstGeom>
              <a:solidFill>
                <a:srgbClr val="FF3399"/>
              </a:solidFill>
              <a:ln w="9525">
                <a:solidFill>
                  <a:srgbClr val="FF3399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endParaRPr lang="zh-CN" altLang="en-US" sz="1600">
                  <a:solidFill>
                    <a:srgbClr val="000000"/>
                  </a:solidFill>
                  <a:ea typeface="楷体_GB2312" pitchFamily="49" charset="-122"/>
                </a:endParaRPr>
              </a:p>
            </p:txBody>
          </p:sp>
          <p:sp>
            <p:nvSpPr>
              <p:cNvPr id="70676" name="矩形 18"/>
              <p:cNvSpPr>
                <a:spLocks noChangeArrowheads="1"/>
              </p:cNvSpPr>
              <p:nvPr/>
            </p:nvSpPr>
            <p:spPr bwMode="auto">
              <a:xfrm>
                <a:off x="4357711" y="1500154"/>
                <a:ext cx="64953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18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化简</a:t>
                </a:r>
                <a:endParaRPr lang="zh-CN" altLang="en-US" sz="1800">
                  <a:solidFill>
                    <a:srgbClr val="0000FF"/>
                  </a:solidFill>
                </a:endParaRPr>
              </a:p>
            </p:txBody>
          </p:sp>
        </p:grpSp>
      </p:grpSp>
      <p:grpSp>
        <p:nvGrpSpPr>
          <p:cNvPr id="7" name="组合 23"/>
          <p:cNvGrpSpPr/>
          <p:nvPr/>
        </p:nvGrpSpPr>
        <p:grpSpPr bwMode="auto">
          <a:xfrm>
            <a:off x="2786063" y="4357688"/>
            <a:ext cx="3500437" cy="2343150"/>
            <a:chOff x="2786050" y="4357688"/>
            <a:chExt cx="3500450" cy="2343150"/>
          </a:xfrm>
        </p:grpSpPr>
        <p:grpSp>
          <p:nvGrpSpPr>
            <p:cNvPr id="70667" name="组合 18"/>
            <p:cNvGrpSpPr/>
            <p:nvPr/>
          </p:nvGrpSpPr>
          <p:grpSpPr bwMode="auto">
            <a:xfrm>
              <a:off x="3381375" y="4357688"/>
              <a:ext cx="2905125" cy="2343150"/>
              <a:chOff x="3381387" y="4357694"/>
              <a:chExt cx="2905125" cy="2343150"/>
            </a:xfrm>
          </p:grpSpPr>
          <p:pic>
            <p:nvPicPr>
              <p:cNvPr id="70669" name="Picture 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81387" y="4357694"/>
                <a:ext cx="2905125" cy="23431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0670" name="矩形 15"/>
              <p:cNvSpPr>
                <a:spLocks noChangeArrowheads="1"/>
              </p:cNvSpPr>
              <p:nvPr/>
            </p:nvSpPr>
            <p:spPr bwMode="auto">
              <a:xfrm>
                <a:off x="3929058" y="4786322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70671" name="矩形 16"/>
              <p:cNvSpPr>
                <a:spLocks noChangeArrowheads="1"/>
              </p:cNvSpPr>
              <p:nvPr/>
            </p:nvSpPr>
            <p:spPr bwMode="auto">
              <a:xfrm>
                <a:off x="5227642" y="480495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70672" name="矩形 17"/>
              <p:cNvSpPr>
                <a:spLocks noChangeArrowheads="1"/>
              </p:cNvSpPr>
              <p:nvPr/>
            </p:nvSpPr>
            <p:spPr bwMode="auto">
              <a:xfrm>
                <a:off x="4572000" y="5817790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1600" b="1">
                    <a:solidFill>
                      <a:srgbClr val="0000FF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0668" name="AutoShape 7"/>
            <p:cNvSpPr>
              <a:spLocks noChangeArrowheads="1"/>
            </p:cNvSpPr>
            <p:nvPr/>
          </p:nvSpPr>
          <p:spPr bwMode="auto">
            <a:xfrm>
              <a:off x="2786050" y="5214950"/>
              <a:ext cx="862012" cy="369887"/>
            </a:xfrm>
            <a:prstGeom prst="rightArrow">
              <a:avLst>
                <a:gd name="adj1" fmla="val 50000"/>
                <a:gd name="adj2" fmla="val 83563"/>
              </a:avLst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ea typeface="楷体_GB2312" pitchFamily="49" charset="-122"/>
              </a:endParaRPr>
            </a:p>
          </p:txBody>
        </p:sp>
      </p:grpSp>
      <p:sp>
        <p:nvSpPr>
          <p:cNvPr id="70666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1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1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71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88" grpId="0"/>
      <p:bldP spid="71689" grpId="0"/>
      <p:bldP spid="71690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矩形 3"/>
          <p:cNvSpPr>
            <a:spLocks noChangeArrowheads="1"/>
          </p:cNvSpPr>
          <p:nvPr/>
        </p:nvSpPr>
        <p:spPr bwMode="auto">
          <a:xfrm>
            <a:off x="214313" y="142875"/>
            <a:ext cx="2813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）求电路方程式</a:t>
            </a:r>
            <a:endParaRPr lang="zh-CN" altLang="en-US" sz="2400">
              <a:solidFill>
                <a:srgbClr val="C00000"/>
              </a:solidFill>
            </a:endParaRPr>
          </a:p>
        </p:txBody>
      </p:sp>
      <p:sp>
        <p:nvSpPr>
          <p:cNvPr id="27654" name="矩形 4"/>
          <p:cNvSpPr>
            <a:spLocks noChangeArrowheads="1"/>
          </p:cNvSpPr>
          <p:nvPr/>
        </p:nvSpPr>
        <p:spPr bwMode="auto">
          <a:xfrm>
            <a:off x="642938" y="571500"/>
            <a:ext cx="3400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电路次态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输出卡诺图</a:t>
            </a:r>
            <a:endParaRPr lang="zh-CN" altLang="en-US" sz="2400">
              <a:solidFill>
                <a:srgbClr val="006600"/>
              </a:solidFill>
            </a:endParaRPr>
          </a:p>
        </p:txBody>
      </p:sp>
      <p:pic>
        <p:nvPicPr>
          <p:cNvPr id="27655" name="Picture 7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2938" y="1027113"/>
            <a:ext cx="4214812" cy="2116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6" name="矩形 20"/>
          <p:cNvSpPr>
            <a:spLocks noChangeArrowheads="1"/>
          </p:cNvSpPr>
          <p:nvPr/>
        </p:nvSpPr>
        <p:spPr bwMode="auto">
          <a:xfrm>
            <a:off x="519113" y="3395663"/>
            <a:ext cx="21955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）求输出方程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graphicFrame>
        <p:nvGraphicFramePr>
          <p:cNvPr id="140" name="Object 17"/>
          <p:cNvGraphicFramePr>
            <a:graphicFrameLocks noChangeAspect="1"/>
          </p:cNvGraphicFramePr>
          <p:nvPr/>
        </p:nvGraphicFramePr>
        <p:xfrm>
          <a:off x="2071688" y="5786438"/>
          <a:ext cx="1177925" cy="4937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704" name="公式" r:id="rId2" imgW="588645" imgH="137795" progId="Equation.3">
                  <p:embed/>
                </p:oleObj>
              </mc:Choice>
              <mc:Fallback>
                <p:oleObj name="公式" r:id="rId2" imgW="588645" imgH="137795" progId="Equation.3">
                  <p:embed/>
                  <p:pic>
                    <p:nvPicPr>
                      <p:cNvPr id="0" name="图片 2470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1688" y="5786438"/>
                        <a:ext cx="1177925" cy="4937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658" name="矩形 34"/>
          <p:cNvSpPr>
            <a:spLocks noChangeArrowheads="1"/>
          </p:cNvSpPr>
          <p:nvPr/>
        </p:nvSpPr>
        <p:spPr bwMode="auto">
          <a:xfrm>
            <a:off x="5643563" y="571500"/>
            <a:ext cx="21955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）求状态方程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pic>
        <p:nvPicPr>
          <p:cNvPr id="27659" name="Picture 2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7875" y="1214438"/>
            <a:ext cx="2728913" cy="176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Object 29"/>
          <p:cNvGraphicFramePr>
            <a:graphicFrameLocks noChangeAspect="1"/>
          </p:cNvGraphicFramePr>
          <p:nvPr/>
        </p:nvGraphicFramePr>
        <p:xfrm>
          <a:off x="6664325" y="3071813"/>
          <a:ext cx="1550988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705" name="公式" r:id="rId5" imgW="1089660" imgH="187960" progId="Equation.3">
                  <p:embed/>
                </p:oleObj>
              </mc:Choice>
              <mc:Fallback>
                <p:oleObj name="公式" r:id="rId5" imgW="1089660" imgH="187960" progId="Equation.3">
                  <p:embed/>
                  <p:pic>
                    <p:nvPicPr>
                      <p:cNvPr id="0" name="图片 2470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64325" y="3071813"/>
                        <a:ext cx="1550988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4" name="Object 21"/>
          <p:cNvGraphicFramePr>
            <a:graphicFrameLocks noChangeAspect="1"/>
          </p:cNvGraphicFramePr>
          <p:nvPr/>
        </p:nvGraphicFramePr>
        <p:xfrm>
          <a:off x="6667500" y="5643563"/>
          <a:ext cx="1905000" cy="4143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706" name="公式" r:id="rId7" imgW="1377950" imgH="150495" progId="Equation.3">
                  <p:embed/>
                </p:oleObj>
              </mc:Choice>
              <mc:Fallback>
                <p:oleObj name="公式" r:id="rId7" imgW="1377950" imgH="150495" progId="Equation.3">
                  <p:embed/>
                  <p:pic>
                    <p:nvPicPr>
                      <p:cNvPr id="0" name="图片 2470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67500" y="5643563"/>
                        <a:ext cx="1905000" cy="4143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7661" name="Picture 1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563" y="3929063"/>
            <a:ext cx="3162300" cy="170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圆角矩形 14"/>
          <p:cNvSpPr/>
          <p:nvPr/>
        </p:nvSpPr>
        <p:spPr>
          <a:xfrm>
            <a:off x="3071813" y="5143500"/>
            <a:ext cx="1000125" cy="357188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6" name="椭圆 15"/>
          <p:cNvSpPr/>
          <p:nvPr/>
        </p:nvSpPr>
        <p:spPr>
          <a:xfrm>
            <a:off x="6702425" y="2520950"/>
            <a:ext cx="323850" cy="32385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pic>
        <p:nvPicPr>
          <p:cNvPr id="27662" name="Picture 1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86438" y="3786188"/>
            <a:ext cx="27622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圆角矩形 17"/>
          <p:cNvSpPr/>
          <p:nvPr/>
        </p:nvSpPr>
        <p:spPr>
          <a:xfrm>
            <a:off x="7110413" y="5046663"/>
            <a:ext cx="857250" cy="357187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9" name="圆角矩形 18"/>
          <p:cNvSpPr/>
          <p:nvPr/>
        </p:nvSpPr>
        <p:spPr>
          <a:xfrm>
            <a:off x="7572375" y="5046663"/>
            <a:ext cx="857250" cy="357187"/>
          </a:xfrm>
          <a:prstGeom prst="roundRect">
            <a:avLst/>
          </a:prstGeom>
          <a:noFill/>
          <a:ln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71697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7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7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7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7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7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7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7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54" grpId="0"/>
      <p:bldP spid="27656" grpId="0"/>
      <p:bldP spid="27658" grpId="0"/>
      <p:bldP spid="15" grpId="0" animBg="1"/>
      <p:bldP spid="16" grpId="0" animBg="1"/>
      <p:bldP spid="18" grpId="0" animBg="1"/>
      <p:bldP spid="19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矩形 1"/>
          <p:cNvSpPr>
            <a:spLocks noChangeArrowheads="1"/>
          </p:cNvSpPr>
          <p:nvPr/>
        </p:nvSpPr>
        <p:spPr bwMode="auto">
          <a:xfrm>
            <a:off x="357188" y="714375"/>
            <a:ext cx="21955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）求驱动方程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sp>
        <p:nvSpPr>
          <p:cNvPr id="28677" name="矩形 2"/>
          <p:cNvSpPr>
            <a:spLocks noChangeArrowheads="1"/>
          </p:cNvSpPr>
          <p:nvPr/>
        </p:nvSpPr>
        <p:spPr bwMode="auto">
          <a:xfrm>
            <a:off x="857250" y="1176338"/>
            <a:ext cx="28971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选用</a:t>
            </a:r>
            <a:r>
              <a:rPr kumimoji="1"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</a:t>
            </a:r>
            <a:r>
              <a:rPr kumimoji="1"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JK</a:t>
            </a:r>
            <a:r>
              <a:rPr kumimoji="1"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触发器。</a:t>
            </a:r>
            <a:endParaRPr lang="zh-CN" altLang="en-US" sz="24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8674" name="Object 2"/>
          <p:cNvGraphicFramePr>
            <a:graphicFrameLocks noChangeAspect="1"/>
          </p:cNvGraphicFramePr>
          <p:nvPr/>
        </p:nvGraphicFramePr>
        <p:xfrm>
          <a:off x="928688" y="1768475"/>
          <a:ext cx="2714625" cy="979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86" name="公式" r:id="rId1" imgW="1979295" imgH="501015" progId="Equation.3">
                  <p:embed/>
                </p:oleObj>
              </mc:Choice>
              <mc:Fallback>
                <p:oleObj name="公式" r:id="rId1" imgW="1979295" imgH="501015" progId="Equation.3">
                  <p:embed/>
                  <p:pic>
                    <p:nvPicPr>
                      <p:cNvPr id="0" name="图片 2568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28688" y="1768475"/>
                        <a:ext cx="2714625" cy="979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8678" name="矩形 4"/>
          <p:cNvSpPr>
            <a:spLocks noChangeArrowheads="1"/>
          </p:cNvSpPr>
          <p:nvPr/>
        </p:nvSpPr>
        <p:spPr bwMode="auto">
          <a:xfrm>
            <a:off x="4325938" y="180975"/>
            <a:ext cx="26019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）自启动检查</a:t>
            </a:r>
            <a:endParaRPr lang="zh-CN" altLang="en-US" sz="2400">
              <a:solidFill>
                <a:srgbClr val="C00000"/>
              </a:solidFill>
            </a:endParaRPr>
          </a:p>
        </p:txBody>
      </p:sp>
      <p:sp>
        <p:nvSpPr>
          <p:cNvPr id="28679" name="Text Box 13"/>
          <p:cNvSpPr txBox="1">
            <a:spLocks noChangeArrowheads="1"/>
          </p:cNvSpPr>
          <p:nvPr/>
        </p:nvSpPr>
        <p:spPr bwMode="auto">
          <a:xfrm>
            <a:off x="5111750" y="681038"/>
            <a:ext cx="3786188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将无效状态</a:t>
            </a:r>
            <a:r>
              <a:rPr kumimoji="1"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kumimoji="1"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kumimoji="1"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kumimoji="1"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代入输出方程和状态方程计算：</a:t>
            </a:r>
            <a:endParaRPr kumimoji="1" lang="zh-CN" altLang="en-US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8675" name="Object 3"/>
          <p:cNvGraphicFramePr>
            <a:graphicFrameLocks noChangeAspect="1"/>
          </p:cNvGraphicFramePr>
          <p:nvPr/>
        </p:nvGraphicFramePr>
        <p:xfrm>
          <a:off x="6040438" y="1323975"/>
          <a:ext cx="1643062" cy="509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87" name="图片" r:id="rId3" imgW="798830" imgH="400685" progId="Word.Picture.8">
                  <p:embed/>
                </p:oleObj>
              </mc:Choice>
              <mc:Fallback>
                <p:oleObj name="图片" r:id="rId3" imgW="798830" imgH="400685" progId="Word.Picture.8">
                  <p:embed/>
                  <p:pic>
                    <p:nvPicPr>
                      <p:cNvPr id="0" name="图片 2568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t="28572"/>
                      <a:stretch>
                        <a:fillRect/>
                      </a:stretch>
                    </p:blipFill>
                    <p:spPr bwMode="auto">
                      <a:xfrm>
                        <a:off x="6040438" y="1323975"/>
                        <a:ext cx="1643062" cy="509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EAEAEA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680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938" y="1824038"/>
            <a:ext cx="2798762" cy="2605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81" name="Picture 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4357688"/>
            <a:ext cx="6000750" cy="2309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82" name="矩形 10"/>
          <p:cNvSpPr>
            <a:spLocks noChangeArrowheads="1"/>
          </p:cNvSpPr>
          <p:nvPr/>
        </p:nvSpPr>
        <p:spPr bwMode="auto">
          <a:xfrm>
            <a:off x="142875" y="3786188"/>
            <a:ext cx="25034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）逻辑电路图</a:t>
            </a:r>
            <a:endParaRPr lang="zh-CN" altLang="en-US" sz="2400">
              <a:solidFill>
                <a:srgbClr val="C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8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8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8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8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8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7" grpId="0"/>
      <p:bldP spid="28678" grpId="0"/>
      <p:bldP spid="28679" grpId="0"/>
      <p:bldP spid="28682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30" name="组合 3"/>
          <p:cNvGrpSpPr/>
          <p:nvPr/>
        </p:nvGrpSpPr>
        <p:grpSpPr bwMode="auto">
          <a:xfrm>
            <a:off x="285750" y="142875"/>
            <a:ext cx="8501063" cy="1570038"/>
            <a:chOff x="285720" y="285728"/>
            <a:chExt cx="8501122" cy="1569660"/>
          </a:xfrm>
        </p:grpSpPr>
        <p:sp>
          <p:nvSpPr>
            <p:cNvPr id="73741" name="Text Box 3"/>
            <p:cNvSpPr txBox="1">
              <a:spLocks noChangeArrowheads="1"/>
            </p:cNvSpPr>
            <p:nvPr/>
          </p:nvSpPr>
          <p:spPr bwMode="auto">
            <a:xfrm>
              <a:off x="1142976" y="285728"/>
              <a:ext cx="764386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zh-CN" altLang="en-US" sz="2400" b="1">
                  <a:solidFill>
                    <a:srgbClr val="0000FF"/>
                  </a:solidFill>
                  <a:latin typeface="宋体" panose="02010600030101010101" pitchFamily="2" charset="-122"/>
                </a:rPr>
                <a:t>设计一个自动售饮料机的逻辑电路。它的投币口每次只能投入一枚伍角或一元的硬币。投入一元伍角钱硬币后，机器给出一瓶饮料，投入二元（两枚一元）硬币后，在给出饮料的同时找回一枚伍角硬币。</a:t>
              </a:r>
              <a:endParaRPr kumimoji="1" lang="zh-CN" altLang="en-US" sz="2400" b="1">
                <a:solidFill>
                  <a:srgbClr val="0000FF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73742" name="矩形 2"/>
            <p:cNvSpPr>
              <a:spLocks noChangeArrowheads="1"/>
            </p:cNvSpPr>
            <p:nvPr/>
          </p:nvSpPr>
          <p:spPr bwMode="auto">
            <a:xfrm>
              <a:off x="285720" y="324129"/>
              <a:ext cx="91561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n"/>
              </a:pPr>
              <a:r>
                <a:rPr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例</a:t>
              </a:r>
              <a:r>
                <a:rPr lang="en-US" altLang="zh-CN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r>
                <a:rPr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： </a:t>
              </a:r>
              <a:endParaRPr lang="zh-CN" altLang="en-US" sz="2400">
                <a:solidFill>
                  <a:srgbClr val="000000"/>
                </a:solidFill>
              </a:endParaRPr>
            </a:p>
          </p:txBody>
        </p:sp>
      </p:grpSp>
      <p:sp>
        <p:nvSpPr>
          <p:cNvPr id="72707" name="矩形 4"/>
          <p:cNvSpPr>
            <a:spLocks noChangeArrowheads="1"/>
          </p:cNvSpPr>
          <p:nvPr/>
        </p:nvSpPr>
        <p:spPr bwMode="auto">
          <a:xfrm>
            <a:off x="500063" y="174148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解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zh-CN" altLang="en-US" sz="2400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08" name="矩形 5"/>
          <p:cNvSpPr>
            <a:spLocks noChangeArrowheads="1"/>
          </p:cNvSpPr>
          <p:nvPr/>
        </p:nvSpPr>
        <p:spPr bwMode="auto">
          <a:xfrm>
            <a:off x="1312863" y="2098675"/>
            <a:ext cx="48117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）输入变量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投币输入。     </a:t>
            </a:r>
            <a:endParaRPr lang="en-US" altLang="zh-CN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09" name="矩形 6"/>
          <p:cNvSpPr>
            <a:spLocks noChangeArrowheads="1"/>
          </p:cNvSpPr>
          <p:nvPr/>
        </p:nvSpPr>
        <p:spPr bwMode="auto">
          <a:xfrm>
            <a:off x="958850" y="1741488"/>
            <a:ext cx="21955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）逻辑抽象</a:t>
            </a:r>
            <a:endParaRPr lang="zh-CN" altLang="en-US" sz="2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0" name="矩形 7"/>
          <p:cNvSpPr>
            <a:spLocks noChangeArrowheads="1"/>
          </p:cNvSpPr>
          <p:nvPr/>
        </p:nvSpPr>
        <p:spPr bwMode="auto">
          <a:xfrm>
            <a:off x="1785938" y="3395663"/>
            <a:ext cx="4943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输出变量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、</a:t>
            </a: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：给出饮料、找钱。</a:t>
            </a:r>
            <a:endParaRPr lang="en-US" altLang="zh-CN" sz="24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1" name="矩形 8"/>
          <p:cNvSpPr>
            <a:spLocks noChangeArrowheads="1"/>
          </p:cNvSpPr>
          <p:nvPr/>
        </p:nvSpPr>
        <p:spPr bwMode="auto">
          <a:xfrm>
            <a:off x="1785938" y="2571750"/>
            <a:ext cx="40433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一元投币。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投入；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0-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未投入。</a:t>
            </a:r>
            <a:endParaRPr lang="zh-CN" altLang="en-US" sz="2000">
              <a:solidFill>
                <a:srgbClr val="000000"/>
              </a:solidFill>
            </a:endParaRPr>
          </a:p>
        </p:txBody>
      </p:sp>
      <p:sp>
        <p:nvSpPr>
          <p:cNvPr id="72712" name="矩形 9"/>
          <p:cNvSpPr>
            <a:spLocks noChangeArrowheads="1"/>
          </p:cNvSpPr>
          <p:nvPr/>
        </p:nvSpPr>
        <p:spPr bwMode="auto">
          <a:xfrm>
            <a:off x="1785938" y="2957513"/>
            <a:ext cx="4029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伍角投币。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投入；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0-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未投入。</a:t>
            </a:r>
            <a:endParaRPr lang="zh-CN" altLang="en-US" sz="2000">
              <a:solidFill>
                <a:srgbClr val="000000"/>
              </a:solidFill>
            </a:endParaRPr>
          </a:p>
        </p:txBody>
      </p:sp>
      <p:sp>
        <p:nvSpPr>
          <p:cNvPr id="72713" name="矩形 10"/>
          <p:cNvSpPr>
            <a:spLocks noChangeArrowheads="1"/>
          </p:cNvSpPr>
          <p:nvPr/>
        </p:nvSpPr>
        <p:spPr bwMode="auto">
          <a:xfrm>
            <a:off x="1785938" y="3857625"/>
            <a:ext cx="37607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给出饮料。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给出；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0-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不给。</a:t>
            </a:r>
            <a:endParaRPr lang="zh-CN" altLang="en-US" sz="2000">
              <a:solidFill>
                <a:srgbClr val="000000"/>
              </a:solidFill>
            </a:endParaRPr>
          </a:p>
        </p:txBody>
      </p:sp>
      <p:sp>
        <p:nvSpPr>
          <p:cNvPr id="72714" name="矩形 11"/>
          <p:cNvSpPr>
            <a:spLocks noChangeArrowheads="1"/>
          </p:cNvSpPr>
          <p:nvPr/>
        </p:nvSpPr>
        <p:spPr bwMode="auto">
          <a:xfrm>
            <a:off x="1785938" y="4243388"/>
            <a:ext cx="52324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Z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找钱。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1-</a:t>
            </a:r>
            <a:r>
              <a:rPr kumimoji="1" lang="zh-CN" altLang="en-US" sz="2000" b="1">
                <a:solidFill>
                  <a:srgbClr val="000000"/>
                </a:solidFill>
                <a:latin typeface="宋体" panose="02010600030101010101" pitchFamily="2" charset="-122"/>
              </a:rPr>
              <a:t>找回一枚伍角硬币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；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0-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不找回。</a:t>
            </a:r>
            <a:endParaRPr lang="zh-CN" altLang="en-US" sz="2000">
              <a:solidFill>
                <a:srgbClr val="000000"/>
              </a:solidFill>
            </a:endParaRPr>
          </a:p>
        </p:txBody>
      </p:sp>
      <p:sp>
        <p:nvSpPr>
          <p:cNvPr id="72715" name="矩形 7"/>
          <p:cNvSpPr>
            <a:spLocks noChangeArrowheads="1"/>
          </p:cNvSpPr>
          <p:nvPr/>
        </p:nvSpPr>
        <p:spPr bwMode="auto">
          <a:xfrm>
            <a:off x="1316038" y="4895850"/>
            <a:ext cx="42941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）设电路有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个状态，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US" altLang="zh-CN" sz="24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~S</a:t>
            </a:r>
            <a:r>
              <a:rPr lang="en-US" altLang="zh-CN" sz="2400" b="1" baseline="-25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716" name="矩形 8"/>
          <p:cNvSpPr>
            <a:spLocks noChangeArrowheads="1"/>
          </p:cNvSpPr>
          <p:nvPr/>
        </p:nvSpPr>
        <p:spPr bwMode="auto">
          <a:xfrm>
            <a:off x="1785938" y="5341938"/>
            <a:ext cx="385762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000" b="1" baseline="-25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 初始状态， </a:t>
            </a:r>
            <a:r>
              <a:rPr kumimoji="1"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未投币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状态。 </a:t>
            </a:r>
            <a:endParaRPr kumimoji="1"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000" b="1" baseline="-25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 表示</a:t>
            </a:r>
            <a:r>
              <a:rPr kumimoji="1" lang="zh-CN" altLang="en-US" sz="2000" b="1">
                <a:solidFill>
                  <a:srgbClr val="FF0000"/>
                </a:solidFill>
                <a:latin typeface="宋体" panose="02010600030101010101" pitchFamily="2" charset="-122"/>
              </a:rPr>
              <a:t>投入伍角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的状态。 </a:t>
            </a:r>
            <a:endParaRPr kumimoji="1"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 i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000" b="1" baseline="-25000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： 表示</a:t>
            </a:r>
            <a:r>
              <a:rPr kumimoji="1" lang="zh-CN" altLang="en-US" sz="2000" b="1">
                <a:solidFill>
                  <a:srgbClr val="FF0000"/>
                </a:solidFill>
                <a:latin typeface="宋体" panose="02010600030101010101" pitchFamily="2" charset="-122"/>
              </a:rPr>
              <a:t>投入一元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的状态。 </a:t>
            </a:r>
            <a:endParaRPr kumimoji="1"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2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2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2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2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2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72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72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72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72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72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707" grpId="0"/>
      <p:bldP spid="72708" grpId="0"/>
      <p:bldP spid="72709" grpId="0"/>
      <p:bldP spid="72710" grpId="0"/>
      <p:bldP spid="72711" grpId="0"/>
      <p:bldP spid="72712" grpId="0"/>
      <p:bldP spid="72713" grpId="0"/>
      <p:bldP spid="72714" grpId="0"/>
      <p:bldP spid="72715" grpId="0"/>
      <p:bldP spid="7271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矩形 8"/>
          <p:cNvSpPr>
            <a:spLocks noChangeArrowheads="1"/>
          </p:cNvSpPr>
          <p:nvPr/>
        </p:nvSpPr>
        <p:spPr bwMode="auto">
          <a:xfrm>
            <a:off x="571500" y="214313"/>
            <a:ext cx="4051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）画原始状态图和状态表。</a:t>
            </a:r>
            <a:endParaRPr lang="zh-CN" altLang="en-US" sz="24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81"/>
          <p:cNvGrpSpPr/>
          <p:nvPr/>
        </p:nvGrpSpPr>
        <p:grpSpPr bwMode="auto">
          <a:xfrm>
            <a:off x="857250" y="941388"/>
            <a:ext cx="1198563" cy="503237"/>
            <a:chOff x="857251" y="941388"/>
            <a:chExt cx="1198563" cy="503237"/>
          </a:xfrm>
        </p:grpSpPr>
        <p:cxnSp>
          <p:nvCxnSpPr>
            <p:cNvPr id="4" name="曲线连接符 74"/>
            <p:cNvCxnSpPr/>
            <p:nvPr/>
          </p:nvCxnSpPr>
          <p:spPr>
            <a:xfrm rot="16200000" flipH="1" flipV="1">
              <a:off x="1785939" y="1174750"/>
              <a:ext cx="269875" cy="269875"/>
            </a:xfrm>
            <a:prstGeom prst="curvedConnector4">
              <a:avLst>
                <a:gd name="adj1" fmla="val -84673"/>
                <a:gd name="adj2" fmla="val 184667"/>
              </a:avLst>
            </a:prstGeom>
            <a:ln w="12700">
              <a:solidFill>
                <a:srgbClr val="0000FF"/>
              </a:solidFill>
              <a:headEnd type="stealth" w="lg" len="lg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825" name="矩形 4"/>
            <p:cNvSpPr>
              <a:spLocks noChangeArrowheads="1"/>
            </p:cNvSpPr>
            <p:nvPr/>
          </p:nvSpPr>
          <p:spPr bwMode="auto">
            <a:xfrm>
              <a:off x="857251" y="941388"/>
              <a:ext cx="71120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00/00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组合 82"/>
          <p:cNvGrpSpPr/>
          <p:nvPr/>
        </p:nvGrpSpPr>
        <p:grpSpPr bwMode="auto">
          <a:xfrm>
            <a:off x="2286000" y="785813"/>
            <a:ext cx="1214438" cy="512762"/>
            <a:chOff x="2286001" y="785813"/>
            <a:chExt cx="1214438" cy="512762"/>
          </a:xfrm>
        </p:grpSpPr>
        <p:sp>
          <p:nvSpPr>
            <p:cNvPr id="7" name="任意多边形 6"/>
            <p:cNvSpPr/>
            <p:nvPr/>
          </p:nvSpPr>
          <p:spPr>
            <a:xfrm>
              <a:off x="2286001" y="1084263"/>
              <a:ext cx="1214438" cy="214312"/>
            </a:xfrm>
            <a:custGeom>
              <a:avLst/>
              <a:gdLst>
                <a:gd name="connsiteX0" fmla="*/ 0 w 1600200"/>
                <a:gd name="connsiteY0" fmla="*/ 309033 h 334433"/>
                <a:gd name="connsiteX1" fmla="*/ 812800 w 1600200"/>
                <a:gd name="connsiteY1" fmla="*/ 4233 h 334433"/>
                <a:gd name="connsiteX2" fmla="*/ 1600200 w 1600200"/>
                <a:gd name="connsiteY2" fmla="*/ 334433 h 33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0200" h="334433">
                  <a:moveTo>
                    <a:pt x="0" y="309033"/>
                  </a:moveTo>
                  <a:cubicBezTo>
                    <a:pt x="273050" y="154516"/>
                    <a:pt x="546100" y="0"/>
                    <a:pt x="812800" y="4233"/>
                  </a:cubicBezTo>
                  <a:cubicBezTo>
                    <a:pt x="1079500" y="8466"/>
                    <a:pt x="1339850" y="171449"/>
                    <a:pt x="1600200" y="334433"/>
                  </a:cubicBezTo>
                </a:path>
              </a:pathLst>
            </a:custGeom>
            <a:ln w="12700">
              <a:solidFill>
                <a:srgbClr val="0000FF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74823" name="矩形 7"/>
            <p:cNvSpPr>
              <a:spLocks noChangeArrowheads="1"/>
            </p:cNvSpPr>
            <p:nvPr/>
          </p:nvSpPr>
          <p:spPr bwMode="auto">
            <a:xfrm>
              <a:off x="2571751" y="785813"/>
              <a:ext cx="711200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01/00</a:t>
              </a:r>
              <a:endParaRPr lang="zh-CN" altLang="en-US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组合 86"/>
          <p:cNvGrpSpPr/>
          <p:nvPr/>
        </p:nvGrpSpPr>
        <p:grpSpPr bwMode="auto">
          <a:xfrm>
            <a:off x="2311400" y="1512888"/>
            <a:ext cx="1152525" cy="511175"/>
            <a:chOff x="2311401" y="1512888"/>
            <a:chExt cx="1152525" cy="511175"/>
          </a:xfrm>
        </p:grpSpPr>
        <p:sp>
          <p:nvSpPr>
            <p:cNvPr id="10" name="任意多边形 9"/>
            <p:cNvSpPr/>
            <p:nvPr/>
          </p:nvSpPr>
          <p:spPr>
            <a:xfrm flipH="1" flipV="1">
              <a:off x="2311401" y="1512888"/>
              <a:ext cx="1152525" cy="214312"/>
            </a:xfrm>
            <a:custGeom>
              <a:avLst/>
              <a:gdLst>
                <a:gd name="connsiteX0" fmla="*/ 0 w 1600200"/>
                <a:gd name="connsiteY0" fmla="*/ 309033 h 334433"/>
                <a:gd name="connsiteX1" fmla="*/ 812800 w 1600200"/>
                <a:gd name="connsiteY1" fmla="*/ 4233 h 334433"/>
                <a:gd name="connsiteX2" fmla="*/ 1600200 w 1600200"/>
                <a:gd name="connsiteY2" fmla="*/ 334433 h 33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0200" h="334433">
                  <a:moveTo>
                    <a:pt x="0" y="309033"/>
                  </a:moveTo>
                  <a:cubicBezTo>
                    <a:pt x="273050" y="154516"/>
                    <a:pt x="546100" y="0"/>
                    <a:pt x="812800" y="4233"/>
                  </a:cubicBezTo>
                  <a:cubicBezTo>
                    <a:pt x="1079500" y="8466"/>
                    <a:pt x="1339850" y="171449"/>
                    <a:pt x="1600200" y="334433"/>
                  </a:cubicBezTo>
                </a:path>
              </a:pathLst>
            </a:custGeom>
            <a:ln w="12700">
              <a:solidFill>
                <a:srgbClr val="6600CC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74821" name="矩形 10"/>
            <p:cNvSpPr>
              <a:spLocks noChangeArrowheads="1"/>
            </p:cNvSpPr>
            <p:nvPr/>
          </p:nvSpPr>
          <p:spPr bwMode="auto">
            <a:xfrm>
              <a:off x="2571751" y="1655763"/>
              <a:ext cx="71120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10/10</a:t>
              </a:r>
              <a:endParaRPr lang="zh-CN" altLang="en-US" sz="1800">
                <a:solidFill>
                  <a:srgbClr val="6600CC"/>
                </a:solidFill>
              </a:endParaRPr>
            </a:p>
          </p:txBody>
        </p:sp>
      </p:grpSp>
      <p:grpSp>
        <p:nvGrpSpPr>
          <p:cNvPr id="6" name="组合 85"/>
          <p:cNvGrpSpPr/>
          <p:nvPr/>
        </p:nvGrpSpPr>
        <p:grpSpPr bwMode="auto">
          <a:xfrm>
            <a:off x="3071813" y="1682750"/>
            <a:ext cx="996950" cy="1116013"/>
            <a:chOff x="3071814" y="1682750"/>
            <a:chExt cx="996950" cy="1116013"/>
          </a:xfrm>
        </p:grpSpPr>
        <p:sp>
          <p:nvSpPr>
            <p:cNvPr id="74818" name="Line 42"/>
            <p:cNvSpPr>
              <a:spLocks noChangeShapeType="1"/>
            </p:cNvSpPr>
            <p:nvPr/>
          </p:nvSpPr>
          <p:spPr bwMode="auto">
            <a:xfrm flipH="1">
              <a:off x="3071814" y="1682750"/>
              <a:ext cx="571500" cy="1116013"/>
            </a:xfrm>
            <a:prstGeom prst="line">
              <a:avLst/>
            </a:prstGeom>
            <a:noFill/>
            <a:ln w="12700">
              <a:solidFill>
                <a:srgbClr val="6600CC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74819" name="矩形 13"/>
            <p:cNvSpPr>
              <a:spLocks noChangeArrowheads="1"/>
            </p:cNvSpPr>
            <p:nvPr/>
          </p:nvSpPr>
          <p:spPr bwMode="auto">
            <a:xfrm>
              <a:off x="3357564" y="2071688"/>
              <a:ext cx="711200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01/00</a:t>
              </a:r>
              <a:endParaRPr lang="zh-CN" altLang="en-US" sz="1800">
                <a:solidFill>
                  <a:srgbClr val="6600CC"/>
                </a:solidFill>
              </a:endParaRPr>
            </a:p>
          </p:txBody>
        </p:sp>
      </p:grpSp>
      <p:grpSp>
        <p:nvGrpSpPr>
          <p:cNvPr id="8" name="组合 83"/>
          <p:cNvGrpSpPr/>
          <p:nvPr/>
        </p:nvGrpSpPr>
        <p:grpSpPr bwMode="auto">
          <a:xfrm>
            <a:off x="2214563" y="1655763"/>
            <a:ext cx="925512" cy="1143000"/>
            <a:chOff x="2214564" y="1655763"/>
            <a:chExt cx="925512" cy="1143000"/>
          </a:xfrm>
        </p:grpSpPr>
        <p:sp>
          <p:nvSpPr>
            <p:cNvPr id="74816" name="Line 42"/>
            <p:cNvSpPr>
              <a:spLocks noChangeShapeType="1"/>
            </p:cNvSpPr>
            <p:nvPr/>
          </p:nvSpPr>
          <p:spPr bwMode="auto">
            <a:xfrm flipH="1" flipV="1">
              <a:off x="2214564" y="1655763"/>
              <a:ext cx="571500" cy="114300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  <a:headEnd type="stealth" w="lg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74817" name="矩形 16"/>
            <p:cNvSpPr>
              <a:spLocks noChangeArrowheads="1"/>
            </p:cNvSpPr>
            <p:nvPr/>
          </p:nvSpPr>
          <p:spPr bwMode="auto">
            <a:xfrm>
              <a:off x="2428876" y="2012950"/>
              <a:ext cx="71120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10/00</a:t>
              </a:r>
              <a:endParaRPr lang="zh-CN" altLang="en-US" sz="1800">
                <a:solidFill>
                  <a:srgbClr val="0000FF"/>
                </a:solidFill>
              </a:endParaRPr>
            </a:p>
          </p:txBody>
        </p:sp>
      </p:grpSp>
      <p:grpSp>
        <p:nvGrpSpPr>
          <p:cNvPr id="9" name="组合 212"/>
          <p:cNvGrpSpPr/>
          <p:nvPr/>
        </p:nvGrpSpPr>
        <p:grpSpPr bwMode="auto">
          <a:xfrm>
            <a:off x="1785938" y="1174750"/>
            <a:ext cx="539750" cy="539750"/>
            <a:chOff x="928661" y="2571743"/>
            <a:chExt cx="540000" cy="540000"/>
          </a:xfrm>
        </p:grpSpPr>
        <p:sp>
          <p:nvSpPr>
            <p:cNvPr id="74814" name="Oval 13"/>
            <p:cNvSpPr>
              <a:spLocks noChangeArrowheads="1"/>
            </p:cNvSpPr>
            <p:nvPr/>
          </p:nvSpPr>
          <p:spPr bwMode="auto">
            <a:xfrm>
              <a:off x="928661" y="2571743"/>
              <a:ext cx="540000" cy="540000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FF"/>
              </a:solidFill>
              <a:rou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815" name="矩形 39"/>
            <p:cNvSpPr>
              <a:spLocks noChangeArrowheads="1"/>
            </p:cNvSpPr>
            <p:nvPr/>
          </p:nvSpPr>
          <p:spPr bwMode="auto">
            <a:xfrm>
              <a:off x="1000100" y="2643182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lang="en-US" altLang="zh-CN" sz="1800" b="1" baseline="-2500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FF"/>
                </a:solidFill>
              </a:endParaRPr>
            </a:p>
          </p:txBody>
        </p:sp>
      </p:grpSp>
      <p:grpSp>
        <p:nvGrpSpPr>
          <p:cNvPr id="11" name="组合 213"/>
          <p:cNvGrpSpPr/>
          <p:nvPr/>
        </p:nvGrpSpPr>
        <p:grpSpPr bwMode="auto">
          <a:xfrm>
            <a:off x="3460750" y="1174750"/>
            <a:ext cx="539750" cy="539750"/>
            <a:chOff x="928661" y="2571743"/>
            <a:chExt cx="540000" cy="540000"/>
          </a:xfrm>
        </p:grpSpPr>
        <p:sp>
          <p:nvSpPr>
            <p:cNvPr id="74812" name="Oval 13"/>
            <p:cNvSpPr>
              <a:spLocks noChangeArrowheads="1"/>
            </p:cNvSpPr>
            <p:nvPr/>
          </p:nvSpPr>
          <p:spPr bwMode="auto">
            <a:xfrm>
              <a:off x="928661" y="2571743"/>
              <a:ext cx="540000" cy="540000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6600CC"/>
              </a:solidFill>
              <a:rou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813" name="矩形 37"/>
            <p:cNvSpPr>
              <a:spLocks noChangeArrowheads="1"/>
            </p:cNvSpPr>
            <p:nvPr/>
          </p:nvSpPr>
          <p:spPr bwMode="auto">
            <a:xfrm>
              <a:off x="1000100" y="2643182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lang="en-US" altLang="zh-CN" sz="1800" b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800">
                <a:solidFill>
                  <a:srgbClr val="6600CC"/>
                </a:solidFill>
              </a:endParaRPr>
            </a:p>
          </p:txBody>
        </p:sp>
      </p:grpSp>
      <p:grpSp>
        <p:nvGrpSpPr>
          <p:cNvPr id="12" name="组合 213"/>
          <p:cNvGrpSpPr/>
          <p:nvPr/>
        </p:nvGrpSpPr>
        <p:grpSpPr bwMode="auto">
          <a:xfrm>
            <a:off x="2674938" y="2759075"/>
            <a:ext cx="539750" cy="539750"/>
            <a:chOff x="928661" y="2571743"/>
            <a:chExt cx="540000" cy="540000"/>
          </a:xfrm>
        </p:grpSpPr>
        <p:sp>
          <p:nvSpPr>
            <p:cNvPr id="74810" name="Oval 13"/>
            <p:cNvSpPr>
              <a:spLocks noChangeArrowheads="1"/>
            </p:cNvSpPr>
            <p:nvPr/>
          </p:nvSpPr>
          <p:spPr bwMode="auto">
            <a:xfrm>
              <a:off x="928661" y="2571743"/>
              <a:ext cx="540000" cy="540000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6600"/>
              </a:solidFill>
              <a:rou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811" name="矩形 35"/>
            <p:cNvSpPr>
              <a:spLocks noChangeArrowheads="1"/>
            </p:cNvSpPr>
            <p:nvPr/>
          </p:nvSpPr>
          <p:spPr bwMode="auto">
            <a:xfrm>
              <a:off x="1000100" y="2643182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lang="en-US" altLang="zh-CN" sz="1800" b="1" baseline="-2500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1800">
                <a:solidFill>
                  <a:srgbClr val="006600"/>
                </a:solidFill>
              </a:endParaRPr>
            </a:p>
          </p:txBody>
        </p:sp>
      </p:grpSp>
      <p:sp>
        <p:nvSpPr>
          <p:cNvPr id="73744" name="矩形 45"/>
          <p:cNvSpPr>
            <a:spLocks noChangeArrowheads="1"/>
          </p:cNvSpPr>
          <p:nvPr/>
        </p:nvSpPr>
        <p:spPr bwMode="auto">
          <a:xfrm>
            <a:off x="4000500" y="1512888"/>
            <a:ext cx="9128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000" b="1" i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AB/YZ</a:t>
            </a:r>
            <a:endParaRPr lang="zh-CN" altLang="en-US" sz="2000" i="1">
              <a:solidFill>
                <a:srgbClr val="FF0000"/>
              </a:solidFill>
            </a:endParaRPr>
          </a:p>
        </p:txBody>
      </p:sp>
      <p:grpSp>
        <p:nvGrpSpPr>
          <p:cNvPr id="13" name="组合 88"/>
          <p:cNvGrpSpPr/>
          <p:nvPr/>
        </p:nvGrpSpPr>
        <p:grpSpPr bwMode="auto">
          <a:xfrm>
            <a:off x="1428750" y="1685925"/>
            <a:ext cx="996950" cy="1365250"/>
            <a:chOff x="1428751" y="1685925"/>
            <a:chExt cx="996950" cy="1365250"/>
          </a:xfrm>
        </p:grpSpPr>
        <p:sp>
          <p:nvSpPr>
            <p:cNvPr id="110" name="任意多边形 109"/>
            <p:cNvSpPr/>
            <p:nvPr/>
          </p:nvSpPr>
          <p:spPr>
            <a:xfrm rot="3816830" flipH="1" flipV="1">
              <a:off x="1599408" y="2224881"/>
              <a:ext cx="1365250" cy="287337"/>
            </a:xfrm>
            <a:custGeom>
              <a:avLst/>
              <a:gdLst>
                <a:gd name="connsiteX0" fmla="*/ 0 w 1600200"/>
                <a:gd name="connsiteY0" fmla="*/ 309033 h 334433"/>
                <a:gd name="connsiteX1" fmla="*/ 812800 w 1600200"/>
                <a:gd name="connsiteY1" fmla="*/ 4233 h 334433"/>
                <a:gd name="connsiteX2" fmla="*/ 1600200 w 1600200"/>
                <a:gd name="connsiteY2" fmla="*/ 334433 h 33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0200" h="334433">
                  <a:moveTo>
                    <a:pt x="0" y="309033"/>
                  </a:moveTo>
                  <a:cubicBezTo>
                    <a:pt x="273050" y="154516"/>
                    <a:pt x="546100" y="0"/>
                    <a:pt x="812800" y="4233"/>
                  </a:cubicBezTo>
                  <a:cubicBezTo>
                    <a:pt x="1079500" y="8466"/>
                    <a:pt x="1339850" y="171449"/>
                    <a:pt x="1600200" y="334433"/>
                  </a:cubicBezTo>
                </a:path>
              </a:pathLst>
            </a:custGeom>
            <a:ln w="12700">
              <a:solidFill>
                <a:srgbClr val="006600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74808" name="矩形 111"/>
            <p:cNvSpPr>
              <a:spLocks noChangeArrowheads="1"/>
            </p:cNvSpPr>
            <p:nvPr/>
          </p:nvSpPr>
          <p:spPr bwMode="auto">
            <a:xfrm>
              <a:off x="1428751" y="2084388"/>
              <a:ext cx="71120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01/10</a:t>
              </a:r>
              <a:endParaRPr lang="zh-CN" altLang="en-US" sz="1800">
                <a:solidFill>
                  <a:srgbClr val="006600"/>
                </a:solidFill>
              </a:endParaRPr>
            </a:p>
          </p:txBody>
        </p:sp>
        <p:sp>
          <p:nvSpPr>
            <p:cNvPr id="74809" name="矩形 112"/>
            <p:cNvSpPr>
              <a:spLocks noChangeArrowheads="1"/>
            </p:cNvSpPr>
            <p:nvPr/>
          </p:nvSpPr>
          <p:spPr bwMode="auto">
            <a:xfrm>
              <a:off x="1428751" y="2370138"/>
              <a:ext cx="696913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10/11</a:t>
              </a:r>
              <a:endParaRPr lang="zh-CN" altLang="en-US" sz="1800">
                <a:solidFill>
                  <a:srgbClr val="006600"/>
                </a:solidFill>
              </a:endParaRPr>
            </a:p>
          </p:txBody>
        </p:sp>
      </p:grpSp>
      <p:grpSp>
        <p:nvGrpSpPr>
          <p:cNvPr id="14" name="组合 84"/>
          <p:cNvGrpSpPr/>
          <p:nvPr/>
        </p:nvGrpSpPr>
        <p:grpSpPr bwMode="auto">
          <a:xfrm>
            <a:off x="3714750" y="1000125"/>
            <a:ext cx="1214438" cy="441325"/>
            <a:chOff x="3714751" y="1000125"/>
            <a:chExt cx="1214438" cy="441325"/>
          </a:xfrm>
        </p:grpSpPr>
        <p:cxnSp>
          <p:nvCxnSpPr>
            <p:cNvPr id="111" name="曲线连接符 74"/>
            <p:cNvCxnSpPr/>
            <p:nvPr/>
          </p:nvCxnSpPr>
          <p:spPr>
            <a:xfrm rot="5400000" flipV="1">
              <a:off x="3714751" y="1171575"/>
              <a:ext cx="269875" cy="269875"/>
            </a:xfrm>
            <a:prstGeom prst="curvedConnector4">
              <a:avLst>
                <a:gd name="adj1" fmla="val -84673"/>
                <a:gd name="adj2" fmla="val 184667"/>
              </a:avLst>
            </a:prstGeom>
            <a:ln w="12700">
              <a:solidFill>
                <a:srgbClr val="6600CC"/>
              </a:solidFill>
              <a:headEnd type="stealth" w="lg" len="lg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806" name="矩形 113"/>
            <p:cNvSpPr>
              <a:spLocks noChangeArrowheads="1"/>
            </p:cNvSpPr>
            <p:nvPr/>
          </p:nvSpPr>
          <p:spPr bwMode="auto">
            <a:xfrm>
              <a:off x="4217989" y="1000125"/>
              <a:ext cx="711200" cy="369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00/00</a:t>
              </a:r>
              <a:endParaRPr lang="zh-CN" altLang="en-US" sz="1800">
                <a:solidFill>
                  <a:srgbClr val="6600CC"/>
                </a:solidFill>
              </a:endParaRPr>
            </a:p>
          </p:txBody>
        </p:sp>
      </p:grpSp>
      <p:grpSp>
        <p:nvGrpSpPr>
          <p:cNvPr id="15" name="组合 79"/>
          <p:cNvGrpSpPr/>
          <p:nvPr/>
        </p:nvGrpSpPr>
        <p:grpSpPr bwMode="auto">
          <a:xfrm>
            <a:off x="1214438" y="4000500"/>
            <a:ext cx="6286500" cy="2359025"/>
            <a:chOff x="1071538" y="4000504"/>
            <a:chExt cx="6286544" cy="2358248"/>
          </a:xfrm>
        </p:grpSpPr>
        <p:cxnSp>
          <p:nvCxnSpPr>
            <p:cNvPr id="33" name="直接连接符 32"/>
            <p:cNvCxnSpPr/>
            <p:nvPr/>
          </p:nvCxnSpPr>
          <p:spPr>
            <a:xfrm rot="5400000">
              <a:off x="1607719" y="5178834"/>
              <a:ext cx="2356661" cy="317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 rot="5400000">
              <a:off x="2750727" y="5178834"/>
              <a:ext cx="2356661" cy="317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/>
            <p:nvPr/>
          </p:nvCxnSpPr>
          <p:spPr>
            <a:xfrm>
              <a:off x="1857355" y="4000504"/>
              <a:ext cx="928695" cy="85696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接连接符 38"/>
            <p:cNvCxnSpPr/>
            <p:nvPr/>
          </p:nvCxnSpPr>
          <p:spPr>
            <a:xfrm>
              <a:off x="1071538" y="4357574"/>
              <a:ext cx="1714512" cy="49989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775" name="矩形 45"/>
            <p:cNvSpPr>
              <a:spLocks noChangeArrowheads="1"/>
            </p:cNvSpPr>
            <p:nvPr/>
          </p:nvSpPr>
          <p:spPr bwMode="auto">
            <a:xfrm>
              <a:off x="2214546" y="4071942"/>
              <a:ext cx="54213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AB</a:t>
              </a:r>
              <a:endParaRPr lang="zh-CN" altLang="en-US" sz="2000" i="1">
                <a:solidFill>
                  <a:srgbClr val="0000FF"/>
                </a:solidFill>
              </a:endParaRPr>
            </a:p>
          </p:txBody>
        </p:sp>
        <p:sp>
          <p:nvSpPr>
            <p:cNvPr id="74776" name="矩形 45"/>
            <p:cNvSpPr>
              <a:spLocks noChangeArrowheads="1"/>
            </p:cNvSpPr>
            <p:nvPr/>
          </p:nvSpPr>
          <p:spPr bwMode="auto">
            <a:xfrm>
              <a:off x="1117576" y="4071942"/>
              <a:ext cx="98937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3000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n+1</a:t>
              </a:r>
              <a:r>
                <a:rPr kumimoji="1" lang="en-US" altLang="zh-CN" sz="2000" b="1" i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/YZ</a:t>
              </a:r>
              <a:endParaRPr lang="zh-CN" altLang="en-US" sz="2000" i="1">
                <a:solidFill>
                  <a:srgbClr val="0000FF"/>
                </a:solidFill>
              </a:endParaRPr>
            </a:p>
          </p:txBody>
        </p:sp>
        <p:sp>
          <p:nvSpPr>
            <p:cNvPr id="74777" name="矩形 46"/>
            <p:cNvSpPr>
              <a:spLocks noChangeArrowheads="1"/>
            </p:cNvSpPr>
            <p:nvPr/>
          </p:nvSpPr>
          <p:spPr bwMode="auto">
            <a:xfrm>
              <a:off x="1142976" y="4429132"/>
              <a:ext cx="42191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3000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endParaRPr lang="zh-CN" altLang="en-US" sz="2000" i="1">
                <a:solidFill>
                  <a:srgbClr val="0000FF"/>
                </a:solidFill>
              </a:endParaRPr>
            </a:p>
          </p:txBody>
        </p:sp>
        <p:sp>
          <p:nvSpPr>
            <p:cNvPr id="74778" name="矩形 45"/>
            <p:cNvSpPr>
              <a:spLocks noChangeArrowheads="1"/>
            </p:cNvSpPr>
            <p:nvPr/>
          </p:nvSpPr>
          <p:spPr bwMode="auto">
            <a:xfrm>
              <a:off x="2928926" y="4903798"/>
              <a:ext cx="88998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cxnSp>
          <p:nvCxnSpPr>
            <p:cNvPr id="49" name="直接连接符 48"/>
            <p:cNvCxnSpPr/>
            <p:nvPr/>
          </p:nvCxnSpPr>
          <p:spPr>
            <a:xfrm rot="5400000">
              <a:off x="3893735" y="5178834"/>
              <a:ext cx="2356661" cy="317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780" name="矩形 49"/>
            <p:cNvSpPr>
              <a:spLocks noChangeArrowheads="1"/>
            </p:cNvSpPr>
            <p:nvPr/>
          </p:nvSpPr>
          <p:spPr bwMode="auto">
            <a:xfrm>
              <a:off x="3143240" y="4214818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2000">
                <a:solidFill>
                  <a:srgbClr val="006600"/>
                </a:solidFill>
              </a:endParaRPr>
            </a:p>
          </p:txBody>
        </p:sp>
        <p:grpSp>
          <p:nvGrpSpPr>
            <p:cNvPr id="74781" name="组合 56"/>
            <p:cNvGrpSpPr/>
            <p:nvPr/>
          </p:nvGrpSpPr>
          <p:grpSpPr bwMode="auto">
            <a:xfrm>
              <a:off x="1071538" y="4000504"/>
              <a:ext cx="6286544" cy="2357454"/>
              <a:chOff x="1071538" y="4000504"/>
              <a:chExt cx="6500858" cy="2357454"/>
            </a:xfrm>
          </p:grpSpPr>
          <p:cxnSp>
            <p:nvCxnSpPr>
              <p:cNvPr id="30" name="直接连接符 29"/>
              <p:cNvCxnSpPr/>
              <p:nvPr/>
            </p:nvCxnSpPr>
            <p:spPr>
              <a:xfrm>
                <a:off x="1071538" y="4000504"/>
                <a:ext cx="6500858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接连接符 30"/>
              <p:cNvCxnSpPr/>
              <p:nvPr/>
            </p:nvCxnSpPr>
            <p:spPr>
              <a:xfrm>
                <a:off x="1071538" y="4855885"/>
                <a:ext cx="6500858" cy="1586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/>
              <p:nvPr/>
            </p:nvCxnSpPr>
            <p:spPr>
              <a:xfrm>
                <a:off x="1071538" y="6355578"/>
                <a:ext cx="6500858" cy="158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接连接符 50"/>
              <p:cNvCxnSpPr/>
              <p:nvPr/>
            </p:nvCxnSpPr>
            <p:spPr>
              <a:xfrm>
                <a:off x="1071538" y="5355782"/>
                <a:ext cx="6500858" cy="158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接连接符 51"/>
              <p:cNvCxnSpPr/>
              <p:nvPr/>
            </p:nvCxnSpPr>
            <p:spPr>
              <a:xfrm>
                <a:off x="1071538" y="5855681"/>
                <a:ext cx="6500858" cy="158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" name="直接连接符 55"/>
            <p:cNvCxnSpPr/>
            <p:nvPr/>
          </p:nvCxnSpPr>
          <p:spPr>
            <a:xfrm rot="5400000">
              <a:off x="5035949" y="5178041"/>
              <a:ext cx="2356662" cy="158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783" name="矩形 45"/>
            <p:cNvSpPr>
              <a:spLocks noChangeArrowheads="1"/>
            </p:cNvSpPr>
            <p:nvPr/>
          </p:nvSpPr>
          <p:spPr bwMode="auto">
            <a:xfrm>
              <a:off x="1572815" y="4903798"/>
              <a:ext cx="498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000" b="1" baseline="-2500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endParaRPr lang="zh-CN" altLang="en-US" sz="2000">
                <a:solidFill>
                  <a:srgbClr val="006600"/>
                </a:solidFill>
              </a:endParaRPr>
            </a:p>
          </p:txBody>
        </p:sp>
        <p:sp>
          <p:nvSpPr>
            <p:cNvPr id="74784" name="矩形 60"/>
            <p:cNvSpPr>
              <a:spLocks noChangeArrowheads="1"/>
            </p:cNvSpPr>
            <p:nvPr/>
          </p:nvSpPr>
          <p:spPr bwMode="auto">
            <a:xfrm>
              <a:off x="4273730" y="4214818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2000">
                <a:solidFill>
                  <a:srgbClr val="006600"/>
                </a:solidFill>
              </a:endParaRPr>
            </a:p>
          </p:txBody>
        </p:sp>
        <p:sp>
          <p:nvSpPr>
            <p:cNvPr id="74785" name="矩形 61"/>
            <p:cNvSpPr>
              <a:spLocks noChangeArrowheads="1"/>
            </p:cNvSpPr>
            <p:nvPr/>
          </p:nvSpPr>
          <p:spPr bwMode="auto">
            <a:xfrm>
              <a:off x="5416738" y="4214818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2000">
                <a:solidFill>
                  <a:srgbClr val="006600"/>
                </a:solidFill>
              </a:endParaRPr>
            </a:p>
          </p:txBody>
        </p:sp>
        <p:sp>
          <p:nvSpPr>
            <p:cNvPr id="74786" name="矩形 62"/>
            <p:cNvSpPr>
              <a:spLocks noChangeArrowheads="1"/>
            </p:cNvSpPr>
            <p:nvPr/>
          </p:nvSpPr>
          <p:spPr bwMode="auto">
            <a:xfrm>
              <a:off x="6559746" y="4214818"/>
              <a:ext cx="4269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2000">
                <a:solidFill>
                  <a:srgbClr val="006600"/>
                </a:solidFill>
              </a:endParaRPr>
            </a:p>
          </p:txBody>
        </p:sp>
        <p:sp>
          <p:nvSpPr>
            <p:cNvPr id="74787" name="矩形 45"/>
            <p:cNvSpPr>
              <a:spLocks noChangeArrowheads="1"/>
            </p:cNvSpPr>
            <p:nvPr/>
          </p:nvSpPr>
          <p:spPr bwMode="auto">
            <a:xfrm>
              <a:off x="4071934" y="4903798"/>
              <a:ext cx="88998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4788" name="矩形 45"/>
            <p:cNvSpPr>
              <a:spLocks noChangeArrowheads="1"/>
            </p:cNvSpPr>
            <p:nvPr/>
          </p:nvSpPr>
          <p:spPr bwMode="auto">
            <a:xfrm>
              <a:off x="5214942" y="4903798"/>
              <a:ext cx="88998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4789" name="矩形 45"/>
            <p:cNvSpPr>
              <a:spLocks noChangeArrowheads="1"/>
            </p:cNvSpPr>
            <p:nvPr/>
          </p:nvSpPr>
          <p:spPr bwMode="auto">
            <a:xfrm>
              <a:off x="2927715" y="5416564"/>
              <a:ext cx="88998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4790" name="矩形 45"/>
            <p:cNvSpPr>
              <a:spLocks noChangeArrowheads="1"/>
            </p:cNvSpPr>
            <p:nvPr/>
          </p:nvSpPr>
          <p:spPr bwMode="auto">
            <a:xfrm>
              <a:off x="1571604" y="5416564"/>
              <a:ext cx="498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kumimoji="1" lang="en-US" altLang="zh-CN" sz="2000" b="1" baseline="-2500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endParaRPr lang="zh-CN" altLang="en-US" sz="2000">
                <a:solidFill>
                  <a:srgbClr val="006600"/>
                </a:solidFill>
              </a:endParaRPr>
            </a:p>
          </p:txBody>
        </p:sp>
        <p:sp>
          <p:nvSpPr>
            <p:cNvPr id="74791" name="矩形 45"/>
            <p:cNvSpPr>
              <a:spLocks noChangeArrowheads="1"/>
            </p:cNvSpPr>
            <p:nvPr/>
          </p:nvSpPr>
          <p:spPr bwMode="auto">
            <a:xfrm>
              <a:off x="4070723" y="5416564"/>
              <a:ext cx="88998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4792" name="矩形 45"/>
            <p:cNvSpPr>
              <a:spLocks noChangeArrowheads="1"/>
            </p:cNvSpPr>
            <p:nvPr/>
          </p:nvSpPr>
          <p:spPr bwMode="auto">
            <a:xfrm>
              <a:off x="5213731" y="5416564"/>
              <a:ext cx="88998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10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4793" name="矩形 45"/>
            <p:cNvSpPr>
              <a:spLocks noChangeArrowheads="1"/>
            </p:cNvSpPr>
            <p:nvPr/>
          </p:nvSpPr>
          <p:spPr bwMode="auto">
            <a:xfrm>
              <a:off x="2927715" y="5899110"/>
              <a:ext cx="84670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4794" name="矩形 45"/>
            <p:cNvSpPr>
              <a:spLocks noChangeArrowheads="1"/>
            </p:cNvSpPr>
            <p:nvPr/>
          </p:nvSpPr>
          <p:spPr bwMode="auto">
            <a:xfrm>
              <a:off x="1571604" y="5899110"/>
              <a:ext cx="498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kumimoji="1" lang="en-US" altLang="zh-CN" sz="2000" b="1" baseline="-25000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endParaRPr lang="zh-CN" altLang="en-US" sz="2000">
                <a:solidFill>
                  <a:srgbClr val="006600"/>
                </a:solidFill>
              </a:endParaRPr>
            </a:p>
          </p:txBody>
        </p:sp>
        <p:sp>
          <p:nvSpPr>
            <p:cNvPr id="74795" name="矩形 45"/>
            <p:cNvSpPr>
              <a:spLocks noChangeArrowheads="1"/>
            </p:cNvSpPr>
            <p:nvPr/>
          </p:nvSpPr>
          <p:spPr bwMode="auto">
            <a:xfrm>
              <a:off x="4070723" y="5899110"/>
              <a:ext cx="88998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10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4796" name="矩形 45"/>
            <p:cNvSpPr>
              <a:spLocks noChangeArrowheads="1"/>
            </p:cNvSpPr>
            <p:nvPr/>
          </p:nvSpPr>
          <p:spPr bwMode="auto">
            <a:xfrm>
              <a:off x="5213731" y="5899110"/>
              <a:ext cx="87581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000" b="1" i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11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pic>
          <p:nvPicPr>
            <p:cNvPr id="74797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6688" y="4979998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798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9388" y="5475302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799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9388" y="5954730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" name="组合 87"/>
          <p:cNvGrpSpPr/>
          <p:nvPr/>
        </p:nvGrpSpPr>
        <p:grpSpPr bwMode="auto">
          <a:xfrm>
            <a:off x="2757488" y="3227388"/>
            <a:ext cx="1096962" cy="427037"/>
            <a:chOff x="2757489" y="3227388"/>
            <a:chExt cx="1096951" cy="427036"/>
          </a:xfrm>
        </p:grpSpPr>
        <p:cxnSp>
          <p:nvCxnSpPr>
            <p:cNvPr id="92" name="曲线连接符 74"/>
            <p:cNvCxnSpPr/>
            <p:nvPr/>
          </p:nvCxnSpPr>
          <p:spPr>
            <a:xfrm flipH="1">
              <a:off x="2757489" y="3227388"/>
              <a:ext cx="360358" cy="1587"/>
            </a:xfrm>
            <a:prstGeom prst="curvedConnector5">
              <a:avLst>
                <a:gd name="adj1" fmla="val -14112"/>
                <a:gd name="adj2" fmla="val 24998811"/>
                <a:gd name="adj3" fmla="val 116463"/>
              </a:avLst>
            </a:prstGeom>
            <a:ln w="12700">
              <a:solidFill>
                <a:srgbClr val="006600"/>
              </a:solidFill>
              <a:headEnd type="none" w="lg" len="lg"/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770" name="矩形 4"/>
            <p:cNvSpPr>
              <a:spLocks noChangeArrowheads="1"/>
            </p:cNvSpPr>
            <p:nvPr/>
          </p:nvSpPr>
          <p:spPr bwMode="auto">
            <a:xfrm>
              <a:off x="3143240" y="3286124"/>
              <a:ext cx="71120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00/00</a:t>
              </a:r>
              <a:endParaRPr lang="zh-CN" altLang="en-US" sz="1800">
                <a:solidFill>
                  <a:srgbClr val="006600"/>
                </a:solidFill>
              </a:endParaRPr>
            </a:p>
          </p:txBody>
        </p:sp>
      </p:grpSp>
      <p:sp>
        <p:nvSpPr>
          <p:cNvPr id="74768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3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44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9"/>
          <p:cNvSpPr>
            <a:spLocks noChangeArrowheads="1"/>
          </p:cNvSpPr>
          <p:nvPr/>
        </p:nvSpPr>
        <p:spPr bwMode="auto">
          <a:xfrm>
            <a:off x="1355725" y="457200"/>
            <a:ext cx="49228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状态数</a:t>
            </a: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M=3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，所以取 </a:t>
            </a:r>
            <a:r>
              <a:rPr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n=2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，需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个触发器。</a:t>
            </a:r>
            <a:endParaRPr lang="zh-CN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5779" name="矩形 6"/>
          <p:cNvSpPr>
            <a:spLocks noChangeArrowheads="1"/>
          </p:cNvSpPr>
          <p:nvPr/>
        </p:nvSpPr>
        <p:spPr bwMode="auto">
          <a:xfrm>
            <a:off x="561975" y="71438"/>
            <a:ext cx="21955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）状态分配</a:t>
            </a:r>
            <a:endParaRPr lang="zh-CN" altLang="en-US" sz="2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 Box 13"/>
          <p:cNvSpPr txBox="1">
            <a:spLocks noChangeArrowheads="1"/>
          </p:cNvSpPr>
          <p:nvPr/>
        </p:nvSpPr>
        <p:spPr bwMode="auto">
          <a:xfrm>
            <a:off x="1500188" y="1216025"/>
            <a:ext cx="1071562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400" b="1" baseline="-25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=00</a:t>
            </a:r>
            <a:endParaRPr kumimoji="1" lang="en-US" altLang="zh-CN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400" b="1" baseline="-25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=01</a:t>
            </a:r>
            <a:endParaRPr kumimoji="1" lang="en-US" altLang="zh-CN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kumimoji="1" lang="en-US" altLang="zh-CN" sz="2400" b="1" baseline="-250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=10</a:t>
            </a:r>
            <a:endParaRPr kumimoji="1" lang="en-US" altLang="zh-CN" sz="240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矩形 3"/>
          <p:cNvSpPr>
            <a:spLocks noChangeArrowheads="1"/>
          </p:cNvSpPr>
          <p:nvPr/>
        </p:nvSpPr>
        <p:spPr bwMode="auto">
          <a:xfrm>
            <a:off x="571500" y="3071813"/>
            <a:ext cx="2813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）求电路方程式</a:t>
            </a:r>
            <a:endParaRPr lang="zh-CN" altLang="en-US" sz="2400">
              <a:solidFill>
                <a:srgbClr val="C00000"/>
              </a:solidFill>
            </a:endParaRPr>
          </a:p>
        </p:txBody>
      </p:sp>
      <p:sp>
        <p:nvSpPr>
          <p:cNvPr id="40" name="矩形 4"/>
          <p:cNvSpPr>
            <a:spLocks noChangeArrowheads="1"/>
          </p:cNvSpPr>
          <p:nvPr/>
        </p:nvSpPr>
        <p:spPr bwMode="auto">
          <a:xfrm>
            <a:off x="1000125" y="3500438"/>
            <a:ext cx="3400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电路次态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输出卡诺图</a:t>
            </a:r>
            <a:endParaRPr lang="zh-CN" altLang="en-US" sz="2400">
              <a:solidFill>
                <a:srgbClr val="006600"/>
              </a:solidFill>
            </a:endParaRPr>
          </a:p>
        </p:txBody>
      </p:sp>
      <p:grpSp>
        <p:nvGrpSpPr>
          <p:cNvPr id="5" name="组合 111"/>
          <p:cNvGrpSpPr/>
          <p:nvPr/>
        </p:nvGrpSpPr>
        <p:grpSpPr bwMode="auto">
          <a:xfrm>
            <a:off x="1143000" y="3962400"/>
            <a:ext cx="6359525" cy="2695575"/>
            <a:chOff x="1142976" y="3962398"/>
            <a:chExt cx="6358776" cy="2695736"/>
          </a:xfrm>
        </p:grpSpPr>
        <p:cxnSp>
          <p:nvCxnSpPr>
            <p:cNvPr id="42" name="直接连接符 41"/>
            <p:cNvCxnSpPr/>
            <p:nvPr/>
          </p:nvCxnSpPr>
          <p:spPr>
            <a:xfrm rot="5400000">
              <a:off x="1903117" y="5630961"/>
              <a:ext cx="2052760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 rot="5400000">
              <a:off x="3045983" y="5630961"/>
              <a:ext cx="2052760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>
              <a:off x="2357271" y="4248165"/>
              <a:ext cx="571433" cy="355621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791" name="矩形 45"/>
            <p:cNvSpPr>
              <a:spLocks noChangeArrowheads="1"/>
            </p:cNvSpPr>
            <p:nvPr/>
          </p:nvSpPr>
          <p:spPr bwMode="auto">
            <a:xfrm>
              <a:off x="2601104" y="4100460"/>
              <a:ext cx="54213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 i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AB</a:t>
              </a:r>
              <a:endParaRPr lang="zh-CN" altLang="en-US" sz="2000" i="1">
                <a:solidFill>
                  <a:srgbClr val="000000"/>
                </a:solidFill>
              </a:endParaRPr>
            </a:p>
          </p:txBody>
        </p:sp>
        <p:sp>
          <p:nvSpPr>
            <p:cNvPr id="75792" name="矩形 45"/>
            <p:cNvSpPr>
              <a:spLocks noChangeArrowheads="1"/>
            </p:cNvSpPr>
            <p:nvPr/>
          </p:nvSpPr>
          <p:spPr bwMode="auto">
            <a:xfrm>
              <a:off x="3071802" y="4650584"/>
              <a:ext cx="91884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cxnSp>
          <p:nvCxnSpPr>
            <p:cNvPr id="50" name="直接连接符 49"/>
            <p:cNvCxnSpPr/>
            <p:nvPr/>
          </p:nvCxnSpPr>
          <p:spPr>
            <a:xfrm rot="5400000">
              <a:off x="4188848" y="5630961"/>
              <a:ext cx="2052760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794" name="矩形 50"/>
            <p:cNvSpPr>
              <a:spLocks noChangeArrowheads="1"/>
            </p:cNvSpPr>
            <p:nvPr/>
          </p:nvSpPr>
          <p:spPr bwMode="auto">
            <a:xfrm>
              <a:off x="3286116" y="4205230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cxnSp>
          <p:nvCxnSpPr>
            <p:cNvPr id="72" name="直接连接符 71"/>
            <p:cNvCxnSpPr/>
            <p:nvPr/>
          </p:nvCxnSpPr>
          <p:spPr>
            <a:xfrm>
              <a:off x="2928704" y="4602199"/>
              <a:ext cx="4571462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连接符 72"/>
            <p:cNvCxnSpPr/>
            <p:nvPr/>
          </p:nvCxnSpPr>
          <p:spPr>
            <a:xfrm>
              <a:off x="2928704" y="6643846"/>
              <a:ext cx="4571462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连接符 73"/>
            <p:cNvCxnSpPr/>
            <p:nvPr/>
          </p:nvCxnSpPr>
          <p:spPr>
            <a:xfrm>
              <a:off x="2928704" y="5102291"/>
              <a:ext cx="4571462" cy="158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接连接符 74"/>
            <p:cNvCxnSpPr/>
            <p:nvPr/>
          </p:nvCxnSpPr>
          <p:spPr>
            <a:xfrm>
              <a:off x="2928704" y="5602384"/>
              <a:ext cx="4571462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接连接符 52"/>
            <p:cNvCxnSpPr/>
            <p:nvPr/>
          </p:nvCxnSpPr>
          <p:spPr>
            <a:xfrm rot="5400000">
              <a:off x="5331713" y="5630961"/>
              <a:ext cx="2052760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800" name="矩形 54"/>
            <p:cNvSpPr>
              <a:spLocks noChangeArrowheads="1"/>
            </p:cNvSpPr>
            <p:nvPr/>
          </p:nvSpPr>
          <p:spPr bwMode="auto">
            <a:xfrm>
              <a:off x="4416606" y="4205230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1" name="矩形 55"/>
            <p:cNvSpPr>
              <a:spLocks noChangeArrowheads="1"/>
            </p:cNvSpPr>
            <p:nvPr/>
          </p:nvSpPr>
          <p:spPr bwMode="auto">
            <a:xfrm>
              <a:off x="5559614" y="4205230"/>
              <a:ext cx="4269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2" name="矩形 56"/>
            <p:cNvSpPr>
              <a:spLocks noChangeArrowheads="1"/>
            </p:cNvSpPr>
            <p:nvPr/>
          </p:nvSpPr>
          <p:spPr bwMode="auto">
            <a:xfrm>
              <a:off x="6702622" y="4205230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3" name="矩形 45"/>
            <p:cNvSpPr>
              <a:spLocks noChangeArrowheads="1"/>
            </p:cNvSpPr>
            <p:nvPr/>
          </p:nvSpPr>
          <p:spPr bwMode="auto">
            <a:xfrm>
              <a:off x="4214810" y="4650584"/>
              <a:ext cx="91884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4" name="矩形 45"/>
            <p:cNvSpPr>
              <a:spLocks noChangeArrowheads="1"/>
            </p:cNvSpPr>
            <p:nvPr/>
          </p:nvSpPr>
          <p:spPr bwMode="auto">
            <a:xfrm>
              <a:off x="6502037" y="4650584"/>
              <a:ext cx="91884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5" name="矩形 45"/>
            <p:cNvSpPr>
              <a:spLocks noChangeArrowheads="1"/>
            </p:cNvSpPr>
            <p:nvPr/>
          </p:nvSpPr>
          <p:spPr bwMode="auto">
            <a:xfrm>
              <a:off x="3070591" y="5163350"/>
              <a:ext cx="91884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6" name="矩形 45"/>
            <p:cNvSpPr>
              <a:spLocks noChangeArrowheads="1"/>
            </p:cNvSpPr>
            <p:nvPr/>
          </p:nvSpPr>
          <p:spPr bwMode="auto">
            <a:xfrm>
              <a:off x="4213599" y="5163350"/>
              <a:ext cx="91884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7" name="矩形 45"/>
            <p:cNvSpPr>
              <a:spLocks noChangeArrowheads="1"/>
            </p:cNvSpPr>
            <p:nvPr/>
          </p:nvSpPr>
          <p:spPr bwMode="auto">
            <a:xfrm>
              <a:off x="6500826" y="5163350"/>
              <a:ext cx="91884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10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8" name="矩形 45"/>
            <p:cNvSpPr>
              <a:spLocks noChangeArrowheads="1"/>
            </p:cNvSpPr>
            <p:nvPr/>
          </p:nvSpPr>
          <p:spPr bwMode="auto">
            <a:xfrm>
              <a:off x="3070591" y="6205557"/>
              <a:ext cx="87556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09" name="矩形 45"/>
            <p:cNvSpPr>
              <a:spLocks noChangeArrowheads="1"/>
            </p:cNvSpPr>
            <p:nvPr/>
          </p:nvSpPr>
          <p:spPr bwMode="auto">
            <a:xfrm>
              <a:off x="4213599" y="6205557"/>
              <a:ext cx="91884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10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10" name="矩形 45"/>
            <p:cNvSpPr>
              <a:spLocks noChangeArrowheads="1"/>
            </p:cNvSpPr>
            <p:nvPr/>
          </p:nvSpPr>
          <p:spPr bwMode="auto">
            <a:xfrm>
              <a:off x="6500826" y="6205557"/>
              <a:ext cx="90467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r>
                <a:rPr kumimoji="1"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</a:t>
              </a: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 11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cxnSp>
          <p:nvCxnSpPr>
            <p:cNvPr id="76" name="直接连接符 75"/>
            <p:cNvCxnSpPr/>
            <p:nvPr/>
          </p:nvCxnSpPr>
          <p:spPr>
            <a:xfrm rot="5400000">
              <a:off x="6474579" y="5630961"/>
              <a:ext cx="2052760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812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6039" y="4726784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13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48739" y="5222088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14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48739" y="6261177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5815" name="组合 4"/>
            <p:cNvGrpSpPr/>
            <p:nvPr/>
          </p:nvGrpSpPr>
          <p:grpSpPr bwMode="auto">
            <a:xfrm>
              <a:off x="1142976" y="3962398"/>
              <a:ext cx="1248942" cy="400110"/>
              <a:chOff x="4476762" y="1176338"/>
              <a:chExt cx="1248729" cy="400170"/>
            </a:xfrm>
          </p:grpSpPr>
          <p:graphicFrame>
            <p:nvGraphicFramePr>
              <p:cNvPr id="75828" name="Object 20"/>
              <p:cNvGraphicFramePr>
                <a:graphicFrameLocks noChangeAspect="1"/>
              </p:cNvGraphicFramePr>
              <p:nvPr/>
            </p:nvGraphicFramePr>
            <p:xfrm>
              <a:off x="4476762" y="1185863"/>
              <a:ext cx="438147" cy="34607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6790" name="公式" r:id="rId2" imgW="238125" imgH="137795" progId="Equation.3">
                      <p:embed/>
                    </p:oleObj>
                  </mc:Choice>
                  <mc:Fallback>
                    <p:oleObj name="公式" r:id="rId2" imgW="238125" imgH="137795" progId="Equation.3">
                      <p:embed/>
                      <p:pic>
                        <p:nvPicPr>
                          <p:cNvPr id="0" name="图片 2678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3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476762" y="1185863"/>
                            <a:ext cx="438147" cy="34607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75829" name="Object 21"/>
              <p:cNvGraphicFramePr>
                <a:graphicFrameLocks noChangeAspect="1"/>
              </p:cNvGraphicFramePr>
              <p:nvPr/>
            </p:nvGraphicFramePr>
            <p:xfrm>
              <a:off x="4860928" y="1176338"/>
              <a:ext cx="438147" cy="36512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6791" name="公式" r:id="rId4" imgW="238125" imgH="150495" progId="Equation.3">
                      <p:embed/>
                    </p:oleObj>
                  </mc:Choice>
                  <mc:Fallback>
                    <p:oleObj name="公式" r:id="rId4" imgW="238125" imgH="150495" progId="Equation.3">
                      <p:embed/>
                      <p:pic>
                        <p:nvPicPr>
                          <p:cNvPr id="0" name="图片 2679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860928" y="1176338"/>
                            <a:ext cx="438147" cy="36512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75830" name="矩形 137"/>
              <p:cNvSpPr>
                <a:spLocks noChangeArrowheads="1"/>
              </p:cNvSpPr>
              <p:nvPr/>
            </p:nvSpPr>
            <p:spPr bwMode="auto">
              <a:xfrm>
                <a:off x="5156201" y="1176338"/>
                <a:ext cx="569290" cy="4001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20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en-US" altLang="zh-CN" sz="2000" b="1" i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YZ</a:t>
                </a:r>
                <a:endParaRPr lang="zh-CN" altLang="en-US" sz="2000" i="1">
                  <a:solidFill>
                    <a:srgbClr val="000000"/>
                  </a:solidFill>
                </a:endParaRPr>
              </a:p>
            </p:txBody>
          </p:sp>
        </p:grpSp>
        <p:cxnSp>
          <p:nvCxnSpPr>
            <p:cNvPr id="90" name="直接连接符 89"/>
            <p:cNvCxnSpPr/>
            <p:nvPr/>
          </p:nvCxnSpPr>
          <p:spPr>
            <a:xfrm>
              <a:off x="2928704" y="6142166"/>
              <a:ext cx="4571462" cy="15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817" name="组合 102"/>
            <p:cNvGrpSpPr/>
            <p:nvPr/>
          </p:nvGrpSpPr>
          <p:grpSpPr bwMode="auto">
            <a:xfrm>
              <a:off x="2071670" y="4429132"/>
              <a:ext cx="603268" cy="365125"/>
              <a:chOff x="6778625" y="3286125"/>
              <a:chExt cx="603268" cy="365125"/>
            </a:xfrm>
          </p:grpSpPr>
          <p:graphicFrame>
            <p:nvGraphicFramePr>
              <p:cNvPr id="75826" name="Object 5"/>
              <p:cNvGraphicFramePr>
                <a:graphicFrameLocks noChangeAspect="1"/>
              </p:cNvGraphicFramePr>
              <p:nvPr/>
            </p:nvGraphicFramePr>
            <p:xfrm>
              <a:off x="6778625" y="3295650"/>
              <a:ext cx="311150" cy="3460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6792" name="公式" r:id="rId6" imgW="125095" imgH="137795" progId="Equation.3">
                      <p:embed/>
                    </p:oleObj>
                  </mc:Choice>
                  <mc:Fallback>
                    <p:oleObj name="公式" r:id="rId6" imgW="125095" imgH="137795" progId="Equation.3">
                      <p:embed/>
                      <p:pic>
                        <p:nvPicPr>
                          <p:cNvPr id="0" name="图片 2679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6778625" y="3295650"/>
                            <a:ext cx="311150" cy="34607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75827" name="Object 6"/>
              <p:cNvGraphicFramePr>
                <a:graphicFrameLocks noChangeAspect="1"/>
              </p:cNvGraphicFramePr>
              <p:nvPr/>
            </p:nvGraphicFramePr>
            <p:xfrm>
              <a:off x="7072330" y="3286125"/>
              <a:ext cx="309563" cy="3651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6793" name="公式" r:id="rId8" imgW="125095" imgH="150495" progId="Equation.3">
                      <p:embed/>
                    </p:oleObj>
                  </mc:Choice>
                  <mc:Fallback>
                    <p:oleObj name="公式" r:id="rId8" imgW="125095" imgH="150495" progId="Equation.3">
                      <p:embed/>
                      <p:pic>
                        <p:nvPicPr>
                          <p:cNvPr id="0" name="图片 2679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7072330" y="3286125"/>
                            <a:ext cx="309563" cy="3651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75818" name="矩形 103"/>
            <p:cNvSpPr>
              <a:spLocks noChangeArrowheads="1"/>
            </p:cNvSpPr>
            <p:nvPr/>
          </p:nvSpPr>
          <p:spPr bwMode="auto">
            <a:xfrm>
              <a:off x="2500298" y="4671964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19" name="矩形 104"/>
            <p:cNvSpPr>
              <a:spLocks noChangeArrowheads="1"/>
            </p:cNvSpPr>
            <p:nvPr/>
          </p:nvSpPr>
          <p:spPr bwMode="auto">
            <a:xfrm>
              <a:off x="2500298" y="5172030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20" name="矩形 105"/>
            <p:cNvSpPr>
              <a:spLocks noChangeArrowheads="1"/>
            </p:cNvSpPr>
            <p:nvPr/>
          </p:nvSpPr>
          <p:spPr bwMode="auto">
            <a:xfrm>
              <a:off x="2500298" y="5643578"/>
              <a:ext cx="4269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sp>
          <p:nvSpPr>
            <p:cNvPr id="75821" name="矩形 106"/>
            <p:cNvSpPr>
              <a:spLocks noChangeArrowheads="1"/>
            </p:cNvSpPr>
            <p:nvPr/>
          </p:nvSpPr>
          <p:spPr bwMode="auto">
            <a:xfrm>
              <a:off x="2500298" y="6215082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2000">
                <a:solidFill>
                  <a:srgbClr val="000000"/>
                </a:solidFill>
              </a:endParaRPr>
            </a:p>
          </p:txBody>
        </p:sp>
        <p:pic>
          <p:nvPicPr>
            <p:cNvPr id="75822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29256" y="5715016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23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64" y="5715016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24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3240" y="5715016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25" name="Picture 29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05731" y="5715016"/>
              <a:ext cx="766335" cy="285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" name="组合 113"/>
          <p:cNvGrpSpPr/>
          <p:nvPr/>
        </p:nvGrpSpPr>
        <p:grpSpPr bwMode="auto">
          <a:xfrm>
            <a:off x="2786063" y="928688"/>
            <a:ext cx="4445000" cy="2428875"/>
            <a:chOff x="2786063" y="928670"/>
            <a:chExt cx="4444571" cy="2428892"/>
          </a:xfrm>
        </p:grpSpPr>
        <p:sp>
          <p:nvSpPr>
            <p:cNvPr id="75786" name="AutoShape 7"/>
            <p:cNvSpPr>
              <a:spLocks noChangeArrowheads="1"/>
            </p:cNvSpPr>
            <p:nvPr/>
          </p:nvSpPr>
          <p:spPr bwMode="auto">
            <a:xfrm>
              <a:off x="2786063" y="1785932"/>
              <a:ext cx="862009" cy="369887"/>
            </a:xfrm>
            <a:prstGeom prst="rightArrow">
              <a:avLst>
                <a:gd name="adj1" fmla="val 50000"/>
                <a:gd name="adj2" fmla="val 83562"/>
              </a:avLst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ea typeface="楷体_GB2312" pitchFamily="49" charset="-122"/>
              </a:endParaRPr>
            </a:p>
          </p:txBody>
        </p:sp>
        <p:pic>
          <p:nvPicPr>
            <p:cNvPr id="75787" name="Picture 7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7620" y="928670"/>
              <a:ext cx="3373014" cy="242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5785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/>
      <p:bldP spid="39" grpId="0"/>
      <p:bldP spid="40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矩形 20"/>
          <p:cNvSpPr>
            <a:spLocks noChangeArrowheads="1"/>
          </p:cNvSpPr>
          <p:nvPr/>
        </p:nvSpPr>
        <p:spPr bwMode="auto">
          <a:xfrm>
            <a:off x="590550" y="0"/>
            <a:ext cx="2195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）求输出方程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sp>
        <p:nvSpPr>
          <p:cNvPr id="101" name="矩形 34"/>
          <p:cNvSpPr>
            <a:spLocks noChangeArrowheads="1"/>
          </p:cNvSpPr>
          <p:nvPr/>
        </p:nvSpPr>
        <p:spPr bwMode="auto">
          <a:xfrm>
            <a:off x="590550" y="3424238"/>
            <a:ext cx="21955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）求状态方程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pic>
        <p:nvPicPr>
          <p:cNvPr id="108561" name="Picture 17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0300" y="500063"/>
            <a:ext cx="2686050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562" name="Picture 1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4100" y="522288"/>
            <a:ext cx="2640013" cy="215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563" name="Picture 1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2675" y="3941763"/>
            <a:ext cx="2703513" cy="216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564" name="Picture 2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388" y="3929063"/>
            <a:ext cx="2693987" cy="218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3" name="圆角矩形 192"/>
          <p:cNvSpPr/>
          <p:nvPr/>
        </p:nvSpPr>
        <p:spPr>
          <a:xfrm>
            <a:off x="2947988" y="1428750"/>
            <a:ext cx="714375" cy="714375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94" name="圆角矩形 193"/>
          <p:cNvSpPr/>
          <p:nvPr/>
        </p:nvSpPr>
        <p:spPr>
          <a:xfrm>
            <a:off x="2928938" y="1857375"/>
            <a:ext cx="714375" cy="714375"/>
          </a:xfrm>
          <a:prstGeom prst="roundRect">
            <a:avLst/>
          </a:prstGeom>
          <a:noFill/>
          <a:ln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95" name="圆角矩形 194"/>
          <p:cNvSpPr/>
          <p:nvPr/>
        </p:nvSpPr>
        <p:spPr>
          <a:xfrm>
            <a:off x="2500313" y="1857375"/>
            <a:ext cx="714375" cy="714375"/>
          </a:xfrm>
          <a:prstGeom prst="roundRect">
            <a:avLst/>
          </a:prstGeom>
          <a:noFill/>
          <a:ln>
            <a:solidFill>
              <a:srgbClr val="00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96" name="圆角矩形 195"/>
          <p:cNvSpPr/>
          <p:nvPr/>
        </p:nvSpPr>
        <p:spPr>
          <a:xfrm>
            <a:off x="6643688" y="1857375"/>
            <a:ext cx="714375" cy="714375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97" name="圆角矩形 196"/>
          <p:cNvSpPr/>
          <p:nvPr/>
        </p:nvSpPr>
        <p:spPr>
          <a:xfrm>
            <a:off x="2471738" y="4471988"/>
            <a:ext cx="714375" cy="285750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98" name="圆角矩形 197"/>
          <p:cNvSpPr/>
          <p:nvPr/>
        </p:nvSpPr>
        <p:spPr>
          <a:xfrm rot="5400000">
            <a:off x="1752600" y="5091113"/>
            <a:ext cx="714375" cy="285750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99" name="圆角矩形 198"/>
          <p:cNvSpPr/>
          <p:nvPr/>
        </p:nvSpPr>
        <p:spPr>
          <a:xfrm>
            <a:off x="6691313" y="4481513"/>
            <a:ext cx="714375" cy="285750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200" name="圆角矩形 199"/>
          <p:cNvSpPr/>
          <p:nvPr/>
        </p:nvSpPr>
        <p:spPr>
          <a:xfrm>
            <a:off x="6215063" y="4914900"/>
            <a:ext cx="714375" cy="676275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201" name="圆角矩形 200"/>
          <p:cNvSpPr/>
          <p:nvPr/>
        </p:nvSpPr>
        <p:spPr>
          <a:xfrm rot="5400000">
            <a:off x="5510212" y="5519738"/>
            <a:ext cx="714375" cy="285750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aphicFrame>
        <p:nvGraphicFramePr>
          <p:cNvPr id="49" name="Object 17"/>
          <p:cNvGraphicFramePr>
            <a:graphicFrameLocks noChangeAspect="1"/>
          </p:cNvGraphicFramePr>
          <p:nvPr/>
        </p:nvGraphicFramePr>
        <p:xfrm>
          <a:off x="1714500" y="2759075"/>
          <a:ext cx="2143125" cy="384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814" name="公式" r:id="rId5" imgW="1691005" imgH="150495" progId="Equation.3">
                  <p:embed/>
                </p:oleObj>
              </mc:Choice>
              <mc:Fallback>
                <p:oleObj name="公式" r:id="rId5" imgW="1691005" imgH="150495" progId="Equation.3">
                  <p:embed/>
                  <p:pic>
                    <p:nvPicPr>
                      <p:cNvPr id="0" name="图片 278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14500" y="2759075"/>
                        <a:ext cx="2143125" cy="384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" name="Object 22"/>
          <p:cNvGraphicFramePr>
            <a:graphicFrameLocks noChangeAspect="1"/>
          </p:cNvGraphicFramePr>
          <p:nvPr/>
        </p:nvGraphicFramePr>
        <p:xfrm>
          <a:off x="6072188" y="2768600"/>
          <a:ext cx="887412" cy="363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815" name="公式" r:id="rId7" imgW="601345" imgH="137795" progId="Equation.3">
                  <p:embed/>
                </p:oleObj>
              </mc:Choice>
              <mc:Fallback>
                <p:oleObj name="公式" r:id="rId7" imgW="601345" imgH="137795" progId="Equation.3">
                  <p:embed/>
                  <p:pic>
                    <p:nvPicPr>
                      <p:cNvPr id="0" name="图片 278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72188" y="2768600"/>
                        <a:ext cx="887412" cy="363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0" name="Object 23"/>
          <p:cNvGraphicFramePr>
            <a:graphicFrameLocks noChangeAspect="1"/>
          </p:cNvGraphicFramePr>
          <p:nvPr/>
        </p:nvGraphicFramePr>
        <p:xfrm>
          <a:off x="1714500" y="6216650"/>
          <a:ext cx="2163763" cy="427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816" name="公式" r:id="rId9" imgW="1703705" imgH="187960" progId="Equation.3">
                  <p:embed/>
                </p:oleObj>
              </mc:Choice>
              <mc:Fallback>
                <p:oleObj name="公式" r:id="rId9" imgW="1703705" imgH="187960" progId="Equation.3">
                  <p:embed/>
                  <p:pic>
                    <p:nvPicPr>
                      <p:cNvPr id="0" name="图片 278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14500" y="6216650"/>
                        <a:ext cx="2163763" cy="4270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" name="Object 24"/>
          <p:cNvGraphicFramePr>
            <a:graphicFrameLocks noChangeAspect="1"/>
          </p:cNvGraphicFramePr>
          <p:nvPr/>
        </p:nvGraphicFramePr>
        <p:xfrm>
          <a:off x="5224463" y="6215063"/>
          <a:ext cx="2819400" cy="427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817" name="公式" r:id="rId11" imgW="2279650" imgH="187960" progId="Equation.3">
                  <p:embed/>
                </p:oleObj>
              </mc:Choice>
              <mc:Fallback>
                <p:oleObj name="公式" r:id="rId11" imgW="2279650" imgH="187960" progId="Equation.3">
                  <p:embed/>
                  <p:pic>
                    <p:nvPicPr>
                      <p:cNvPr id="0" name="图片 278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24463" y="6215063"/>
                        <a:ext cx="2819400" cy="427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6821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8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8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08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08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230"/>
          <p:cNvGrpSpPr/>
          <p:nvPr/>
        </p:nvGrpSpPr>
        <p:grpSpPr bwMode="auto">
          <a:xfrm>
            <a:off x="5357813" y="4000500"/>
            <a:ext cx="3786187" cy="2676525"/>
            <a:chOff x="5357818" y="4000504"/>
            <a:chExt cx="3786214" cy="2676243"/>
          </a:xfrm>
        </p:grpSpPr>
        <p:sp>
          <p:nvSpPr>
            <p:cNvPr id="229" name="圆角矩形标注 228"/>
            <p:cNvSpPr/>
            <p:nvPr/>
          </p:nvSpPr>
          <p:spPr>
            <a:xfrm>
              <a:off x="5929322" y="4000504"/>
              <a:ext cx="2857520" cy="2071470"/>
            </a:xfrm>
            <a:prstGeom prst="wedgeRoundRectCallout">
              <a:avLst>
                <a:gd name="adj1" fmla="val -16487"/>
                <a:gd name="adj2" fmla="val 59775"/>
                <a:gd name="adj3" fmla="val 16667"/>
              </a:avLst>
            </a:prstGeom>
            <a:solidFill>
              <a:srgbClr val="FFFFCC"/>
            </a:solidFill>
            <a:ln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77840" name="矩形 227"/>
            <p:cNvSpPr>
              <a:spLocks noChangeArrowheads="1"/>
            </p:cNvSpPr>
            <p:nvPr/>
          </p:nvSpPr>
          <p:spPr bwMode="auto">
            <a:xfrm>
              <a:off x="5357818" y="6215082"/>
              <a:ext cx="378621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 i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电路开始工作时需先复位。</a:t>
              </a:r>
              <a:endParaRPr lang="zh-CN" altLang="en-US" sz="2400" i="1">
                <a:solidFill>
                  <a:srgbClr val="FF0000"/>
                </a:solidFill>
              </a:endParaRPr>
            </a:p>
          </p:txBody>
        </p:sp>
      </p:grpSp>
      <p:sp>
        <p:nvSpPr>
          <p:cNvPr id="77827" name="矩形 34"/>
          <p:cNvSpPr>
            <a:spLocks noChangeArrowheads="1"/>
          </p:cNvSpPr>
          <p:nvPr/>
        </p:nvSpPr>
        <p:spPr bwMode="auto">
          <a:xfrm>
            <a:off x="428625" y="71438"/>
            <a:ext cx="21955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zh-CN" altLang="en-US" sz="2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）求驱动方程</a:t>
            </a:r>
            <a:endParaRPr lang="zh-CN" altLang="en-US" sz="2400">
              <a:solidFill>
                <a:srgbClr val="000000"/>
              </a:solidFill>
            </a:endParaRPr>
          </a:p>
        </p:txBody>
      </p:sp>
      <p:sp>
        <p:nvSpPr>
          <p:cNvPr id="170" name="矩形 2"/>
          <p:cNvSpPr>
            <a:spLocks noChangeArrowheads="1"/>
          </p:cNvSpPr>
          <p:nvPr/>
        </p:nvSpPr>
        <p:spPr bwMode="auto">
          <a:xfrm>
            <a:off x="869950" y="500063"/>
            <a:ext cx="23050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选用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个</a:t>
            </a:r>
            <a:r>
              <a:rPr kumimoji="1"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kumimoji="1"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触发器。</a:t>
            </a:r>
            <a:endParaRPr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223"/>
          <p:cNvGrpSpPr/>
          <p:nvPr/>
        </p:nvGrpSpPr>
        <p:grpSpPr bwMode="auto">
          <a:xfrm>
            <a:off x="1008063" y="928688"/>
            <a:ext cx="2830512" cy="1000125"/>
            <a:chOff x="1223037" y="928670"/>
            <a:chExt cx="2829832" cy="1000132"/>
          </a:xfrm>
        </p:grpSpPr>
        <p:graphicFrame>
          <p:nvGraphicFramePr>
            <p:cNvPr id="77836" name="Object 14"/>
            <p:cNvGraphicFramePr>
              <a:graphicFrameLocks noChangeAspect="1"/>
            </p:cNvGraphicFramePr>
            <p:nvPr/>
          </p:nvGraphicFramePr>
          <p:xfrm>
            <a:off x="1387456" y="928670"/>
            <a:ext cx="2028825" cy="42703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8754" name="公式" r:id="rId1" imgW="1565910" imgH="162560" progId="Equation.3">
                    <p:embed/>
                  </p:oleObj>
                </mc:Choice>
                <mc:Fallback>
                  <p:oleObj name="公式" r:id="rId1" imgW="1565910" imgH="162560" progId="Equation.3">
                    <p:embed/>
                    <p:pic>
                      <p:nvPicPr>
                        <p:cNvPr id="0" name="图片 287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87456" y="928670"/>
                          <a:ext cx="2028825" cy="42703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77837" name="Object 15"/>
            <p:cNvGraphicFramePr>
              <a:graphicFrameLocks noChangeAspect="1"/>
            </p:cNvGraphicFramePr>
            <p:nvPr/>
          </p:nvGraphicFramePr>
          <p:xfrm>
            <a:off x="1408094" y="1501765"/>
            <a:ext cx="2644775" cy="42703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8755" name="公式" r:id="rId3" imgW="2104390" imgH="162560" progId="Equation.3">
                    <p:embed/>
                  </p:oleObj>
                </mc:Choice>
                <mc:Fallback>
                  <p:oleObj name="公式" r:id="rId3" imgW="2104390" imgH="162560" progId="Equation.3">
                    <p:embed/>
                    <p:pic>
                      <p:nvPicPr>
                        <p:cNvPr id="0" name="图片 2875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08094" y="1501765"/>
                          <a:ext cx="2644775" cy="42703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73" name="左大括号 172"/>
            <p:cNvSpPr/>
            <p:nvPr/>
          </p:nvSpPr>
          <p:spPr>
            <a:xfrm>
              <a:off x="1223037" y="1154097"/>
              <a:ext cx="142841" cy="571504"/>
            </a:xfrm>
            <a:prstGeom prst="leftBrace">
              <a:avLst>
                <a:gd name="adj1" fmla="val 48791"/>
                <a:gd name="adj2" fmla="val 48244"/>
              </a:avLst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174" name="矩形 4"/>
          <p:cNvSpPr>
            <a:spLocks noChangeArrowheads="1"/>
          </p:cNvSpPr>
          <p:nvPr/>
        </p:nvSpPr>
        <p:spPr bwMode="auto">
          <a:xfrm>
            <a:off x="142875" y="2071688"/>
            <a:ext cx="25034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）自启动检查</a:t>
            </a:r>
            <a:endParaRPr lang="zh-CN" altLang="en-US" sz="2400">
              <a:solidFill>
                <a:srgbClr val="C00000"/>
              </a:solidFill>
            </a:endParaRPr>
          </a:p>
        </p:txBody>
      </p:sp>
      <p:sp>
        <p:nvSpPr>
          <p:cNvPr id="175" name="Text Box 13"/>
          <p:cNvSpPr txBox="1">
            <a:spLocks noChangeArrowheads="1"/>
          </p:cNvSpPr>
          <p:nvPr/>
        </p:nvSpPr>
        <p:spPr bwMode="auto">
          <a:xfrm>
            <a:off x="928688" y="2571750"/>
            <a:ext cx="73580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1"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将无效状态</a:t>
            </a:r>
            <a:r>
              <a:rPr kumimoji="1"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kumimoji="1" lang="en-US" altLang="zh-CN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kumimoji="1" lang="zh-CN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kumimoji="1" lang="zh-CN" altLang="en-US" sz="20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代入输出方程和状态方程计算，可得：</a:t>
            </a:r>
            <a:endParaRPr kumimoji="1" lang="zh-CN" altLang="en-US" sz="20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9590" name="Picture 2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563" y="4100513"/>
            <a:ext cx="4432300" cy="2614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7" name="矩形 226"/>
          <p:cNvSpPr>
            <a:spLocks noChangeArrowheads="1"/>
          </p:cNvSpPr>
          <p:nvPr/>
        </p:nvSpPr>
        <p:spPr bwMode="auto">
          <a:xfrm>
            <a:off x="5946775" y="4071938"/>
            <a:ext cx="2911475" cy="193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电路处于</a:t>
            </a:r>
            <a:r>
              <a:rPr lang="en-US" altLang="zh-CN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S=11</a:t>
            </a: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状态下，</a:t>
            </a:r>
            <a:endParaRPr lang="en-US" altLang="zh-CN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l"/>
            </a:pP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AB=01</a:t>
            </a:r>
            <a:r>
              <a:rPr lang="zh-CN" altLang="en-US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或</a:t>
            </a:r>
            <a:r>
              <a:rPr lang="en-US" altLang="zh-CN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AB=10</a:t>
            </a:r>
            <a:r>
              <a:rPr lang="zh-CN" altLang="en-US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时 ，</a:t>
            </a:r>
            <a:endParaRPr lang="en-US" altLang="zh-CN" sz="20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电路能自启动，</a:t>
            </a:r>
            <a:endParaRPr lang="en-US" altLang="zh-CN" sz="20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但收费结果错误。</a:t>
            </a:r>
            <a:endParaRPr lang="en-US" altLang="zh-CN" sz="2000" b="1">
              <a:solidFill>
                <a:srgbClr val="66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l"/>
            </a:pPr>
            <a:r>
              <a:rPr lang="zh-CN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AB=00</a:t>
            </a:r>
            <a:r>
              <a:rPr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时，</a:t>
            </a:r>
            <a:endParaRPr lang="en-US" altLang="zh-CN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电路不能自启动。</a:t>
            </a:r>
            <a:endParaRPr lang="zh-CN" altLang="en-US" sz="20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0976" name="Picture 16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563" y="2919413"/>
            <a:ext cx="5057775" cy="101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35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0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9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74" grpId="0"/>
      <p:bldP spid="175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850" name="组合 126"/>
          <p:cNvGrpSpPr/>
          <p:nvPr/>
        </p:nvGrpSpPr>
        <p:grpSpPr bwMode="auto">
          <a:xfrm>
            <a:off x="981075" y="695325"/>
            <a:ext cx="7591425" cy="5976938"/>
            <a:chOff x="981100" y="695306"/>
            <a:chExt cx="7591428" cy="5976979"/>
          </a:xfrm>
        </p:grpSpPr>
        <p:grpSp>
          <p:nvGrpSpPr>
            <p:cNvPr id="78853" name="组合 248"/>
            <p:cNvGrpSpPr/>
            <p:nvPr/>
          </p:nvGrpSpPr>
          <p:grpSpPr bwMode="auto">
            <a:xfrm>
              <a:off x="981100" y="847746"/>
              <a:ext cx="7234238" cy="5581650"/>
              <a:chOff x="857224" y="704831"/>
              <a:chExt cx="7234288" cy="5581689"/>
            </a:xfrm>
          </p:grpSpPr>
          <p:grpSp>
            <p:nvGrpSpPr>
              <p:cNvPr id="78864" name="组合 244"/>
              <p:cNvGrpSpPr/>
              <p:nvPr/>
            </p:nvGrpSpPr>
            <p:grpSpPr bwMode="auto">
              <a:xfrm>
                <a:off x="857224" y="704832"/>
                <a:ext cx="7234288" cy="5581689"/>
                <a:chOff x="857224" y="704832"/>
                <a:chExt cx="7234288" cy="5581689"/>
              </a:xfrm>
            </p:grpSpPr>
            <p:grpSp>
              <p:nvGrpSpPr>
                <p:cNvPr id="78867" name="组合 208"/>
                <p:cNvGrpSpPr/>
                <p:nvPr/>
              </p:nvGrpSpPr>
              <p:grpSpPr bwMode="auto">
                <a:xfrm>
                  <a:off x="857224" y="704832"/>
                  <a:ext cx="7234288" cy="5581689"/>
                  <a:chOff x="857224" y="704832"/>
                  <a:chExt cx="7234288" cy="5581689"/>
                </a:xfrm>
              </p:grpSpPr>
              <p:pic>
                <p:nvPicPr>
                  <p:cNvPr id="78903" name="Picture 6"/>
                  <p:cNvPicPr>
                    <a:picLocks noChangeAspect="1" noChangeArrowheads="1"/>
                  </p:cNvPicPr>
                  <p:nvPr/>
                </p:nvPicPr>
                <p:blipFill>
                  <a:blip r:embed="rId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091248" y="2285992"/>
                    <a:ext cx="1228725" cy="10953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78904" name="组合 123"/>
                  <p:cNvGrpSpPr/>
                  <p:nvPr/>
                </p:nvGrpSpPr>
                <p:grpSpPr bwMode="auto">
                  <a:xfrm>
                    <a:off x="4281493" y="1071547"/>
                    <a:ext cx="923924" cy="757242"/>
                    <a:chOff x="4281493" y="1071547"/>
                    <a:chExt cx="923924" cy="757242"/>
                  </a:xfrm>
                </p:grpSpPr>
                <p:pic>
                  <p:nvPicPr>
                    <p:cNvPr id="78974" name="Picture 5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2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4281493" y="1142984"/>
                      <a:ext cx="923924" cy="63519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114" name="椭圆 113"/>
                    <p:cNvSpPr/>
                    <p:nvPr/>
                  </p:nvSpPr>
                  <p:spPr>
                    <a:xfrm>
                      <a:off x="4981579" y="1071510"/>
                      <a:ext cx="71439" cy="71438"/>
                    </a:xfrm>
                    <a:prstGeom prst="ellipse">
                      <a:avLst/>
                    </a:prstGeom>
                    <a:noFill/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>
                        <a:solidFill>
                          <a:srgbClr val="FFFFFF"/>
                        </a:solidFill>
                      </a:endParaRPr>
                    </a:p>
                  </p:txBody>
                </p:sp>
                <p:sp>
                  <p:nvSpPr>
                    <p:cNvPr id="115" name="椭圆 114"/>
                    <p:cNvSpPr/>
                    <p:nvPr/>
                  </p:nvSpPr>
                  <p:spPr>
                    <a:xfrm>
                      <a:off x="4981579" y="1757319"/>
                      <a:ext cx="71439" cy="71438"/>
                    </a:xfrm>
                    <a:prstGeom prst="ellipse">
                      <a:avLst/>
                    </a:prstGeom>
                    <a:noFill/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>
                        <a:solidFill>
                          <a:srgbClr val="FFFFFF"/>
                        </a:solidFill>
                      </a:endParaRPr>
                    </a:p>
                  </p:txBody>
                </p:sp>
              </p:grpSp>
              <p:pic>
                <p:nvPicPr>
                  <p:cNvPr id="78905" name="Picture 3"/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0100" y="2285991"/>
                    <a:ext cx="1200801" cy="11001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78906" name="Picture 5"/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-5400000">
                    <a:off x="2750331" y="3002224"/>
                    <a:ext cx="428628" cy="35719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78907" name="Picture 3"/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857620" y="2285992"/>
                    <a:ext cx="1200801" cy="11001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78908" name="Picture 4"/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38494" y="5438789"/>
                    <a:ext cx="404812" cy="43719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cxnSp>
                <p:nvCxnSpPr>
                  <p:cNvPr id="48" name="直接连接符 47"/>
                  <p:cNvCxnSpPr/>
                  <p:nvPr/>
                </p:nvCxnSpPr>
                <p:spPr>
                  <a:xfrm rot="16200000" flipH="1">
                    <a:off x="4150515" y="2016879"/>
                    <a:ext cx="57627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接连接符 48"/>
                  <p:cNvCxnSpPr/>
                  <p:nvPr/>
                </p:nvCxnSpPr>
                <p:spPr>
                  <a:xfrm rot="16200000" flipH="1">
                    <a:off x="3204358" y="5234786"/>
                    <a:ext cx="468319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直接连接符 49"/>
                  <p:cNvCxnSpPr/>
                  <p:nvPr/>
                </p:nvCxnSpPr>
                <p:spPr>
                  <a:xfrm rot="16200000" flipH="1">
                    <a:off x="1568421" y="4697410"/>
                    <a:ext cx="2663862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" name="直接连接符 50"/>
                  <p:cNvCxnSpPr/>
                  <p:nvPr/>
                </p:nvCxnSpPr>
                <p:spPr>
                  <a:xfrm rot="5400000">
                    <a:off x="3233727" y="6062679"/>
                    <a:ext cx="4286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pic>
                <p:nvPicPr>
                  <p:cNvPr id="78913" name="Picture 4"/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43504" y="5448314"/>
                    <a:ext cx="404812" cy="43719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cxnSp>
                <p:nvCxnSpPr>
                  <p:cNvPr id="53" name="直接连接符 52"/>
                  <p:cNvCxnSpPr/>
                  <p:nvPr/>
                </p:nvCxnSpPr>
                <p:spPr>
                  <a:xfrm rot="5400000">
                    <a:off x="4895057" y="5025234"/>
                    <a:ext cx="906476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" name="直接连接符 53"/>
                  <p:cNvCxnSpPr/>
                  <p:nvPr/>
                </p:nvCxnSpPr>
                <p:spPr>
                  <a:xfrm rot="5400000">
                    <a:off x="5138741" y="6072204"/>
                    <a:ext cx="4286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" name="直接连接符 54"/>
                  <p:cNvCxnSpPr/>
                  <p:nvPr/>
                </p:nvCxnSpPr>
                <p:spPr>
                  <a:xfrm rot="10800000">
                    <a:off x="2898764" y="6019815"/>
                    <a:ext cx="539754" cy="158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" name="直接连接符 55"/>
                  <p:cNvCxnSpPr/>
                  <p:nvPr/>
                </p:nvCxnSpPr>
                <p:spPr>
                  <a:xfrm rot="16200000" flipH="1">
                    <a:off x="3487722" y="4683123"/>
                    <a:ext cx="2663862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接连接符 56"/>
                  <p:cNvCxnSpPr/>
                  <p:nvPr/>
                </p:nvCxnSpPr>
                <p:spPr>
                  <a:xfrm rot="10800000">
                    <a:off x="4818066" y="6010290"/>
                    <a:ext cx="539754" cy="158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78919" name="组合 124"/>
                  <p:cNvGrpSpPr/>
                  <p:nvPr/>
                </p:nvGrpSpPr>
                <p:grpSpPr bwMode="auto">
                  <a:xfrm>
                    <a:off x="6505596" y="1071547"/>
                    <a:ext cx="923924" cy="757242"/>
                    <a:chOff x="4281493" y="1070985"/>
                    <a:chExt cx="923924" cy="757242"/>
                  </a:xfrm>
                </p:grpSpPr>
                <p:pic>
                  <p:nvPicPr>
                    <p:cNvPr id="78971" name="Picture 5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2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4281493" y="1142984"/>
                      <a:ext cx="923924" cy="63519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111" name="椭圆 110"/>
                    <p:cNvSpPr/>
                    <p:nvPr/>
                  </p:nvSpPr>
                  <p:spPr>
                    <a:xfrm>
                      <a:off x="4981580" y="1070948"/>
                      <a:ext cx="71438" cy="71438"/>
                    </a:xfrm>
                    <a:prstGeom prst="ellipse">
                      <a:avLst/>
                    </a:prstGeom>
                    <a:noFill/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>
                        <a:solidFill>
                          <a:srgbClr val="FFFFFF"/>
                        </a:solidFill>
                      </a:endParaRPr>
                    </a:p>
                  </p:txBody>
                </p:sp>
                <p:sp>
                  <p:nvSpPr>
                    <p:cNvPr id="112" name="椭圆 111"/>
                    <p:cNvSpPr/>
                    <p:nvPr/>
                  </p:nvSpPr>
                  <p:spPr>
                    <a:xfrm>
                      <a:off x="4981580" y="1756757"/>
                      <a:ext cx="71438" cy="71438"/>
                    </a:xfrm>
                    <a:prstGeom prst="ellipse">
                      <a:avLst/>
                    </a:prstGeom>
                    <a:noFill/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/>
                      </a:pPr>
                      <a:endParaRPr lang="zh-CN" altLang="en-US" sz="1600">
                        <a:solidFill>
                          <a:srgbClr val="FFFFFF"/>
                        </a:solidFill>
                      </a:endParaRPr>
                    </a:p>
                  </p:txBody>
                </p:sp>
              </p:grpSp>
              <p:cxnSp>
                <p:nvCxnSpPr>
                  <p:cNvPr id="59" name="直接连接符 58"/>
                  <p:cNvCxnSpPr/>
                  <p:nvPr/>
                </p:nvCxnSpPr>
                <p:spPr>
                  <a:xfrm rot="16200000" flipH="1">
                    <a:off x="6379382" y="2007354"/>
                    <a:ext cx="57627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" name="直接连接符 59"/>
                  <p:cNvCxnSpPr/>
                  <p:nvPr/>
                </p:nvCxnSpPr>
                <p:spPr>
                  <a:xfrm rot="16200000" flipH="1">
                    <a:off x="553210" y="4072720"/>
                    <a:ext cx="1427183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接连接符 60"/>
                  <p:cNvCxnSpPr/>
                  <p:nvPr/>
                </p:nvCxnSpPr>
                <p:spPr>
                  <a:xfrm rot="5400000">
                    <a:off x="935805" y="3536137"/>
                    <a:ext cx="357193" cy="3175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78923" name="组合 193"/>
                  <p:cNvGrpSpPr/>
                  <p:nvPr/>
                </p:nvGrpSpPr>
                <p:grpSpPr bwMode="auto">
                  <a:xfrm>
                    <a:off x="857224" y="3714752"/>
                    <a:ext cx="6858047" cy="1500198"/>
                    <a:chOff x="642910" y="3714752"/>
                    <a:chExt cx="7572427" cy="1500198"/>
                  </a:xfrm>
                </p:grpSpPr>
                <p:cxnSp>
                  <p:nvCxnSpPr>
                    <p:cNvPr id="102" name="直接连接符 101"/>
                    <p:cNvCxnSpPr/>
                    <p:nvPr/>
                  </p:nvCxnSpPr>
                  <p:spPr>
                    <a:xfrm>
                      <a:off x="642910" y="3714734"/>
                      <a:ext cx="7572430" cy="1588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直接连接符 102"/>
                    <p:cNvCxnSpPr/>
                    <p:nvPr/>
                  </p:nvCxnSpPr>
                  <p:spPr>
                    <a:xfrm>
                      <a:off x="642910" y="3929050"/>
                      <a:ext cx="7572430" cy="1587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直接连接符 103"/>
                    <p:cNvCxnSpPr/>
                    <p:nvPr/>
                  </p:nvCxnSpPr>
                  <p:spPr>
                    <a:xfrm>
                      <a:off x="642910" y="4143365"/>
                      <a:ext cx="7572430" cy="1588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直接连接符 104"/>
                    <p:cNvCxnSpPr/>
                    <p:nvPr/>
                  </p:nvCxnSpPr>
                  <p:spPr>
                    <a:xfrm>
                      <a:off x="642910" y="4357681"/>
                      <a:ext cx="7572430" cy="1587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" name="直接连接符 105"/>
                    <p:cNvCxnSpPr/>
                    <p:nvPr/>
                  </p:nvCxnSpPr>
                  <p:spPr>
                    <a:xfrm>
                      <a:off x="642910" y="4571996"/>
                      <a:ext cx="7572430" cy="1588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" name="直接连接符 106"/>
                    <p:cNvCxnSpPr/>
                    <p:nvPr/>
                  </p:nvCxnSpPr>
                  <p:spPr>
                    <a:xfrm>
                      <a:off x="642910" y="5213355"/>
                      <a:ext cx="7572430" cy="1588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8" name="直接连接符 107"/>
                    <p:cNvCxnSpPr/>
                    <p:nvPr/>
                  </p:nvCxnSpPr>
                  <p:spPr>
                    <a:xfrm>
                      <a:off x="642910" y="4784724"/>
                      <a:ext cx="7572430" cy="1588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9" name="直接连接符 108"/>
                    <p:cNvCxnSpPr/>
                    <p:nvPr/>
                  </p:nvCxnSpPr>
                  <p:spPr>
                    <a:xfrm>
                      <a:off x="642910" y="4999040"/>
                      <a:ext cx="7572430" cy="1587"/>
                    </a:xfrm>
                    <a:prstGeom prst="line">
                      <a:avLst/>
                    </a:prstGeom>
                    <a:ln w="1905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63" name="直接连接符 62"/>
                  <p:cNvCxnSpPr/>
                  <p:nvPr/>
                </p:nvCxnSpPr>
                <p:spPr>
                  <a:xfrm rot="5400000">
                    <a:off x="738154" y="4286242"/>
                    <a:ext cx="185740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接连接符 63"/>
                  <p:cNvCxnSpPr/>
                  <p:nvPr/>
                </p:nvCxnSpPr>
                <p:spPr>
                  <a:xfrm rot="5400000">
                    <a:off x="1335064" y="3535344"/>
                    <a:ext cx="357192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" name="直接连接符 64"/>
                  <p:cNvCxnSpPr/>
                  <p:nvPr/>
                </p:nvCxnSpPr>
                <p:spPr>
                  <a:xfrm rot="5400000">
                    <a:off x="1162020" y="4286242"/>
                    <a:ext cx="185740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" name="直接连接符 65"/>
                  <p:cNvCxnSpPr/>
                  <p:nvPr/>
                </p:nvCxnSpPr>
                <p:spPr>
                  <a:xfrm rot="5400000">
                    <a:off x="1546996" y="3750453"/>
                    <a:ext cx="785823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" name="直接连接符 66"/>
                  <p:cNvCxnSpPr/>
                  <p:nvPr/>
                </p:nvCxnSpPr>
                <p:spPr>
                  <a:xfrm rot="5400000">
                    <a:off x="2865426" y="3544869"/>
                    <a:ext cx="357192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接连接符 67"/>
                  <p:cNvCxnSpPr/>
                  <p:nvPr/>
                </p:nvCxnSpPr>
                <p:spPr>
                  <a:xfrm rot="5400000">
                    <a:off x="3540909" y="3964769"/>
                    <a:ext cx="1214454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接连接符 68"/>
                  <p:cNvCxnSpPr/>
                  <p:nvPr/>
                </p:nvCxnSpPr>
                <p:spPr>
                  <a:xfrm rot="5400000">
                    <a:off x="3759194" y="3535344"/>
                    <a:ext cx="357192" cy="158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0" name="直接连接符 69"/>
                  <p:cNvCxnSpPr/>
                  <p:nvPr/>
                </p:nvCxnSpPr>
                <p:spPr>
                  <a:xfrm rot="16200000" flipH="1">
                    <a:off x="3221818" y="4179084"/>
                    <a:ext cx="1643085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" name="直接连接符 70"/>
                  <p:cNvCxnSpPr/>
                  <p:nvPr/>
                </p:nvCxnSpPr>
                <p:spPr>
                  <a:xfrm rot="16200000" flipH="1">
                    <a:off x="3614725" y="4286242"/>
                    <a:ext cx="185740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2" name="直接连接符 71"/>
                  <p:cNvCxnSpPr/>
                  <p:nvPr/>
                </p:nvCxnSpPr>
                <p:spPr>
                  <a:xfrm rot="16200000" flipH="1">
                    <a:off x="4049709" y="3643296"/>
                    <a:ext cx="571508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3" name="直接连接符 72"/>
                  <p:cNvCxnSpPr/>
                  <p:nvPr/>
                </p:nvCxnSpPr>
                <p:spPr>
                  <a:xfrm rot="5400000">
                    <a:off x="3938580" y="3857611"/>
                    <a:ext cx="1000139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4" name="直接连接符 73"/>
                  <p:cNvCxnSpPr/>
                  <p:nvPr/>
                </p:nvCxnSpPr>
                <p:spPr>
                  <a:xfrm rot="5400000">
                    <a:off x="5662618" y="4071926"/>
                    <a:ext cx="1428770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5" name="直接连接符 74"/>
                  <p:cNvCxnSpPr/>
                  <p:nvPr/>
                </p:nvCxnSpPr>
                <p:spPr>
                  <a:xfrm rot="16200000" flipH="1">
                    <a:off x="5881697" y="3643296"/>
                    <a:ext cx="571508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6" name="直接连接符 75"/>
                  <p:cNvCxnSpPr/>
                  <p:nvPr/>
                </p:nvCxnSpPr>
                <p:spPr>
                  <a:xfrm rot="5400000">
                    <a:off x="5772157" y="3857611"/>
                    <a:ext cx="1000139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7" name="直接连接符 76"/>
                  <p:cNvCxnSpPr/>
                  <p:nvPr/>
                </p:nvCxnSpPr>
                <p:spPr>
                  <a:xfrm rot="5400000">
                    <a:off x="6609569" y="3964768"/>
                    <a:ext cx="1212867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" name="直接连接符 77"/>
                  <p:cNvCxnSpPr/>
                  <p:nvPr/>
                </p:nvCxnSpPr>
                <p:spPr>
                  <a:xfrm rot="5400000">
                    <a:off x="6612746" y="3750453"/>
                    <a:ext cx="785823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接连接符 78"/>
                  <p:cNvCxnSpPr/>
                  <p:nvPr/>
                </p:nvCxnSpPr>
                <p:spPr>
                  <a:xfrm rot="16200000" flipH="1">
                    <a:off x="6288890" y="4179084"/>
                    <a:ext cx="1643085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接连接符 79"/>
                  <p:cNvCxnSpPr/>
                  <p:nvPr/>
                </p:nvCxnSpPr>
                <p:spPr>
                  <a:xfrm rot="10800000">
                    <a:off x="3713158" y="1009596"/>
                    <a:ext cx="755656" cy="158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" name="直接连接符 80"/>
                  <p:cNvCxnSpPr/>
                  <p:nvPr/>
                </p:nvCxnSpPr>
                <p:spPr>
                  <a:xfrm rot="5400000">
                    <a:off x="4233859" y="947683"/>
                    <a:ext cx="4667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接连接符 81"/>
                  <p:cNvCxnSpPr/>
                  <p:nvPr/>
                </p:nvCxnSpPr>
                <p:spPr>
                  <a:xfrm rot="5400000">
                    <a:off x="2365352" y="2349465"/>
                    <a:ext cx="2698787" cy="3175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接连接符 82"/>
                  <p:cNvCxnSpPr/>
                  <p:nvPr/>
                </p:nvCxnSpPr>
                <p:spPr>
                  <a:xfrm rot="10800000">
                    <a:off x="5918211" y="998484"/>
                    <a:ext cx="755656" cy="3175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4" name="直接连接符 83"/>
                  <p:cNvCxnSpPr/>
                  <p:nvPr/>
                </p:nvCxnSpPr>
                <p:spPr>
                  <a:xfrm rot="5400000">
                    <a:off x="6442088" y="938158"/>
                    <a:ext cx="468319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接连接符 84"/>
                  <p:cNvCxnSpPr/>
                  <p:nvPr/>
                </p:nvCxnSpPr>
                <p:spPr>
                  <a:xfrm rot="16200000" flipH="1">
                    <a:off x="4349739" y="2571718"/>
                    <a:ext cx="3143293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接连接符 85"/>
                  <p:cNvCxnSpPr/>
                  <p:nvPr/>
                </p:nvCxnSpPr>
                <p:spPr>
                  <a:xfrm rot="10800000">
                    <a:off x="5021268" y="998484"/>
                    <a:ext cx="336552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7" name="直接连接符 86"/>
                  <p:cNvCxnSpPr/>
                  <p:nvPr/>
                </p:nvCxnSpPr>
                <p:spPr>
                  <a:xfrm rot="5400000">
                    <a:off x="4987929" y="1034997"/>
                    <a:ext cx="71439" cy="158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8" name="直接连接符 87"/>
                  <p:cNvCxnSpPr/>
                  <p:nvPr/>
                </p:nvCxnSpPr>
                <p:spPr>
                  <a:xfrm rot="5400000">
                    <a:off x="3893331" y="2455035"/>
                    <a:ext cx="2928977" cy="3175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直接连接符 88"/>
                  <p:cNvCxnSpPr/>
                  <p:nvPr/>
                </p:nvCxnSpPr>
                <p:spPr>
                  <a:xfrm rot="10800000">
                    <a:off x="7234259" y="998484"/>
                    <a:ext cx="338139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接连接符 89"/>
                  <p:cNvCxnSpPr/>
                  <p:nvPr/>
                </p:nvCxnSpPr>
                <p:spPr>
                  <a:xfrm rot="5400000">
                    <a:off x="7200920" y="1033410"/>
                    <a:ext cx="73026" cy="3175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直接连接符 90"/>
                  <p:cNvCxnSpPr/>
                  <p:nvPr/>
                </p:nvCxnSpPr>
                <p:spPr>
                  <a:xfrm rot="5400000">
                    <a:off x="5889625" y="2673319"/>
                    <a:ext cx="3367134" cy="158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2" name="直接连接符 91"/>
                  <p:cNvCxnSpPr/>
                  <p:nvPr/>
                </p:nvCxnSpPr>
                <p:spPr>
                  <a:xfrm rot="5400000">
                    <a:off x="1870843" y="1874002"/>
                    <a:ext cx="2195542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接连接符 92"/>
                  <p:cNvCxnSpPr/>
                  <p:nvPr/>
                </p:nvCxnSpPr>
                <p:spPr>
                  <a:xfrm rot="16200000" flipH="1">
                    <a:off x="831025" y="1545386"/>
                    <a:ext cx="1500208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4" name="直接连接符 93"/>
                  <p:cNvCxnSpPr/>
                  <p:nvPr/>
                </p:nvCxnSpPr>
                <p:spPr>
                  <a:xfrm>
                    <a:off x="4767266" y="1947822"/>
                    <a:ext cx="3071835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直接连接符 94"/>
                  <p:cNvCxnSpPr/>
                  <p:nvPr/>
                </p:nvCxnSpPr>
                <p:spPr>
                  <a:xfrm>
                    <a:off x="5019679" y="2090699"/>
                    <a:ext cx="3071836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接连接符 95"/>
                  <p:cNvCxnSpPr/>
                  <p:nvPr/>
                </p:nvCxnSpPr>
                <p:spPr>
                  <a:xfrm rot="5400000">
                    <a:off x="4668839" y="1841458"/>
                    <a:ext cx="215903" cy="3175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7" name="直接连接符 96"/>
                  <p:cNvCxnSpPr/>
                  <p:nvPr/>
                </p:nvCxnSpPr>
                <p:spPr>
                  <a:xfrm rot="5400000">
                    <a:off x="6884211" y="1831139"/>
                    <a:ext cx="215903" cy="158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8" name="直接连接符 97"/>
                  <p:cNvCxnSpPr/>
                  <p:nvPr/>
                </p:nvCxnSpPr>
                <p:spPr>
                  <a:xfrm rot="5400000">
                    <a:off x="4894265" y="1963697"/>
                    <a:ext cx="252416" cy="1588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9" name="直接连接符 98"/>
                  <p:cNvCxnSpPr/>
                  <p:nvPr/>
                </p:nvCxnSpPr>
                <p:spPr>
                  <a:xfrm rot="5400000">
                    <a:off x="5688802" y="4107645"/>
                    <a:ext cx="4319648" cy="3175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0" name="直接连接符 99"/>
                  <p:cNvCxnSpPr/>
                  <p:nvPr/>
                </p:nvCxnSpPr>
                <p:spPr>
                  <a:xfrm rot="5400000">
                    <a:off x="5984874" y="4187815"/>
                    <a:ext cx="4195820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接连接符 100"/>
                  <p:cNvCxnSpPr/>
                  <p:nvPr/>
                </p:nvCxnSpPr>
                <p:spPr>
                  <a:xfrm rot="5400000">
                    <a:off x="7112020" y="1958934"/>
                    <a:ext cx="252415" cy="1587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8868" name="矩形 209"/>
                <p:cNvSpPr>
                  <a:spLocks noChangeArrowheads="1"/>
                </p:cNvSpPr>
                <p:nvPr/>
              </p:nvSpPr>
              <p:spPr bwMode="auto">
                <a:xfrm>
                  <a:off x="4500562" y="857232"/>
                  <a:ext cx="461986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r>
                    <a:rPr kumimoji="1" lang="en-US" altLang="zh-CN" sz="14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zh-CN" altLang="en-US" sz="14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8869" name="矩形 210"/>
                <p:cNvSpPr>
                  <a:spLocks noChangeArrowheads="1"/>
                </p:cNvSpPr>
                <p:nvPr/>
              </p:nvSpPr>
              <p:spPr bwMode="auto">
                <a:xfrm>
                  <a:off x="6715140" y="857232"/>
                  <a:ext cx="461986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kumimoji="1"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FF</a:t>
                  </a:r>
                  <a:r>
                    <a:rPr kumimoji="1" lang="en-US" altLang="zh-CN" sz="14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4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" name="椭圆 8"/>
                <p:cNvSpPr/>
                <p:nvPr/>
              </p:nvSpPr>
              <p:spPr>
                <a:xfrm>
                  <a:off x="7534298" y="4324342"/>
                  <a:ext cx="71439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0" name="椭圆 9"/>
                <p:cNvSpPr/>
                <p:nvPr/>
              </p:nvSpPr>
              <p:spPr>
                <a:xfrm>
                  <a:off x="1081064" y="3671871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1" name="椭圆 10"/>
                <p:cNvSpPr/>
                <p:nvPr/>
              </p:nvSpPr>
              <p:spPr>
                <a:xfrm>
                  <a:off x="1223940" y="4743448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2" name="椭圆 11"/>
                <p:cNvSpPr/>
                <p:nvPr/>
              </p:nvSpPr>
              <p:spPr>
                <a:xfrm>
                  <a:off x="1481117" y="3681396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3" name="椭圆 12"/>
                <p:cNvSpPr/>
                <p:nvPr/>
              </p:nvSpPr>
              <p:spPr>
                <a:xfrm>
                  <a:off x="1633518" y="5172079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4" name="椭圆 13"/>
                <p:cNvSpPr/>
                <p:nvPr/>
              </p:nvSpPr>
              <p:spPr>
                <a:xfrm>
                  <a:off x="1900220" y="4110027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5" name="椭圆 14"/>
                <p:cNvSpPr/>
                <p:nvPr/>
              </p:nvSpPr>
              <p:spPr>
                <a:xfrm>
                  <a:off x="2052621" y="5181604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6" name="椭圆 15"/>
                <p:cNvSpPr/>
                <p:nvPr/>
              </p:nvSpPr>
              <p:spPr>
                <a:xfrm>
                  <a:off x="3009890" y="3681396"/>
                  <a:ext cx="71439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7" name="椭圆 16"/>
                <p:cNvSpPr/>
                <p:nvPr/>
              </p:nvSpPr>
              <p:spPr>
                <a:xfrm>
                  <a:off x="2867014" y="5176842"/>
                  <a:ext cx="71439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8" name="椭圆 17"/>
                <p:cNvSpPr/>
                <p:nvPr/>
              </p:nvSpPr>
              <p:spPr>
                <a:xfrm>
                  <a:off x="3400418" y="4957764"/>
                  <a:ext cx="71439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19" name="椭圆 18"/>
                <p:cNvSpPr/>
                <p:nvPr/>
              </p:nvSpPr>
              <p:spPr>
                <a:xfrm>
                  <a:off x="3409943" y="5981715"/>
                  <a:ext cx="71439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0" name="椭圆 19"/>
                <p:cNvSpPr/>
                <p:nvPr/>
              </p:nvSpPr>
              <p:spPr>
                <a:xfrm>
                  <a:off x="3681408" y="3681396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1" name="椭圆 20"/>
                <p:cNvSpPr/>
                <p:nvPr/>
              </p:nvSpPr>
              <p:spPr>
                <a:xfrm>
                  <a:off x="3900484" y="3681396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2" name="椭圆 21"/>
                <p:cNvSpPr/>
                <p:nvPr/>
              </p:nvSpPr>
              <p:spPr>
                <a:xfrm>
                  <a:off x="4010022" y="4962526"/>
                  <a:ext cx="71439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3" name="椭圆 22"/>
                <p:cNvSpPr/>
                <p:nvPr/>
              </p:nvSpPr>
              <p:spPr>
                <a:xfrm>
                  <a:off x="4114798" y="4538658"/>
                  <a:ext cx="71439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4" name="椭圆 23"/>
                <p:cNvSpPr/>
                <p:nvPr/>
              </p:nvSpPr>
              <p:spPr>
                <a:xfrm>
                  <a:off x="4300537" y="3890949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5" name="椭圆 24"/>
                <p:cNvSpPr/>
                <p:nvPr/>
              </p:nvSpPr>
              <p:spPr>
                <a:xfrm>
                  <a:off x="4405313" y="4324342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6" name="椭圆 25"/>
                <p:cNvSpPr/>
                <p:nvPr/>
              </p:nvSpPr>
              <p:spPr>
                <a:xfrm>
                  <a:off x="4510089" y="5172079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" name="椭圆 26"/>
                <p:cNvSpPr/>
                <p:nvPr/>
              </p:nvSpPr>
              <p:spPr>
                <a:xfrm>
                  <a:off x="4786316" y="4748211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" name="椭圆 27"/>
                <p:cNvSpPr/>
                <p:nvPr/>
              </p:nvSpPr>
              <p:spPr>
                <a:xfrm>
                  <a:off x="5310195" y="4533895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9" name="椭圆 28"/>
                <p:cNvSpPr/>
                <p:nvPr/>
              </p:nvSpPr>
              <p:spPr>
                <a:xfrm>
                  <a:off x="4429125" y="971496"/>
                  <a:ext cx="71439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0" name="椭圆 29"/>
                <p:cNvSpPr/>
                <p:nvPr/>
              </p:nvSpPr>
              <p:spPr>
                <a:xfrm>
                  <a:off x="5314957" y="5976953"/>
                  <a:ext cx="71439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1" name="椭圆 30"/>
                <p:cNvSpPr/>
                <p:nvPr/>
              </p:nvSpPr>
              <p:spPr>
                <a:xfrm>
                  <a:off x="5319720" y="3900474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2" name="椭圆 31"/>
                <p:cNvSpPr/>
                <p:nvPr/>
              </p:nvSpPr>
              <p:spPr>
                <a:xfrm>
                  <a:off x="5886461" y="4105264"/>
                  <a:ext cx="71439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3" name="椭圆 32"/>
                <p:cNvSpPr/>
                <p:nvPr/>
              </p:nvSpPr>
              <p:spPr>
                <a:xfrm>
                  <a:off x="6643704" y="961971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4" name="椭圆 33"/>
                <p:cNvSpPr/>
                <p:nvPr/>
              </p:nvSpPr>
              <p:spPr>
                <a:xfrm>
                  <a:off x="6958032" y="1904959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5" name="椭圆 34"/>
                <p:cNvSpPr/>
                <p:nvPr/>
              </p:nvSpPr>
              <p:spPr>
                <a:xfrm>
                  <a:off x="7200920" y="2062124"/>
                  <a:ext cx="71439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6" name="椭圆 35"/>
                <p:cNvSpPr/>
                <p:nvPr/>
              </p:nvSpPr>
              <p:spPr>
                <a:xfrm>
                  <a:off x="6134113" y="3890949"/>
                  <a:ext cx="71439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7" name="椭圆 36"/>
                <p:cNvSpPr/>
                <p:nvPr/>
              </p:nvSpPr>
              <p:spPr>
                <a:xfrm>
                  <a:off x="6234126" y="4324342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8" name="椭圆 37"/>
                <p:cNvSpPr/>
                <p:nvPr/>
              </p:nvSpPr>
              <p:spPr>
                <a:xfrm>
                  <a:off x="6348427" y="4752973"/>
                  <a:ext cx="71438" cy="7143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9" name="椭圆 38"/>
                <p:cNvSpPr/>
                <p:nvPr/>
              </p:nvSpPr>
              <p:spPr>
                <a:xfrm>
                  <a:off x="6967557" y="4110027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40" name="椭圆 39"/>
                <p:cNvSpPr/>
                <p:nvPr/>
              </p:nvSpPr>
              <p:spPr>
                <a:xfrm>
                  <a:off x="7081858" y="4967289"/>
                  <a:ext cx="71438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41" name="椭圆 40"/>
                <p:cNvSpPr/>
                <p:nvPr/>
              </p:nvSpPr>
              <p:spPr>
                <a:xfrm>
                  <a:off x="7181870" y="4538658"/>
                  <a:ext cx="71439" cy="714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</p:grpSp>
          <p:cxnSp>
            <p:nvCxnSpPr>
              <p:cNvPr id="4" name="直接连接符 3"/>
              <p:cNvCxnSpPr/>
              <p:nvPr/>
            </p:nvCxnSpPr>
            <p:spPr>
              <a:xfrm rot="5400000">
                <a:off x="4564856" y="3750453"/>
                <a:ext cx="78582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" name="椭圆 4"/>
              <p:cNvSpPr/>
              <p:nvPr/>
            </p:nvSpPr>
            <p:spPr>
              <a:xfrm>
                <a:off x="4929192" y="4110027"/>
                <a:ext cx="71438" cy="71438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78854" name="矩形 7"/>
            <p:cNvSpPr>
              <a:spLocks noChangeArrowheads="1"/>
            </p:cNvSpPr>
            <p:nvPr/>
          </p:nvSpPr>
          <p:spPr bwMode="auto">
            <a:xfrm>
              <a:off x="3333529" y="6364496"/>
              <a:ext cx="428652" cy="307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zh-CN" altLang="en-US" sz="1400" baseline="-25000">
                <a:solidFill>
                  <a:srgbClr val="0000FF"/>
                </a:solidFill>
              </a:endParaRPr>
            </a:p>
          </p:txBody>
        </p:sp>
        <p:sp>
          <p:nvSpPr>
            <p:cNvPr id="78855" name="矩形 8"/>
            <p:cNvSpPr>
              <a:spLocks noChangeArrowheads="1"/>
            </p:cNvSpPr>
            <p:nvPr/>
          </p:nvSpPr>
          <p:spPr bwMode="auto">
            <a:xfrm>
              <a:off x="5286356" y="6364496"/>
              <a:ext cx="428652" cy="307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endParaRPr lang="zh-CN" altLang="en-US" sz="1400" baseline="-25000">
                <a:solidFill>
                  <a:srgbClr val="0000FF"/>
                </a:solidFill>
              </a:endParaRPr>
            </a:p>
          </p:txBody>
        </p:sp>
        <p:sp>
          <p:nvSpPr>
            <p:cNvPr id="78856" name="矩形 9"/>
            <p:cNvSpPr>
              <a:spLocks noChangeArrowheads="1"/>
            </p:cNvSpPr>
            <p:nvPr/>
          </p:nvSpPr>
          <p:spPr bwMode="auto">
            <a:xfrm>
              <a:off x="7429488" y="6286520"/>
              <a:ext cx="571536" cy="307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CLK</a:t>
              </a:r>
              <a:endParaRPr lang="zh-CN" altLang="en-US" sz="1400" baseline="-25000">
                <a:solidFill>
                  <a:srgbClr val="C00000"/>
                </a:solidFill>
              </a:endParaRPr>
            </a:p>
          </p:txBody>
        </p:sp>
        <p:grpSp>
          <p:nvGrpSpPr>
            <p:cNvPr id="78857" name="组合 120"/>
            <p:cNvGrpSpPr/>
            <p:nvPr/>
          </p:nvGrpSpPr>
          <p:grpSpPr bwMode="auto">
            <a:xfrm>
              <a:off x="8143876" y="6335921"/>
              <a:ext cx="428652" cy="307789"/>
              <a:chOff x="6715116" y="6385322"/>
              <a:chExt cx="428652" cy="307789"/>
            </a:xfrm>
          </p:grpSpPr>
          <p:sp>
            <p:nvSpPr>
              <p:cNvPr id="78862" name="矩形 10"/>
              <p:cNvSpPr>
                <a:spLocks noChangeArrowheads="1"/>
              </p:cNvSpPr>
              <p:nvPr/>
            </p:nvSpPr>
            <p:spPr bwMode="auto">
              <a:xfrm>
                <a:off x="6715116" y="6385322"/>
                <a:ext cx="428652" cy="3077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kumimoji="1" lang="en-US" altLang="zh-CN" sz="1400" b="1" i="1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</a:t>
                </a:r>
                <a:r>
                  <a:rPr kumimoji="1" lang="en-US" altLang="zh-CN" sz="1400" b="1" i="1" baseline="-25000">
                    <a:solidFill>
                      <a:srgbClr val="C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</a:t>
                </a:r>
                <a:endParaRPr lang="zh-CN" altLang="en-US" sz="1400" baseline="-25000">
                  <a:solidFill>
                    <a:srgbClr val="C00000"/>
                  </a:solidFill>
                </a:endParaRPr>
              </a:p>
            </p:txBody>
          </p:sp>
          <p:cxnSp>
            <p:nvCxnSpPr>
              <p:cNvPr id="120" name="直接连接符 119"/>
              <p:cNvCxnSpPr/>
              <p:nvPr/>
            </p:nvCxnSpPr>
            <p:spPr bwMode="auto">
              <a:xfrm rot="16200000" flipH="1" flipV="1">
                <a:off x="6902468" y="6381959"/>
                <a:ext cx="0" cy="107950"/>
              </a:xfrm>
              <a:prstGeom prst="line">
                <a:avLst/>
              </a:prstGeom>
              <a:ln w="1905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8858" name="矩形 3"/>
            <p:cNvSpPr>
              <a:spLocks noChangeArrowheads="1"/>
            </p:cNvSpPr>
            <p:nvPr/>
          </p:nvSpPr>
          <p:spPr bwMode="auto">
            <a:xfrm>
              <a:off x="4224711" y="714356"/>
              <a:ext cx="418727" cy="307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zh-CN" altLang="en-US" sz="14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1400" b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400" baseline="-25000">
                <a:solidFill>
                  <a:srgbClr val="6600CC"/>
                </a:solidFill>
              </a:endParaRPr>
            </a:p>
          </p:txBody>
        </p:sp>
        <p:sp>
          <p:nvSpPr>
            <p:cNvPr id="78859" name="矩形 4"/>
            <p:cNvSpPr>
              <a:spLocks noChangeArrowheads="1"/>
            </p:cNvSpPr>
            <p:nvPr/>
          </p:nvSpPr>
          <p:spPr bwMode="auto">
            <a:xfrm>
              <a:off x="6439289" y="714356"/>
              <a:ext cx="418727" cy="307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zh-CN" altLang="en-US" sz="14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1" lang="en-US" altLang="zh-CN" sz="1400" b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400" baseline="-25000">
                <a:solidFill>
                  <a:srgbClr val="6600CC"/>
                </a:solidFill>
              </a:endParaRPr>
            </a:p>
          </p:txBody>
        </p:sp>
        <p:sp>
          <p:nvSpPr>
            <p:cNvPr id="78860" name="矩形 5"/>
            <p:cNvSpPr>
              <a:spLocks noChangeArrowheads="1"/>
            </p:cNvSpPr>
            <p:nvPr/>
          </p:nvSpPr>
          <p:spPr bwMode="auto">
            <a:xfrm>
              <a:off x="1500166" y="704831"/>
              <a:ext cx="428652" cy="307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Y</a:t>
              </a:r>
              <a:endParaRPr lang="zh-CN" altLang="en-US" sz="1400" baseline="-25000">
                <a:solidFill>
                  <a:srgbClr val="006600"/>
                </a:solidFill>
              </a:endParaRPr>
            </a:p>
          </p:txBody>
        </p:sp>
        <p:sp>
          <p:nvSpPr>
            <p:cNvPr id="78861" name="矩形 6"/>
            <p:cNvSpPr>
              <a:spLocks noChangeArrowheads="1"/>
            </p:cNvSpPr>
            <p:nvPr/>
          </p:nvSpPr>
          <p:spPr bwMode="auto">
            <a:xfrm>
              <a:off x="2940042" y="695306"/>
              <a:ext cx="293686" cy="307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400" b="1" i="1">
                  <a:solidFill>
                    <a:srgbClr val="0066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endParaRPr lang="zh-CN" altLang="en-US" sz="1400" baseline="-25000">
                <a:solidFill>
                  <a:srgbClr val="006600"/>
                </a:solidFill>
              </a:endParaRPr>
            </a:p>
          </p:txBody>
        </p:sp>
      </p:grpSp>
      <p:sp>
        <p:nvSpPr>
          <p:cNvPr id="78851" name="矩形 10"/>
          <p:cNvSpPr>
            <a:spLocks noChangeArrowheads="1"/>
          </p:cNvSpPr>
          <p:nvPr/>
        </p:nvSpPr>
        <p:spPr bwMode="auto">
          <a:xfrm>
            <a:off x="357188" y="71438"/>
            <a:ext cx="25034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（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）逻辑电路图</a:t>
            </a:r>
            <a:endParaRPr lang="zh-CN" altLang="en-US" sz="2400">
              <a:solidFill>
                <a:srgbClr val="C00000"/>
              </a:solidFill>
            </a:endParaRPr>
          </a:p>
        </p:txBody>
      </p:sp>
      <p:sp>
        <p:nvSpPr>
          <p:cNvPr id="78852" name="Text Box 6"/>
          <p:cNvSpPr txBox="1">
            <a:spLocks noChangeArrowheads="1"/>
          </p:cNvSpPr>
          <p:nvPr/>
        </p:nvSpPr>
        <p:spPr bwMode="auto">
          <a:xfrm>
            <a:off x="6011863" y="117475"/>
            <a:ext cx="2936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extBox 1"/>
          <p:cNvSpPr txBox="1">
            <a:spLocks noChangeArrowheads="1"/>
          </p:cNvSpPr>
          <p:nvPr/>
        </p:nvSpPr>
        <p:spPr bwMode="auto">
          <a:xfrm>
            <a:off x="323528" y="476672"/>
            <a:ext cx="8208912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练习：</a:t>
            </a:r>
            <a:r>
              <a:rPr kumimoji="0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1</a:t>
            </a:r>
            <a:r>
              <a:rPr kumimoji="0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、试用</a:t>
            </a:r>
            <a:r>
              <a:rPr kumimoji="0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JK </a:t>
            </a:r>
            <a:r>
              <a:rPr kumimoji="0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触发器和门电路设计一个带进位位的同步七进制计数器。并检查其能否自启动</a:t>
            </a:r>
            <a:endParaRPr kumimoji="0" lang="en-US" altLang="zh-CN" sz="3600" b="1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、用</a:t>
            </a:r>
            <a:r>
              <a:rPr kumimoji="0" lang="en-US" altLang="zh-CN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D</a:t>
            </a:r>
            <a:r>
              <a:rPr kumimoji="0" lang="zh-CN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触发器和门电路设计一个十一进制计数器（不考虑进位位），并检查设计的电路能否启动。</a:t>
            </a:r>
            <a:endParaRPr kumimoji="0" lang="zh-CN" altLang="en-US" sz="3600" b="1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Text Box 16"/>
          <p:cNvSpPr txBox="1">
            <a:spLocks noChangeArrowheads="1"/>
          </p:cNvSpPr>
          <p:nvPr/>
        </p:nvSpPr>
        <p:spPr bwMode="auto">
          <a:xfrm>
            <a:off x="285750" y="142875"/>
            <a:ext cx="5919788" cy="5219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</a:rPr>
              <a:t>二、时序逻辑电路的自启动设计</a:t>
            </a:r>
            <a:endParaRPr lang="zh-CN" altLang="en-US" sz="2800" b="1">
              <a:solidFill>
                <a:srgbClr val="006600"/>
              </a:solidFill>
            </a:endParaRPr>
          </a:p>
        </p:txBody>
      </p:sp>
      <p:grpSp>
        <p:nvGrpSpPr>
          <p:cNvPr id="8" name="组合 99"/>
          <p:cNvGrpSpPr/>
          <p:nvPr/>
        </p:nvGrpSpPr>
        <p:grpSpPr bwMode="auto">
          <a:xfrm>
            <a:off x="793750" y="735013"/>
            <a:ext cx="6681788" cy="2165350"/>
            <a:chOff x="793750" y="735013"/>
            <a:chExt cx="6681788" cy="2165350"/>
          </a:xfrm>
        </p:grpSpPr>
        <p:sp>
          <p:nvSpPr>
            <p:cNvPr id="86077" name="矩形 2"/>
            <p:cNvSpPr>
              <a:spLocks noChangeArrowheads="1"/>
            </p:cNvSpPr>
            <p:nvPr/>
          </p:nvSpPr>
          <p:spPr bwMode="auto">
            <a:xfrm>
              <a:off x="793750" y="735013"/>
              <a:ext cx="6681788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4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例：设计一个能够自启动的同步七进制计数器。</a:t>
              </a:r>
              <a:endParaRPr lang="zh-CN" altLang="en-US" sz="24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6078" name="组合 49"/>
            <p:cNvGrpSpPr/>
            <p:nvPr/>
          </p:nvGrpSpPr>
          <p:grpSpPr bwMode="auto">
            <a:xfrm>
              <a:off x="1778000" y="1357313"/>
              <a:ext cx="4651375" cy="1543050"/>
              <a:chOff x="1777634" y="1357298"/>
              <a:chExt cx="4651754" cy="1543061"/>
            </a:xfrm>
          </p:grpSpPr>
          <p:grpSp>
            <p:nvGrpSpPr>
              <p:cNvPr id="86079" name="组合 45"/>
              <p:cNvGrpSpPr/>
              <p:nvPr/>
            </p:nvGrpSpPr>
            <p:grpSpPr bwMode="auto">
              <a:xfrm>
                <a:off x="2777766" y="1357298"/>
                <a:ext cx="3651622" cy="1543061"/>
                <a:chOff x="2285984" y="1500174"/>
                <a:chExt cx="3651622" cy="1543061"/>
              </a:xfrm>
            </p:grpSpPr>
            <p:sp>
              <p:nvSpPr>
                <p:cNvPr id="86083" name="Line 42"/>
                <p:cNvSpPr>
                  <a:spLocks noChangeShapeType="1"/>
                </p:cNvSpPr>
                <p:nvPr/>
              </p:nvSpPr>
              <p:spPr bwMode="auto">
                <a:xfrm>
                  <a:off x="2825920" y="1895281"/>
                  <a:ext cx="50394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86084" name="组合 212"/>
                <p:cNvGrpSpPr/>
                <p:nvPr/>
              </p:nvGrpSpPr>
              <p:grpSpPr bwMode="auto">
                <a:xfrm>
                  <a:off x="2285984" y="1626291"/>
                  <a:ext cx="539936" cy="540349"/>
                  <a:chOff x="928661" y="2571743"/>
                  <a:chExt cx="540000" cy="540000"/>
                </a:xfrm>
              </p:grpSpPr>
              <p:sp>
                <p:nvSpPr>
                  <p:cNvPr id="86116" name="Oval 13"/>
                  <p:cNvSpPr>
                    <a:spLocks noChangeArrowheads="1"/>
                  </p:cNvSpPr>
                  <p:nvPr/>
                </p:nvSpPr>
                <p:spPr bwMode="auto">
                  <a:xfrm>
                    <a:off x="928661" y="2571743"/>
                    <a:ext cx="540000" cy="5400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round/>
                  </a:ln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117" name="矩形 65"/>
                  <p:cNvSpPr>
                    <a:spLocks noChangeArrowheads="1"/>
                  </p:cNvSpPr>
                  <p:nvPr/>
                </p:nvSpPr>
                <p:spPr bwMode="auto">
                  <a:xfrm>
                    <a:off x="928661" y="2643182"/>
                    <a:ext cx="530978" cy="36909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8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001</a:t>
                    </a:r>
                    <a:endParaRPr lang="zh-CN" altLang="en-US" sz="18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86085" name="组合 213"/>
                <p:cNvGrpSpPr/>
                <p:nvPr/>
              </p:nvGrpSpPr>
              <p:grpSpPr bwMode="auto">
                <a:xfrm>
                  <a:off x="3325931" y="1626291"/>
                  <a:ext cx="539936" cy="540349"/>
                  <a:chOff x="928661" y="2571743"/>
                  <a:chExt cx="540000" cy="540000"/>
                </a:xfrm>
              </p:grpSpPr>
              <p:sp>
                <p:nvSpPr>
                  <p:cNvPr id="86114" name="Oval 13"/>
                  <p:cNvSpPr>
                    <a:spLocks noChangeArrowheads="1"/>
                  </p:cNvSpPr>
                  <p:nvPr/>
                </p:nvSpPr>
                <p:spPr bwMode="auto">
                  <a:xfrm>
                    <a:off x="928661" y="2571743"/>
                    <a:ext cx="540000" cy="5400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round/>
                  </a:ln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115" name="矩形 63"/>
                  <p:cNvSpPr>
                    <a:spLocks noChangeArrowheads="1"/>
                  </p:cNvSpPr>
                  <p:nvPr/>
                </p:nvSpPr>
                <p:spPr bwMode="auto">
                  <a:xfrm>
                    <a:off x="929435" y="2643182"/>
                    <a:ext cx="530978" cy="36909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8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100</a:t>
                    </a:r>
                    <a:endParaRPr lang="zh-CN" altLang="en-US" sz="18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86086" name="组合 213"/>
                <p:cNvGrpSpPr/>
                <p:nvPr/>
              </p:nvGrpSpPr>
              <p:grpSpPr bwMode="auto">
                <a:xfrm>
                  <a:off x="4357457" y="1594726"/>
                  <a:ext cx="539936" cy="540349"/>
                  <a:chOff x="928661" y="2571743"/>
                  <a:chExt cx="540000" cy="540000"/>
                </a:xfrm>
              </p:grpSpPr>
              <p:sp>
                <p:nvSpPr>
                  <p:cNvPr id="86112" name="Oval 13"/>
                  <p:cNvSpPr>
                    <a:spLocks noChangeArrowheads="1"/>
                  </p:cNvSpPr>
                  <p:nvPr/>
                </p:nvSpPr>
                <p:spPr bwMode="auto">
                  <a:xfrm>
                    <a:off x="928661" y="2571743"/>
                    <a:ext cx="540000" cy="5400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round/>
                  </a:ln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113" name="矩形 61"/>
                  <p:cNvSpPr>
                    <a:spLocks noChangeArrowheads="1"/>
                  </p:cNvSpPr>
                  <p:nvPr/>
                </p:nvSpPr>
                <p:spPr bwMode="auto">
                  <a:xfrm>
                    <a:off x="928889" y="2643182"/>
                    <a:ext cx="530978" cy="36909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8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010</a:t>
                    </a:r>
                    <a:endParaRPr lang="zh-CN" altLang="en-US" sz="18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86087" name="组合 213"/>
                <p:cNvGrpSpPr/>
                <p:nvPr/>
              </p:nvGrpSpPr>
              <p:grpSpPr bwMode="auto">
                <a:xfrm>
                  <a:off x="3888952" y="2381108"/>
                  <a:ext cx="539936" cy="540349"/>
                  <a:chOff x="928661" y="2571743"/>
                  <a:chExt cx="540000" cy="540000"/>
                </a:xfrm>
              </p:grpSpPr>
              <p:sp>
                <p:nvSpPr>
                  <p:cNvPr id="86110" name="Oval 13"/>
                  <p:cNvSpPr>
                    <a:spLocks noChangeArrowheads="1"/>
                  </p:cNvSpPr>
                  <p:nvPr/>
                </p:nvSpPr>
                <p:spPr bwMode="auto">
                  <a:xfrm>
                    <a:off x="928661" y="2571743"/>
                    <a:ext cx="540000" cy="5400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round/>
                  </a:ln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111" name="矩形 59"/>
                  <p:cNvSpPr>
                    <a:spLocks noChangeArrowheads="1"/>
                  </p:cNvSpPr>
                  <p:nvPr/>
                </p:nvSpPr>
                <p:spPr bwMode="auto">
                  <a:xfrm>
                    <a:off x="937920" y="2643182"/>
                    <a:ext cx="505455" cy="36909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8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111</a:t>
                    </a:r>
                    <a:endParaRPr lang="zh-CN" altLang="en-US" sz="18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86088" name="组合 213"/>
                <p:cNvGrpSpPr/>
                <p:nvPr/>
              </p:nvGrpSpPr>
              <p:grpSpPr bwMode="auto">
                <a:xfrm>
                  <a:off x="2849005" y="2381108"/>
                  <a:ext cx="539936" cy="540349"/>
                  <a:chOff x="928661" y="2571743"/>
                  <a:chExt cx="540000" cy="540000"/>
                </a:xfrm>
              </p:grpSpPr>
              <p:sp>
                <p:nvSpPr>
                  <p:cNvPr id="86108" name="Oval 13"/>
                  <p:cNvSpPr>
                    <a:spLocks noChangeArrowheads="1"/>
                  </p:cNvSpPr>
                  <p:nvPr/>
                </p:nvSpPr>
                <p:spPr bwMode="auto">
                  <a:xfrm>
                    <a:off x="928661" y="2571743"/>
                    <a:ext cx="540000" cy="5400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round/>
                  </a:ln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109" name="矩形 37"/>
                  <p:cNvSpPr>
                    <a:spLocks noChangeArrowheads="1"/>
                  </p:cNvSpPr>
                  <p:nvPr/>
                </p:nvSpPr>
                <p:spPr bwMode="auto">
                  <a:xfrm>
                    <a:off x="937145" y="2643182"/>
                    <a:ext cx="518216" cy="36909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8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011</a:t>
                    </a:r>
                    <a:endParaRPr lang="zh-CN" altLang="en-US" sz="18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86089" name="Line 42"/>
                <p:cNvSpPr>
                  <a:spLocks noChangeShapeType="1"/>
                </p:cNvSpPr>
                <p:nvPr/>
              </p:nvSpPr>
              <p:spPr bwMode="auto">
                <a:xfrm>
                  <a:off x="3857446" y="1880683"/>
                  <a:ext cx="50394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6090" name="Line 42"/>
                <p:cNvSpPr>
                  <a:spLocks noChangeShapeType="1"/>
                </p:cNvSpPr>
                <p:nvPr/>
              </p:nvSpPr>
              <p:spPr bwMode="auto">
                <a:xfrm flipH="1">
                  <a:off x="3388940" y="2667065"/>
                  <a:ext cx="50394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6091" name="Line 42"/>
                <p:cNvSpPr>
                  <a:spLocks noChangeShapeType="1"/>
                </p:cNvSpPr>
                <p:nvPr/>
              </p:nvSpPr>
              <p:spPr bwMode="auto">
                <a:xfrm>
                  <a:off x="2714565" y="2128365"/>
                  <a:ext cx="214290" cy="3242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6092" name="矩形 78"/>
                <p:cNvSpPr>
                  <a:spLocks noChangeArrowheads="1"/>
                </p:cNvSpPr>
                <p:nvPr/>
              </p:nvSpPr>
              <p:spPr bwMode="auto">
                <a:xfrm>
                  <a:off x="2857425" y="1523237"/>
                  <a:ext cx="421910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</a:t>
                  </a:r>
                  <a:r>
                    <a:rPr lang="zh-CN" altLang="en-US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093" name="矩形 87"/>
                <p:cNvSpPr>
                  <a:spLocks noChangeArrowheads="1"/>
                </p:cNvSpPr>
                <p:nvPr/>
              </p:nvSpPr>
              <p:spPr bwMode="auto">
                <a:xfrm>
                  <a:off x="3924754" y="1500174"/>
                  <a:ext cx="421863" cy="3695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</a:t>
                  </a:r>
                  <a:r>
                    <a:rPr lang="zh-CN" altLang="en-US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094" name="矩形 89"/>
                <p:cNvSpPr>
                  <a:spLocks noChangeArrowheads="1"/>
                </p:cNvSpPr>
                <p:nvPr/>
              </p:nvSpPr>
              <p:spPr bwMode="auto">
                <a:xfrm>
                  <a:off x="3468820" y="2673627"/>
                  <a:ext cx="421863" cy="3695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</a:t>
                  </a:r>
                  <a:r>
                    <a:rPr lang="zh-CN" altLang="en-US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095" name="矩形 90"/>
                <p:cNvSpPr>
                  <a:spLocks noChangeArrowheads="1"/>
                </p:cNvSpPr>
                <p:nvPr/>
              </p:nvSpPr>
              <p:spPr bwMode="auto">
                <a:xfrm>
                  <a:off x="2397369" y="2194414"/>
                  <a:ext cx="421910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</a:t>
                  </a:r>
                  <a:r>
                    <a:rPr lang="zh-CN" altLang="en-US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86096" name="组合 213"/>
                <p:cNvGrpSpPr/>
                <p:nvPr/>
              </p:nvGrpSpPr>
              <p:grpSpPr bwMode="auto">
                <a:xfrm>
                  <a:off x="5389386" y="1594726"/>
                  <a:ext cx="539936" cy="540349"/>
                  <a:chOff x="928661" y="2571743"/>
                  <a:chExt cx="540000" cy="540000"/>
                </a:xfrm>
              </p:grpSpPr>
              <p:sp>
                <p:nvSpPr>
                  <p:cNvPr id="86106" name="Oval 13"/>
                  <p:cNvSpPr>
                    <a:spLocks noChangeArrowheads="1"/>
                  </p:cNvSpPr>
                  <p:nvPr/>
                </p:nvSpPr>
                <p:spPr bwMode="auto">
                  <a:xfrm>
                    <a:off x="928661" y="2571743"/>
                    <a:ext cx="540000" cy="5400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round/>
                  </a:ln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107" name="矩形 61"/>
                  <p:cNvSpPr>
                    <a:spLocks noChangeArrowheads="1"/>
                  </p:cNvSpPr>
                  <p:nvPr/>
                </p:nvSpPr>
                <p:spPr bwMode="auto">
                  <a:xfrm>
                    <a:off x="928889" y="2643182"/>
                    <a:ext cx="530978" cy="36909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8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101</a:t>
                    </a:r>
                    <a:endParaRPr lang="zh-CN" altLang="en-US" sz="18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86097" name="Line 42"/>
                <p:cNvSpPr>
                  <a:spLocks noChangeShapeType="1"/>
                </p:cNvSpPr>
                <p:nvPr/>
              </p:nvSpPr>
              <p:spPr bwMode="auto">
                <a:xfrm>
                  <a:off x="4889375" y="1880683"/>
                  <a:ext cx="50394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6098" name="矩形 87"/>
                <p:cNvSpPr>
                  <a:spLocks noChangeArrowheads="1"/>
                </p:cNvSpPr>
                <p:nvPr/>
              </p:nvSpPr>
              <p:spPr bwMode="auto">
                <a:xfrm>
                  <a:off x="4956683" y="1500174"/>
                  <a:ext cx="421863" cy="3695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</a:t>
                  </a:r>
                  <a:r>
                    <a:rPr lang="zh-CN" altLang="en-US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86099" name="组合 213"/>
                <p:cNvGrpSpPr/>
                <p:nvPr/>
              </p:nvGrpSpPr>
              <p:grpSpPr bwMode="auto">
                <a:xfrm>
                  <a:off x="4929134" y="2381119"/>
                  <a:ext cx="539935" cy="540349"/>
                  <a:chOff x="928661" y="2571743"/>
                  <a:chExt cx="540000" cy="540000"/>
                </a:xfrm>
              </p:grpSpPr>
              <p:sp>
                <p:nvSpPr>
                  <p:cNvPr id="86104" name="Oval 13"/>
                  <p:cNvSpPr>
                    <a:spLocks noChangeArrowheads="1"/>
                  </p:cNvSpPr>
                  <p:nvPr/>
                </p:nvSpPr>
                <p:spPr bwMode="auto">
                  <a:xfrm>
                    <a:off x="928661" y="2571743"/>
                    <a:ext cx="540000" cy="5400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>
                    <a:solidFill>
                      <a:srgbClr val="000000"/>
                    </a:solidFill>
                    <a:round/>
                  </a:ln>
                </p:spPr>
                <p:txBody>
                  <a:bodyPr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endParaRPr lang="zh-CN" altLang="en-US" sz="16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86105" name="矩形 59"/>
                  <p:cNvSpPr>
                    <a:spLocks noChangeArrowheads="1"/>
                  </p:cNvSpPr>
                  <p:nvPr/>
                </p:nvSpPr>
                <p:spPr bwMode="auto">
                  <a:xfrm>
                    <a:off x="928716" y="2643182"/>
                    <a:ext cx="518217" cy="36909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fontAlgn="base" hangingPunct="1">
                      <a:spcBef>
                        <a:spcPct val="0"/>
                      </a:spcBef>
                      <a:spcAft>
                        <a:spcPct val="0"/>
                      </a:spcAft>
                      <a:buFontTx/>
                      <a:buNone/>
                    </a:pPr>
                    <a:r>
                      <a:rPr lang="en-US" altLang="zh-CN" sz="1800" b="1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110</a:t>
                    </a:r>
                    <a:endParaRPr lang="zh-CN" altLang="en-US" sz="18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86100" name="Line 42"/>
                <p:cNvSpPr>
                  <a:spLocks noChangeShapeType="1"/>
                </p:cNvSpPr>
                <p:nvPr/>
              </p:nvSpPr>
              <p:spPr bwMode="auto">
                <a:xfrm flipH="1">
                  <a:off x="5397641" y="2127813"/>
                  <a:ext cx="214290" cy="32479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6101" name="Line 42"/>
                <p:cNvSpPr>
                  <a:spLocks noChangeShapeType="1"/>
                </p:cNvSpPr>
                <p:nvPr/>
              </p:nvSpPr>
              <p:spPr bwMode="auto">
                <a:xfrm flipH="1">
                  <a:off x="4429124" y="2667076"/>
                  <a:ext cx="50394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zh-CN" altLang="en-US" sz="16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6102" name="矩形 88"/>
                <p:cNvSpPr>
                  <a:spLocks noChangeArrowheads="1"/>
                </p:cNvSpPr>
                <p:nvPr/>
              </p:nvSpPr>
              <p:spPr bwMode="auto">
                <a:xfrm>
                  <a:off x="5515743" y="2194425"/>
                  <a:ext cx="421863" cy="3695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</a:t>
                  </a:r>
                  <a:r>
                    <a:rPr lang="zh-CN" altLang="en-US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103" name="矩形 89"/>
                <p:cNvSpPr>
                  <a:spLocks noChangeArrowheads="1"/>
                </p:cNvSpPr>
                <p:nvPr/>
              </p:nvSpPr>
              <p:spPr bwMode="auto">
                <a:xfrm>
                  <a:off x="4509004" y="2673638"/>
                  <a:ext cx="421863" cy="3695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/</a:t>
                  </a:r>
                  <a:r>
                    <a:rPr lang="zh-CN" altLang="en-US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zh-CN" sz="18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8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86080" name="组合 17"/>
              <p:cNvGrpSpPr/>
              <p:nvPr/>
            </p:nvGrpSpPr>
            <p:grpSpPr bwMode="auto">
              <a:xfrm>
                <a:off x="1777634" y="1500174"/>
                <a:ext cx="785792" cy="720000"/>
                <a:chOff x="561948" y="3324224"/>
                <a:chExt cx="785799" cy="720333"/>
              </a:xfrm>
            </p:grpSpPr>
            <p:sp>
              <p:nvSpPr>
                <p:cNvPr id="86081" name="矩形 15"/>
                <p:cNvSpPr>
                  <a:spLocks noChangeArrowheads="1"/>
                </p:cNvSpPr>
                <p:nvPr/>
              </p:nvSpPr>
              <p:spPr bwMode="auto">
                <a:xfrm>
                  <a:off x="561948" y="3521164"/>
                  <a:ext cx="78579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fontAlgn="base" hangingPunct="1">
                    <a:spcBef>
                      <a:spcPct val="0"/>
                    </a:spcBef>
                    <a:spcAft>
                      <a:spcPct val="0"/>
                    </a:spcAft>
                    <a:buFontTx/>
                    <a:buNone/>
                  </a:pP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r>
                    <a:rPr lang="en-US" altLang="zh-CN" sz="14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r>
                    <a:rPr lang="en-US" altLang="zh-CN" sz="14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1</a:t>
                  </a:r>
                  <a:r>
                    <a:rPr lang="en-US" altLang="zh-CN" sz="1400" b="1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Q</a:t>
                  </a:r>
                  <a:r>
                    <a:rPr lang="en-US" altLang="zh-CN" sz="1400" b="1" baseline="-2500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0</a:t>
                  </a:r>
                  <a:endParaRPr lang="zh-CN" altLang="en-US" sz="1400" baseline="-25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9" name="椭圆 48"/>
                <p:cNvSpPr/>
                <p:nvPr/>
              </p:nvSpPr>
              <p:spPr>
                <a:xfrm>
                  <a:off x="571474" y="3324224"/>
                  <a:ext cx="720790" cy="721063"/>
                </a:xfrm>
                <a:prstGeom prst="ellipse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</p:grpSp>
        </p:grpSp>
      </p:grpSp>
      <p:grpSp>
        <p:nvGrpSpPr>
          <p:cNvPr id="19" name="组合 93"/>
          <p:cNvGrpSpPr/>
          <p:nvPr/>
        </p:nvGrpSpPr>
        <p:grpSpPr bwMode="auto">
          <a:xfrm>
            <a:off x="1071563" y="4000500"/>
            <a:ext cx="3867150" cy="1785938"/>
            <a:chOff x="1357290" y="4357694"/>
            <a:chExt cx="3867455" cy="1785950"/>
          </a:xfrm>
        </p:grpSpPr>
        <p:cxnSp>
          <p:nvCxnSpPr>
            <p:cNvPr id="90" name="直接连接符 89"/>
            <p:cNvCxnSpPr/>
            <p:nvPr/>
          </p:nvCxnSpPr>
          <p:spPr bwMode="auto">
            <a:xfrm>
              <a:off x="2487679" y="5691203"/>
              <a:ext cx="272754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053" name="组合 48"/>
            <p:cNvGrpSpPr/>
            <p:nvPr/>
          </p:nvGrpSpPr>
          <p:grpSpPr bwMode="auto">
            <a:xfrm rot="5400000">
              <a:off x="3408617" y="5007679"/>
              <a:ext cx="912823" cy="1359107"/>
              <a:chOff x="6216058" y="1781665"/>
              <a:chExt cx="2159015" cy="854015"/>
            </a:xfrm>
          </p:grpSpPr>
          <p:cxnSp>
            <p:nvCxnSpPr>
              <p:cNvPr id="86" name="直接连接符 85"/>
              <p:cNvCxnSpPr/>
              <p:nvPr/>
            </p:nvCxnSpPr>
            <p:spPr>
              <a:xfrm>
                <a:off x="6216066" y="1781251"/>
                <a:ext cx="2159006" cy="199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接连接符 86"/>
              <p:cNvCxnSpPr/>
              <p:nvPr/>
            </p:nvCxnSpPr>
            <p:spPr>
              <a:xfrm>
                <a:off x="6216066" y="2208227"/>
                <a:ext cx="2159006" cy="199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接连接符 87"/>
              <p:cNvCxnSpPr/>
              <p:nvPr/>
            </p:nvCxnSpPr>
            <p:spPr>
              <a:xfrm>
                <a:off x="6216066" y="2633208"/>
                <a:ext cx="2159006" cy="199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5" name="矩形 84"/>
            <p:cNvSpPr/>
            <p:nvPr/>
          </p:nvSpPr>
          <p:spPr bwMode="auto">
            <a:xfrm>
              <a:off x="2487679" y="5230825"/>
              <a:ext cx="2727540" cy="91281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cxnSp>
          <p:nvCxnSpPr>
            <p:cNvPr id="78" name="直接连接符 77"/>
            <p:cNvCxnSpPr>
              <a:stCxn id="82" idx="4"/>
            </p:cNvCxnSpPr>
            <p:nvPr/>
          </p:nvCxnSpPr>
          <p:spPr bwMode="auto">
            <a:xfrm rot="16200000" flipH="1">
              <a:off x="2031256" y="4774400"/>
              <a:ext cx="509590" cy="428659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86056" name="Object 21"/>
            <p:cNvGraphicFramePr>
              <a:graphicFrameLocks noChangeAspect="1"/>
            </p:cNvGraphicFramePr>
            <p:nvPr/>
          </p:nvGraphicFramePr>
          <p:xfrm>
            <a:off x="1952656" y="4929198"/>
            <a:ext cx="247650" cy="2778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029" name="公式" r:id="rId1" imgW="125095" imgH="137795" progId="Equation.3">
                    <p:embed/>
                  </p:oleObj>
                </mc:Choice>
                <mc:Fallback>
                  <p:oleObj name="公式" r:id="rId1" imgW="125095" imgH="137795" progId="Equation.3">
                    <p:embed/>
                    <p:pic>
                      <p:nvPicPr>
                        <p:cNvPr id="0" name="图片 330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2656" y="4929198"/>
                          <a:ext cx="247650" cy="2778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6057" name="Object 3"/>
            <p:cNvGraphicFramePr>
              <a:graphicFrameLocks noChangeAspect="1"/>
            </p:cNvGraphicFramePr>
            <p:nvPr/>
          </p:nvGraphicFramePr>
          <p:xfrm>
            <a:off x="2347903" y="4778388"/>
            <a:ext cx="438147" cy="29368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030" name="公式" r:id="rId3" imgW="338455" imgH="150495" progId="Equation.3">
                    <p:embed/>
                  </p:oleObj>
                </mc:Choice>
                <mc:Fallback>
                  <p:oleObj name="公式" r:id="rId3" imgW="338455" imgH="150495" progId="Equation.3">
                    <p:embed/>
                    <p:pic>
                      <p:nvPicPr>
                        <p:cNvPr id="0" name="图片 330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347903" y="4778388"/>
                          <a:ext cx="438147" cy="29368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6058" name="Object 4"/>
            <p:cNvGraphicFramePr>
              <a:graphicFrameLocks noChangeAspect="1"/>
            </p:cNvGraphicFramePr>
            <p:nvPr/>
          </p:nvGraphicFramePr>
          <p:xfrm>
            <a:off x="1452563" y="4400550"/>
            <a:ext cx="1250950" cy="3095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031" name="公式" r:id="rId5" imgW="1189990" imgH="150495" progId="Equation.3">
                    <p:embed/>
                  </p:oleObj>
                </mc:Choice>
                <mc:Fallback>
                  <p:oleObj name="公式" r:id="rId5" imgW="1189990" imgH="150495" progId="Equation.3">
                    <p:embed/>
                    <p:pic>
                      <p:nvPicPr>
                        <p:cNvPr id="0" name="图片 330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52563" y="4400550"/>
                          <a:ext cx="1250950" cy="3095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2" name="椭圆 81"/>
            <p:cNvSpPr/>
            <p:nvPr/>
          </p:nvSpPr>
          <p:spPr bwMode="auto">
            <a:xfrm>
              <a:off x="1357290" y="4357694"/>
              <a:ext cx="1428863" cy="376241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zh-CN" altLang="en-US" sz="1600" dirty="0">
                  <a:solidFill>
                    <a:srgbClr val="FFFFFF"/>
                  </a:solidFill>
                </a:rPr>
                <a:t>                       </a:t>
              </a:r>
              <a:endParaRPr lang="zh-CN" altLang="en-US" sz="1600" dirty="0">
                <a:solidFill>
                  <a:srgbClr val="FFFFFF"/>
                </a:solidFill>
              </a:endParaRPr>
            </a:p>
          </p:txBody>
        </p:sp>
        <p:sp>
          <p:nvSpPr>
            <p:cNvPr id="86060" name="矩形 101"/>
            <p:cNvSpPr>
              <a:spLocks noChangeArrowheads="1"/>
            </p:cNvSpPr>
            <p:nvPr/>
          </p:nvSpPr>
          <p:spPr bwMode="auto">
            <a:xfrm>
              <a:off x="2643189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61" name="矩形 102"/>
            <p:cNvSpPr>
              <a:spLocks noChangeArrowheads="1"/>
            </p:cNvSpPr>
            <p:nvPr/>
          </p:nvSpPr>
          <p:spPr bwMode="auto">
            <a:xfrm>
              <a:off x="3324904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62" name="矩形 103"/>
            <p:cNvSpPr>
              <a:spLocks noChangeArrowheads="1"/>
            </p:cNvSpPr>
            <p:nvPr/>
          </p:nvSpPr>
          <p:spPr bwMode="auto">
            <a:xfrm>
              <a:off x="4000502" y="4957770"/>
              <a:ext cx="378499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63" name="矩形 104"/>
            <p:cNvSpPr>
              <a:spLocks noChangeArrowheads="1"/>
            </p:cNvSpPr>
            <p:nvPr/>
          </p:nvSpPr>
          <p:spPr bwMode="auto">
            <a:xfrm>
              <a:off x="4682217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64" name="矩形 105"/>
            <p:cNvSpPr>
              <a:spLocks noChangeArrowheads="1"/>
            </p:cNvSpPr>
            <p:nvPr/>
          </p:nvSpPr>
          <p:spPr bwMode="auto">
            <a:xfrm>
              <a:off x="2213069" y="528162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65" name="矩形 106"/>
            <p:cNvSpPr>
              <a:spLocks noChangeArrowheads="1"/>
            </p:cNvSpPr>
            <p:nvPr/>
          </p:nvSpPr>
          <p:spPr bwMode="auto">
            <a:xfrm>
              <a:off x="2213069" y="5728881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66" name="矩形 109"/>
            <p:cNvSpPr>
              <a:spLocks noChangeArrowheads="1"/>
            </p:cNvSpPr>
            <p:nvPr/>
          </p:nvSpPr>
          <p:spPr bwMode="auto">
            <a:xfrm>
              <a:off x="2462227" y="5348295"/>
              <a:ext cx="78581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×××/×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67" name="矩形 110"/>
            <p:cNvSpPr>
              <a:spLocks noChangeArrowheads="1"/>
            </p:cNvSpPr>
            <p:nvPr/>
          </p:nvSpPr>
          <p:spPr bwMode="auto">
            <a:xfrm>
              <a:off x="3214689" y="5281620"/>
              <a:ext cx="65274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100/0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68" name="矩形 111"/>
            <p:cNvSpPr>
              <a:spLocks noChangeArrowheads="1"/>
            </p:cNvSpPr>
            <p:nvPr/>
          </p:nvSpPr>
          <p:spPr bwMode="auto">
            <a:xfrm>
              <a:off x="4572002" y="5286388"/>
              <a:ext cx="65274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101/0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69" name="矩形 112"/>
            <p:cNvSpPr>
              <a:spLocks noChangeArrowheads="1"/>
            </p:cNvSpPr>
            <p:nvPr/>
          </p:nvSpPr>
          <p:spPr bwMode="auto">
            <a:xfrm>
              <a:off x="3905533" y="5281620"/>
              <a:ext cx="65274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001/1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70" name="矩形 155"/>
            <p:cNvSpPr>
              <a:spLocks noChangeArrowheads="1"/>
            </p:cNvSpPr>
            <p:nvPr/>
          </p:nvSpPr>
          <p:spPr bwMode="auto">
            <a:xfrm>
              <a:off x="2548221" y="5728881"/>
              <a:ext cx="65274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010/0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71" name="矩形 156"/>
            <p:cNvSpPr>
              <a:spLocks noChangeArrowheads="1"/>
            </p:cNvSpPr>
            <p:nvPr/>
          </p:nvSpPr>
          <p:spPr bwMode="auto">
            <a:xfrm>
              <a:off x="3214689" y="5728881"/>
              <a:ext cx="64139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110/0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72" name="矩形 157"/>
            <p:cNvSpPr>
              <a:spLocks noChangeArrowheads="1"/>
            </p:cNvSpPr>
            <p:nvPr/>
          </p:nvSpPr>
          <p:spPr bwMode="auto">
            <a:xfrm>
              <a:off x="3905533" y="5728881"/>
              <a:ext cx="64139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011/0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73" name="矩形 158"/>
            <p:cNvSpPr>
              <a:spLocks noChangeArrowheads="1"/>
            </p:cNvSpPr>
            <p:nvPr/>
          </p:nvSpPr>
          <p:spPr bwMode="auto">
            <a:xfrm>
              <a:off x="4572002" y="5733652"/>
              <a:ext cx="63004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111/0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30733" name="矩形 4"/>
          <p:cNvSpPr>
            <a:spLocks noChangeArrowheads="1"/>
          </p:cNvSpPr>
          <p:nvPr/>
        </p:nvSpPr>
        <p:spPr bwMode="auto">
          <a:xfrm>
            <a:off x="1000125" y="3286125"/>
            <a:ext cx="3400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电路次态</a:t>
            </a:r>
            <a:r>
              <a:rPr lang="en-US" altLang="zh-CN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输出卡诺图</a:t>
            </a:r>
            <a:endParaRPr lang="zh-CN" altLang="en-US" sz="2400">
              <a:solidFill>
                <a:srgbClr val="C00000"/>
              </a:solidFill>
            </a:endParaRPr>
          </a:p>
        </p:txBody>
      </p:sp>
      <p:grpSp>
        <p:nvGrpSpPr>
          <p:cNvPr id="21" name="组合 120"/>
          <p:cNvGrpSpPr/>
          <p:nvPr/>
        </p:nvGrpSpPr>
        <p:grpSpPr bwMode="auto">
          <a:xfrm>
            <a:off x="5524500" y="3857625"/>
            <a:ext cx="2476500" cy="1512888"/>
            <a:chOff x="1952656" y="4630747"/>
            <a:chExt cx="2476468" cy="1512900"/>
          </a:xfrm>
        </p:grpSpPr>
        <p:grpSp>
          <p:nvGrpSpPr>
            <p:cNvPr id="86027" name="组合 27"/>
            <p:cNvGrpSpPr/>
            <p:nvPr/>
          </p:nvGrpSpPr>
          <p:grpSpPr bwMode="auto">
            <a:xfrm>
              <a:off x="2487615" y="5230820"/>
              <a:ext cx="1941509" cy="912827"/>
              <a:chOff x="2487615" y="5230820"/>
              <a:chExt cx="2727327" cy="912827"/>
            </a:xfrm>
          </p:grpSpPr>
          <p:cxnSp>
            <p:nvCxnSpPr>
              <p:cNvPr id="141" name="直接连接符 2"/>
              <p:cNvCxnSpPr/>
              <p:nvPr/>
            </p:nvCxnSpPr>
            <p:spPr bwMode="auto">
              <a:xfrm>
                <a:off x="2487646" y="5691206"/>
                <a:ext cx="272729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047" name="组合 48"/>
              <p:cNvGrpSpPr/>
              <p:nvPr/>
            </p:nvGrpSpPr>
            <p:grpSpPr bwMode="auto">
              <a:xfrm rot="5400000">
                <a:off x="3408516" y="5007663"/>
                <a:ext cx="912823" cy="1359146"/>
                <a:chOff x="6216058" y="1781665"/>
                <a:chExt cx="2159015" cy="854015"/>
              </a:xfrm>
            </p:grpSpPr>
            <p:cxnSp>
              <p:nvCxnSpPr>
                <p:cNvPr id="5" name="直接连接符 143"/>
                <p:cNvCxnSpPr/>
                <p:nvPr/>
              </p:nvCxnSpPr>
              <p:spPr>
                <a:xfrm>
                  <a:off x="6216065" y="1782161"/>
                  <a:ext cx="2159008" cy="14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接连接符 144"/>
                <p:cNvCxnSpPr/>
                <p:nvPr/>
              </p:nvCxnSpPr>
              <p:spPr>
                <a:xfrm>
                  <a:off x="6216064" y="2209532"/>
                  <a:ext cx="2159008" cy="140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6" name="直接连接符 145"/>
                <p:cNvCxnSpPr/>
                <p:nvPr/>
              </p:nvCxnSpPr>
              <p:spPr>
                <a:xfrm>
                  <a:off x="6216065" y="2634101"/>
                  <a:ext cx="2159008" cy="14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3" name="矩形 142"/>
              <p:cNvSpPr/>
              <p:nvPr/>
            </p:nvSpPr>
            <p:spPr bwMode="auto">
              <a:xfrm>
                <a:off x="2487646" y="5230827"/>
                <a:ext cx="2727296" cy="912820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123" name="直接连接符 122"/>
            <p:cNvCxnSpPr/>
            <p:nvPr/>
          </p:nvCxnSpPr>
          <p:spPr bwMode="auto">
            <a:xfrm rot="16200000" flipH="1">
              <a:off x="2093143" y="4836333"/>
              <a:ext cx="457204" cy="35718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86029" name="Object 9"/>
            <p:cNvGraphicFramePr>
              <a:graphicFrameLocks noChangeAspect="1"/>
            </p:cNvGraphicFramePr>
            <p:nvPr/>
          </p:nvGraphicFramePr>
          <p:xfrm>
            <a:off x="1952656" y="4929198"/>
            <a:ext cx="247650" cy="2778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032" name="公式" r:id="rId7" imgW="125095" imgH="137795" progId="Equation.3">
                    <p:embed/>
                  </p:oleObj>
                </mc:Choice>
                <mc:Fallback>
                  <p:oleObj name="公式" r:id="rId7" imgW="125095" imgH="137795" progId="Equation.3">
                    <p:embed/>
                    <p:pic>
                      <p:nvPicPr>
                        <p:cNvPr id="0" name="图片 330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2656" y="4929198"/>
                          <a:ext cx="247650" cy="2778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6030" name="Object 10"/>
            <p:cNvGraphicFramePr>
              <a:graphicFrameLocks noChangeAspect="1"/>
            </p:cNvGraphicFramePr>
            <p:nvPr/>
          </p:nvGraphicFramePr>
          <p:xfrm>
            <a:off x="2285984" y="4702185"/>
            <a:ext cx="438150" cy="2936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033" name="公式" r:id="rId9" imgW="338455" imgH="150495" progId="Equation.3">
                    <p:embed/>
                  </p:oleObj>
                </mc:Choice>
                <mc:Fallback>
                  <p:oleObj name="公式" r:id="rId9" imgW="338455" imgH="150495" progId="Equation.3">
                    <p:embed/>
                    <p:pic>
                      <p:nvPicPr>
                        <p:cNvPr id="0" name="图片 3303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85984" y="4702185"/>
                          <a:ext cx="438150" cy="2936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6031" name="Object 11"/>
            <p:cNvGraphicFramePr>
              <a:graphicFrameLocks noChangeAspect="1"/>
            </p:cNvGraphicFramePr>
            <p:nvPr/>
          </p:nvGraphicFramePr>
          <p:xfrm>
            <a:off x="1958958" y="4630747"/>
            <a:ext cx="184150" cy="2270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034" name="公式" r:id="rId11" imgW="37465" imgH="74930" progId="Equation.3">
                    <p:embed/>
                  </p:oleObj>
                </mc:Choice>
                <mc:Fallback>
                  <p:oleObj name="公式" r:id="rId11" imgW="37465" imgH="74930" progId="Equation.3">
                    <p:embed/>
                    <p:pic>
                      <p:nvPicPr>
                        <p:cNvPr id="0" name="图片 3303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8958" y="4630747"/>
                          <a:ext cx="184150" cy="22701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6032" name="矩形 101"/>
            <p:cNvSpPr>
              <a:spLocks noChangeArrowheads="1"/>
            </p:cNvSpPr>
            <p:nvPr/>
          </p:nvSpPr>
          <p:spPr bwMode="auto">
            <a:xfrm>
              <a:off x="2552686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33" name="矩形 102"/>
            <p:cNvSpPr>
              <a:spLocks noChangeArrowheads="1"/>
            </p:cNvSpPr>
            <p:nvPr/>
          </p:nvSpPr>
          <p:spPr bwMode="auto">
            <a:xfrm>
              <a:off x="3047989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34" name="矩形 103"/>
            <p:cNvSpPr>
              <a:spLocks noChangeArrowheads="1"/>
            </p:cNvSpPr>
            <p:nvPr/>
          </p:nvSpPr>
          <p:spPr bwMode="auto">
            <a:xfrm>
              <a:off x="3521984" y="4957770"/>
              <a:ext cx="378499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35" name="矩形 104"/>
            <p:cNvSpPr>
              <a:spLocks noChangeArrowheads="1"/>
            </p:cNvSpPr>
            <p:nvPr/>
          </p:nvSpPr>
          <p:spPr bwMode="auto">
            <a:xfrm>
              <a:off x="4010702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6036" name="矩形 105"/>
            <p:cNvSpPr>
              <a:spLocks noChangeArrowheads="1"/>
            </p:cNvSpPr>
            <p:nvPr/>
          </p:nvSpPr>
          <p:spPr bwMode="auto">
            <a:xfrm>
              <a:off x="2213069" y="528162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37" name="矩形 106"/>
            <p:cNvSpPr>
              <a:spLocks noChangeArrowheads="1"/>
            </p:cNvSpPr>
            <p:nvPr/>
          </p:nvSpPr>
          <p:spPr bwMode="auto">
            <a:xfrm>
              <a:off x="2213069" y="5728881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38" name="矩形 109"/>
            <p:cNvSpPr>
              <a:spLocks noChangeArrowheads="1"/>
            </p:cNvSpPr>
            <p:nvPr/>
          </p:nvSpPr>
          <p:spPr bwMode="auto">
            <a:xfrm>
              <a:off x="2571736" y="5286388"/>
              <a:ext cx="428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39" name="矩形 110"/>
            <p:cNvSpPr>
              <a:spLocks noChangeArrowheads="1"/>
            </p:cNvSpPr>
            <p:nvPr/>
          </p:nvSpPr>
          <p:spPr bwMode="auto">
            <a:xfrm>
              <a:off x="3071802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40" name="矩形 110"/>
            <p:cNvSpPr>
              <a:spLocks noChangeArrowheads="1"/>
            </p:cNvSpPr>
            <p:nvPr/>
          </p:nvSpPr>
          <p:spPr bwMode="auto">
            <a:xfrm>
              <a:off x="3570362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41" name="矩形 110"/>
            <p:cNvSpPr>
              <a:spLocks noChangeArrowheads="1"/>
            </p:cNvSpPr>
            <p:nvPr/>
          </p:nvSpPr>
          <p:spPr bwMode="auto">
            <a:xfrm>
              <a:off x="4070428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42" name="矩形 110"/>
            <p:cNvSpPr>
              <a:spLocks noChangeArrowheads="1"/>
            </p:cNvSpPr>
            <p:nvPr/>
          </p:nvSpPr>
          <p:spPr bwMode="auto">
            <a:xfrm>
              <a:off x="3071802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43" name="矩形 110"/>
            <p:cNvSpPr>
              <a:spLocks noChangeArrowheads="1"/>
            </p:cNvSpPr>
            <p:nvPr/>
          </p:nvSpPr>
          <p:spPr bwMode="auto">
            <a:xfrm>
              <a:off x="3570362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44" name="矩形 110"/>
            <p:cNvSpPr>
              <a:spLocks noChangeArrowheads="1"/>
            </p:cNvSpPr>
            <p:nvPr/>
          </p:nvSpPr>
          <p:spPr bwMode="auto">
            <a:xfrm>
              <a:off x="4070428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45" name="矩形 110"/>
            <p:cNvSpPr>
              <a:spLocks noChangeArrowheads="1"/>
            </p:cNvSpPr>
            <p:nvPr/>
          </p:nvSpPr>
          <p:spPr bwMode="auto">
            <a:xfrm>
              <a:off x="2641668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0735" name="矩形 146"/>
          <p:cNvSpPr>
            <a:spLocks noChangeArrowheads="1"/>
          </p:cNvSpPr>
          <p:nvPr/>
        </p:nvSpPr>
        <p:spPr bwMode="auto">
          <a:xfrm>
            <a:off x="5500688" y="3286125"/>
            <a:ext cx="20780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求输出方程</a:t>
            </a:r>
            <a:endParaRPr lang="zh-CN" altLang="en-US" sz="2400">
              <a:solidFill>
                <a:srgbClr val="6600CC"/>
              </a:solidFill>
            </a:endParaRPr>
          </a:p>
        </p:txBody>
      </p:sp>
      <p:sp>
        <p:nvSpPr>
          <p:cNvPr id="148" name="椭圆 147"/>
          <p:cNvSpPr/>
          <p:nvPr/>
        </p:nvSpPr>
        <p:spPr>
          <a:xfrm>
            <a:off x="7086600" y="4510088"/>
            <a:ext cx="357188" cy="357187"/>
          </a:xfrm>
          <a:prstGeom prst="ellipse">
            <a:avLst/>
          </a:prstGeom>
          <a:noFill/>
          <a:ln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aphicFrame>
        <p:nvGraphicFramePr>
          <p:cNvPr id="149" name="Object 12"/>
          <p:cNvGraphicFramePr>
            <a:graphicFrameLocks noChangeAspect="1"/>
          </p:cNvGraphicFramePr>
          <p:nvPr/>
        </p:nvGraphicFramePr>
        <p:xfrm>
          <a:off x="6275388" y="5613400"/>
          <a:ext cx="1323975" cy="455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035" name="公式" r:id="rId13" imgW="901700" imgH="187960" progId="Equation.3">
                  <p:embed/>
                </p:oleObj>
              </mc:Choice>
              <mc:Fallback>
                <p:oleObj name="公式" r:id="rId13" imgW="901700" imgH="187960" progId="Equation.3">
                  <p:embed/>
                  <p:pic>
                    <p:nvPicPr>
                      <p:cNvPr id="0" name="图片 330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75388" y="5613400"/>
                        <a:ext cx="1323975" cy="4556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6026" name="Text Box 6"/>
          <p:cNvSpPr txBox="1">
            <a:spLocks noChangeArrowheads="1"/>
          </p:cNvSpPr>
          <p:nvPr/>
        </p:nvSpPr>
        <p:spPr bwMode="auto">
          <a:xfrm>
            <a:off x="6300788" y="117475"/>
            <a:ext cx="29352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6.4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时序逻辑电路的设计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0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0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33" grpId="0"/>
      <p:bldP spid="30735" grpId="0"/>
      <p:bldP spid="148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50"/>
          <p:cNvGrpSpPr/>
          <p:nvPr/>
        </p:nvGrpSpPr>
        <p:grpSpPr bwMode="auto">
          <a:xfrm>
            <a:off x="438150" y="596900"/>
            <a:ext cx="2562225" cy="1552575"/>
            <a:chOff x="1866910" y="4591080"/>
            <a:chExt cx="2562214" cy="1552569"/>
          </a:xfrm>
        </p:grpSpPr>
        <p:grpSp>
          <p:nvGrpSpPr>
            <p:cNvPr id="87120" name="组合 27"/>
            <p:cNvGrpSpPr/>
            <p:nvPr/>
          </p:nvGrpSpPr>
          <p:grpSpPr bwMode="auto">
            <a:xfrm>
              <a:off x="2487615" y="5230820"/>
              <a:ext cx="1941509" cy="912829"/>
              <a:chOff x="2487615" y="5230820"/>
              <a:chExt cx="2727327" cy="912829"/>
            </a:xfrm>
          </p:grpSpPr>
          <p:cxnSp>
            <p:nvCxnSpPr>
              <p:cNvPr id="71" name="直接连接符 2"/>
              <p:cNvCxnSpPr/>
              <p:nvPr/>
            </p:nvCxnSpPr>
            <p:spPr bwMode="auto">
              <a:xfrm>
                <a:off x="2487622" y="5691214"/>
                <a:ext cx="27273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140" name="组合 48"/>
              <p:cNvGrpSpPr/>
              <p:nvPr/>
            </p:nvGrpSpPr>
            <p:grpSpPr bwMode="auto">
              <a:xfrm rot="5400000">
                <a:off x="3408516" y="5007665"/>
                <a:ext cx="912823" cy="1359146"/>
                <a:chOff x="6216058" y="1781665"/>
                <a:chExt cx="2159015" cy="854015"/>
              </a:xfrm>
            </p:grpSpPr>
            <p:cxnSp>
              <p:nvCxnSpPr>
                <p:cNvPr id="74" name="直接连接符 73"/>
                <p:cNvCxnSpPr/>
                <p:nvPr/>
              </p:nvCxnSpPr>
              <p:spPr>
                <a:xfrm>
                  <a:off x="6216091" y="1782165"/>
                  <a:ext cx="2158980" cy="14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接连接符 74"/>
                <p:cNvCxnSpPr/>
                <p:nvPr/>
              </p:nvCxnSpPr>
              <p:spPr>
                <a:xfrm>
                  <a:off x="6216090" y="2209539"/>
                  <a:ext cx="2158980" cy="140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直接连接符 75"/>
                <p:cNvCxnSpPr/>
                <p:nvPr/>
              </p:nvCxnSpPr>
              <p:spPr>
                <a:xfrm>
                  <a:off x="6216091" y="2634112"/>
                  <a:ext cx="2158980" cy="14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3" name="矩形 72"/>
              <p:cNvSpPr/>
              <p:nvPr/>
            </p:nvSpPr>
            <p:spPr bwMode="auto">
              <a:xfrm>
                <a:off x="2487622" y="5230841"/>
                <a:ext cx="2727320" cy="912808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53" name="直接连接符 52"/>
            <p:cNvCxnSpPr/>
            <p:nvPr/>
          </p:nvCxnSpPr>
          <p:spPr bwMode="auto">
            <a:xfrm rot="16200000" flipH="1">
              <a:off x="2093128" y="4836348"/>
              <a:ext cx="457198" cy="357186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87122" name="Object 21"/>
            <p:cNvGraphicFramePr>
              <a:graphicFrameLocks noChangeAspect="1"/>
            </p:cNvGraphicFramePr>
            <p:nvPr/>
          </p:nvGraphicFramePr>
          <p:xfrm>
            <a:off x="1952656" y="4929198"/>
            <a:ext cx="247650" cy="2778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34" name="公式" r:id="rId1" imgW="125095" imgH="137795" progId="Equation.3">
                    <p:embed/>
                  </p:oleObj>
                </mc:Choice>
                <mc:Fallback>
                  <p:oleObj name="公式" r:id="rId1" imgW="125095" imgH="137795" progId="Equation.3">
                    <p:embed/>
                    <p:pic>
                      <p:nvPicPr>
                        <p:cNvPr id="0" name="图片 3433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2656" y="4929198"/>
                          <a:ext cx="247650" cy="2778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7123" name="Object 3"/>
            <p:cNvGraphicFramePr>
              <a:graphicFrameLocks noChangeAspect="1"/>
            </p:cNvGraphicFramePr>
            <p:nvPr/>
          </p:nvGraphicFramePr>
          <p:xfrm>
            <a:off x="2285984" y="4702185"/>
            <a:ext cx="438150" cy="2936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35" name="公式" r:id="rId3" imgW="338455" imgH="150495" progId="Equation.3">
                    <p:embed/>
                  </p:oleObj>
                </mc:Choice>
                <mc:Fallback>
                  <p:oleObj name="公式" r:id="rId3" imgW="338455" imgH="150495" progId="Equation.3">
                    <p:embed/>
                    <p:pic>
                      <p:nvPicPr>
                        <p:cNvPr id="0" name="图片 343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85984" y="4702185"/>
                          <a:ext cx="438150" cy="2936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7124" name="Object 4"/>
            <p:cNvGraphicFramePr>
              <a:graphicFrameLocks noChangeAspect="1"/>
            </p:cNvGraphicFramePr>
            <p:nvPr/>
          </p:nvGraphicFramePr>
          <p:xfrm>
            <a:off x="1866910" y="4591080"/>
            <a:ext cx="368300" cy="3079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36" name="公式" r:id="rId5" imgW="238125" imgH="150495" progId="Equation.3">
                    <p:embed/>
                  </p:oleObj>
                </mc:Choice>
                <mc:Fallback>
                  <p:oleObj name="公式" r:id="rId5" imgW="238125" imgH="150495" progId="Equation.3">
                    <p:embed/>
                    <p:pic>
                      <p:nvPicPr>
                        <p:cNvPr id="0" name="图片 343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66910" y="4591080"/>
                          <a:ext cx="368300" cy="3079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7125" name="矩形 101"/>
            <p:cNvSpPr>
              <a:spLocks noChangeArrowheads="1"/>
            </p:cNvSpPr>
            <p:nvPr/>
          </p:nvSpPr>
          <p:spPr bwMode="auto">
            <a:xfrm>
              <a:off x="2552686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126" name="矩形 102"/>
            <p:cNvSpPr>
              <a:spLocks noChangeArrowheads="1"/>
            </p:cNvSpPr>
            <p:nvPr/>
          </p:nvSpPr>
          <p:spPr bwMode="auto">
            <a:xfrm>
              <a:off x="3047989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127" name="矩形 103"/>
            <p:cNvSpPr>
              <a:spLocks noChangeArrowheads="1"/>
            </p:cNvSpPr>
            <p:nvPr/>
          </p:nvSpPr>
          <p:spPr bwMode="auto">
            <a:xfrm>
              <a:off x="3521984" y="4957770"/>
              <a:ext cx="378499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128" name="矩形 104"/>
            <p:cNvSpPr>
              <a:spLocks noChangeArrowheads="1"/>
            </p:cNvSpPr>
            <p:nvPr/>
          </p:nvSpPr>
          <p:spPr bwMode="auto">
            <a:xfrm>
              <a:off x="4010702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129" name="矩形 105"/>
            <p:cNvSpPr>
              <a:spLocks noChangeArrowheads="1"/>
            </p:cNvSpPr>
            <p:nvPr/>
          </p:nvSpPr>
          <p:spPr bwMode="auto">
            <a:xfrm>
              <a:off x="2213069" y="528162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0" name="矩形 106"/>
            <p:cNvSpPr>
              <a:spLocks noChangeArrowheads="1"/>
            </p:cNvSpPr>
            <p:nvPr/>
          </p:nvSpPr>
          <p:spPr bwMode="auto">
            <a:xfrm>
              <a:off x="2213069" y="5728881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1" name="矩形 109"/>
            <p:cNvSpPr>
              <a:spLocks noChangeArrowheads="1"/>
            </p:cNvSpPr>
            <p:nvPr/>
          </p:nvSpPr>
          <p:spPr bwMode="auto">
            <a:xfrm>
              <a:off x="2571736" y="5286388"/>
              <a:ext cx="428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2" name="矩形 110"/>
            <p:cNvSpPr>
              <a:spLocks noChangeArrowheads="1"/>
            </p:cNvSpPr>
            <p:nvPr/>
          </p:nvSpPr>
          <p:spPr bwMode="auto">
            <a:xfrm>
              <a:off x="3071802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3" name="矩形 110"/>
            <p:cNvSpPr>
              <a:spLocks noChangeArrowheads="1"/>
            </p:cNvSpPr>
            <p:nvPr/>
          </p:nvSpPr>
          <p:spPr bwMode="auto">
            <a:xfrm>
              <a:off x="3570362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4" name="矩形 110"/>
            <p:cNvSpPr>
              <a:spLocks noChangeArrowheads="1"/>
            </p:cNvSpPr>
            <p:nvPr/>
          </p:nvSpPr>
          <p:spPr bwMode="auto">
            <a:xfrm>
              <a:off x="4070428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5" name="矩形 110"/>
            <p:cNvSpPr>
              <a:spLocks noChangeArrowheads="1"/>
            </p:cNvSpPr>
            <p:nvPr/>
          </p:nvSpPr>
          <p:spPr bwMode="auto">
            <a:xfrm>
              <a:off x="3071802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6" name="矩形 110"/>
            <p:cNvSpPr>
              <a:spLocks noChangeArrowheads="1"/>
            </p:cNvSpPr>
            <p:nvPr/>
          </p:nvSpPr>
          <p:spPr bwMode="auto">
            <a:xfrm>
              <a:off x="3570362" y="5733652"/>
              <a:ext cx="29848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7" name="矩形 110"/>
            <p:cNvSpPr>
              <a:spLocks noChangeArrowheads="1"/>
            </p:cNvSpPr>
            <p:nvPr/>
          </p:nvSpPr>
          <p:spPr bwMode="auto">
            <a:xfrm>
              <a:off x="4070428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38" name="矩形 110"/>
            <p:cNvSpPr>
              <a:spLocks noChangeArrowheads="1"/>
            </p:cNvSpPr>
            <p:nvPr/>
          </p:nvSpPr>
          <p:spPr bwMode="auto">
            <a:xfrm>
              <a:off x="2641668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87043" name="矩形 76"/>
          <p:cNvSpPr>
            <a:spLocks noChangeArrowheads="1"/>
          </p:cNvSpPr>
          <p:nvPr/>
        </p:nvSpPr>
        <p:spPr bwMode="auto">
          <a:xfrm>
            <a:off x="500063" y="207963"/>
            <a:ext cx="20780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求状态方程</a:t>
            </a:r>
            <a:endParaRPr lang="zh-CN" altLang="en-US" sz="2400">
              <a:solidFill>
                <a:srgbClr val="6600CC"/>
              </a:solidFill>
            </a:endParaRPr>
          </a:p>
        </p:txBody>
      </p:sp>
      <p:graphicFrame>
        <p:nvGraphicFramePr>
          <p:cNvPr id="149" name="Object 8"/>
          <p:cNvGraphicFramePr>
            <a:graphicFrameLocks noChangeAspect="1"/>
          </p:cNvGraphicFramePr>
          <p:nvPr/>
        </p:nvGraphicFramePr>
        <p:xfrm>
          <a:off x="1419225" y="2208213"/>
          <a:ext cx="1033463" cy="4127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337" name="公式" r:id="rId7" imgW="676275" imgH="150495" progId="Equation.3">
                  <p:embed/>
                </p:oleObj>
              </mc:Choice>
              <mc:Fallback>
                <p:oleObj name="公式" r:id="rId7" imgW="676275" imgH="150495" progId="Equation.3">
                  <p:embed/>
                  <p:pic>
                    <p:nvPicPr>
                      <p:cNvPr id="0" name="图片 343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9225" y="2208213"/>
                        <a:ext cx="1033463" cy="4127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1" name="圆角矩形 80"/>
          <p:cNvSpPr/>
          <p:nvPr/>
        </p:nvSpPr>
        <p:spPr>
          <a:xfrm>
            <a:off x="2095500" y="1341438"/>
            <a:ext cx="857250" cy="714375"/>
          </a:xfrm>
          <a:prstGeom prst="roundRect">
            <a:avLst/>
          </a:prstGeom>
          <a:noFill/>
          <a:ln>
            <a:solidFill>
              <a:srgbClr val="66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pSp>
        <p:nvGrpSpPr>
          <p:cNvPr id="19" name="组合 81"/>
          <p:cNvGrpSpPr/>
          <p:nvPr/>
        </p:nvGrpSpPr>
        <p:grpSpPr bwMode="auto">
          <a:xfrm>
            <a:off x="428625" y="2592388"/>
            <a:ext cx="2562225" cy="1544637"/>
            <a:chOff x="1866939" y="4599007"/>
            <a:chExt cx="2562185" cy="1544644"/>
          </a:xfrm>
        </p:grpSpPr>
        <p:grpSp>
          <p:nvGrpSpPr>
            <p:cNvPr id="87095" name="组合 27"/>
            <p:cNvGrpSpPr/>
            <p:nvPr/>
          </p:nvGrpSpPr>
          <p:grpSpPr bwMode="auto">
            <a:xfrm>
              <a:off x="2487615" y="5230820"/>
              <a:ext cx="1941509" cy="912831"/>
              <a:chOff x="2487615" y="5230820"/>
              <a:chExt cx="2727327" cy="912831"/>
            </a:xfrm>
          </p:grpSpPr>
          <p:cxnSp>
            <p:nvCxnSpPr>
              <p:cNvPr id="102" name="直接连接符 2"/>
              <p:cNvCxnSpPr/>
              <p:nvPr/>
            </p:nvCxnSpPr>
            <p:spPr bwMode="auto">
              <a:xfrm>
                <a:off x="2487653" y="5691212"/>
                <a:ext cx="272728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115" name="组合 48"/>
              <p:cNvGrpSpPr/>
              <p:nvPr/>
            </p:nvGrpSpPr>
            <p:grpSpPr bwMode="auto">
              <a:xfrm rot="5400000">
                <a:off x="3408516" y="5007667"/>
                <a:ext cx="912823" cy="1359146"/>
                <a:chOff x="6216058" y="1781665"/>
                <a:chExt cx="2159015" cy="854015"/>
              </a:xfrm>
            </p:grpSpPr>
            <p:cxnSp>
              <p:nvCxnSpPr>
                <p:cNvPr id="105" name="直接连接符 104"/>
                <p:cNvCxnSpPr/>
                <p:nvPr/>
              </p:nvCxnSpPr>
              <p:spPr>
                <a:xfrm>
                  <a:off x="6216073" y="1782160"/>
                  <a:ext cx="2158998" cy="14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接连接符 105"/>
                <p:cNvCxnSpPr/>
                <p:nvPr/>
              </p:nvCxnSpPr>
              <p:spPr>
                <a:xfrm>
                  <a:off x="6216072" y="2209530"/>
                  <a:ext cx="2158998" cy="140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接连接符 106"/>
                <p:cNvCxnSpPr/>
                <p:nvPr/>
              </p:nvCxnSpPr>
              <p:spPr>
                <a:xfrm>
                  <a:off x="6216073" y="2634097"/>
                  <a:ext cx="2158998" cy="14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4" name="矩形 103"/>
              <p:cNvSpPr/>
              <p:nvPr/>
            </p:nvSpPr>
            <p:spPr bwMode="auto">
              <a:xfrm>
                <a:off x="2487653" y="5230835"/>
                <a:ext cx="2727289" cy="91281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84" name="直接连接符 83"/>
            <p:cNvCxnSpPr/>
            <p:nvPr/>
          </p:nvCxnSpPr>
          <p:spPr bwMode="auto">
            <a:xfrm rot="16200000" flipH="1">
              <a:off x="2093150" y="4836343"/>
              <a:ext cx="457202" cy="35718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87097" name="Object 9"/>
            <p:cNvGraphicFramePr>
              <a:graphicFrameLocks noChangeAspect="1"/>
            </p:cNvGraphicFramePr>
            <p:nvPr/>
          </p:nvGraphicFramePr>
          <p:xfrm>
            <a:off x="1952656" y="4929198"/>
            <a:ext cx="247650" cy="2778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38" name="公式" r:id="rId9" imgW="125095" imgH="137795" progId="Equation.3">
                    <p:embed/>
                  </p:oleObj>
                </mc:Choice>
                <mc:Fallback>
                  <p:oleObj name="公式" r:id="rId9" imgW="125095" imgH="137795" progId="Equation.3">
                    <p:embed/>
                    <p:pic>
                      <p:nvPicPr>
                        <p:cNvPr id="0" name="图片 3433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2656" y="4929198"/>
                          <a:ext cx="247650" cy="2778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7098" name="Object 10"/>
            <p:cNvGraphicFramePr>
              <a:graphicFrameLocks noChangeAspect="1"/>
            </p:cNvGraphicFramePr>
            <p:nvPr/>
          </p:nvGraphicFramePr>
          <p:xfrm>
            <a:off x="2285984" y="4702185"/>
            <a:ext cx="438150" cy="2936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39" name="公式" r:id="rId11" imgW="338455" imgH="150495" progId="Equation.3">
                    <p:embed/>
                  </p:oleObj>
                </mc:Choice>
                <mc:Fallback>
                  <p:oleObj name="公式" r:id="rId11" imgW="338455" imgH="150495" progId="Equation.3">
                    <p:embed/>
                    <p:pic>
                      <p:nvPicPr>
                        <p:cNvPr id="0" name="图片 343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85984" y="4702185"/>
                          <a:ext cx="438150" cy="2936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7099" name="Object 11"/>
            <p:cNvGraphicFramePr>
              <a:graphicFrameLocks noChangeAspect="1"/>
            </p:cNvGraphicFramePr>
            <p:nvPr/>
          </p:nvGraphicFramePr>
          <p:xfrm>
            <a:off x="1866939" y="4599007"/>
            <a:ext cx="368300" cy="2921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40" name="公式" r:id="rId13" imgW="238125" imgH="137795" progId="Equation.3">
                    <p:embed/>
                  </p:oleObj>
                </mc:Choice>
                <mc:Fallback>
                  <p:oleObj name="公式" r:id="rId13" imgW="238125" imgH="137795" progId="Equation.3">
                    <p:embed/>
                    <p:pic>
                      <p:nvPicPr>
                        <p:cNvPr id="0" name="图片 343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66939" y="4599007"/>
                          <a:ext cx="368300" cy="2921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7100" name="矩形 101"/>
            <p:cNvSpPr>
              <a:spLocks noChangeArrowheads="1"/>
            </p:cNvSpPr>
            <p:nvPr/>
          </p:nvSpPr>
          <p:spPr bwMode="auto">
            <a:xfrm>
              <a:off x="2552686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101" name="矩形 102"/>
            <p:cNvSpPr>
              <a:spLocks noChangeArrowheads="1"/>
            </p:cNvSpPr>
            <p:nvPr/>
          </p:nvSpPr>
          <p:spPr bwMode="auto">
            <a:xfrm>
              <a:off x="3047989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102" name="矩形 103"/>
            <p:cNvSpPr>
              <a:spLocks noChangeArrowheads="1"/>
            </p:cNvSpPr>
            <p:nvPr/>
          </p:nvSpPr>
          <p:spPr bwMode="auto">
            <a:xfrm>
              <a:off x="3521984" y="4957770"/>
              <a:ext cx="378499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103" name="矩形 104"/>
            <p:cNvSpPr>
              <a:spLocks noChangeArrowheads="1"/>
            </p:cNvSpPr>
            <p:nvPr/>
          </p:nvSpPr>
          <p:spPr bwMode="auto">
            <a:xfrm>
              <a:off x="4010702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104" name="矩形 105"/>
            <p:cNvSpPr>
              <a:spLocks noChangeArrowheads="1"/>
            </p:cNvSpPr>
            <p:nvPr/>
          </p:nvSpPr>
          <p:spPr bwMode="auto">
            <a:xfrm>
              <a:off x="2213069" y="528162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05" name="矩形 106"/>
            <p:cNvSpPr>
              <a:spLocks noChangeArrowheads="1"/>
            </p:cNvSpPr>
            <p:nvPr/>
          </p:nvSpPr>
          <p:spPr bwMode="auto">
            <a:xfrm>
              <a:off x="2213069" y="5728881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06" name="矩形 109"/>
            <p:cNvSpPr>
              <a:spLocks noChangeArrowheads="1"/>
            </p:cNvSpPr>
            <p:nvPr/>
          </p:nvSpPr>
          <p:spPr bwMode="auto">
            <a:xfrm>
              <a:off x="2571736" y="5286388"/>
              <a:ext cx="428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07" name="矩形 110"/>
            <p:cNvSpPr>
              <a:spLocks noChangeArrowheads="1"/>
            </p:cNvSpPr>
            <p:nvPr/>
          </p:nvSpPr>
          <p:spPr bwMode="auto">
            <a:xfrm>
              <a:off x="3071802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08" name="矩形 110"/>
            <p:cNvSpPr>
              <a:spLocks noChangeArrowheads="1"/>
            </p:cNvSpPr>
            <p:nvPr/>
          </p:nvSpPr>
          <p:spPr bwMode="auto">
            <a:xfrm>
              <a:off x="3570362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09" name="矩形 110"/>
            <p:cNvSpPr>
              <a:spLocks noChangeArrowheads="1"/>
            </p:cNvSpPr>
            <p:nvPr/>
          </p:nvSpPr>
          <p:spPr bwMode="auto">
            <a:xfrm>
              <a:off x="4070428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10" name="矩形 110"/>
            <p:cNvSpPr>
              <a:spLocks noChangeArrowheads="1"/>
            </p:cNvSpPr>
            <p:nvPr/>
          </p:nvSpPr>
          <p:spPr bwMode="auto">
            <a:xfrm>
              <a:off x="3071802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11" name="矩形 110"/>
            <p:cNvSpPr>
              <a:spLocks noChangeArrowheads="1"/>
            </p:cNvSpPr>
            <p:nvPr/>
          </p:nvSpPr>
          <p:spPr bwMode="auto">
            <a:xfrm>
              <a:off x="3570362" y="5733652"/>
              <a:ext cx="29848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12" name="矩形 110"/>
            <p:cNvSpPr>
              <a:spLocks noChangeArrowheads="1"/>
            </p:cNvSpPr>
            <p:nvPr/>
          </p:nvSpPr>
          <p:spPr bwMode="auto">
            <a:xfrm>
              <a:off x="4070428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13" name="矩形 110"/>
            <p:cNvSpPr>
              <a:spLocks noChangeArrowheads="1"/>
            </p:cNvSpPr>
            <p:nvPr/>
          </p:nvSpPr>
          <p:spPr bwMode="auto">
            <a:xfrm>
              <a:off x="2641668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08" name="圆角矩形 107"/>
          <p:cNvSpPr/>
          <p:nvPr/>
        </p:nvSpPr>
        <p:spPr>
          <a:xfrm>
            <a:off x="1143000" y="3736975"/>
            <a:ext cx="1800225" cy="334963"/>
          </a:xfrm>
          <a:prstGeom prst="roundRect">
            <a:avLst/>
          </a:prstGeom>
          <a:noFill/>
          <a:ln>
            <a:solidFill>
              <a:srgbClr val="66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pSp>
        <p:nvGrpSpPr>
          <p:cNvPr id="22" name="组合 108"/>
          <p:cNvGrpSpPr/>
          <p:nvPr/>
        </p:nvGrpSpPr>
        <p:grpSpPr bwMode="auto">
          <a:xfrm>
            <a:off x="438150" y="4592638"/>
            <a:ext cx="2562225" cy="1544637"/>
            <a:chOff x="1866910" y="4598993"/>
            <a:chExt cx="2562214" cy="1544658"/>
          </a:xfrm>
        </p:grpSpPr>
        <p:grpSp>
          <p:nvGrpSpPr>
            <p:cNvPr id="87070" name="组合 27"/>
            <p:cNvGrpSpPr/>
            <p:nvPr/>
          </p:nvGrpSpPr>
          <p:grpSpPr bwMode="auto">
            <a:xfrm>
              <a:off x="2487615" y="5230820"/>
              <a:ext cx="1941509" cy="912831"/>
              <a:chOff x="2487615" y="5230820"/>
              <a:chExt cx="2727327" cy="912831"/>
            </a:xfrm>
          </p:grpSpPr>
          <p:cxnSp>
            <p:nvCxnSpPr>
              <p:cNvPr id="129" name="直接连接符 2"/>
              <p:cNvCxnSpPr/>
              <p:nvPr/>
            </p:nvCxnSpPr>
            <p:spPr bwMode="auto">
              <a:xfrm>
                <a:off x="2487622" y="5691208"/>
                <a:ext cx="27273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090" name="组合 48"/>
              <p:cNvGrpSpPr/>
              <p:nvPr/>
            </p:nvGrpSpPr>
            <p:grpSpPr bwMode="auto">
              <a:xfrm rot="5400000">
                <a:off x="3408516" y="5007667"/>
                <a:ext cx="912823" cy="1359146"/>
                <a:chOff x="6216058" y="1781665"/>
                <a:chExt cx="2159015" cy="854015"/>
              </a:xfrm>
            </p:grpSpPr>
            <p:cxnSp>
              <p:nvCxnSpPr>
                <p:cNvPr id="132" name="直接连接符 131"/>
                <p:cNvCxnSpPr/>
                <p:nvPr/>
              </p:nvCxnSpPr>
              <p:spPr>
                <a:xfrm>
                  <a:off x="6216053" y="1782165"/>
                  <a:ext cx="2159017" cy="14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接连接符 132"/>
                <p:cNvCxnSpPr/>
                <p:nvPr/>
              </p:nvCxnSpPr>
              <p:spPr>
                <a:xfrm>
                  <a:off x="6216052" y="2209539"/>
                  <a:ext cx="2159017" cy="140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接连接符 133"/>
                <p:cNvCxnSpPr/>
                <p:nvPr/>
              </p:nvCxnSpPr>
              <p:spPr>
                <a:xfrm>
                  <a:off x="6216053" y="2634112"/>
                  <a:ext cx="2159017" cy="14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1" name="矩形 130"/>
              <p:cNvSpPr/>
              <p:nvPr/>
            </p:nvSpPr>
            <p:spPr bwMode="auto">
              <a:xfrm>
                <a:off x="2487622" y="5230827"/>
                <a:ext cx="2727320" cy="912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111" name="直接连接符 110"/>
            <p:cNvCxnSpPr/>
            <p:nvPr/>
          </p:nvCxnSpPr>
          <p:spPr bwMode="auto">
            <a:xfrm rot="16200000" flipH="1">
              <a:off x="2093124" y="4836330"/>
              <a:ext cx="457206" cy="357186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87072" name="Object 12"/>
            <p:cNvGraphicFramePr>
              <a:graphicFrameLocks noChangeAspect="1"/>
            </p:cNvGraphicFramePr>
            <p:nvPr/>
          </p:nvGraphicFramePr>
          <p:xfrm>
            <a:off x="1952656" y="4929198"/>
            <a:ext cx="247650" cy="2778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41" name="公式" r:id="rId15" imgW="125095" imgH="137795" progId="Equation.3">
                    <p:embed/>
                  </p:oleObj>
                </mc:Choice>
                <mc:Fallback>
                  <p:oleObj name="公式" r:id="rId15" imgW="125095" imgH="137795" progId="Equation.3">
                    <p:embed/>
                    <p:pic>
                      <p:nvPicPr>
                        <p:cNvPr id="0" name="图片 343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2656" y="4929198"/>
                          <a:ext cx="247650" cy="2778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7073" name="Object 13"/>
            <p:cNvGraphicFramePr>
              <a:graphicFrameLocks noChangeAspect="1"/>
            </p:cNvGraphicFramePr>
            <p:nvPr/>
          </p:nvGraphicFramePr>
          <p:xfrm>
            <a:off x="2285984" y="4702185"/>
            <a:ext cx="438150" cy="2936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42" name="公式" r:id="rId17" imgW="338455" imgH="150495" progId="Equation.3">
                    <p:embed/>
                  </p:oleObj>
                </mc:Choice>
                <mc:Fallback>
                  <p:oleObj name="公式" r:id="rId17" imgW="338455" imgH="150495" progId="Equation.3">
                    <p:embed/>
                    <p:pic>
                      <p:nvPicPr>
                        <p:cNvPr id="0" name="图片 343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85984" y="4702185"/>
                          <a:ext cx="438150" cy="2936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7074" name="Object 14"/>
            <p:cNvGraphicFramePr>
              <a:graphicFrameLocks noChangeAspect="1"/>
            </p:cNvGraphicFramePr>
            <p:nvPr/>
          </p:nvGraphicFramePr>
          <p:xfrm>
            <a:off x="1866910" y="4598993"/>
            <a:ext cx="368300" cy="2921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43" name="公式" r:id="rId19" imgW="238125" imgH="137795" progId="Equation.3">
                    <p:embed/>
                  </p:oleObj>
                </mc:Choice>
                <mc:Fallback>
                  <p:oleObj name="公式" r:id="rId19" imgW="238125" imgH="137795" progId="Equation.3">
                    <p:embed/>
                    <p:pic>
                      <p:nvPicPr>
                        <p:cNvPr id="0" name="图片 343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66910" y="4598993"/>
                          <a:ext cx="368300" cy="2921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7075" name="矩形 101"/>
            <p:cNvSpPr>
              <a:spLocks noChangeArrowheads="1"/>
            </p:cNvSpPr>
            <p:nvPr/>
          </p:nvSpPr>
          <p:spPr bwMode="auto">
            <a:xfrm>
              <a:off x="2552686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076" name="矩形 102"/>
            <p:cNvSpPr>
              <a:spLocks noChangeArrowheads="1"/>
            </p:cNvSpPr>
            <p:nvPr/>
          </p:nvSpPr>
          <p:spPr bwMode="auto">
            <a:xfrm>
              <a:off x="3047989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077" name="矩形 103"/>
            <p:cNvSpPr>
              <a:spLocks noChangeArrowheads="1"/>
            </p:cNvSpPr>
            <p:nvPr/>
          </p:nvSpPr>
          <p:spPr bwMode="auto">
            <a:xfrm>
              <a:off x="3521984" y="4957770"/>
              <a:ext cx="378499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078" name="矩形 104"/>
            <p:cNvSpPr>
              <a:spLocks noChangeArrowheads="1"/>
            </p:cNvSpPr>
            <p:nvPr/>
          </p:nvSpPr>
          <p:spPr bwMode="auto">
            <a:xfrm>
              <a:off x="4010702" y="4957770"/>
              <a:ext cx="389847" cy="338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079" name="矩形 105"/>
            <p:cNvSpPr>
              <a:spLocks noChangeArrowheads="1"/>
            </p:cNvSpPr>
            <p:nvPr/>
          </p:nvSpPr>
          <p:spPr bwMode="auto">
            <a:xfrm>
              <a:off x="2213069" y="528162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0" name="矩形 106"/>
            <p:cNvSpPr>
              <a:spLocks noChangeArrowheads="1"/>
            </p:cNvSpPr>
            <p:nvPr/>
          </p:nvSpPr>
          <p:spPr bwMode="auto">
            <a:xfrm>
              <a:off x="2213069" y="5728881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1" name="矩形 109"/>
            <p:cNvSpPr>
              <a:spLocks noChangeArrowheads="1"/>
            </p:cNvSpPr>
            <p:nvPr/>
          </p:nvSpPr>
          <p:spPr bwMode="auto">
            <a:xfrm>
              <a:off x="2571736" y="5286388"/>
              <a:ext cx="428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2" name="矩形 110"/>
            <p:cNvSpPr>
              <a:spLocks noChangeArrowheads="1"/>
            </p:cNvSpPr>
            <p:nvPr/>
          </p:nvSpPr>
          <p:spPr bwMode="auto">
            <a:xfrm>
              <a:off x="3071802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3" name="矩形 110"/>
            <p:cNvSpPr>
              <a:spLocks noChangeArrowheads="1"/>
            </p:cNvSpPr>
            <p:nvPr/>
          </p:nvSpPr>
          <p:spPr bwMode="auto">
            <a:xfrm>
              <a:off x="3570362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4" name="矩形 110"/>
            <p:cNvSpPr>
              <a:spLocks noChangeArrowheads="1"/>
            </p:cNvSpPr>
            <p:nvPr/>
          </p:nvSpPr>
          <p:spPr bwMode="auto">
            <a:xfrm>
              <a:off x="4070428" y="528638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5" name="矩形 110"/>
            <p:cNvSpPr>
              <a:spLocks noChangeArrowheads="1"/>
            </p:cNvSpPr>
            <p:nvPr/>
          </p:nvSpPr>
          <p:spPr bwMode="auto">
            <a:xfrm>
              <a:off x="3071802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6" name="矩形 110"/>
            <p:cNvSpPr>
              <a:spLocks noChangeArrowheads="1"/>
            </p:cNvSpPr>
            <p:nvPr/>
          </p:nvSpPr>
          <p:spPr bwMode="auto">
            <a:xfrm>
              <a:off x="3570362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7" name="矩形 110"/>
            <p:cNvSpPr>
              <a:spLocks noChangeArrowheads="1"/>
            </p:cNvSpPr>
            <p:nvPr/>
          </p:nvSpPr>
          <p:spPr bwMode="auto">
            <a:xfrm>
              <a:off x="4070428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88" name="矩形 110"/>
            <p:cNvSpPr>
              <a:spLocks noChangeArrowheads="1"/>
            </p:cNvSpPr>
            <p:nvPr/>
          </p:nvSpPr>
          <p:spPr bwMode="auto">
            <a:xfrm>
              <a:off x="2641668" y="5733652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35" name="圆角矩形 134"/>
          <p:cNvSpPr/>
          <p:nvPr/>
        </p:nvSpPr>
        <p:spPr>
          <a:xfrm>
            <a:off x="2614613" y="5329238"/>
            <a:ext cx="309562" cy="714375"/>
          </a:xfrm>
          <a:prstGeom prst="roundRect">
            <a:avLst/>
          </a:prstGeom>
          <a:noFill/>
          <a:ln>
            <a:solidFill>
              <a:srgbClr val="66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136" name="圆角矩形 135"/>
          <p:cNvSpPr/>
          <p:nvPr/>
        </p:nvSpPr>
        <p:spPr>
          <a:xfrm>
            <a:off x="1643063" y="5351463"/>
            <a:ext cx="309562" cy="714375"/>
          </a:xfrm>
          <a:prstGeom prst="roundRect">
            <a:avLst/>
          </a:prstGeom>
          <a:noFill/>
          <a:ln>
            <a:solidFill>
              <a:srgbClr val="66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aphicFrame>
        <p:nvGraphicFramePr>
          <p:cNvPr id="10" name="Object 15"/>
          <p:cNvGraphicFramePr>
            <a:graphicFrameLocks noChangeAspect="1"/>
          </p:cNvGraphicFramePr>
          <p:nvPr/>
        </p:nvGraphicFramePr>
        <p:xfrm>
          <a:off x="1428750" y="4162425"/>
          <a:ext cx="1033463" cy="392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344" name="公式" r:id="rId21" imgW="676275" imgH="137795" progId="Equation.3">
                  <p:embed/>
                </p:oleObj>
              </mc:Choice>
              <mc:Fallback>
                <p:oleObj name="公式" r:id="rId21" imgW="676275" imgH="137795" progId="Equation.3">
                  <p:embed/>
                  <p:pic>
                    <p:nvPicPr>
                      <p:cNvPr id="0" name="图片 343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28750" y="4162425"/>
                        <a:ext cx="1033463" cy="392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" name="Object 16"/>
          <p:cNvGraphicFramePr>
            <a:graphicFrameLocks noChangeAspect="1"/>
          </p:cNvGraphicFramePr>
          <p:nvPr/>
        </p:nvGraphicFramePr>
        <p:xfrm>
          <a:off x="809625" y="6186488"/>
          <a:ext cx="2130425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345" name="公式" r:id="rId23" imgW="1553210" imgH="187960" progId="Equation.3">
                  <p:embed/>
                </p:oleObj>
              </mc:Choice>
              <mc:Fallback>
                <p:oleObj name="公式" r:id="rId23" imgW="1553210" imgH="187960" progId="Equation.3">
                  <p:embed/>
                  <p:pic>
                    <p:nvPicPr>
                      <p:cNvPr id="0" name="图片 343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9625" y="6186488"/>
                        <a:ext cx="2130425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8" name="矩形 4"/>
          <p:cNvSpPr>
            <a:spLocks noChangeArrowheads="1"/>
          </p:cNvSpPr>
          <p:nvPr/>
        </p:nvSpPr>
        <p:spPr bwMode="auto">
          <a:xfrm>
            <a:off x="4738688" y="207963"/>
            <a:ext cx="19764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自启动检查</a:t>
            </a:r>
            <a:endParaRPr lang="zh-CN" altLang="en-US" sz="2400">
              <a:solidFill>
                <a:srgbClr val="6600CC"/>
              </a:solidFill>
            </a:endParaRPr>
          </a:p>
        </p:txBody>
      </p:sp>
      <p:grpSp>
        <p:nvGrpSpPr>
          <p:cNvPr id="25" name="组合 92"/>
          <p:cNvGrpSpPr/>
          <p:nvPr/>
        </p:nvGrpSpPr>
        <p:grpSpPr bwMode="auto">
          <a:xfrm>
            <a:off x="5357813" y="708025"/>
            <a:ext cx="1397000" cy="785813"/>
            <a:chOff x="4286248" y="1571613"/>
            <a:chExt cx="1397148" cy="785818"/>
          </a:xfrm>
        </p:grpSpPr>
        <p:sp>
          <p:nvSpPr>
            <p:cNvPr id="87066" name="Oval 13"/>
            <p:cNvSpPr>
              <a:spLocks noChangeArrowheads="1"/>
            </p:cNvSpPr>
            <p:nvPr/>
          </p:nvSpPr>
          <p:spPr bwMode="auto">
            <a:xfrm>
              <a:off x="5143504" y="1633525"/>
              <a:ext cx="539892" cy="540345"/>
            </a:xfrm>
            <a:prstGeom prst="ellipse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rou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67" name="矩形 65"/>
            <p:cNvSpPr>
              <a:spLocks noChangeArrowheads="1"/>
            </p:cNvSpPr>
            <p:nvPr/>
          </p:nvSpPr>
          <p:spPr bwMode="auto">
            <a:xfrm>
              <a:off x="5143504" y="1714488"/>
              <a:ext cx="53091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000</a:t>
              </a:r>
              <a:endParaRPr lang="zh-CN" altLang="en-US" sz="18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任意多边形 90"/>
            <p:cNvSpPr/>
            <p:nvPr/>
          </p:nvSpPr>
          <p:spPr>
            <a:xfrm>
              <a:off x="4695866" y="1571613"/>
              <a:ext cx="643005" cy="785818"/>
            </a:xfrm>
            <a:custGeom>
              <a:avLst/>
              <a:gdLst>
                <a:gd name="connsiteX0" fmla="*/ 528637 w 614362"/>
                <a:gd name="connsiteY0" fmla="*/ 138112 h 920749"/>
                <a:gd name="connsiteX1" fmla="*/ 204787 w 614362"/>
                <a:gd name="connsiteY1" fmla="*/ 52387 h 920749"/>
                <a:gd name="connsiteX2" fmla="*/ 14287 w 614362"/>
                <a:gd name="connsiteY2" fmla="*/ 452437 h 920749"/>
                <a:gd name="connsiteX3" fmla="*/ 290512 w 614362"/>
                <a:gd name="connsiteY3" fmla="*/ 881062 h 920749"/>
                <a:gd name="connsiteX4" fmla="*/ 614362 w 614362"/>
                <a:gd name="connsiteY4" fmla="*/ 690562 h 920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4362" h="920749">
                  <a:moveTo>
                    <a:pt x="528637" y="138112"/>
                  </a:moveTo>
                  <a:cubicBezTo>
                    <a:pt x="409574" y="69056"/>
                    <a:pt x="290512" y="0"/>
                    <a:pt x="204787" y="52387"/>
                  </a:cubicBezTo>
                  <a:cubicBezTo>
                    <a:pt x="119062" y="104775"/>
                    <a:pt x="0" y="314325"/>
                    <a:pt x="14287" y="452437"/>
                  </a:cubicBezTo>
                  <a:cubicBezTo>
                    <a:pt x="28575" y="590550"/>
                    <a:pt x="190500" y="841375"/>
                    <a:pt x="290512" y="881062"/>
                  </a:cubicBezTo>
                  <a:cubicBezTo>
                    <a:pt x="390524" y="920749"/>
                    <a:pt x="502443" y="805655"/>
                    <a:pt x="614362" y="690562"/>
                  </a:cubicBezTo>
                </a:path>
              </a:pathLst>
            </a:custGeom>
            <a:ln w="19050">
              <a:solidFill>
                <a:schemeClr val="tx1"/>
              </a:solidFill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7069" name="矩形 78"/>
            <p:cNvSpPr>
              <a:spLocks noChangeArrowheads="1"/>
            </p:cNvSpPr>
            <p:nvPr/>
          </p:nvSpPr>
          <p:spPr bwMode="auto">
            <a:xfrm>
              <a:off x="4286248" y="1714488"/>
              <a:ext cx="421876" cy="369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zh-CN" altLang="en-US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18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94" name="矩形 93"/>
          <p:cNvSpPr>
            <a:spLocks noChangeArrowheads="1"/>
          </p:cNvSpPr>
          <p:nvPr/>
        </p:nvSpPr>
        <p:spPr bwMode="auto">
          <a:xfrm>
            <a:off x="5286375" y="1636713"/>
            <a:ext cx="23510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400" b="1" i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电路不能自启动</a:t>
            </a:r>
            <a:endParaRPr lang="zh-CN" altLang="en-US" sz="2400" i="1">
              <a:solidFill>
                <a:srgbClr val="C00000"/>
              </a:solidFill>
            </a:endParaRPr>
          </a:p>
        </p:txBody>
      </p:sp>
      <p:sp>
        <p:nvSpPr>
          <p:cNvPr id="95" name="圆角矩形 94"/>
          <p:cNvSpPr/>
          <p:nvPr/>
        </p:nvSpPr>
        <p:spPr>
          <a:xfrm>
            <a:off x="1143000" y="3351213"/>
            <a:ext cx="309563" cy="714375"/>
          </a:xfrm>
          <a:prstGeom prst="round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sp>
        <p:nvSpPr>
          <p:cNvPr id="96" name="矩形 4"/>
          <p:cNvSpPr>
            <a:spLocks noChangeArrowheads="1"/>
          </p:cNvSpPr>
          <p:nvPr/>
        </p:nvSpPr>
        <p:spPr bwMode="auto">
          <a:xfrm>
            <a:off x="4738688" y="2536825"/>
            <a:ext cx="19764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自启动设计</a:t>
            </a:r>
            <a:endParaRPr lang="zh-CN" altLang="en-US" sz="2400">
              <a:solidFill>
                <a:srgbClr val="6600CC"/>
              </a:solidFill>
            </a:endParaRPr>
          </a:p>
        </p:txBody>
      </p:sp>
      <p:graphicFrame>
        <p:nvGraphicFramePr>
          <p:cNvPr id="12" name="Object 88"/>
          <p:cNvGraphicFramePr>
            <a:graphicFrameLocks noChangeAspect="1"/>
          </p:cNvGraphicFramePr>
          <p:nvPr/>
        </p:nvGraphicFramePr>
        <p:xfrm>
          <a:off x="5143500" y="3036888"/>
          <a:ext cx="1033463" cy="4127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346" name="公式" r:id="rId25" imgW="676275" imgH="150495" progId="Equation.3">
                  <p:embed/>
                </p:oleObj>
              </mc:Choice>
              <mc:Fallback>
                <p:oleObj name="公式" r:id="rId25" imgW="676275" imgH="150495" progId="Equation.3">
                  <p:embed/>
                  <p:pic>
                    <p:nvPicPr>
                      <p:cNvPr id="0" name="图片 343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43500" y="3036888"/>
                        <a:ext cx="1033463" cy="4127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" name="Object 89"/>
          <p:cNvGraphicFramePr>
            <a:graphicFrameLocks noChangeAspect="1"/>
          </p:cNvGraphicFramePr>
          <p:nvPr/>
        </p:nvGraphicFramePr>
        <p:xfrm>
          <a:off x="5143500" y="3965575"/>
          <a:ext cx="2130425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347" name="公式" r:id="rId27" imgW="1553210" imgH="187960" progId="Equation.3">
                  <p:embed/>
                </p:oleObj>
              </mc:Choice>
              <mc:Fallback>
                <p:oleObj name="公式" r:id="rId27" imgW="1553210" imgH="187960" progId="Equation.3">
                  <p:embed/>
                  <p:pic>
                    <p:nvPicPr>
                      <p:cNvPr id="0" name="图片 343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43500" y="3965575"/>
                        <a:ext cx="2130425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6" name="组合 162"/>
          <p:cNvGrpSpPr/>
          <p:nvPr/>
        </p:nvGrpSpPr>
        <p:grpSpPr bwMode="auto">
          <a:xfrm>
            <a:off x="3500438" y="3338513"/>
            <a:ext cx="3500437" cy="584200"/>
            <a:chOff x="3500430" y="3339092"/>
            <a:chExt cx="3500462" cy="583646"/>
          </a:xfrm>
        </p:grpSpPr>
        <p:graphicFrame>
          <p:nvGraphicFramePr>
            <p:cNvPr id="87062" name="Object 90"/>
            <p:cNvGraphicFramePr>
              <a:graphicFrameLocks noChangeAspect="1"/>
            </p:cNvGraphicFramePr>
            <p:nvPr/>
          </p:nvGraphicFramePr>
          <p:xfrm>
            <a:off x="5141929" y="3465538"/>
            <a:ext cx="1858963" cy="457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348" name="公式" r:id="rId29" imgW="1340485" imgH="187960" progId="Equation.3">
                    <p:embed/>
                  </p:oleObj>
                </mc:Choice>
                <mc:Fallback>
                  <p:oleObj name="公式" r:id="rId29" imgW="1340485" imgH="187960" progId="Equation.3">
                    <p:embed/>
                    <p:pic>
                      <p:nvPicPr>
                        <p:cNvPr id="0" name="图片 343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41929" y="3465538"/>
                          <a:ext cx="1858963" cy="457200"/>
                        </a:xfrm>
                        <a:prstGeom prst="rect">
                          <a:avLst/>
                        </a:prstGeom>
                        <a:solidFill>
                          <a:srgbClr val="FF99FF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87063" name="组合 161"/>
            <p:cNvGrpSpPr/>
            <p:nvPr/>
          </p:nvGrpSpPr>
          <p:grpSpPr bwMode="auto">
            <a:xfrm>
              <a:off x="3500430" y="3339092"/>
              <a:ext cx="1000132" cy="512208"/>
              <a:chOff x="3500430" y="3339092"/>
              <a:chExt cx="1000132" cy="512208"/>
            </a:xfrm>
          </p:grpSpPr>
          <p:sp>
            <p:nvSpPr>
              <p:cNvPr id="97" name="右箭头 96"/>
              <p:cNvSpPr/>
              <p:nvPr/>
            </p:nvSpPr>
            <p:spPr>
              <a:xfrm>
                <a:off x="3500430" y="3637259"/>
                <a:ext cx="1000132" cy="214109"/>
              </a:xfrm>
              <a:prstGeom prst="rightArrow">
                <a:avLst/>
              </a:prstGeom>
              <a:solidFill>
                <a:srgbClr val="FFFF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  <p:sp>
            <p:nvSpPr>
              <p:cNvPr id="87065" name="矩形 100"/>
              <p:cNvSpPr>
                <a:spLocks noChangeArrowheads="1"/>
              </p:cNvSpPr>
              <p:nvPr/>
            </p:nvSpPr>
            <p:spPr bwMode="auto">
              <a:xfrm>
                <a:off x="3643306" y="3339092"/>
                <a:ext cx="64953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zh-CN" altLang="en-US" sz="1800" b="1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修改</a:t>
                </a:r>
                <a:endParaRPr lang="zh-CN" altLang="en-US" sz="1800">
                  <a:solidFill>
                    <a:srgbClr val="FF0000"/>
                  </a:solidFill>
                </a:endParaRPr>
              </a:p>
            </p:txBody>
          </p:sp>
        </p:grpSp>
      </p:grpSp>
      <p:pic>
        <p:nvPicPr>
          <p:cNvPr id="31835" name="Picture 91"/>
          <p:cNvPicPr>
            <a:picLocks noChangeAspect="1" noChangeArrowheads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4838" y="4725988"/>
            <a:ext cx="3657600" cy="1839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31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108" grpId="0" animBg="1"/>
      <p:bldP spid="135" grpId="0" animBg="1"/>
      <p:bldP spid="136" grpId="0" animBg="1"/>
      <p:bldP spid="88" grpId="0"/>
      <p:bldP spid="94" grpId="0"/>
      <p:bldP spid="95" grpId="0" animBg="1"/>
      <p:bldP spid="96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TextBox 1"/>
          <p:cNvSpPr txBox="1">
            <a:spLocks noChangeArrowheads="1"/>
          </p:cNvSpPr>
          <p:nvPr/>
        </p:nvSpPr>
        <p:spPr bwMode="auto">
          <a:xfrm>
            <a:off x="971550" y="2133600"/>
            <a:ext cx="7200900" cy="175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00B050"/>
                </a:solidFill>
              </a:rPr>
              <a:t>练习：试设计一个</a:t>
            </a:r>
            <a:r>
              <a:rPr lang="en-US" altLang="zh-CN" sz="3600" b="1">
                <a:solidFill>
                  <a:srgbClr val="00B050"/>
                </a:solidFill>
              </a:rPr>
              <a:t>8421</a:t>
            </a:r>
            <a:r>
              <a:rPr lang="zh-CN" altLang="en-US" sz="3600" b="1">
                <a:solidFill>
                  <a:srgbClr val="00B050"/>
                </a:solidFill>
              </a:rPr>
              <a:t>编码的异步十进制减法计数器，并检查其是否能够自启动。</a:t>
            </a:r>
            <a:endParaRPr lang="zh-CN" altLang="en-US" sz="3600" b="1">
              <a:solidFill>
                <a:srgbClr val="00B050"/>
              </a:solidFill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Text Box 6"/>
          <p:cNvSpPr txBox="1">
            <a:spLocks noChangeArrowheads="1"/>
          </p:cNvSpPr>
          <p:nvPr/>
        </p:nvSpPr>
        <p:spPr bwMode="auto">
          <a:xfrm>
            <a:off x="71438" y="139700"/>
            <a:ext cx="74295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36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36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36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  <p:sp>
        <p:nvSpPr>
          <p:cNvPr id="3" name="Text Box 8"/>
          <p:cNvSpPr txBox="1">
            <a:spLocks noChangeArrowheads="1"/>
          </p:cNvSpPr>
          <p:nvPr/>
        </p:nvSpPr>
        <p:spPr bwMode="auto">
          <a:xfrm>
            <a:off x="500063" y="857250"/>
            <a:ext cx="55006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一、移位寄存器型计数器</a:t>
            </a:r>
            <a:endParaRPr lang="zh-CN" altLang="en-US" sz="28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1271588" y="1395413"/>
            <a:ext cx="17287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基本思想</a:t>
            </a:r>
            <a:endParaRPr lang="zh-CN" altLang="en-US" sz="2400">
              <a:solidFill>
                <a:srgbClr val="FF0000"/>
              </a:solidFill>
            </a:endParaRPr>
          </a:p>
        </p:txBody>
      </p:sp>
      <p:grpSp>
        <p:nvGrpSpPr>
          <p:cNvPr id="2" name="组合 29"/>
          <p:cNvGrpSpPr/>
          <p:nvPr/>
        </p:nvGrpSpPr>
        <p:grpSpPr bwMode="auto">
          <a:xfrm>
            <a:off x="1571625" y="1928813"/>
            <a:ext cx="4429125" cy="2357437"/>
            <a:chOff x="1071538" y="1857364"/>
            <a:chExt cx="4429156" cy="2357454"/>
          </a:xfrm>
        </p:grpSpPr>
        <p:sp>
          <p:nvSpPr>
            <p:cNvPr id="5" name="矩形 4"/>
            <p:cNvSpPr/>
            <p:nvPr/>
          </p:nvSpPr>
          <p:spPr>
            <a:xfrm>
              <a:off x="2357422" y="2928934"/>
              <a:ext cx="2714644" cy="128588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9097" name="矩形 5"/>
            <p:cNvSpPr>
              <a:spLocks noChangeArrowheads="1"/>
            </p:cNvSpPr>
            <p:nvPr/>
          </p:nvSpPr>
          <p:spPr bwMode="auto">
            <a:xfrm>
              <a:off x="2786050" y="3357562"/>
              <a:ext cx="200407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</a:t>
              </a:r>
              <a:r>
                <a:rPr lang="zh-CN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位移位寄存器</a:t>
              </a:r>
              <a:endParaRPr lang="zh-CN" altLang="en-US" sz="2000">
                <a:solidFill>
                  <a:srgbClr val="0000FF"/>
                </a:solidFill>
              </a:endParaRPr>
            </a:p>
          </p:txBody>
        </p:sp>
        <p:cxnSp>
          <p:nvCxnSpPr>
            <p:cNvPr id="8" name="直接箭头连接符 7"/>
            <p:cNvCxnSpPr/>
            <p:nvPr/>
          </p:nvCxnSpPr>
          <p:spPr>
            <a:xfrm rot="16200000" flipV="1">
              <a:off x="2571736" y="2714620"/>
              <a:ext cx="428628" cy="3175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箭头连接符 8"/>
            <p:cNvCxnSpPr/>
            <p:nvPr/>
          </p:nvCxnSpPr>
          <p:spPr>
            <a:xfrm rot="16200000" flipV="1">
              <a:off x="2928132" y="2713826"/>
              <a:ext cx="428628" cy="1588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接箭头连接符 9"/>
            <p:cNvCxnSpPr/>
            <p:nvPr/>
          </p:nvCxnSpPr>
          <p:spPr>
            <a:xfrm rot="16200000" flipV="1">
              <a:off x="4428330" y="2713826"/>
              <a:ext cx="428628" cy="1587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101" name="矩形 10"/>
            <p:cNvSpPr>
              <a:spLocks noChangeArrowheads="1"/>
            </p:cNvSpPr>
            <p:nvPr/>
          </p:nvSpPr>
          <p:spPr bwMode="auto">
            <a:xfrm>
              <a:off x="2357422" y="3228916"/>
              <a:ext cx="43794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sp>
          <p:nvSpPr>
            <p:cNvPr id="89102" name="矩形 11"/>
            <p:cNvSpPr>
              <a:spLocks noChangeArrowheads="1"/>
            </p:cNvSpPr>
            <p:nvPr/>
          </p:nvSpPr>
          <p:spPr bwMode="auto">
            <a:xfrm>
              <a:off x="4643438" y="3171766"/>
              <a:ext cx="50366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O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cxnSp>
          <p:nvCxnSpPr>
            <p:cNvPr id="13" name="直接箭头连接符 12"/>
            <p:cNvCxnSpPr/>
            <p:nvPr/>
          </p:nvCxnSpPr>
          <p:spPr>
            <a:xfrm flipV="1">
              <a:off x="5072066" y="3424237"/>
              <a:ext cx="428628" cy="1588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箭头连接符 13"/>
            <p:cNvCxnSpPr/>
            <p:nvPr/>
          </p:nvCxnSpPr>
          <p:spPr>
            <a:xfrm flipV="1">
              <a:off x="1928794" y="3427412"/>
              <a:ext cx="428628" cy="1588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等腰三角形 14"/>
            <p:cNvSpPr/>
            <p:nvPr/>
          </p:nvSpPr>
          <p:spPr>
            <a:xfrm rot="5400000">
              <a:off x="2321703" y="3821909"/>
              <a:ext cx="287340" cy="215902"/>
            </a:xfrm>
            <a:prstGeom prst="triangl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cxnSp>
          <p:nvCxnSpPr>
            <p:cNvPr id="16" name="直接箭头连接符 15"/>
            <p:cNvCxnSpPr/>
            <p:nvPr/>
          </p:nvCxnSpPr>
          <p:spPr>
            <a:xfrm flipV="1">
              <a:off x="1714481" y="3929066"/>
              <a:ext cx="647705" cy="1588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107" name="矩形 16"/>
            <p:cNvSpPr>
              <a:spLocks noChangeArrowheads="1"/>
            </p:cNvSpPr>
            <p:nvPr/>
          </p:nvSpPr>
          <p:spPr bwMode="auto">
            <a:xfrm>
              <a:off x="2509822" y="3743270"/>
              <a:ext cx="52770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CP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sp>
          <p:nvSpPr>
            <p:cNvPr id="89108" name="矩形 18"/>
            <p:cNvSpPr>
              <a:spLocks noChangeArrowheads="1"/>
            </p:cNvSpPr>
            <p:nvPr/>
          </p:nvSpPr>
          <p:spPr bwMode="auto">
            <a:xfrm>
              <a:off x="2857488" y="1966845"/>
              <a:ext cx="17331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6600CC"/>
                  </a:solidFill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反馈逻辑电路</a:t>
              </a:r>
              <a:endParaRPr lang="zh-CN" altLang="en-US" sz="2000">
                <a:solidFill>
                  <a:srgbClr val="000000"/>
                </a:solidFill>
                <a:ea typeface="楷体_GB2312" pitchFamily="49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矩形 19"/>
            <p:cNvSpPr/>
            <p:nvPr/>
          </p:nvSpPr>
          <p:spPr>
            <a:xfrm>
              <a:off x="2357422" y="1857364"/>
              <a:ext cx="2714644" cy="642942"/>
            </a:xfrm>
            <a:prstGeom prst="rect">
              <a:avLst/>
            </a:prstGeom>
            <a:noFill/>
            <a:ln>
              <a:solidFill>
                <a:srgbClr val="6600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9110" name="矩形 20"/>
            <p:cNvSpPr>
              <a:spLocks noChangeArrowheads="1"/>
            </p:cNvSpPr>
            <p:nvPr/>
          </p:nvSpPr>
          <p:spPr bwMode="auto">
            <a:xfrm>
              <a:off x="2583889" y="2857496"/>
              <a:ext cx="46839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sp>
          <p:nvSpPr>
            <p:cNvPr id="89111" name="矩形 21"/>
            <p:cNvSpPr>
              <a:spLocks noChangeArrowheads="1"/>
            </p:cNvSpPr>
            <p:nvPr/>
          </p:nvSpPr>
          <p:spPr bwMode="auto">
            <a:xfrm>
              <a:off x="2983942" y="2857496"/>
              <a:ext cx="46839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sp>
          <p:nvSpPr>
            <p:cNvPr id="89112" name="矩形 22"/>
            <p:cNvSpPr>
              <a:spLocks noChangeArrowheads="1"/>
            </p:cNvSpPr>
            <p:nvPr/>
          </p:nvSpPr>
          <p:spPr bwMode="auto">
            <a:xfrm>
              <a:off x="4429124" y="2857496"/>
              <a:ext cx="62068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20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n-1</a:t>
              </a:r>
              <a:endParaRPr lang="zh-CN" altLang="en-US" sz="2000" baseline="-25000">
                <a:solidFill>
                  <a:srgbClr val="000000"/>
                </a:solidFill>
              </a:endParaRPr>
            </a:p>
          </p:txBody>
        </p:sp>
        <p:sp>
          <p:nvSpPr>
            <p:cNvPr id="89113" name="矩形 23"/>
            <p:cNvSpPr>
              <a:spLocks noChangeArrowheads="1"/>
            </p:cNvSpPr>
            <p:nvPr/>
          </p:nvSpPr>
          <p:spPr bwMode="auto">
            <a:xfrm>
              <a:off x="3571868" y="2285992"/>
              <a:ext cx="59503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…</a:t>
              </a: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89114" name="矩形 24"/>
            <p:cNvSpPr>
              <a:spLocks noChangeArrowheads="1"/>
            </p:cNvSpPr>
            <p:nvPr/>
          </p:nvSpPr>
          <p:spPr bwMode="auto">
            <a:xfrm>
              <a:off x="3571868" y="2714620"/>
              <a:ext cx="59503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…</a:t>
              </a:r>
              <a:endParaRPr lang="zh-CN" altLang="en-US">
                <a:solidFill>
                  <a:srgbClr val="000000"/>
                </a:solidFill>
              </a:endParaRPr>
            </a:p>
          </p:txBody>
        </p:sp>
        <p:cxnSp>
          <p:nvCxnSpPr>
            <p:cNvPr id="26" name="直接箭头连接符 25"/>
            <p:cNvCxnSpPr/>
            <p:nvPr/>
          </p:nvCxnSpPr>
          <p:spPr>
            <a:xfrm flipH="1" flipV="1">
              <a:off x="1928794" y="2143116"/>
              <a:ext cx="428628" cy="1587"/>
            </a:xfrm>
            <a:prstGeom prst="straightConnector1">
              <a:avLst/>
            </a:prstGeom>
            <a:ln w="19050">
              <a:solidFill>
                <a:srgbClr val="6600CC"/>
              </a:solidFill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 rot="5400000">
              <a:off x="1285852" y="2786058"/>
              <a:ext cx="1285884" cy="3175"/>
            </a:xfrm>
            <a:prstGeom prst="line">
              <a:avLst/>
            </a:prstGeom>
            <a:ln w="19050">
              <a:solidFill>
                <a:srgbClr val="6600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117" name="矩形 28"/>
            <p:cNvSpPr>
              <a:spLocks noChangeArrowheads="1"/>
            </p:cNvSpPr>
            <p:nvPr/>
          </p:nvSpPr>
          <p:spPr bwMode="auto">
            <a:xfrm>
              <a:off x="1071538" y="3714752"/>
              <a:ext cx="74090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2000" b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CLK</a:t>
              </a:r>
              <a:endParaRPr lang="zh-CN" altLang="en-US" sz="2000" baseline="-25000">
                <a:solidFill>
                  <a:srgbClr val="C00000"/>
                </a:solidFill>
              </a:endParaRPr>
            </a:p>
          </p:txBody>
        </p:sp>
      </p:grpSp>
      <p:graphicFrame>
        <p:nvGraphicFramePr>
          <p:cNvPr id="31" name="Object 2"/>
          <p:cNvGraphicFramePr>
            <a:graphicFrameLocks noChangeAspect="1"/>
          </p:cNvGraphicFramePr>
          <p:nvPr/>
        </p:nvGraphicFramePr>
        <p:xfrm>
          <a:off x="1928813" y="5151438"/>
          <a:ext cx="3551237" cy="563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852" name="公式" r:id="rId1" imgW="1941830" imgH="175260" progId="Equation.3">
                  <p:embed/>
                </p:oleObj>
              </mc:Choice>
              <mc:Fallback>
                <p:oleObj name="公式" r:id="rId1" imgW="1941830" imgH="175260" progId="Equation.3">
                  <p:embed/>
                  <p:pic>
                    <p:nvPicPr>
                      <p:cNvPr id="0" name="图片 348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28813" y="5151438"/>
                        <a:ext cx="3551237" cy="563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" name="Text Box 122"/>
          <p:cNvSpPr txBox="1">
            <a:spLocks noChangeArrowheads="1"/>
          </p:cNvSpPr>
          <p:nvPr/>
        </p:nvSpPr>
        <p:spPr bwMode="auto">
          <a:xfrm>
            <a:off x="1571625" y="4651375"/>
            <a:ext cx="30241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6600CC"/>
                </a:solidFill>
              </a:rPr>
              <a:t>反馈逻辑函数</a:t>
            </a:r>
            <a:endParaRPr lang="zh-CN" altLang="en-US" sz="2400" b="1">
              <a:solidFill>
                <a:srgbClr val="6600CC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32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Text Box 8"/>
          <p:cNvSpPr txBox="1">
            <a:spLocks noChangeArrowheads="1"/>
          </p:cNvSpPr>
          <p:nvPr/>
        </p:nvSpPr>
        <p:spPr bwMode="auto">
          <a:xfrm>
            <a:off x="214313" y="71438"/>
            <a:ext cx="2714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环形计数器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 Box 8"/>
          <p:cNvSpPr txBox="1">
            <a:spLocks noChangeArrowheads="1"/>
          </p:cNvSpPr>
          <p:nvPr/>
        </p:nvSpPr>
        <p:spPr bwMode="auto">
          <a:xfrm>
            <a:off x="500063" y="466725"/>
            <a:ext cx="19288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Text Box 8"/>
          <p:cNvSpPr txBox="1">
            <a:spLocks noChangeArrowheads="1"/>
          </p:cNvSpPr>
          <p:nvPr/>
        </p:nvSpPr>
        <p:spPr bwMode="auto">
          <a:xfrm>
            <a:off x="500063" y="2928938"/>
            <a:ext cx="2571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状态转换图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 Box 8"/>
          <p:cNvSpPr txBox="1">
            <a:spLocks noChangeArrowheads="1"/>
          </p:cNvSpPr>
          <p:nvPr/>
        </p:nvSpPr>
        <p:spPr bwMode="auto">
          <a:xfrm>
            <a:off x="500063" y="5324475"/>
            <a:ext cx="19288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功能特点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Text Box 8"/>
          <p:cNvSpPr txBox="1">
            <a:spLocks noChangeArrowheads="1"/>
          </p:cNvSpPr>
          <p:nvPr/>
        </p:nvSpPr>
        <p:spPr bwMode="auto">
          <a:xfrm>
            <a:off x="857250" y="5753100"/>
            <a:ext cx="50006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计数长度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N=n=4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，状态利用率低。</a:t>
            </a:r>
            <a:endParaRPr lang="zh-CN" altLang="en-US" sz="24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ext Box 8"/>
          <p:cNvSpPr txBox="1">
            <a:spLocks noChangeArrowheads="1"/>
          </p:cNvSpPr>
          <p:nvPr/>
        </p:nvSpPr>
        <p:spPr bwMode="auto">
          <a:xfrm>
            <a:off x="857250" y="6253163"/>
            <a:ext cx="42148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电路不能自启动。</a:t>
            </a:r>
            <a:endParaRPr lang="zh-CN" altLang="en-US" sz="24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188" y="1000125"/>
            <a:ext cx="3648075" cy="1809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87" name="Picture 1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6688" y="1033463"/>
            <a:ext cx="4953000" cy="160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88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00263" y="3643313"/>
            <a:ext cx="1114425" cy="115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90" name="Picture 1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4313" y="3643313"/>
            <a:ext cx="4333875" cy="1133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组合 17"/>
          <p:cNvGrpSpPr/>
          <p:nvPr/>
        </p:nvGrpSpPr>
        <p:grpSpPr bwMode="auto">
          <a:xfrm>
            <a:off x="857250" y="3422650"/>
            <a:ext cx="1000125" cy="863600"/>
            <a:chOff x="500034" y="3324224"/>
            <a:chExt cx="1000132" cy="864000"/>
          </a:xfrm>
        </p:grpSpPr>
        <p:sp>
          <p:nvSpPr>
            <p:cNvPr id="90130" name="矩形 15"/>
            <p:cNvSpPr>
              <a:spLocks noChangeArrowheads="1"/>
            </p:cNvSpPr>
            <p:nvPr/>
          </p:nvSpPr>
          <p:spPr bwMode="auto">
            <a:xfrm>
              <a:off x="500034" y="3571876"/>
              <a:ext cx="10001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r>
                <a:rPr lang="en-US" altLang="zh-CN" sz="1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lang="en-US" altLang="zh-CN" sz="1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sz="1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lang="en-US" altLang="zh-CN" sz="14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zh-CN" altLang="en-US" sz="1400" baseline="-25000">
                <a:solidFill>
                  <a:srgbClr val="000000"/>
                </a:solidFill>
              </a:endParaRPr>
            </a:p>
          </p:txBody>
        </p:sp>
        <p:sp>
          <p:nvSpPr>
            <p:cNvPr id="17" name="椭圆 16"/>
            <p:cNvSpPr/>
            <p:nvPr/>
          </p:nvSpPr>
          <p:spPr>
            <a:xfrm>
              <a:off x="571473" y="3324224"/>
              <a:ext cx="863606" cy="864000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</p:grpSp>
      <p:sp>
        <p:nvSpPr>
          <p:cNvPr id="20" name="矩形 238"/>
          <p:cNvSpPr>
            <a:spLocks noChangeArrowheads="1"/>
          </p:cNvSpPr>
          <p:nvPr/>
        </p:nvSpPr>
        <p:spPr bwMode="auto">
          <a:xfrm>
            <a:off x="2071688" y="4814888"/>
            <a:ext cx="12176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有效循环</a:t>
            </a:r>
            <a:endParaRPr lang="zh-CN" altLang="en-US" sz="2000">
              <a:solidFill>
                <a:srgbClr val="6600CC"/>
              </a:solidFill>
            </a:endParaRPr>
          </a:p>
        </p:txBody>
      </p:sp>
      <p:grpSp>
        <p:nvGrpSpPr>
          <p:cNvPr id="3" name="组合 21"/>
          <p:cNvGrpSpPr/>
          <p:nvPr/>
        </p:nvGrpSpPr>
        <p:grpSpPr bwMode="auto">
          <a:xfrm>
            <a:off x="3929063" y="3600450"/>
            <a:ext cx="4572000" cy="1614488"/>
            <a:chOff x="3929058" y="3600451"/>
            <a:chExt cx="4572032" cy="1614499"/>
          </a:xfrm>
        </p:grpSpPr>
        <p:sp>
          <p:nvSpPr>
            <p:cNvPr id="19" name="矩形 18"/>
            <p:cNvSpPr/>
            <p:nvPr/>
          </p:nvSpPr>
          <p:spPr>
            <a:xfrm>
              <a:off x="3929058" y="3600451"/>
              <a:ext cx="4572032" cy="1214446"/>
            </a:xfrm>
            <a:prstGeom prst="rect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90129" name="矩形 238"/>
            <p:cNvSpPr>
              <a:spLocks noChangeArrowheads="1"/>
            </p:cNvSpPr>
            <p:nvPr/>
          </p:nvSpPr>
          <p:spPr bwMode="auto">
            <a:xfrm>
              <a:off x="5426702" y="4814840"/>
              <a:ext cx="1217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2000" b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无效循环</a:t>
              </a:r>
              <a:endParaRPr lang="zh-CN" altLang="en-US" sz="2000">
                <a:solidFill>
                  <a:srgbClr val="C00000"/>
                </a:solidFill>
              </a:endParaRPr>
            </a:p>
          </p:txBody>
        </p:sp>
      </p:grpSp>
      <p:sp>
        <p:nvSpPr>
          <p:cNvPr id="90127" name="Text Box 6"/>
          <p:cNvSpPr txBox="1">
            <a:spLocks noChangeArrowheads="1"/>
          </p:cNvSpPr>
          <p:nvPr/>
        </p:nvSpPr>
        <p:spPr bwMode="auto">
          <a:xfrm>
            <a:off x="5643563" y="117475"/>
            <a:ext cx="32861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5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5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5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9" grpId="0"/>
      <p:bldP spid="10" grpId="0"/>
      <p:bldP spid="20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61"/>
          <p:cNvGrpSpPr/>
          <p:nvPr/>
        </p:nvGrpSpPr>
        <p:grpSpPr bwMode="auto">
          <a:xfrm>
            <a:off x="571500" y="3071813"/>
            <a:ext cx="4429125" cy="3571875"/>
            <a:chOff x="571500" y="3071813"/>
            <a:chExt cx="4429125" cy="3571875"/>
          </a:xfrm>
        </p:grpSpPr>
        <p:pic>
          <p:nvPicPr>
            <p:cNvPr id="91306" name="Picture 3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95750" y="4543425"/>
              <a:ext cx="904875" cy="1209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307" name="Picture 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1500" y="5486400"/>
              <a:ext cx="1223963" cy="1157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308" name="Picture 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725" y="3887788"/>
              <a:ext cx="1268413" cy="1200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309" name="Picture 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5375" y="3071813"/>
              <a:ext cx="728663" cy="527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310" name="Picture 6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05075" y="3702050"/>
              <a:ext cx="773113" cy="600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" name="组合 239"/>
          <p:cNvGrpSpPr/>
          <p:nvPr/>
        </p:nvGrpSpPr>
        <p:grpSpPr bwMode="auto">
          <a:xfrm>
            <a:off x="2530475" y="4368800"/>
            <a:ext cx="1571625" cy="1970088"/>
            <a:chOff x="2530489" y="4368882"/>
            <a:chExt cx="1571831" cy="1970440"/>
          </a:xfrm>
        </p:grpSpPr>
        <p:grpSp>
          <p:nvGrpSpPr>
            <p:cNvPr id="91302" name="组合 237"/>
            <p:cNvGrpSpPr/>
            <p:nvPr/>
          </p:nvGrpSpPr>
          <p:grpSpPr bwMode="auto">
            <a:xfrm>
              <a:off x="2530489" y="4368882"/>
              <a:ext cx="1571831" cy="1570995"/>
              <a:chOff x="2530489" y="4368882"/>
              <a:chExt cx="1571831" cy="1570995"/>
            </a:xfrm>
          </p:grpSpPr>
          <p:pic>
            <p:nvPicPr>
              <p:cNvPr id="91304" name="Picture 2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03873" y="4565704"/>
                <a:ext cx="1257405" cy="11992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3" name="椭圆 42"/>
              <p:cNvSpPr/>
              <p:nvPr/>
            </p:nvSpPr>
            <p:spPr>
              <a:xfrm>
                <a:off x="2530489" y="4368882"/>
                <a:ext cx="1571831" cy="1570319"/>
              </a:xfrm>
              <a:prstGeom prst="ellipse">
                <a:avLst/>
              </a:prstGeom>
              <a:noFill/>
              <a:ln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1303" name="矩形 238"/>
            <p:cNvSpPr>
              <a:spLocks noChangeArrowheads="1"/>
            </p:cNvSpPr>
            <p:nvPr/>
          </p:nvSpPr>
          <p:spPr bwMode="auto">
            <a:xfrm>
              <a:off x="2857488" y="6000768"/>
              <a:ext cx="101181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有效循环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cxnSp>
        <p:nvCxnSpPr>
          <p:cNvPr id="9" name="直接箭头连接符 8"/>
          <p:cNvCxnSpPr/>
          <p:nvPr/>
        </p:nvCxnSpPr>
        <p:spPr>
          <a:xfrm rot="5400000">
            <a:off x="2807494" y="4428331"/>
            <a:ext cx="387350" cy="1588"/>
          </a:xfrm>
          <a:prstGeom prst="straightConnector1">
            <a:avLst/>
          </a:prstGeom>
          <a:ln w="19050">
            <a:solidFill>
              <a:srgbClr val="FF0000"/>
            </a:solidFill>
            <a:prstDash val="dash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组合 13"/>
          <p:cNvGrpSpPr/>
          <p:nvPr/>
        </p:nvGrpSpPr>
        <p:grpSpPr bwMode="auto">
          <a:xfrm>
            <a:off x="2516188" y="3965575"/>
            <a:ext cx="125412" cy="117475"/>
            <a:chOff x="3071802" y="1357298"/>
            <a:chExt cx="214314" cy="214314"/>
          </a:xfrm>
        </p:grpSpPr>
        <p:cxnSp>
          <p:nvCxnSpPr>
            <p:cNvPr id="12" name="直接连接符 11"/>
            <p:cNvCxnSpPr/>
            <p:nvPr/>
          </p:nvCxnSpPr>
          <p:spPr>
            <a:xfrm rot="16200000" flipH="1">
              <a:off x="3071801" y="1357299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/>
            <p:nvPr/>
          </p:nvCxnSpPr>
          <p:spPr>
            <a:xfrm rot="5400000">
              <a:off x="3071801" y="1357299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直接箭头连接符 14"/>
          <p:cNvCxnSpPr/>
          <p:nvPr/>
        </p:nvCxnSpPr>
        <p:spPr>
          <a:xfrm rot="5400000">
            <a:off x="1370807" y="3740944"/>
            <a:ext cx="387350" cy="1587"/>
          </a:xfrm>
          <a:prstGeom prst="straightConnector1">
            <a:avLst/>
          </a:prstGeom>
          <a:ln w="19050">
            <a:solidFill>
              <a:srgbClr val="FF0000"/>
            </a:solidFill>
            <a:prstDash val="dash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" name="组合 15"/>
          <p:cNvGrpSpPr/>
          <p:nvPr/>
        </p:nvGrpSpPr>
        <p:grpSpPr bwMode="auto">
          <a:xfrm>
            <a:off x="1068388" y="3284538"/>
            <a:ext cx="123825" cy="115887"/>
            <a:chOff x="3071802" y="1357298"/>
            <a:chExt cx="214314" cy="214314"/>
          </a:xfrm>
        </p:grpSpPr>
        <p:cxnSp>
          <p:nvCxnSpPr>
            <p:cNvPr id="17" name="直接连接符 16"/>
            <p:cNvCxnSpPr/>
            <p:nvPr/>
          </p:nvCxnSpPr>
          <p:spPr>
            <a:xfrm rot="16200000" flipH="1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接连接符 17"/>
            <p:cNvCxnSpPr/>
            <p:nvPr/>
          </p:nvCxnSpPr>
          <p:spPr>
            <a:xfrm rot="5400000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组合 18"/>
          <p:cNvGrpSpPr/>
          <p:nvPr/>
        </p:nvGrpSpPr>
        <p:grpSpPr bwMode="auto">
          <a:xfrm>
            <a:off x="1492250" y="4410075"/>
            <a:ext cx="125413" cy="117475"/>
            <a:chOff x="3071802" y="1357298"/>
            <a:chExt cx="214314" cy="214314"/>
          </a:xfrm>
        </p:grpSpPr>
        <p:cxnSp>
          <p:nvCxnSpPr>
            <p:cNvPr id="20" name="直接连接符 19"/>
            <p:cNvCxnSpPr/>
            <p:nvPr/>
          </p:nvCxnSpPr>
          <p:spPr>
            <a:xfrm rot="16200000" flipH="1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接连接符 20"/>
            <p:cNvCxnSpPr/>
            <p:nvPr/>
          </p:nvCxnSpPr>
          <p:spPr>
            <a:xfrm rot="5400000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组合 22"/>
          <p:cNvGrpSpPr/>
          <p:nvPr/>
        </p:nvGrpSpPr>
        <p:grpSpPr bwMode="auto">
          <a:xfrm>
            <a:off x="1150938" y="6338888"/>
            <a:ext cx="125412" cy="117475"/>
            <a:chOff x="3071802" y="1357298"/>
            <a:chExt cx="214314" cy="214314"/>
          </a:xfrm>
        </p:grpSpPr>
        <p:cxnSp>
          <p:nvCxnSpPr>
            <p:cNvPr id="24" name="直接连接符 23"/>
            <p:cNvCxnSpPr/>
            <p:nvPr/>
          </p:nvCxnSpPr>
          <p:spPr>
            <a:xfrm rot="16200000" flipH="1">
              <a:off x="3071801" y="1357299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连接符 24"/>
            <p:cNvCxnSpPr/>
            <p:nvPr/>
          </p:nvCxnSpPr>
          <p:spPr>
            <a:xfrm rot="5400000">
              <a:off x="3071801" y="1357299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任意多边形 29"/>
          <p:cNvSpPr/>
          <p:nvPr/>
        </p:nvSpPr>
        <p:spPr>
          <a:xfrm>
            <a:off x="1757363" y="4256088"/>
            <a:ext cx="519112" cy="2057400"/>
          </a:xfrm>
          <a:custGeom>
            <a:avLst/>
            <a:gdLst>
              <a:gd name="connsiteX0" fmla="*/ 9525 w 449262"/>
              <a:gd name="connsiteY0" fmla="*/ 0 h 2066925"/>
              <a:gd name="connsiteX1" fmla="*/ 447675 w 449262"/>
              <a:gd name="connsiteY1" fmla="*/ 895350 h 2066925"/>
              <a:gd name="connsiteX2" fmla="*/ 0 w 449262"/>
              <a:gd name="connsiteY2" fmla="*/ 2066925 h 2066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9262" h="2066925">
                <a:moveTo>
                  <a:pt x="9525" y="0"/>
                </a:moveTo>
                <a:cubicBezTo>
                  <a:pt x="229393" y="275431"/>
                  <a:pt x="449262" y="550863"/>
                  <a:pt x="447675" y="895350"/>
                </a:cubicBezTo>
                <a:cubicBezTo>
                  <a:pt x="446088" y="1239837"/>
                  <a:pt x="223044" y="1653381"/>
                  <a:pt x="0" y="2066925"/>
                </a:cubicBezTo>
              </a:path>
            </a:pathLst>
          </a:custGeom>
          <a:ln w="19050">
            <a:solidFill>
              <a:srgbClr val="FF0000"/>
            </a:solidFill>
            <a:prstDash val="dash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000000"/>
              </a:solidFill>
            </a:endParaRPr>
          </a:p>
        </p:txBody>
      </p:sp>
      <p:cxnSp>
        <p:nvCxnSpPr>
          <p:cNvPr id="32" name="直接连接符 31"/>
          <p:cNvCxnSpPr/>
          <p:nvPr/>
        </p:nvCxnSpPr>
        <p:spPr>
          <a:xfrm flipV="1">
            <a:off x="1757363" y="5691188"/>
            <a:ext cx="1122362" cy="698500"/>
          </a:xfrm>
          <a:prstGeom prst="line">
            <a:avLst/>
          </a:prstGeom>
          <a:ln w="19050">
            <a:solidFill>
              <a:srgbClr val="FF0000"/>
            </a:solidFill>
            <a:prstDash val="dash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组合 32"/>
          <p:cNvGrpSpPr/>
          <p:nvPr/>
        </p:nvGrpSpPr>
        <p:grpSpPr bwMode="auto">
          <a:xfrm>
            <a:off x="4838700" y="5067300"/>
            <a:ext cx="125413" cy="117475"/>
            <a:chOff x="3071802" y="1357298"/>
            <a:chExt cx="214314" cy="214314"/>
          </a:xfrm>
        </p:grpSpPr>
        <p:cxnSp>
          <p:nvCxnSpPr>
            <p:cNvPr id="34" name="直接连接符 33"/>
            <p:cNvCxnSpPr/>
            <p:nvPr/>
          </p:nvCxnSpPr>
          <p:spPr>
            <a:xfrm rot="16200000" flipH="1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 rot="5400000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直接箭头连接符 37"/>
          <p:cNvCxnSpPr/>
          <p:nvPr/>
        </p:nvCxnSpPr>
        <p:spPr>
          <a:xfrm rot="10800000">
            <a:off x="3905250" y="5503863"/>
            <a:ext cx="409575" cy="0"/>
          </a:xfrm>
          <a:prstGeom prst="straightConnector1">
            <a:avLst/>
          </a:prstGeom>
          <a:ln w="19050">
            <a:solidFill>
              <a:srgbClr val="FF0000"/>
            </a:solidFill>
            <a:prstDash val="dash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150" name="Text Box 8"/>
          <p:cNvSpPr txBox="1">
            <a:spLocks noChangeArrowheads="1"/>
          </p:cNvSpPr>
          <p:nvPr/>
        </p:nvSpPr>
        <p:spPr bwMode="auto">
          <a:xfrm>
            <a:off x="428625" y="3810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电路自启动设计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9" name="组合 231"/>
          <p:cNvGrpSpPr/>
          <p:nvPr/>
        </p:nvGrpSpPr>
        <p:grpSpPr bwMode="auto">
          <a:xfrm>
            <a:off x="142875" y="542925"/>
            <a:ext cx="4572000" cy="2457450"/>
            <a:chOff x="142844" y="542905"/>
            <a:chExt cx="4572032" cy="2457467"/>
          </a:xfrm>
        </p:grpSpPr>
        <p:grpSp>
          <p:nvGrpSpPr>
            <p:cNvPr id="91252" name="组合 68"/>
            <p:cNvGrpSpPr/>
            <p:nvPr/>
          </p:nvGrpSpPr>
          <p:grpSpPr bwMode="auto">
            <a:xfrm>
              <a:off x="142844" y="542905"/>
              <a:ext cx="4572032" cy="2457467"/>
              <a:chOff x="142844" y="542905"/>
              <a:chExt cx="4572032" cy="2457467"/>
            </a:xfrm>
          </p:grpSpPr>
          <p:grpSp>
            <p:nvGrpSpPr>
              <p:cNvPr id="91277" name="组合 53"/>
              <p:cNvGrpSpPr/>
              <p:nvPr/>
            </p:nvGrpSpPr>
            <p:grpSpPr bwMode="auto">
              <a:xfrm>
                <a:off x="1986744" y="1272372"/>
                <a:ext cx="2728132" cy="1728000"/>
                <a:chOff x="6415900" y="1343810"/>
                <a:chExt cx="1728000" cy="1728000"/>
              </a:xfrm>
            </p:grpSpPr>
            <p:grpSp>
              <p:nvGrpSpPr>
                <p:cNvPr id="91283" name="组合 47"/>
                <p:cNvGrpSpPr/>
                <p:nvPr/>
              </p:nvGrpSpPr>
              <p:grpSpPr bwMode="auto">
                <a:xfrm>
                  <a:off x="6415900" y="1785926"/>
                  <a:ext cx="1728000" cy="864000"/>
                  <a:chOff x="6215074" y="1785926"/>
                  <a:chExt cx="2160000" cy="857256"/>
                </a:xfrm>
              </p:grpSpPr>
              <p:cxnSp>
                <p:nvCxnSpPr>
                  <p:cNvPr id="45" name="直接连接符 44"/>
                  <p:cNvCxnSpPr/>
                  <p:nvPr/>
                </p:nvCxnSpPr>
                <p:spPr>
                  <a:xfrm>
                    <a:off x="6215698" y="1785926"/>
                    <a:ext cx="2159376" cy="1576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" name="直接连接符 45"/>
                  <p:cNvCxnSpPr/>
                  <p:nvPr/>
                </p:nvCxnSpPr>
                <p:spPr>
                  <a:xfrm>
                    <a:off x="6215698" y="2212784"/>
                    <a:ext cx="2159376" cy="157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接连接符 46"/>
                  <p:cNvCxnSpPr/>
                  <p:nvPr/>
                </p:nvCxnSpPr>
                <p:spPr>
                  <a:xfrm>
                    <a:off x="6215698" y="2641216"/>
                    <a:ext cx="2159376" cy="157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284" name="组合 48"/>
                <p:cNvGrpSpPr/>
                <p:nvPr/>
              </p:nvGrpSpPr>
              <p:grpSpPr bwMode="auto">
                <a:xfrm rot="5400000">
                  <a:off x="6419272" y="1775810"/>
                  <a:ext cx="1728000" cy="864000"/>
                  <a:chOff x="6215074" y="1785926"/>
                  <a:chExt cx="2160000" cy="857256"/>
                </a:xfrm>
              </p:grpSpPr>
              <p:cxnSp>
                <p:nvCxnSpPr>
                  <p:cNvPr id="50" name="直接连接符 49"/>
                  <p:cNvCxnSpPr/>
                  <p:nvPr/>
                </p:nvCxnSpPr>
                <p:spPr>
                  <a:xfrm>
                    <a:off x="6216058" y="1763707"/>
                    <a:ext cx="2159015" cy="199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" name="直接连接符 50"/>
                  <p:cNvCxnSpPr/>
                  <p:nvPr/>
                </p:nvCxnSpPr>
                <p:spPr>
                  <a:xfrm>
                    <a:off x="6216058" y="2190714"/>
                    <a:ext cx="2159015" cy="199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" name="直接连接符 51"/>
                  <p:cNvCxnSpPr/>
                  <p:nvPr/>
                </p:nvCxnSpPr>
                <p:spPr>
                  <a:xfrm>
                    <a:off x="6216058" y="2597768"/>
                    <a:ext cx="2159015" cy="199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53" name="矩形 52"/>
                <p:cNvSpPr/>
                <p:nvPr/>
              </p:nvSpPr>
              <p:spPr>
                <a:xfrm>
                  <a:off x="6416399" y="1344598"/>
                  <a:ext cx="1727501" cy="1727212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</p:grpSp>
          <p:cxnSp>
            <p:nvCxnSpPr>
              <p:cNvPr id="56" name="直接连接符 55"/>
              <p:cNvCxnSpPr/>
              <p:nvPr/>
            </p:nvCxnSpPr>
            <p:spPr>
              <a:xfrm>
                <a:off x="1500167" y="857232"/>
                <a:ext cx="500065" cy="42862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aphicFrame>
            <p:nvGraphicFramePr>
              <p:cNvPr id="91279" name="Object 21"/>
              <p:cNvGraphicFramePr>
                <a:graphicFrameLocks noChangeAspect="1"/>
              </p:cNvGraphicFramePr>
              <p:nvPr/>
            </p:nvGraphicFramePr>
            <p:xfrm>
              <a:off x="1357290" y="1071546"/>
              <a:ext cx="438140" cy="2935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94" name="公式" r:id="rId7" imgW="338455" imgH="150495" progId="Equation.3">
                      <p:embed/>
                    </p:oleObj>
                  </mc:Choice>
                  <mc:Fallback>
                    <p:oleObj name="公式" r:id="rId7" imgW="338455" imgH="150495" progId="Equation.3">
                      <p:embed/>
                      <p:pic>
                        <p:nvPicPr>
                          <p:cNvPr id="0" name="图片 3619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357290" y="1071546"/>
                            <a:ext cx="438140" cy="29358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91280" name="Object 10"/>
              <p:cNvGraphicFramePr>
                <a:graphicFrameLocks noChangeAspect="1"/>
              </p:cNvGraphicFramePr>
              <p:nvPr/>
            </p:nvGraphicFramePr>
            <p:xfrm>
              <a:off x="1714480" y="714356"/>
              <a:ext cx="438150" cy="2936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95" name="公式" r:id="rId9" imgW="338455" imgH="150495" progId="Equation.3">
                      <p:embed/>
                    </p:oleObj>
                  </mc:Choice>
                  <mc:Fallback>
                    <p:oleObj name="公式" r:id="rId9" imgW="338455" imgH="150495" progId="Equation.3">
                      <p:embed/>
                      <p:pic>
                        <p:nvPicPr>
                          <p:cNvPr id="0" name="图片 3619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714480" y="714356"/>
                            <a:ext cx="438150" cy="293688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91281" name="Object 11"/>
              <p:cNvGraphicFramePr>
                <a:graphicFrameLocks noChangeAspect="1"/>
              </p:cNvGraphicFramePr>
              <p:nvPr/>
            </p:nvGraphicFramePr>
            <p:xfrm>
              <a:off x="285720" y="586456"/>
              <a:ext cx="1296987" cy="30887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96" name="公式" r:id="rId11" imgW="1240155" imgH="150495" progId="Equation.3">
                      <p:embed/>
                    </p:oleObj>
                  </mc:Choice>
                  <mc:Fallback>
                    <p:oleObj name="公式" r:id="rId11" imgW="1240155" imgH="150495" progId="Equation.3">
                      <p:embed/>
                      <p:pic>
                        <p:nvPicPr>
                          <p:cNvPr id="0" name="图片 3619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5720" y="586456"/>
                            <a:ext cx="1296987" cy="30887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67" name="椭圆 66"/>
              <p:cNvSpPr/>
              <p:nvPr/>
            </p:nvSpPr>
            <p:spPr>
              <a:xfrm>
                <a:off x="142844" y="542905"/>
                <a:ext cx="1643075" cy="376241"/>
              </a:xfrm>
              <a:prstGeom prst="ellips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zh-CN" altLang="en-US" sz="1600" dirty="0">
                    <a:solidFill>
                      <a:srgbClr val="FFFFFF"/>
                    </a:solidFill>
                  </a:rPr>
                  <a:t>                       </a:t>
                </a:r>
                <a:endParaRPr lang="zh-CN" altLang="en-US" sz="1600" dirty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1253" name="矩形 101"/>
            <p:cNvSpPr>
              <a:spLocks noChangeArrowheads="1"/>
            </p:cNvSpPr>
            <p:nvPr/>
          </p:nvSpPr>
          <p:spPr bwMode="auto">
            <a:xfrm>
              <a:off x="2143108" y="1000108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54" name="矩形 102"/>
            <p:cNvSpPr>
              <a:spLocks noChangeArrowheads="1"/>
            </p:cNvSpPr>
            <p:nvPr/>
          </p:nvSpPr>
          <p:spPr bwMode="auto">
            <a:xfrm>
              <a:off x="2824828" y="1000108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55" name="矩形 103"/>
            <p:cNvSpPr>
              <a:spLocks noChangeArrowheads="1"/>
            </p:cNvSpPr>
            <p:nvPr/>
          </p:nvSpPr>
          <p:spPr bwMode="auto">
            <a:xfrm>
              <a:off x="3500430" y="1000108"/>
              <a:ext cx="37850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56" name="矩形 104"/>
            <p:cNvSpPr>
              <a:spLocks noChangeArrowheads="1"/>
            </p:cNvSpPr>
            <p:nvPr/>
          </p:nvSpPr>
          <p:spPr bwMode="auto">
            <a:xfrm>
              <a:off x="4182150" y="1000108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57" name="矩形 105"/>
            <p:cNvSpPr>
              <a:spLocks noChangeArrowheads="1"/>
            </p:cNvSpPr>
            <p:nvPr/>
          </p:nvSpPr>
          <p:spPr bwMode="auto">
            <a:xfrm>
              <a:off x="1643042" y="1323960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58" name="矩形 106"/>
            <p:cNvSpPr>
              <a:spLocks noChangeArrowheads="1"/>
            </p:cNvSpPr>
            <p:nvPr/>
          </p:nvSpPr>
          <p:spPr bwMode="auto">
            <a:xfrm>
              <a:off x="1643042" y="1771224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59" name="矩形 107"/>
            <p:cNvSpPr>
              <a:spLocks noChangeArrowheads="1"/>
            </p:cNvSpPr>
            <p:nvPr/>
          </p:nvSpPr>
          <p:spPr bwMode="auto">
            <a:xfrm>
              <a:off x="1643042" y="2199852"/>
              <a:ext cx="37850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60" name="矩形 108"/>
            <p:cNvSpPr>
              <a:spLocks noChangeArrowheads="1"/>
            </p:cNvSpPr>
            <p:nvPr/>
          </p:nvSpPr>
          <p:spPr bwMode="auto">
            <a:xfrm>
              <a:off x="1643042" y="2628480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61" name="矩形 109"/>
            <p:cNvSpPr>
              <a:spLocks noChangeArrowheads="1"/>
            </p:cNvSpPr>
            <p:nvPr/>
          </p:nvSpPr>
          <p:spPr bwMode="auto">
            <a:xfrm>
              <a:off x="2048139" y="1323960"/>
              <a:ext cx="59503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62" name="矩形 110"/>
            <p:cNvSpPr>
              <a:spLocks noChangeArrowheads="1"/>
            </p:cNvSpPr>
            <p:nvPr/>
          </p:nvSpPr>
          <p:spPr bwMode="auto">
            <a:xfrm>
              <a:off x="2714612" y="1323960"/>
              <a:ext cx="59503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1000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1263" name="矩形 111"/>
            <p:cNvSpPr>
              <a:spLocks noChangeArrowheads="1"/>
            </p:cNvSpPr>
            <p:nvPr/>
          </p:nvSpPr>
          <p:spPr bwMode="auto">
            <a:xfrm>
              <a:off x="4071934" y="1323960"/>
              <a:ext cx="59503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0001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1264" name="矩形 112"/>
            <p:cNvSpPr>
              <a:spLocks noChangeArrowheads="1"/>
            </p:cNvSpPr>
            <p:nvPr/>
          </p:nvSpPr>
          <p:spPr bwMode="auto">
            <a:xfrm>
              <a:off x="3405461" y="1323960"/>
              <a:ext cx="59503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65" name="矩形 155"/>
            <p:cNvSpPr>
              <a:spLocks noChangeArrowheads="1"/>
            </p:cNvSpPr>
            <p:nvPr/>
          </p:nvSpPr>
          <p:spPr bwMode="auto">
            <a:xfrm>
              <a:off x="2048139" y="1771224"/>
              <a:ext cx="59503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0010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1266" name="矩形 156"/>
            <p:cNvSpPr>
              <a:spLocks noChangeArrowheads="1"/>
            </p:cNvSpPr>
            <p:nvPr/>
          </p:nvSpPr>
          <p:spPr bwMode="auto">
            <a:xfrm>
              <a:off x="2714612" y="1771224"/>
              <a:ext cx="59503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67" name="矩形 157"/>
            <p:cNvSpPr>
              <a:spLocks noChangeArrowheads="1"/>
            </p:cNvSpPr>
            <p:nvPr/>
          </p:nvSpPr>
          <p:spPr bwMode="auto">
            <a:xfrm>
              <a:off x="3405461" y="1771224"/>
              <a:ext cx="58368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68" name="矩形 158"/>
            <p:cNvSpPr>
              <a:spLocks noChangeArrowheads="1"/>
            </p:cNvSpPr>
            <p:nvPr/>
          </p:nvSpPr>
          <p:spPr bwMode="auto">
            <a:xfrm>
              <a:off x="4071934" y="1752588"/>
              <a:ext cx="58368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69" name="矩形 159"/>
            <p:cNvSpPr>
              <a:spLocks noChangeArrowheads="1"/>
            </p:cNvSpPr>
            <p:nvPr/>
          </p:nvSpPr>
          <p:spPr bwMode="auto">
            <a:xfrm>
              <a:off x="2053183" y="2199852"/>
              <a:ext cx="58368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70" name="矩形 160"/>
            <p:cNvSpPr>
              <a:spLocks noChangeArrowheads="1"/>
            </p:cNvSpPr>
            <p:nvPr/>
          </p:nvSpPr>
          <p:spPr bwMode="auto">
            <a:xfrm>
              <a:off x="2719656" y="2199852"/>
              <a:ext cx="57233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71" name="矩形 161"/>
            <p:cNvSpPr>
              <a:spLocks noChangeArrowheads="1"/>
            </p:cNvSpPr>
            <p:nvPr/>
          </p:nvSpPr>
          <p:spPr bwMode="auto">
            <a:xfrm>
              <a:off x="4076978" y="2199852"/>
              <a:ext cx="57233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72" name="矩形 162"/>
            <p:cNvSpPr>
              <a:spLocks noChangeArrowheads="1"/>
            </p:cNvSpPr>
            <p:nvPr/>
          </p:nvSpPr>
          <p:spPr bwMode="auto">
            <a:xfrm>
              <a:off x="3410505" y="2199852"/>
              <a:ext cx="56098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73" name="矩形 163"/>
            <p:cNvSpPr>
              <a:spLocks noChangeArrowheads="1"/>
            </p:cNvSpPr>
            <p:nvPr/>
          </p:nvSpPr>
          <p:spPr bwMode="auto">
            <a:xfrm>
              <a:off x="2053183" y="2628480"/>
              <a:ext cx="59503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0100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1274" name="矩形 164"/>
            <p:cNvSpPr>
              <a:spLocks noChangeArrowheads="1"/>
            </p:cNvSpPr>
            <p:nvPr/>
          </p:nvSpPr>
          <p:spPr bwMode="auto">
            <a:xfrm>
              <a:off x="2719656" y="2628480"/>
              <a:ext cx="58368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75" name="矩形 165"/>
            <p:cNvSpPr>
              <a:spLocks noChangeArrowheads="1"/>
            </p:cNvSpPr>
            <p:nvPr/>
          </p:nvSpPr>
          <p:spPr bwMode="auto">
            <a:xfrm>
              <a:off x="3410505" y="2628480"/>
              <a:ext cx="58368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76" name="矩形 166"/>
            <p:cNvSpPr>
              <a:spLocks noChangeArrowheads="1"/>
            </p:cNvSpPr>
            <p:nvPr/>
          </p:nvSpPr>
          <p:spPr bwMode="auto">
            <a:xfrm>
              <a:off x="4076978" y="2609844"/>
              <a:ext cx="59503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33865" name="组合 159"/>
          <p:cNvGrpSpPr/>
          <p:nvPr/>
        </p:nvGrpSpPr>
        <p:grpSpPr bwMode="auto">
          <a:xfrm>
            <a:off x="5892800" y="571500"/>
            <a:ext cx="2536825" cy="2430463"/>
            <a:chOff x="5892800" y="571500"/>
            <a:chExt cx="2536825" cy="2430463"/>
          </a:xfrm>
        </p:grpSpPr>
        <p:grpSp>
          <p:nvGrpSpPr>
            <p:cNvPr id="91212" name="组合 129"/>
            <p:cNvGrpSpPr/>
            <p:nvPr/>
          </p:nvGrpSpPr>
          <p:grpSpPr bwMode="auto">
            <a:xfrm>
              <a:off x="5892800" y="571500"/>
              <a:ext cx="2536825" cy="2430463"/>
              <a:chOff x="5892810" y="571480"/>
              <a:chExt cx="2536842" cy="2429772"/>
            </a:xfrm>
          </p:grpSpPr>
          <p:grpSp>
            <p:nvGrpSpPr>
              <p:cNvPr id="91229" name="组合 85"/>
              <p:cNvGrpSpPr/>
              <p:nvPr/>
            </p:nvGrpSpPr>
            <p:grpSpPr bwMode="auto">
              <a:xfrm>
                <a:off x="5892810" y="571480"/>
                <a:ext cx="2536842" cy="2429772"/>
                <a:chOff x="4964116" y="3170945"/>
                <a:chExt cx="2536842" cy="2429772"/>
              </a:xfrm>
            </p:grpSpPr>
            <p:grpSp>
              <p:nvGrpSpPr>
                <p:cNvPr id="91238" name="组合 53"/>
                <p:cNvGrpSpPr/>
                <p:nvPr/>
              </p:nvGrpSpPr>
              <p:grpSpPr bwMode="auto">
                <a:xfrm>
                  <a:off x="5772958" y="3872715"/>
                  <a:ext cx="1728000" cy="1728002"/>
                  <a:chOff x="6415900" y="1343810"/>
                  <a:chExt cx="1728000" cy="1728002"/>
                </a:xfrm>
              </p:grpSpPr>
              <p:grpSp>
                <p:nvGrpSpPr>
                  <p:cNvPr id="91243" name="组合 47"/>
                  <p:cNvGrpSpPr/>
                  <p:nvPr/>
                </p:nvGrpSpPr>
                <p:grpSpPr bwMode="auto">
                  <a:xfrm>
                    <a:off x="6415900" y="1785372"/>
                    <a:ext cx="1728000" cy="863734"/>
                    <a:chOff x="6215074" y="1785926"/>
                    <a:chExt cx="2160000" cy="857256"/>
                  </a:xfrm>
                </p:grpSpPr>
                <p:cxnSp>
                  <p:nvCxnSpPr>
                    <p:cNvPr id="83" name="直接连接符 82"/>
                    <p:cNvCxnSpPr/>
                    <p:nvPr/>
                  </p:nvCxnSpPr>
                  <p:spPr>
                    <a:xfrm>
                      <a:off x="6216059" y="1786850"/>
                      <a:ext cx="2159015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直接连接符 83"/>
                    <p:cNvCxnSpPr/>
                    <p:nvPr/>
                  </p:nvCxnSpPr>
                  <p:spPr>
                    <a:xfrm>
                      <a:off x="6216059" y="2213714"/>
                      <a:ext cx="2159015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直接连接符 84"/>
                    <p:cNvCxnSpPr/>
                    <p:nvPr/>
                  </p:nvCxnSpPr>
                  <p:spPr>
                    <a:xfrm>
                      <a:off x="6216059" y="2642154"/>
                      <a:ext cx="2159015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91244" name="组合 48"/>
                  <p:cNvGrpSpPr/>
                  <p:nvPr/>
                </p:nvGrpSpPr>
                <p:grpSpPr bwMode="auto">
                  <a:xfrm rot="5400000">
                    <a:off x="6419961" y="1775945"/>
                    <a:ext cx="1728000" cy="863734"/>
                    <a:chOff x="6215074" y="1785926"/>
                    <a:chExt cx="2160000" cy="857256"/>
                  </a:xfrm>
                </p:grpSpPr>
                <p:cxnSp>
                  <p:nvCxnSpPr>
                    <p:cNvPr id="80" name="直接连接符 79"/>
                    <p:cNvCxnSpPr/>
                    <p:nvPr/>
                  </p:nvCxnSpPr>
                  <p:spPr>
                    <a:xfrm>
                      <a:off x="6216687" y="1786477"/>
                      <a:ext cx="2158387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直接连接符 80"/>
                    <p:cNvCxnSpPr/>
                    <p:nvPr/>
                  </p:nvCxnSpPr>
                  <p:spPr>
                    <a:xfrm>
                      <a:off x="6216687" y="2177227"/>
                      <a:ext cx="2158387" cy="3151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2" name="直接连接符 81"/>
                    <p:cNvCxnSpPr/>
                    <p:nvPr/>
                  </p:nvCxnSpPr>
                  <p:spPr>
                    <a:xfrm>
                      <a:off x="6216688" y="2607367"/>
                      <a:ext cx="2158387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9" name="矩形 78"/>
                  <p:cNvSpPr/>
                  <p:nvPr/>
                </p:nvSpPr>
                <p:spPr>
                  <a:xfrm>
                    <a:off x="6416688" y="1345103"/>
                    <a:ext cx="1727212" cy="1726709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base">
                      <a:spcBef>
                        <a:spcPct val="0"/>
                      </a:spcBef>
                      <a:spcAft>
                        <a:spcPct val="0"/>
                      </a:spcAft>
                      <a:defRPr/>
                    </a:pPr>
                    <a:endParaRPr lang="zh-CN" altLang="en-US" sz="1600">
                      <a:solidFill>
                        <a:srgbClr val="FFFFFF"/>
                      </a:solidFill>
                    </a:endParaRPr>
                  </a:p>
                </p:txBody>
              </p:sp>
            </p:grpSp>
            <p:cxnSp>
              <p:nvCxnSpPr>
                <p:cNvPr id="72" name="直接连接符 71"/>
                <p:cNvCxnSpPr/>
                <p:nvPr/>
              </p:nvCxnSpPr>
              <p:spPr>
                <a:xfrm>
                  <a:off x="5286381" y="3458201"/>
                  <a:ext cx="500065" cy="428503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aphicFrame>
              <p:nvGraphicFramePr>
                <p:cNvPr id="91240" name="Object 13"/>
                <p:cNvGraphicFramePr>
                  <a:graphicFrameLocks noChangeAspect="1"/>
                </p:cNvGraphicFramePr>
                <p:nvPr/>
              </p:nvGraphicFramePr>
              <p:xfrm>
                <a:off x="5143504" y="3671889"/>
                <a:ext cx="438140" cy="293587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197" name="公式" r:id="rId13" imgW="338455" imgH="150495" progId="Equation.3">
                        <p:embed/>
                      </p:oleObj>
                    </mc:Choice>
                    <mc:Fallback>
                      <p:oleObj name="公式" r:id="rId13" imgW="338455" imgH="150495" progId="Equation.3">
                        <p:embed/>
                        <p:pic>
                          <p:nvPicPr>
                            <p:cNvPr id="0" name="图片 36196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14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143504" y="3671889"/>
                              <a:ext cx="438140" cy="293587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91241" name="Object 14"/>
                <p:cNvGraphicFramePr>
                  <a:graphicFrameLocks noChangeAspect="1"/>
                </p:cNvGraphicFramePr>
                <p:nvPr/>
              </p:nvGraphicFramePr>
              <p:xfrm>
                <a:off x="5500694" y="3314699"/>
                <a:ext cx="438150" cy="293688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198" name="公式" r:id="rId15" imgW="338455" imgH="150495" progId="Equation.3">
                        <p:embed/>
                      </p:oleObj>
                    </mc:Choice>
                    <mc:Fallback>
                      <p:oleObj name="公式" r:id="rId15" imgW="338455" imgH="150495" progId="Equation.3">
                        <p:embed/>
                        <p:pic>
                          <p:nvPicPr>
                            <p:cNvPr id="0" name="图片 36197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16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500694" y="3314699"/>
                              <a:ext cx="438150" cy="293688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91242" name="Object 15"/>
                <p:cNvGraphicFramePr>
                  <a:graphicFrameLocks noChangeAspect="1"/>
                </p:cNvGraphicFramePr>
                <p:nvPr/>
              </p:nvGraphicFramePr>
              <p:xfrm>
                <a:off x="4964116" y="3170945"/>
                <a:ext cx="393702" cy="329493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199" name="公式" r:id="rId17" imgW="238125" imgH="150495" progId="Equation.3">
                        <p:embed/>
                      </p:oleObj>
                    </mc:Choice>
                    <mc:Fallback>
                      <p:oleObj name="公式" r:id="rId17" imgW="238125" imgH="150495" progId="Equation.3">
                        <p:embed/>
                        <p:pic>
                          <p:nvPicPr>
                            <p:cNvPr id="0" name="图片 36198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18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4964116" y="3170945"/>
                              <a:ext cx="393702" cy="329493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  <p:sp>
            <p:nvSpPr>
              <p:cNvPr id="91230" name="矩形 113"/>
              <p:cNvSpPr>
                <a:spLocks noChangeArrowheads="1"/>
              </p:cNvSpPr>
              <p:nvPr/>
            </p:nvSpPr>
            <p:spPr bwMode="auto">
              <a:xfrm>
                <a:off x="6357950" y="1347773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231" name="矩形 114"/>
              <p:cNvSpPr>
                <a:spLocks noChangeArrowheads="1"/>
              </p:cNvSpPr>
              <p:nvPr/>
            </p:nvSpPr>
            <p:spPr bwMode="auto">
              <a:xfrm>
                <a:off x="6357950" y="1756937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232" name="矩形 115"/>
              <p:cNvSpPr>
                <a:spLocks noChangeArrowheads="1"/>
              </p:cNvSpPr>
              <p:nvPr/>
            </p:nvSpPr>
            <p:spPr bwMode="auto">
              <a:xfrm>
                <a:off x="6357950" y="2180802"/>
                <a:ext cx="37850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233" name="矩形 116"/>
              <p:cNvSpPr>
                <a:spLocks noChangeArrowheads="1"/>
              </p:cNvSpPr>
              <p:nvPr/>
            </p:nvSpPr>
            <p:spPr bwMode="auto">
              <a:xfrm>
                <a:off x="6357950" y="262371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234" name="矩形 121"/>
              <p:cNvSpPr>
                <a:spLocks noChangeArrowheads="1"/>
              </p:cNvSpPr>
              <p:nvPr/>
            </p:nvSpPr>
            <p:spPr bwMode="auto">
              <a:xfrm>
                <a:off x="6743683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235" name="矩形 122"/>
              <p:cNvSpPr>
                <a:spLocks noChangeArrowheads="1"/>
              </p:cNvSpPr>
              <p:nvPr/>
            </p:nvSpPr>
            <p:spPr bwMode="auto">
              <a:xfrm>
                <a:off x="7172343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236" name="矩形 123"/>
              <p:cNvSpPr>
                <a:spLocks noChangeArrowheads="1"/>
              </p:cNvSpPr>
              <p:nvPr/>
            </p:nvSpPr>
            <p:spPr bwMode="auto">
              <a:xfrm>
                <a:off x="7600971" y="1000108"/>
                <a:ext cx="37850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237" name="矩形 124"/>
              <p:cNvSpPr>
                <a:spLocks noChangeArrowheads="1"/>
              </p:cNvSpPr>
              <p:nvPr/>
            </p:nvSpPr>
            <p:spPr bwMode="auto">
              <a:xfrm>
                <a:off x="8029599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91213" name="矩形 167"/>
            <p:cNvSpPr>
              <a:spLocks noChangeArrowheads="1"/>
            </p:cNvSpPr>
            <p:nvPr/>
          </p:nvSpPr>
          <p:spPr bwMode="auto">
            <a:xfrm>
              <a:off x="6784975" y="1343025"/>
              <a:ext cx="287338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14" name="矩形 168"/>
            <p:cNvSpPr>
              <a:spLocks noChangeArrowheads="1"/>
            </p:cNvSpPr>
            <p:nvPr/>
          </p:nvSpPr>
          <p:spPr bwMode="auto">
            <a:xfrm>
              <a:off x="7213600" y="1343025"/>
              <a:ext cx="287338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1215" name="矩形 169"/>
            <p:cNvSpPr>
              <a:spLocks noChangeArrowheads="1"/>
            </p:cNvSpPr>
            <p:nvPr/>
          </p:nvSpPr>
          <p:spPr bwMode="auto">
            <a:xfrm>
              <a:off x="7642225" y="1343025"/>
              <a:ext cx="287338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16" name="矩形 170"/>
            <p:cNvSpPr>
              <a:spLocks noChangeArrowheads="1"/>
            </p:cNvSpPr>
            <p:nvPr/>
          </p:nvSpPr>
          <p:spPr bwMode="auto">
            <a:xfrm>
              <a:off x="8070850" y="1343025"/>
              <a:ext cx="287338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1217" name="矩形 171"/>
            <p:cNvSpPr>
              <a:spLocks noChangeArrowheads="1"/>
            </p:cNvSpPr>
            <p:nvPr/>
          </p:nvSpPr>
          <p:spPr bwMode="auto">
            <a:xfrm>
              <a:off x="6786563" y="1752600"/>
              <a:ext cx="2873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1218" name="矩形 172"/>
            <p:cNvSpPr>
              <a:spLocks noChangeArrowheads="1"/>
            </p:cNvSpPr>
            <p:nvPr/>
          </p:nvSpPr>
          <p:spPr bwMode="auto">
            <a:xfrm>
              <a:off x="7215188" y="1752600"/>
              <a:ext cx="2873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19" name="矩形 173"/>
            <p:cNvSpPr>
              <a:spLocks noChangeArrowheads="1"/>
            </p:cNvSpPr>
            <p:nvPr/>
          </p:nvSpPr>
          <p:spPr bwMode="auto">
            <a:xfrm>
              <a:off x="7643813" y="1752600"/>
              <a:ext cx="2873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20" name="矩形 174"/>
            <p:cNvSpPr>
              <a:spLocks noChangeArrowheads="1"/>
            </p:cNvSpPr>
            <p:nvPr/>
          </p:nvSpPr>
          <p:spPr bwMode="auto">
            <a:xfrm>
              <a:off x="8072438" y="1752600"/>
              <a:ext cx="2873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21" name="矩形 175"/>
            <p:cNvSpPr>
              <a:spLocks noChangeArrowheads="1"/>
            </p:cNvSpPr>
            <p:nvPr/>
          </p:nvSpPr>
          <p:spPr bwMode="auto">
            <a:xfrm>
              <a:off x="6786563" y="2181225"/>
              <a:ext cx="2873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22" name="矩形 176"/>
            <p:cNvSpPr>
              <a:spLocks noChangeArrowheads="1"/>
            </p:cNvSpPr>
            <p:nvPr/>
          </p:nvSpPr>
          <p:spPr bwMode="auto">
            <a:xfrm>
              <a:off x="7215188" y="2181225"/>
              <a:ext cx="2873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23" name="矩形 177"/>
            <p:cNvSpPr>
              <a:spLocks noChangeArrowheads="1"/>
            </p:cNvSpPr>
            <p:nvPr/>
          </p:nvSpPr>
          <p:spPr bwMode="auto">
            <a:xfrm>
              <a:off x="7643813" y="2181225"/>
              <a:ext cx="2873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24" name="矩形 178"/>
            <p:cNvSpPr>
              <a:spLocks noChangeArrowheads="1"/>
            </p:cNvSpPr>
            <p:nvPr/>
          </p:nvSpPr>
          <p:spPr bwMode="auto">
            <a:xfrm>
              <a:off x="8072438" y="2181225"/>
              <a:ext cx="2873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25" name="矩形 179"/>
            <p:cNvSpPr>
              <a:spLocks noChangeArrowheads="1"/>
            </p:cNvSpPr>
            <p:nvPr/>
          </p:nvSpPr>
          <p:spPr bwMode="auto">
            <a:xfrm>
              <a:off x="6788150" y="2624138"/>
              <a:ext cx="2873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1226" name="矩形 180"/>
            <p:cNvSpPr>
              <a:spLocks noChangeArrowheads="1"/>
            </p:cNvSpPr>
            <p:nvPr/>
          </p:nvSpPr>
          <p:spPr bwMode="auto">
            <a:xfrm>
              <a:off x="7216775" y="2624138"/>
              <a:ext cx="2873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27" name="矩形 181"/>
            <p:cNvSpPr>
              <a:spLocks noChangeArrowheads="1"/>
            </p:cNvSpPr>
            <p:nvPr/>
          </p:nvSpPr>
          <p:spPr bwMode="auto">
            <a:xfrm>
              <a:off x="7645400" y="2624138"/>
              <a:ext cx="2873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1228" name="矩形 182"/>
            <p:cNvSpPr>
              <a:spLocks noChangeArrowheads="1"/>
            </p:cNvSpPr>
            <p:nvPr/>
          </p:nvSpPr>
          <p:spPr bwMode="auto">
            <a:xfrm>
              <a:off x="8074025" y="2624138"/>
              <a:ext cx="2873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30768" name="矩形 207"/>
          <p:cNvSpPr>
            <a:spLocks noChangeArrowheads="1"/>
          </p:cNvSpPr>
          <p:nvPr/>
        </p:nvSpPr>
        <p:spPr bwMode="auto">
          <a:xfrm>
            <a:off x="6784975" y="4341813"/>
            <a:ext cx="28733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zh-CN" altLang="en-US" sz="160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69" name="矩形 209"/>
          <p:cNvSpPr>
            <a:spLocks noChangeArrowheads="1"/>
          </p:cNvSpPr>
          <p:nvPr/>
        </p:nvSpPr>
        <p:spPr bwMode="auto">
          <a:xfrm>
            <a:off x="7642225" y="4341813"/>
            <a:ext cx="28733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60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70" name="矩形 212"/>
          <p:cNvSpPr>
            <a:spLocks noChangeArrowheads="1"/>
          </p:cNvSpPr>
          <p:nvPr/>
        </p:nvSpPr>
        <p:spPr bwMode="auto">
          <a:xfrm>
            <a:off x="7215188" y="4751388"/>
            <a:ext cx="287337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60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71" name="矩形 213"/>
          <p:cNvSpPr>
            <a:spLocks noChangeArrowheads="1"/>
          </p:cNvSpPr>
          <p:nvPr/>
        </p:nvSpPr>
        <p:spPr bwMode="auto">
          <a:xfrm>
            <a:off x="7643813" y="4751388"/>
            <a:ext cx="287337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60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72" name="矩形 217"/>
          <p:cNvSpPr>
            <a:spLocks noChangeArrowheads="1"/>
          </p:cNvSpPr>
          <p:nvPr/>
        </p:nvSpPr>
        <p:spPr bwMode="auto">
          <a:xfrm>
            <a:off x="7643813" y="5180013"/>
            <a:ext cx="29845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lang="zh-CN" altLang="en-US" sz="16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3871" name="组合 240"/>
          <p:cNvGrpSpPr/>
          <p:nvPr/>
        </p:nvGrpSpPr>
        <p:grpSpPr bwMode="auto">
          <a:xfrm>
            <a:off x="5892800" y="3570288"/>
            <a:ext cx="2536825" cy="2430462"/>
            <a:chOff x="5892812" y="3570998"/>
            <a:chExt cx="2536843" cy="2429774"/>
          </a:xfrm>
        </p:grpSpPr>
        <p:grpSp>
          <p:nvGrpSpPr>
            <p:cNvPr id="91184" name="组合 183"/>
            <p:cNvGrpSpPr/>
            <p:nvPr/>
          </p:nvGrpSpPr>
          <p:grpSpPr bwMode="auto">
            <a:xfrm>
              <a:off x="5892812" y="3570998"/>
              <a:ext cx="2536843" cy="2429774"/>
              <a:chOff x="5892810" y="571480"/>
              <a:chExt cx="2536842" cy="2429772"/>
            </a:xfrm>
          </p:grpSpPr>
          <p:grpSp>
            <p:nvGrpSpPr>
              <p:cNvPr id="91189" name="组合 85"/>
              <p:cNvGrpSpPr/>
              <p:nvPr/>
            </p:nvGrpSpPr>
            <p:grpSpPr bwMode="auto">
              <a:xfrm>
                <a:off x="5892810" y="571480"/>
                <a:ext cx="2536842" cy="2429774"/>
                <a:chOff x="4964116" y="3170945"/>
                <a:chExt cx="2536842" cy="2429774"/>
              </a:xfrm>
            </p:grpSpPr>
            <p:grpSp>
              <p:nvGrpSpPr>
                <p:cNvPr id="91198" name="组合 53"/>
                <p:cNvGrpSpPr/>
                <p:nvPr/>
              </p:nvGrpSpPr>
              <p:grpSpPr bwMode="auto">
                <a:xfrm>
                  <a:off x="5772958" y="3872715"/>
                  <a:ext cx="1728000" cy="1728004"/>
                  <a:chOff x="6415900" y="1343810"/>
                  <a:chExt cx="1728000" cy="1728004"/>
                </a:xfrm>
              </p:grpSpPr>
              <p:grpSp>
                <p:nvGrpSpPr>
                  <p:cNvPr id="91203" name="组合 47"/>
                  <p:cNvGrpSpPr/>
                  <p:nvPr/>
                </p:nvGrpSpPr>
                <p:grpSpPr bwMode="auto">
                  <a:xfrm>
                    <a:off x="6415900" y="1785372"/>
                    <a:ext cx="1728000" cy="863734"/>
                    <a:chOff x="6215074" y="1785926"/>
                    <a:chExt cx="2160000" cy="857256"/>
                  </a:xfrm>
                </p:grpSpPr>
                <p:cxnSp>
                  <p:nvCxnSpPr>
                    <p:cNvPr id="205" name="直接连接符 204"/>
                    <p:cNvCxnSpPr/>
                    <p:nvPr/>
                  </p:nvCxnSpPr>
                  <p:spPr>
                    <a:xfrm>
                      <a:off x="6216059" y="1786850"/>
                      <a:ext cx="2159015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6" name="直接连接符 205"/>
                    <p:cNvCxnSpPr/>
                    <p:nvPr/>
                  </p:nvCxnSpPr>
                  <p:spPr>
                    <a:xfrm>
                      <a:off x="6216059" y="2213715"/>
                      <a:ext cx="2159015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直接连接符 206"/>
                    <p:cNvCxnSpPr/>
                    <p:nvPr/>
                  </p:nvCxnSpPr>
                  <p:spPr>
                    <a:xfrm>
                      <a:off x="6216059" y="2642155"/>
                      <a:ext cx="2159015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91204" name="组合 48"/>
                  <p:cNvGrpSpPr/>
                  <p:nvPr/>
                </p:nvGrpSpPr>
                <p:grpSpPr bwMode="auto">
                  <a:xfrm rot="5400000">
                    <a:off x="6419963" y="1775947"/>
                    <a:ext cx="1728000" cy="863734"/>
                    <a:chOff x="6215074" y="1785926"/>
                    <a:chExt cx="2160000" cy="857256"/>
                  </a:xfrm>
                </p:grpSpPr>
                <p:cxnSp>
                  <p:nvCxnSpPr>
                    <p:cNvPr id="202" name="直接连接符 201"/>
                    <p:cNvCxnSpPr/>
                    <p:nvPr/>
                  </p:nvCxnSpPr>
                  <p:spPr>
                    <a:xfrm>
                      <a:off x="6216685" y="1786479"/>
                      <a:ext cx="2158387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直接连接符 202"/>
                    <p:cNvCxnSpPr/>
                    <p:nvPr/>
                  </p:nvCxnSpPr>
                  <p:spPr>
                    <a:xfrm>
                      <a:off x="6216685" y="2177229"/>
                      <a:ext cx="2158387" cy="3151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直接连接符 203"/>
                    <p:cNvCxnSpPr/>
                    <p:nvPr/>
                  </p:nvCxnSpPr>
                  <p:spPr>
                    <a:xfrm>
                      <a:off x="6216685" y="2607369"/>
                      <a:ext cx="2158387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01" name="矩形 200"/>
                  <p:cNvSpPr/>
                  <p:nvPr/>
                </p:nvSpPr>
                <p:spPr>
                  <a:xfrm>
                    <a:off x="6416688" y="1345103"/>
                    <a:ext cx="1727212" cy="1726709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base">
                      <a:spcBef>
                        <a:spcPct val="0"/>
                      </a:spcBef>
                      <a:spcAft>
                        <a:spcPct val="0"/>
                      </a:spcAft>
                      <a:defRPr/>
                    </a:pPr>
                    <a:endParaRPr lang="zh-CN" altLang="en-US" sz="1600">
                      <a:solidFill>
                        <a:srgbClr val="FFFFFF"/>
                      </a:solidFill>
                    </a:endParaRPr>
                  </a:p>
                </p:txBody>
              </p:sp>
            </p:grpSp>
            <p:cxnSp>
              <p:nvCxnSpPr>
                <p:cNvPr id="195" name="直接连接符 194"/>
                <p:cNvCxnSpPr/>
                <p:nvPr/>
              </p:nvCxnSpPr>
              <p:spPr>
                <a:xfrm>
                  <a:off x="5286381" y="3458200"/>
                  <a:ext cx="500065" cy="428503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aphicFrame>
              <p:nvGraphicFramePr>
                <p:cNvPr id="91200" name="Object 22"/>
                <p:cNvGraphicFramePr>
                  <a:graphicFrameLocks noChangeAspect="1"/>
                </p:cNvGraphicFramePr>
                <p:nvPr/>
              </p:nvGraphicFramePr>
              <p:xfrm>
                <a:off x="5143504" y="3671889"/>
                <a:ext cx="438140" cy="293587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200" name="公式" r:id="rId19" imgW="338455" imgH="150495" progId="Equation.3">
                        <p:embed/>
                      </p:oleObj>
                    </mc:Choice>
                    <mc:Fallback>
                      <p:oleObj name="公式" r:id="rId19" imgW="338455" imgH="150495" progId="Equation.3">
                        <p:embed/>
                        <p:pic>
                          <p:nvPicPr>
                            <p:cNvPr id="0" name="图片 36199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20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143504" y="3671889"/>
                              <a:ext cx="438140" cy="293587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91201" name="Object 23"/>
                <p:cNvGraphicFramePr>
                  <a:graphicFrameLocks noChangeAspect="1"/>
                </p:cNvGraphicFramePr>
                <p:nvPr/>
              </p:nvGraphicFramePr>
              <p:xfrm>
                <a:off x="5500694" y="3314699"/>
                <a:ext cx="438150" cy="293688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201" name="公式" r:id="rId21" imgW="338455" imgH="150495" progId="Equation.3">
                        <p:embed/>
                      </p:oleObj>
                    </mc:Choice>
                    <mc:Fallback>
                      <p:oleObj name="公式" r:id="rId21" imgW="338455" imgH="150495" progId="Equation.3">
                        <p:embed/>
                        <p:pic>
                          <p:nvPicPr>
                            <p:cNvPr id="0" name="图片 36200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22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500694" y="3314699"/>
                              <a:ext cx="438150" cy="293688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91202" name="Object 24"/>
                <p:cNvGraphicFramePr>
                  <a:graphicFrameLocks noChangeAspect="1"/>
                </p:cNvGraphicFramePr>
                <p:nvPr/>
              </p:nvGraphicFramePr>
              <p:xfrm>
                <a:off x="4964116" y="3170945"/>
                <a:ext cx="393702" cy="329493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202" name="公式" r:id="rId23" imgW="238125" imgH="150495" progId="Equation.3">
                        <p:embed/>
                      </p:oleObj>
                    </mc:Choice>
                    <mc:Fallback>
                      <p:oleObj name="公式" r:id="rId23" imgW="238125" imgH="150495" progId="Equation.3">
                        <p:embed/>
                        <p:pic>
                          <p:nvPicPr>
                            <p:cNvPr id="0" name="图片 36201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24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4964116" y="3170945"/>
                              <a:ext cx="393702" cy="329493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  <p:sp>
            <p:nvSpPr>
              <p:cNvPr id="91190" name="矩形 185"/>
              <p:cNvSpPr>
                <a:spLocks noChangeArrowheads="1"/>
              </p:cNvSpPr>
              <p:nvPr/>
            </p:nvSpPr>
            <p:spPr bwMode="auto">
              <a:xfrm>
                <a:off x="6357950" y="1347773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191" name="矩形 186"/>
              <p:cNvSpPr>
                <a:spLocks noChangeArrowheads="1"/>
              </p:cNvSpPr>
              <p:nvPr/>
            </p:nvSpPr>
            <p:spPr bwMode="auto">
              <a:xfrm>
                <a:off x="6357950" y="1756937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192" name="矩形 187"/>
              <p:cNvSpPr>
                <a:spLocks noChangeArrowheads="1"/>
              </p:cNvSpPr>
              <p:nvPr/>
            </p:nvSpPr>
            <p:spPr bwMode="auto">
              <a:xfrm>
                <a:off x="6357950" y="2180802"/>
                <a:ext cx="37850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193" name="矩形 188"/>
              <p:cNvSpPr>
                <a:spLocks noChangeArrowheads="1"/>
              </p:cNvSpPr>
              <p:nvPr/>
            </p:nvSpPr>
            <p:spPr bwMode="auto">
              <a:xfrm>
                <a:off x="6357950" y="262371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194" name="矩形 189"/>
              <p:cNvSpPr>
                <a:spLocks noChangeArrowheads="1"/>
              </p:cNvSpPr>
              <p:nvPr/>
            </p:nvSpPr>
            <p:spPr bwMode="auto">
              <a:xfrm>
                <a:off x="6743683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195" name="矩形 190"/>
              <p:cNvSpPr>
                <a:spLocks noChangeArrowheads="1"/>
              </p:cNvSpPr>
              <p:nvPr/>
            </p:nvSpPr>
            <p:spPr bwMode="auto">
              <a:xfrm>
                <a:off x="7172343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196" name="矩形 191"/>
              <p:cNvSpPr>
                <a:spLocks noChangeArrowheads="1"/>
              </p:cNvSpPr>
              <p:nvPr/>
            </p:nvSpPr>
            <p:spPr bwMode="auto">
              <a:xfrm>
                <a:off x="7600971" y="1000108"/>
                <a:ext cx="37850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197" name="矩形 192"/>
              <p:cNvSpPr>
                <a:spLocks noChangeArrowheads="1"/>
              </p:cNvSpPr>
              <p:nvPr/>
            </p:nvSpPr>
            <p:spPr bwMode="auto">
              <a:xfrm>
                <a:off x="8029599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91185" name="矩形 208"/>
            <p:cNvSpPr>
              <a:spLocks noChangeArrowheads="1"/>
            </p:cNvSpPr>
            <p:nvPr/>
          </p:nvSpPr>
          <p:spPr bwMode="auto">
            <a:xfrm>
              <a:off x="7213702" y="434211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86" name="矩形 210"/>
            <p:cNvSpPr>
              <a:spLocks noChangeArrowheads="1"/>
            </p:cNvSpPr>
            <p:nvPr/>
          </p:nvSpPr>
          <p:spPr bwMode="auto">
            <a:xfrm>
              <a:off x="8070958" y="4342114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87" name="矩形 211"/>
            <p:cNvSpPr>
              <a:spLocks noChangeArrowheads="1"/>
            </p:cNvSpPr>
            <p:nvPr/>
          </p:nvSpPr>
          <p:spPr bwMode="auto">
            <a:xfrm>
              <a:off x="6786580" y="475210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88" name="矩形 219"/>
            <p:cNvSpPr>
              <a:spLocks noChangeArrowheads="1"/>
            </p:cNvSpPr>
            <p:nvPr/>
          </p:nvSpPr>
          <p:spPr bwMode="auto">
            <a:xfrm>
              <a:off x="6788084" y="562364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9" name="组合 229"/>
          <p:cNvGrpSpPr/>
          <p:nvPr/>
        </p:nvGrpSpPr>
        <p:grpSpPr bwMode="auto">
          <a:xfrm>
            <a:off x="6786563" y="4794250"/>
            <a:ext cx="1624012" cy="1133475"/>
            <a:chOff x="6786578" y="4580761"/>
            <a:chExt cx="1624438" cy="1134255"/>
          </a:xfrm>
        </p:grpSpPr>
        <p:sp>
          <p:nvSpPr>
            <p:cNvPr id="91177" name="矩形 214"/>
            <p:cNvSpPr>
              <a:spLocks noChangeArrowheads="1"/>
            </p:cNvSpPr>
            <p:nvPr/>
          </p:nvSpPr>
          <p:spPr bwMode="auto">
            <a:xfrm>
              <a:off x="8048235" y="4580761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78" name="矩形 223"/>
            <p:cNvSpPr>
              <a:spLocks noChangeArrowheads="1"/>
            </p:cNvSpPr>
            <p:nvPr/>
          </p:nvSpPr>
          <p:spPr bwMode="auto">
            <a:xfrm>
              <a:off x="8072462" y="5009389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79" name="矩形 224"/>
            <p:cNvSpPr>
              <a:spLocks noChangeArrowheads="1"/>
            </p:cNvSpPr>
            <p:nvPr/>
          </p:nvSpPr>
          <p:spPr bwMode="auto">
            <a:xfrm>
              <a:off x="8072462" y="5438015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80" name="矩形 225"/>
            <p:cNvSpPr>
              <a:spLocks noChangeArrowheads="1"/>
            </p:cNvSpPr>
            <p:nvPr/>
          </p:nvSpPr>
          <p:spPr bwMode="auto">
            <a:xfrm>
              <a:off x="6786578" y="5009389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81" name="矩形 226"/>
            <p:cNvSpPr>
              <a:spLocks noChangeArrowheads="1"/>
            </p:cNvSpPr>
            <p:nvPr/>
          </p:nvSpPr>
          <p:spPr bwMode="auto">
            <a:xfrm>
              <a:off x="7215206" y="5009389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82" name="矩形 227"/>
            <p:cNvSpPr>
              <a:spLocks noChangeArrowheads="1"/>
            </p:cNvSpPr>
            <p:nvPr/>
          </p:nvSpPr>
          <p:spPr bwMode="auto">
            <a:xfrm>
              <a:off x="7233842" y="5438017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183" name="矩形 228"/>
            <p:cNvSpPr>
              <a:spLocks noChangeArrowheads="1"/>
            </p:cNvSpPr>
            <p:nvPr/>
          </p:nvSpPr>
          <p:spPr bwMode="auto">
            <a:xfrm>
              <a:off x="7662470" y="5438017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31" name="圆角矩形 230"/>
          <p:cNvSpPr/>
          <p:nvPr/>
        </p:nvSpPr>
        <p:spPr>
          <a:xfrm>
            <a:off x="6786563" y="4356100"/>
            <a:ext cx="714375" cy="285750"/>
          </a:xfrm>
          <a:prstGeom prst="roundRect">
            <a:avLst/>
          </a:prstGeom>
          <a:noFill/>
          <a:ln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aphicFrame>
        <p:nvGraphicFramePr>
          <p:cNvPr id="30722" name="Object 25"/>
          <p:cNvGraphicFramePr>
            <a:graphicFrameLocks noChangeAspect="1"/>
          </p:cNvGraphicFramePr>
          <p:nvPr/>
        </p:nvGraphicFramePr>
        <p:xfrm>
          <a:off x="5572125" y="6069013"/>
          <a:ext cx="3214688" cy="431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6203" name="公式" r:id="rId25" imgW="2442845" imgH="187960" progId="Equation.3">
                  <p:embed/>
                </p:oleObj>
              </mc:Choice>
              <mc:Fallback>
                <p:oleObj name="公式" r:id="rId25" imgW="2442845" imgH="187960" progId="Equation.3">
                  <p:embed/>
                  <p:pic>
                    <p:nvPicPr>
                      <p:cNvPr id="0" name="图片 3620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72125" y="6069013"/>
                        <a:ext cx="3214688" cy="431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" name="Object 3"/>
          <p:cNvGraphicFramePr>
            <a:graphicFrameLocks noChangeAspect="1"/>
          </p:cNvGraphicFramePr>
          <p:nvPr/>
        </p:nvGraphicFramePr>
        <p:xfrm>
          <a:off x="7143750" y="3071813"/>
          <a:ext cx="881063" cy="352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6204" name="公式" r:id="rId27" imgW="676275" imgH="150495" progId="Equation.3">
                  <p:embed/>
                </p:oleObj>
              </mc:Choice>
              <mc:Fallback>
                <p:oleObj name="公式" r:id="rId27" imgW="676275" imgH="150495" progId="Equation.3">
                  <p:embed/>
                  <p:pic>
                    <p:nvPicPr>
                      <p:cNvPr id="0" name="图片 3620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43750" y="3071813"/>
                        <a:ext cx="881063" cy="352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1" name="圆角矩形 160"/>
          <p:cNvSpPr/>
          <p:nvPr/>
        </p:nvSpPr>
        <p:spPr>
          <a:xfrm>
            <a:off x="7215188" y="1357313"/>
            <a:ext cx="714375" cy="1571625"/>
          </a:xfrm>
          <a:prstGeom prst="round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pSp>
        <p:nvGrpSpPr>
          <p:cNvPr id="40" name="组合 18"/>
          <p:cNvGrpSpPr/>
          <p:nvPr/>
        </p:nvGrpSpPr>
        <p:grpSpPr bwMode="auto">
          <a:xfrm>
            <a:off x="833438" y="4429125"/>
            <a:ext cx="125412" cy="117475"/>
            <a:chOff x="3071802" y="1357298"/>
            <a:chExt cx="214314" cy="214314"/>
          </a:xfrm>
        </p:grpSpPr>
        <p:cxnSp>
          <p:nvCxnSpPr>
            <p:cNvPr id="163" name="直接连接符 162"/>
            <p:cNvCxnSpPr/>
            <p:nvPr/>
          </p:nvCxnSpPr>
          <p:spPr>
            <a:xfrm rot="16200000" flipH="1">
              <a:off x="3071801" y="1357299"/>
              <a:ext cx="214314" cy="21431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接连接符 163"/>
            <p:cNvCxnSpPr/>
            <p:nvPr/>
          </p:nvCxnSpPr>
          <p:spPr>
            <a:xfrm rot="5400000">
              <a:off x="3071801" y="1357299"/>
              <a:ext cx="214314" cy="21431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6" name="直接箭头连接符 165"/>
          <p:cNvCxnSpPr/>
          <p:nvPr/>
        </p:nvCxnSpPr>
        <p:spPr>
          <a:xfrm rot="16200000" flipH="1">
            <a:off x="928688" y="5033963"/>
            <a:ext cx="500062" cy="500062"/>
          </a:xfrm>
          <a:prstGeom prst="straightConnector1">
            <a:avLst/>
          </a:prstGeom>
          <a:ln w="19050">
            <a:solidFill>
              <a:srgbClr val="006600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组合 18"/>
          <p:cNvGrpSpPr/>
          <p:nvPr/>
        </p:nvGrpSpPr>
        <p:grpSpPr bwMode="auto">
          <a:xfrm>
            <a:off x="804863" y="6038850"/>
            <a:ext cx="125412" cy="117475"/>
            <a:chOff x="3071802" y="1357298"/>
            <a:chExt cx="214314" cy="214314"/>
          </a:xfrm>
        </p:grpSpPr>
        <p:cxnSp>
          <p:nvCxnSpPr>
            <p:cNvPr id="168" name="直接连接符 167"/>
            <p:cNvCxnSpPr/>
            <p:nvPr/>
          </p:nvCxnSpPr>
          <p:spPr>
            <a:xfrm rot="16200000" flipH="1">
              <a:off x="3071801" y="1357299"/>
              <a:ext cx="214314" cy="21431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接连接符 168"/>
            <p:cNvCxnSpPr/>
            <p:nvPr/>
          </p:nvCxnSpPr>
          <p:spPr>
            <a:xfrm rot="5400000">
              <a:off x="3071801" y="1357299"/>
              <a:ext cx="214314" cy="21431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1" name="直接箭头连接符 170"/>
          <p:cNvCxnSpPr/>
          <p:nvPr/>
        </p:nvCxnSpPr>
        <p:spPr>
          <a:xfrm flipV="1">
            <a:off x="1000125" y="4929188"/>
            <a:ext cx="2500313" cy="1285875"/>
          </a:xfrm>
          <a:prstGeom prst="straightConnector1">
            <a:avLst/>
          </a:prstGeom>
          <a:ln w="19050">
            <a:solidFill>
              <a:srgbClr val="006600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组合 18"/>
          <p:cNvGrpSpPr/>
          <p:nvPr/>
        </p:nvGrpSpPr>
        <p:grpSpPr bwMode="auto">
          <a:xfrm>
            <a:off x="1162050" y="4759325"/>
            <a:ext cx="125413" cy="117475"/>
            <a:chOff x="3071802" y="1357298"/>
            <a:chExt cx="214314" cy="214314"/>
          </a:xfrm>
        </p:grpSpPr>
        <p:cxnSp>
          <p:nvCxnSpPr>
            <p:cNvPr id="173" name="直接连接符 172"/>
            <p:cNvCxnSpPr/>
            <p:nvPr/>
          </p:nvCxnSpPr>
          <p:spPr>
            <a:xfrm rot="16200000" flipH="1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接连接符 173"/>
            <p:cNvCxnSpPr/>
            <p:nvPr/>
          </p:nvCxnSpPr>
          <p:spPr>
            <a:xfrm rot="5400000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5" name="直接箭头连接符 174"/>
          <p:cNvCxnSpPr/>
          <p:nvPr/>
        </p:nvCxnSpPr>
        <p:spPr>
          <a:xfrm>
            <a:off x="1785938" y="4857750"/>
            <a:ext cx="2571750" cy="500063"/>
          </a:xfrm>
          <a:prstGeom prst="straightConnector1">
            <a:avLst/>
          </a:prstGeom>
          <a:ln w="19050">
            <a:solidFill>
              <a:srgbClr val="006600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170" name="Text Box 6"/>
          <p:cNvSpPr txBox="1">
            <a:spLocks noChangeArrowheads="1"/>
          </p:cNvSpPr>
          <p:nvPr/>
        </p:nvSpPr>
        <p:spPr bwMode="auto">
          <a:xfrm>
            <a:off x="5643563" y="117475"/>
            <a:ext cx="32861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33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3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0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30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0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30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30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30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68" grpId="0"/>
      <p:bldP spid="30769" grpId="0"/>
      <p:bldP spid="30770" grpId="0"/>
      <p:bldP spid="30771" grpId="0"/>
      <p:bldP spid="30772" grpId="0"/>
      <p:bldP spid="231" grpId="0" animBg="1"/>
      <p:bldP spid="161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4"/>
          <p:cNvGrpSpPr/>
          <p:nvPr/>
        </p:nvGrpSpPr>
        <p:grpSpPr bwMode="auto">
          <a:xfrm>
            <a:off x="2352675" y="3260725"/>
            <a:ext cx="4291013" cy="2525713"/>
            <a:chOff x="2352675" y="3260725"/>
            <a:chExt cx="4291020" cy="2525713"/>
          </a:xfrm>
        </p:grpSpPr>
        <p:grpSp>
          <p:nvGrpSpPr>
            <p:cNvPr id="92170" name="组合 13"/>
            <p:cNvGrpSpPr/>
            <p:nvPr/>
          </p:nvGrpSpPr>
          <p:grpSpPr bwMode="auto">
            <a:xfrm>
              <a:off x="2352675" y="3260725"/>
              <a:ext cx="3648085" cy="2525713"/>
              <a:chOff x="2352675" y="3260725"/>
              <a:chExt cx="3648085" cy="2525713"/>
            </a:xfrm>
          </p:grpSpPr>
          <p:pic>
            <p:nvPicPr>
              <p:cNvPr id="92174" name="Picture 3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52675" y="3260725"/>
                <a:ext cx="3648075" cy="2525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" name="矩形 12"/>
              <p:cNvSpPr/>
              <p:nvPr/>
            </p:nvSpPr>
            <p:spPr>
              <a:xfrm>
                <a:off x="5072067" y="3357563"/>
                <a:ext cx="928689" cy="28575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92171" name="组合 17"/>
            <p:cNvGrpSpPr/>
            <p:nvPr/>
          </p:nvGrpSpPr>
          <p:grpSpPr bwMode="auto">
            <a:xfrm>
              <a:off x="5643570" y="3286124"/>
              <a:ext cx="1000125" cy="863600"/>
              <a:chOff x="500034" y="3324224"/>
              <a:chExt cx="1000132" cy="864000"/>
            </a:xfrm>
          </p:grpSpPr>
          <p:sp>
            <p:nvSpPr>
              <p:cNvPr id="92172" name="矩形 15"/>
              <p:cNvSpPr>
                <a:spLocks noChangeArrowheads="1"/>
              </p:cNvSpPr>
              <p:nvPr/>
            </p:nvSpPr>
            <p:spPr bwMode="auto">
              <a:xfrm>
                <a:off x="500034" y="3571876"/>
                <a:ext cx="100013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4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4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4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r>
                  <a:rPr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4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zh-CN" altLang="en-US" sz="1400" baseline="-25000">
                  <a:solidFill>
                    <a:srgbClr val="000000"/>
                  </a:solidFill>
                </a:endParaRPr>
              </a:p>
            </p:txBody>
          </p:sp>
          <p:sp>
            <p:nvSpPr>
              <p:cNvPr id="12" name="椭圆 11"/>
              <p:cNvSpPr/>
              <p:nvPr/>
            </p:nvSpPr>
            <p:spPr>
              <a:xfrm>
                <a:off x="571470" y="3324225"/>
                <a:ext cx="863608" cy="864000"/>
              </a:xfrm>
              <a:prstGeom prst="ellips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92163" name="Text Box 8"/>
          <p:cNvSpPr txBox="1">
            <a:spLocks noChangeArrowheads="1"/>
          </p:cNvSpPr>
          <p:nvPr/>
        </p:nvSpPr>
        <p:spPr bwMode="auto">
          <a:xfrm>
            <a:off x="500063" y="142875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电路结构的改进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ext Box 8"/>
          <p:cNvSpPr txBox="1">
            <a:spLocks noChangeArrowheads="1"/>
          </p:cNvSpPr>
          <p:nvPr/>
        </p:nvSpPr>
        <p:spPr bwMode="auto">
          <a:xfrm>
            <a:off x="2428875" y="6038850"/>
            <a:ext cx="42148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改进后的电路能够自启动。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" name="组合 10"/>
          <p:cNvGrpSpPr/>
          <p:nvPr/>
        </p:nvGrpSpPr>
        <p:grpSpPr bwMode="auto">
          <a:xfrm>
            <a:off x="3981450" y="3795713"/>
            <a:ext cx="2347913" cy="1439862"/>
            <a:chOff x="3981447" y="3795715"/>
            <a:chExt cx="2347907" cy="1440000"/>
          </a:xfrm>
        </p:grpSpPr>
        <p:sp>
          <p:nvSpPr>
            <p:cNvPr id="92168" name="矩形 6"/>
            <p:cNvSpPr>
              <a:spLocks noChangeArrowheads="1"/>
            </p:cNvSpPr>
            <p:nvPr/>
          </p:nvSpPr>
          <p:spPr bwMode="auto">
            <a:xfrm>
              <a:off x="5214942" y="4857760"/>
              <a:ext cx="1114412" cy="369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有效循环</a:t>
              </a:r>
              <a:endParaRPr lang="zh-CN" altLang="en-US" sz="1800">
                <a:solidFill>
                  <a:srgbClr val="0000FF"/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 bwMode="auto">
            <a:xfrm>
              <a:off x="3981447" y="3795715"/>
              <a:ext cx="1439859" cy="1440000"/>
            </a:xfrm>
            <a:prstGeom prst="ellipse">
              <a:avLst/>
            </a:prstGeom>
            <a:noFill/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</p:grpSp>
      <p:pic>
        <p:nvPicPr>
          <p:cNvPr id="76809" name="Picture 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714375"/>
            <a:ext cx="8610600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7" name="Text Box 6"/>
          <p:cNvSpPr txBox="1">
            <a:spLocks noChangeArrowheads="1"/>
          </p:cNvSpPr>
          <p:nvPr/>
        </p:nvSpPr>
        <p:spPr bwMode="auto">
          <a:xfrm>
            <a:off x="5643563" y="117475"/>
            <a:ext cx="32861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6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Text Box 8"/>
          <p:cNvSpPr txBox="1">
            <a:spLocks noChangeArrowheads="1"/>
          </p:cNvSpPr>
          <p:nvPr/>
        </p:nvSpPr>
        <p:spPr bwMode="auto">
          <a:xfrm>
            <a:off x="214313" y="71438"/>
            <a:ext cx="2714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扭环形计数器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 Box 8"/>
          <p:cNvSpPr txBox="1">
            <a:spLocks noChangeArrowheads="1"/>
          </p:cNvSpPr>
          <p:nvPr/>
        </p:nvSpPr>
        <p:spPr bwMode="auto">
          <a:xfrm>
            <a:off x="500063" y="466725"/>
            <a:ext cx="19288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Text Box 8"/>
          <p:cNvSpPr txBox="1">
            <a:spLocks noChangeArrowheads="1"/>
          </p:cNvSpPr>
          <p:nvPr/>
        </p:nvSpPr>
        <p:spPr bwMode="auto">
          <a:xfrm>
            <a:off x="500063" y="2928938"/>
            <a:ext cx="2571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状态转换图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 Box 8"/>
          <p:cNvSpPr txBox="1">
            <a:spLocks noChangeArrowheads="1"/>
          </p:cNvSpPr>
          <p:nvPr/>
        </p:nvSpPr>
        <p:spPr bwMode="auto">
          <a:xfrm>
            <a:off x="500063" y="5395913"/>
            <a:ext cx="19288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功能特点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矩形 238"/>
          <p:cNvSpPr>
            <a:spLocks noChangeArrowheads="1"/>
          </p:cNvSpPr>
          <p:nvPr/>
        </p:nvSpPr>
        <p:spPr bwMode="auto">
          <a:xfrm>
            <a:off x="2711450" y="5072063"/>
            <a:ext cx="12176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66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有效循环</a:t>
            </a:r>
            <a:endParaRPr lang="zh-CN" altLang="en-US" sz="2000">
              <a:solidFill>
                <a:srgbClr val="6600CC"/>
              </a:solidFill>
            </a:endParaRPr>
          </a:p>
        </p:txBody>
      </p:sp>
      <p:sp>
        <p:nvSpPr>
          <p:cNvPr id="21" name="矩形 238"/>
          <p:cNvSpPr>
            <a:spLocks noChangeArrowheads="1"/>
          </p:cNvSpPr>
          <p:nvPr/>
        </p:nvSpPr>
        <p:spPr bwMode="auto">
          <a:xfrm>
            <a:off x="4997450" y="5072063"/>
            <a:ext cx="12176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0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无效循环</a:t>
            </a:r>
            <a:endParaRPr lang="zh-CN" altLang="en-US" sz="2000">
              <a:solidFill>
                <a:srgbClr val="C00000"/>
              </a:solidFill>
            </a:endParaRPr>
          </a:p>
        </p:txBody>
      </p:sp>
      <p:grpSp>
        <p:nvGrpSpPr>
          <p:cNvPr id="2" name="组合 32"/>
          <p:cNvGrpSpPr/>
          <p:nvPr/>
        </p:nvGrpSpPr>
        <p:grpSpPr bwMode="auto">
          <a:xfrm>
            <a:off x="357188" y="976313"/>
            <a:ext cx="8572500" cy="1952625"/>
            <a:chOff x="357158" y="976308"/>
            <a:chExt cx="8572560" cy="1952626"/>
          </a:xfrm>
        </p:grpSpPr>
        <p:grpSp>
          <p:nvGrpSpPr>
            <p:cNvPr id="93202" name="组合 27"/>
            <p:cNvGrpSpPr/>
            <p:nvPr/>
          </p:nvGrpSpPr>
          <p:grpSpPr bwMode="auto">
            <a:xfrm>
              <a:off x="357158" y="976308"/>
              <a:ext cx="3648075" cy="1952626"/>
              <a:chOff x="357158" y="976308"/>
              <a:chExt cx="3648075" cy="1952626"/>
            </a:xfrm>
          </p:grpSpPr>
          <p:pic>
            <p:nvPicPr>
              <p:cNvPr id="93208" name="Picture 2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7158" y="1119184"/>
                <a:ext cx="3648075" cy="1809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93209" name="组合 23"/>
              <p:cNvGrpSpPr/>
              <p:nvPr/>
            </p:nvGrpSpPr>
            <p:grpSpPr bwMode="auto">
              <a:xfrm>
                <a:off x="1357290" y="976308"/>
                <a:ext cx="359438" cy="324000"/>
                <a:chOff x="1357290" y="976308"/>
                <a:chExt cx="359438" cy="324000"/>
              </a:xfrm>
            </p:grpSpPr>
            <p:sp>
              <p:nvSpPr>
                <p:cNvPr id="22" name="等腰三角形 21"/>
                <p:cNvSpPr/>
                <p:nvPr/>
              </p:nvSpPr>
              <p:spPr>
                <a:xfrm rot="16200000">
                  <a:off x="1410473" y="994563"/>
                  <a:ext cx="323850" cy="287340"/>
                </a:xfrm>
                <a:prstGeom prst="triangle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3" name="椭圆 22"/>
                <p:cNvSpPr/>
                <p:nvPr/>
              </p:nvSpPr>
              <p:spPr>
                <a:xfrm>
                  <a:off x="1357290" y="1100133"/>
                  <a:ext cx="71438" cy="71437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</p:grpSp>
        </p:grpSp>
        <p:grpSp>
          <p:nvGrpSpPr>
            <p:cNvPr id="93203" name="组合 28"/>
            <p:cNvGrpSpPr/>
            <p:nvPr/>
          </p:nvGrpSpPr>
          <p:grpSpPr bwMode="auto">
            <a:xfrm>
              <a:off x="3976718" y="1004723"/>
              <a:ext cx="4953000" cy="1757535"/>
              <a:chOff x="3976718" y="1004723"/>
              <a:chExt cx="4953000" cy="1757535"/>
            </a:xfrm>
          </p:grpSpPr>
          <p:pic>
            <p:nvPicPr>
              <p:cNvPr id="93204" name="Picture 11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76718" y="1152533"/>
                <a:ext cx="4953000" cy="1609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93205" name="组合 24"/>
              <p:cNvGrpSpPr/>
              <p:nvPr/>
            </p:nvGrpSpPr>
            <p:grpSpPr bwMode="auto">
              <a:xfrm>
                <a:off x="6069950" y="1004723"/>
                <a:ext cx="359438" cy="324000"/>
                <a:chOff x="1357290" y="976308"/>
                <a:chExt cx="359438" cy="324000"/>
              </a:xfrm>
            </p:grpSpPr>
            <p:sp>
              <p:nvSpPr>
                <p:cNvPr id="26" name="等腰三角形 25"/>
                <p:cNvSpPr/>
                <p:nvPr/>
              </p:nvSpPr>
              <p:spPr>
                <a:xfrm rot="16200000">
                  <a:off x="1411134" y="994723"/>
                  <a:ext cx="323850" cy="287339"/>
                </a:xfrm>
                <a:prstGeom prst="triangle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" name="椭圆 26"/>
                <p:cNvSpPr/>
                <p:nvPr/>
              </p:nvSpPr>
              <p:spPr>
                <a:xfrm>
                  <a:off x="1357950" y="1100293"/>
                  <a:ext cx="71439" cy="71437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</p:grpSp>
        </p:grpSp>
      </p:grpSp>
      <p:grpSp>
        <p:nvGrpSpPr>
          <p:cNvPr id="10" name="组合 29"/>
          <p:cNvGrpSpPr/>
          <p:nvPr/>
        </p:nvGrpSpPr>
        <p:grpSpPr bwMode="auto">
          <a:xfrm>
            <a:off x="1143000" y="3405188"/>
            <a:ext cx="5286375" cy="1652587"/>
            <a:chOff x="857224" y="3405187"/>
            <a:chExt cx="5286412" cy="1652588"/>
          </a:xfrm>
        </p:grpSpPr>
        <p:grpSp>
          <p:nvGrpSpPr>
            <p:cNvPr id="93197" name="组合 17"/>
            <p:cNvGrpSpPr/>
            <p:nvPr/>
          </p:nvGrpSpPr>
          <p:grpSpPr bwMode="auto">
            <a:xfrm>
              <a:off x="857224" y="3422256"/>
              <a:ext cx="1000132" cy="864000"/>
              <a:chOff x="500034" y="3324224"/>
              <a:chExt cx="1000132" cy="864000"/>
            </a:xfrm>
          </p:grpSpPr>
          <p:sp>
            <p:nvSpPr>
              <p:cNvPr id="93200" name="矩形 15"/>
              <p:cNvSpPr>
                <a:spLocks noChangeArrowheads="1"/>
              </p:cNvSpPr>
              <p:nvPr/>
            </p:nvSpPr>
            <p:spPr bwMode="auto">
              <a:xfrm>
                <a:off x="500034" y="3571876"/>
                <a:ext cx="100013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4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4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4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r>
                  <a:rPr lang="en-US" altLang="zh-CN" sz="14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Q</a:t>
                </a:r>
                <a:r>
                  <a:rPr lang="en-US" altLang="zh-CN" sz="1400" b="1" baseline="-2500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endParaRPr lang="zh-CN" altLang="en-US" sz="1400" baseline="-25000">
                  <a:solidFill>
                    <a:srgbClr val="000000"/>
                  </a:solidFill>
                </a:endParaRPr>
              </a:p>
            </p:txBody>
          </p:sp>
          <p:sp>
            <p:nvSpPr>
              <p:cNvPr id="17" name="椭圆 16"/>
              <p:cNvSpPr/>
              <p:nvPr/>
            </p:nvSpPr>
            <p:spPr>
              <a:xfrm>
                <a:off x="571473" y="3324617"/>
                <a:ext cx="863606" cy="863601"/>
              </a:xfrm>
              <a:prstGeom prst="ellips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  <p:pic>
          <p:nvPicPr>
            <p:cNvPr id="93198" name="Picture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1220" y="3429000"/>
              <a:ext cx="1676400" cy="1628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199" name="Picture 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8661" y="3405187"/>
              <a:ext cx="1704975" cy="1628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1" name="Text Box 8"/>
          <p:cNvSpPr txBox="1">
            <a:spLocks noChangeArrowheads="1"/>
          </p:cNvSpPr>
          <p:nvPr/>
        </p:nvSpPr>
        <p:spPr bwMode="auto">
          <a:xfrm>
            <a:off x="857250" y="5824538"/>
            <a:ext cx="63579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计数长度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N=2n=8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，状态利用率提高</a:t>
            </a:r>
            <a:r>
              <a:rPr lang="en-US" altLang="zh-CN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倍。</a:t>
            </a:r>
            <a:endParaRPr lang="zh-CN" altLang="en-US" sz="24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" name="Text Box 8"/>
          <p:cNvSpPr txBox="1">
            <a:spLocks noChangeArrowheads="1"/>
          </p:cNvSpPr>
          <p:nvPr/>
        </p:nvSpPr>
        <p:spPr bwMode="auto">
          <a:xfrm>
            <a:off x="857250" y="6324600"/>
            <a:ext cx="42148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lang="zh-CN" altLang="en-US" sz="2400" b="1">
                <a:solidFill>
                  <a:srgbClr val="0066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电路不能自启动。</a:t>
            </a:r>
            <a:endParaRPr lang="zh-CN" altLang="en-US" sz="2400" b="1">
              <a:solidFill>
                <a:srgbClr val="0066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3196" name="Text Box 6"/>
          <p:cNvSpPr txBox="1">
            <a:spLocks noChangeArrowheads="1"/>
          </p:cNvSpPr>
          <p:nvPr/>
        </p:nvSpPr>
        <p:spPr bwMode="auto">
          <a:xfrm>
            <a:off x="5643563" y="117475"/>
            <a:ext cx="32861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20" grpId="0"/>
      <p:bldP spid="21" grpId="0"/>
      <p:bldP spid="31" grpId="0"/>
      <p:bldP spid="32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Text Box 8"/>
          <p:cNvSpPr txBox="1">
            <a:spLocks noChangeArrowheads="1"/>
          </p:cNvSpPr>
          <p:nvPr/>
        </p:nvSpPr>
        <p:spPr bwMode="auto">
          <a:xfrm>
            <a:off x="428625" y="3810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电路自启动设计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231"/>
          <p:cNvGrpSpPr/>
          <p:nvPr/>
        </p:nvGrpSpPr>
        <p:grpSpPr bwMode="auto">
          <a:xfrm>
            <a:off x="142875" y="542925"/>
            <a:ext cx="4572000" cy="2457450"/>
            <a:chOff x="142844" y="542905"/>
            <a:chExt cx="4572032" cy="2457467"/>
          </a:xfrm>
        </p:grpSpPr>
        <p:grpSp>
          <p:nvGrpSpPr>
            <p:cNvPr id="94319" name="组合 68"/>
            <p:cNvGrpSpPr/>
            <p:nvPr/>
          </p:nvGrpSpPr>
          <p:grpSpPr bwMode="auto">
            <a:xfrm>
              <a:off x="142844" y="542905"/>
              <a:ext cx="4572032" cy="2457467"/>
              <a:chOff x="142844" y="542905"/>
              <a:chExt cx="4572032" cy="2457467"/>
            </a:xfrm>
          </p:grpSpPr>
          <p:grpSp>
            <p:nvGrpSpPr>
              <p:cNvPr id="94344" name="组合 53"/>
              <p:cNvGrpSpPr/>
              <p:nvPr/>
            </p:nvGrpSpPr>
            <p:grpSpPr bwMode="auto">
              <a:xfrm>
                <a:off x="1986744" y="1272372"/>
                <a:ext cx="2728132" cy="1728000"/>
                <a:chOff x="6415900" y="1343810"/>
                <a:chExt cx="1728000" cy="1728000"/>
              </a:xfrm>
            </p:grpSpPr>
            <p:grpSp>
              <p:nvGrpSpPr>
                <p:cNvPr id="94350" name="组合 47"/>
                <p:cNvGrpSpPr/>
                <p:nvPr/>
              </p:nvGrpSpPr>
              <p:grpSpPr bwMode="auto">
                <a:xfrm>
                  <a:off x="6415900" y="1785926"/>
                  <a:ext cx="1728000" cy="864000"/>
                  <a:chOff x="6215074" y="1785926"/>
                  <a:chExt cx="2160000" cy="857256"/>
                </a:xfrm>
              </p:grpSpPr>
              <p:cxnSp>
                <p:nvCxnSpPr>
                  <p:cNvPr id="45" name="直接连接符 44"/>
                  <p:cNvCxnSpPr/>
                  <p:nvPr/>
                </p:nvCxnSpPr>
                <p:spPr>
                  <a:xfrm>
                    <a:off x="6215698" y="1785926"/>
                    <a:ext cx="2159376" cy="1576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" name="直接连接符 45"/>
                  <p:cNvCxnSpPr/>
                  <p:nvPr/>
                </p:nvCxnSpPr>
                <p:spPr>
                  <a:xfrm>
                    <a:off x="6215698" y="2212784"/>
                    <a:ext cx="2159376" cy="157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接连接符 46"/>
                  <p:cNvCxnSpPr/>
                  <p:nvPr/>
                </p:nvCxnSpPr>
                <p:spPr>
                  <a:xfrm>
                    <a:off x="6215698" y="2641216"/>
                    <a:ext cx="2159376" cy="157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351" name="组合 48"/>
                <p:cNvGrpSpPr/>
                <p:nvPr/>
              </p:nvGrpSpPr>
              <p:grpSpPr bwMode="auto">
                <a:xfrm rot="5400000">
                  <a:off x="6419272" y="1775810"/>
                  <a:ext cx="1728000" cy="864000"/>
                  <a:chOff x="6215074" y="1785926"/>
                  <a:chExt cx="2160000" cy="857256"/>
                </a:xfrm>
              </p:grpSpPr>
              <p:cxnSp>
                <p:nvCxnSpPr>
                  <p:cNvPr id="50" name="直接连接符 49"/>
                  <p:cNvCxnSpPr/>
                  <p:nvPr/>
                </p:nvCxnSpPr>
                <p:spPr>
                  <a:xfrm>
                    <a:off x="6216058" y="1763707"/>
                    <a:ext cx="2159015" cy="199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" name="直接连接符 50"/>
                  <p:cNvCxnSpPr/>
                  <p:nvPr/>
                </p:nvCxnSpPr>
                <p:spPr>
                  <a:xfrm>
                    <a:off x="6216058" y="2190714"/>
                    <a:ext cx="2159015" cy="199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" name="直接连接符 51"/>
                  <p:cNvCxnSpPr/>
                  <p:nvPr/>
                </p:nvCxnSpPr>
                <p:spPr>
                  <a:xfrm>
                    <a:off x="6216058" y="2597768"/>
                    <a:ext cx="2159015" cy="1995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53" name="矩形 52"/>
                <p:cNvSpPr/>
                <p:nvPr/>
              </p:nvSpPr>
              <p:spPr>
                <a:xfrm>
                  <a:off x="6416399" y="1344598"/>
                  <a:ext cx="1727501" cy="1727212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zh-CN" altLang="en-US" sz="1600">
                    <a:solidFill>
                      <a:srgbClr val="FFFFFF"/>
                    </a:solidFill>
                  </a:endParaRPr>
                </a:p>
              </p:txBody>
            </p:sp>
          </p:grpSp>
          <p:cxnSp>
            <p:nvCxnSpPr>
              <p:cNvPr id="56" name="直接连接符 55"/>
              <p:cNvCxnSpPr/>
              <p:nvPr/>
            </p:nvCxnSpPr>
            <p:spPr>
              <a:xfrm>
                <a:off x="1500167" y="857232"/>
                <a:ext cx="500065" cy="42862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aphicFrame>
            <p:nvGraphicFramePr>
              <p:cNvPr id="94346" name="Object 21"/>
              <p:cNvGraphicFramePr>
                <a:graphicFrameLocks noChangeAspect="1"/>
              </p:cNvGraphicFramePr>
              <p:nvPr/>
            </p:nvGraphicFramePr>
            <p:xfrm>
              <a:off x="1357290" y="1071546"/>
              <a:ext cx="438140" cy="2935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185" name="公式" r:id="rId1" imgW="338455" imgH="150495" progId="Equation.3">
                      <p:embed/>
                    </p:oleObj>
                  </mc:Choice>
                  <mc:Fallback>
                    <p:oleObj name="公式" r:id="rId1" imgW="338455" imgH="150495" progId="Equation.3">
                      <p:embed/>
                      <p:pic>
                        <p:nvPicPr>
                          <p:cNvPr id="0" name="图片 3718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357290" y="1071546"/>
                            <a:ext cx="438140" cy="29358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94347" name="Object 10"/>
              <p:cNvGraphicFramePr>
                <a:graphicFrameLocks noChangeAspect="1"/>
              </p:cNvGraphicFramePr>
              <p:nvPr/>
            </p:nvGraphicFramePr>
            <p:xfrm>
              <a:off x="1714480" y="714356"/>
              <a:ext cx="438150" cy="2936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186" name="公式" r:id="rId3" imgW="338455" imgH="150495" progId="Equation.3">
                      <p:embed/>
                    </p:oleObj>
                  </mc:Choice>
                  <mc:Fallback>
                    <p:oleObj name="公式" r:id="rId3" imgW="338455" imgH="150495" progId="Equation.3">
                      <p:embed/>
                      <p:pic>
                        <p:nvPicPr>
                          <p:cNvPr id="0" name="图片 3718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714480" y="714356"/>
                            <a:ext cx="438150" cy="293688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94348" name="Object 11"/>
              <p:cNvGraphicFramePr>
                <a:graphicFrameLocks noChangeAspect="1"/>
              </p:cNvGraphicFramePr>
              <p:nvPr/>
            </p:nvGraphicFramePr>
            <p:xfrm>
              <a:off x="285720" y="586456"/>
              <a:ext cx="1296987" cy="30887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187" name="公式" r:id="rId5" imgW="1240155" imgH="150495" progId="Equation.3">
                      <p:embed/>
                    </p:oleObj>
                  </mc:Choice>
                  <mc:Fallback>
                    <p:oleObj name="公式" r:id="rId5" imgW="1240155" imgH="150495" progId="Equation.3">
                      <p:embed/>
                      <p:pic>
                        <p:nvPicPr>
                          <p:cNvPr id="0" name="图片 3718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5720" y="586456"/>
                            <a:ext cx="1296987" cy="30887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67" name="椭圆 66"/>
              <p:cNvSpPr/>
              <p:nvPr/>
            </p:nvSpPr>
            <p:spPr>
              <a:xfrm>
                <a:off x="142844" y="542905"/>
                <a:ext cx="1643075" cy="376241"/>
              </a:xfrm>
              <a:prstGeom prst="ellipse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zh-CN" altLang="en-US" sz="1600" dirty="0">
                    <a:solidFill>
                      <a:srgbClr val="FFFFFF"/>
                    </a:solidFill>
                  </a:rPr>
                  <a:t>                       </a:t>
                </a:r>
                <a:endParaRPr lang="zh-CN" altLang="en-US" sz="1600" dirty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4320" name="矩形 101"/>
            <p:cNvSpPr>
              <a:spLocks noChangeArrowheads="1"/>
            </p:cNvSpPr>
            <p:nvPr/>
          </p:nvSpPr>
          <p:spPr bwMode="auto">
            <a:xfrm>
              <a:off x="2143108" y="1000108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21" name="矩形 102"/>
            <p:cNvSpPr>
              <a:spLocks noChangeArrowheads="1"/>
            </p:cNvSpPr>
            <p:nvPr/>
          </p:nvSpPr>
          <p:spPr bwMode="auto">
            <a:xfrm>
              <a:off x="2824828" y="1000108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22" name="矩形 103"/>
            <p:cNvSpPr>
              <a:spLocks noChangeArrowheads="1"/>
            </p:cNvSpPr>
            <p:nvPr/>
          </p:nvSpPr>
          <p:spPr bwMode="auto">
            <a:xfrm>
              <a:off x="3500430" y="1000108"/>
              <a:ext cx="37850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23" name="矩形 104"/>
            <p:cNvSpPr>
              <a:spLocks noChangeArrowheads="1"/>
            </p:cNvSpPr>
            <p:nvPr/>
          </p:nvSpPr>
          <p:spPr bwMode="auto">
            <a:xfrm>
              <a:off x="4182150" y="1000108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24" name="矩形 105"/>
            <p:cNvSpPr>
              <a:spLocks noChangeArrowheads="1"/>
            </p:cNvSpPr>
            <p:nvPr/>
          </p:nvSpPr>
          <p:spPr bwMode="auto">
            <a:xfrm>
              <a:off x="1643042" y="1323960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25" name="矩形 106"/>
            <p:cNvSpPr>
              <a:spLocks noChangeArrowheads="1"/>
            </p:cNvSpPr>
            <p:nvPr/>
          </p:nvSpPr>
          <p:spPr bwMode="auto">
            <a:xfrm>
              <a:off x="1643042" y="1771224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26" name="矩形 107"/>
            <p:cNvSpPr>
              <a:spLocks noChangeArrowheads="1"/>
            </p:cNvSpPr>
            <p:nvPr/>
          </p:nvSpPr>
          <p:spPr bwMode="auto">
            <a:xfrm>
              <a:off x="1643042" y="2199852"/>
              <a:ext cx="37850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27" name="矩形 108"/>
            <p:cNvSpPr>
              <a:spLocks noChangeArrowheads="1"/>
            </p:cNvSpPr>
            <p:nvPr/>
          </p:nvSpPr>
          <p:spPr bwMode="auto">
            <a:xfrm>
              <a:off x="1643042" y="2628480"/>
              <a:ext cx="38985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28" name="矩形 109"/>
            <p:cNvSpPr>
              <a:spLocks noChangeArrowheads="1"/>
            </p:cNvSpPr>
            <p:nvPr/>
          </p:nvSpPr>
          <p:spPr bwMode="auto">
            <a:xfrm>
              <a:off x="2048139" y="1323960"/>
              <a:ext cx="595039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1000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329" name="矩形 110"/>
            <p:cNvSpPr>
              <a:spLocks noChangeArrowheads="1"/>
            </p:cNvSpPr>
            <p:nvPr/>
          </p:nvSpPr>
          <p:spPr bwMode="auto">
            <a:xfrm>
              <a:off x="2714612" y="1323960"/>
              <a:ext cx="595039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0000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330" name="矩形 111"/>
            <p:cNvSpPr>
              <a:spLocks noChangeArrowheads="1"/>
            </p:cNvSpPr>
            <p:nvPr/>
          </p:nvSpPr>
          <p:spPr bwMode="auto">
            <a:xfrm>
              <a:off x="4071935" y="1323960"/>
              <a:ext cx="595039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31" name="矩形 112"/>
            <p:cNvSpPr>
              <a:spLocks noChangeArrowheads="1"/>
            </p:cNvSpPr>
            <p:nvPr/>
          </p:nvSpPr>
          <p:spPr bwMode="auto">
            <a:xfrm>
              <a:off x="3405461" y="1323960"/>
              <a:ext cx="595039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0001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332" name="矩形 155"/>
            <p:cNvSpPr>
              <a:spLocks noChangeArrowheads="1"/>
            </p:cNvSpPr>
            <p:nvPr/>
          </p:nvSpPr>
          <p:spPr bwMode="auto">
            <a:xfrm>
              <a:off x="2048139" y="1771224"/>
              <a:ext cx="595039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33" name="矩形 156"/>
            <p:cNvSpPr>
              <a:spLocks noChangeArrowheads="1"/>
            </p:cNvSpPr>
            <p:nvPr/>
          </p:nvSpPr>
          <p:spPr bwMode="auto">
            <a:xfrm>
              <a:off x="2714612" y="1771224"/>
              <a:ext cx="595039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34" name="矩形 157"/>
            <p:cNvSpPr>
              <a:spLocks noChangeArrowheads="1"/>
            </p:cNvSpPr>
            <p:nvPr/>
          </p:nvSpPr>
          <p:spPr bwMode="auto">
            <a:xfrm>
              <a:off x="3405461" y="1771224"/>
              <a:ext cx="583690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0011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335" name="矩形 158"/>
            <p:cNvSpPr>
              <a:spLocks noChangeArrowheads="1"/>
            </p:cNvSpPr>
            <p:nvPr/>
          </p:nvSpPr>
          <p:spPr bwMode="auto">
            <a:xfrm>
              <a:off x="4071935" y="1752588"/>
              <a:ext cx="583690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1011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36" name="矩形 159"/>
            <p:cNvSpPr>
              <a:spLocks noChangeArrowheads="1"/>
            </p:cNvSpPr>
            <p:nvPr/>
          </p:nvSpPr>
          <p:spPr bwMode="auto">
            <a:xfrm>
              <a:off x="2053183" y="2199852"/>
              <a:ext cx="572340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337" name="矩形 160"/>
            <p:cNvSpPr>
              <a:spLocks noChangeArrowheads="1"/>
            </p:cNvSpPr>
            <p:nvPr/>
          </p:nvSpPr>
          <p:spPr bwMode="auto">
            <a:xfrm>
              <a:off x="2719656" y="2199852"/>
              <a:ext cx="583690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0110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38" name="矩形 161"/>
            <p:cNvSpPr>
              <a:spLocks noChangeArrowheads="1"/>
            </p:cNvSpPr>
            <p:nvPr/>
          </p:nvSpPr>
          <p:spPr bwMode="auto">
            <a:xfrm>
              <a:off x="4076977" y="2199852"/>
              <a:ext cx="560991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339" name="矩形 162"/>
            <p:cNvSpPr>
              <a:spLocks noChangeArrowheads="1"/>
            </p:cNvSpPr>
            <p:nvPr/>
          </p:nvSpPr>
          <p:spPr bwMode="auto">
            <a:xfrm>
              <a:off x="3410505" y="2199852"/>
              <a:ext cx="572340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0111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340" name="矩形 163"/>
            <p:cNvSpPr>
              <a:spLocks noChangeArrowheads="1"/>
            </p:cNvSpPr>
            <p:nvPr/>
          </p:nvSpPr>
          <p:spPr bwMode="auto">
            <a:xfrm>
              <a:off x="2053183" y="2628480"/>
              <a:ext cx="583690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341" name="矩形 164"/>
            <p:cNvSpPr>
              <a:spLocks noChangeArrowheads="1"/>
            </p:cNvSpPr>
            <p:nvPr/>
          </p:nvSpPr>
          <p:spPr bwMode="auto">
            <a:xfrm>
              <a:off x="2719656" y="2628480"/>
              <a:ext cx="595039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0100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42" name="矩形 165"/>
            <p:cNvSpPr>
              <a:spLocks noChangeArrowheads="1"/>
            </p:cNvSpPr>
            <p:nvPr/>
          </p:nvSpPr>
          <p:spPr bwMode="auto">
            <a:xfrm>
              <a:off x="3410505" y="2628480"/>
              <a:ext cx="595039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0101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343" name="矩形 166"/>
            <p:cNvSpPr>
              <a:spLocks noChangeArrowheads="1"/>
            </p:cNvSpPr>
            <p:nvPr/>
          </p:nvSpPr>
          <p:spPr bwMode="auto">
            <a:xfrm>
              <a:off x="4076978" y="2609844"/>
              <a:ext cx="583690" cy="338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16" name="组合 159"/>
          <p:cNvGrpSpPr/>
          <p:nvPr/>
        </p:nvGrpSpPr>
        <p:grpSpPr bwMode="auto">
          <a:xfrm>
            <a:off x="5821363" y="571500"/>
            <a:ext cx="2536825" cy="2430463"/>
            <a:chOff x="5892800" y="571500"/>
            <a:chExt cx="2536825" cy="2430463"/>
          </a:xfrm>
        </p:grpSpPr>
        <p:grpSp>
          <p:nvGrpSpPr>
            <p:cNvPr id="94279" name="组合 129"/>
            <p:cNvGrpSpPr/>
            <p:nvPr/>
          </p:nvGrpSpPr>
          <p:grpSpPr bwMode="auto">
            <a:xfrm>
              <a:off x="5892800" y="571500"/>
              <a:ext cx="2536825" cy="2430463"/>
              <a:chOff x="5892810" y="571480"/>
              <a:chExt cx="2536842" cy="2429772"/>
            </a:xfrm>
          </p:grpSpPr>
          <p:grpSp>
            <p:nvGrpSpPr>
              <p:cNvPr id="94296" name="组合 85"/>
              <p:cNvGrpSpPr/>
              <p:nvPr/>
            </p:nvGrpSpPr>
            <p:grpSpPr bwMode="auto">
              <a:xfrm>
                <a:off x="5892810" y="571480"/>
                <a:ext cx="2536842" cy="2429772"/>
                <a:chOff x="4964116" y="3170945"/>
                <a:chExt cx="2536842" cy="2429772"/>
              </a:xfrm>
            </p:grpSpPr>
            <p:grpSp>
              <p:nvGrpSpPr>
                <p:cNvPr id="94305" name="组合 53"/>
                <p:cNvGrpSpPr/>
                <p:nvPr/>
              </p:nvGrpSpPr>
              <p:grpSpPr bwMode="auto">
                <a:xfrm>
                  <a:off x="5772958" y="3872715"/>
                  <a:ext cx="1728000" cy="1728002"/>
                  <a:chOff x="6415900" y="1343810"/>
                  <a:chExt cx="1728000" cy="1728002"/>
                </a:xfrm>
              </p:grpSpPr>
              <p:grpSp>
                <p:nvGrpSpPr>
                  <p:cNvPr id="94310" name="组合 47"/>
                  <p:cNvGrpSpPr/>
                  <p:nvPr/>
                </p:nvGrpSpPr>
                <p:grpSpPr bwMode="auto">
                  <a:xfrm>
                    <a:off x="6415900" y="1785372"/>
                    <a:ext cx="1728000" cy="863734"/>
                    <a:chOff x="6215074" y="1785926"/>
                    <a:chExt cx="2160000" cy="857256"/>
                  </a:xfrm>
                </p:grpSpPr>
                <p:cxnSp>
                  <p:nvCxnSpPr>
                    <p:cNvPr id="83" name="直接连接符 82"/>
                    <p:cNvCxnSpPr/>
                    <p:nvPr/>
                  </p:nvCxnSpPr>
                  <p:spPr>
                    <a:xfrm>
                      <a:off x="6216059" y="1786850"/>
                      <a:ext cx="2159015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直接连接符 83"/>
                    <p:cNvCxnSpPr/>
                    <p:nvPr/>
                  </p:nvCxnSpPr>
                  <p:spPr>
                    <a:xfrm>
                      <a:off x="6216059" y="2213714"/>
                      <a:ext cx="2159015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直接连接符 84"/>
                    <p:cNvCxnSpPr/>
                    <p:nvPr/>
                  </p:nvCxnSpPr>
                  <p:spPr>
                    <a:xfrm>
                      <a:off x="6216059" y="2642154"/>
                      <a:ext cx="2159015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94311" name="组合 48"/>
                  <p:cNvGrpSpPr/>
                  <p:nvPr/>
                </p:nvGrpSpPr>
                <p:grpSpPr bwMode="auto">
                  <a:xfrm rot="5400000">
                    <a:off x="6419961" y="1775945"/>
                    <a:ext cx="1728000" cy="863734"/>
                    <a:chOff x="6215074" y="1785926"/>
                    <a:chExt cx="2160000" cy="857256"/>
                  </a:xfrm>
                </p:grpSpPr>
                <p:cxnSp>
                  <p:nvCxnSpPr>
                    <p:cNvPr id="80" name="直接连接符 79"/>
                    <p:cNvCxnSpPr/>
                    <p:nvPr/>
                  </p:nvCxnSpPr>
                  <p:spPr>
                    <a:xfrm>
                      <a:off x="6216688" y="1786477"/>
                      <a:ext cx="2158387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直接连接符 80"/>
                    <p:cNvCxnSpPr/>
                    <p:nvPr/>
                  </p:nvCxnSpPr>
                  <p:spPr>
                    <a:xfrm>
                      <a:off x="6216687" y="2177227"/>
                      <a:ext cx="2158387" cy="3151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2" name="直接连接符 81"/>
                    <p:cNvCxnSpPr/>
                    <p:nvPr/>
                  </p:nvCxnSpPr>
                  <p:spPr>
                    <a:xfrm>
                      <a:off x="6216687" y="2607367"/>
                      <a:ext cx="2158387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9" name="矩形 78"/>
                  <p:cNvSpPr/>
                  <p:nvPr/>
                </p:nvSpPr>
                <p:spPr>
                  <a:xfrm>
                    <a:off x="6416688" y="1345103"/>
                    <a:ext cx="1727212" cy="1726709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base">
                      <a:spcBef>
                        <a:spcPct val="0"/>
                      </a:spcBef>
                      <a:spcAft>
                        <a:spcPct val="0"/>
                      </a:spcAft>
                      <a:defRPr/>
                    </a:pPr>
                    <a:endParaRPr lang="zh-CN" altLang="en-US" sz="1600">
                      <a:solidFill>
                        <a:srgbClr val="FFFFFF"/>
                      </a:solidFill>
                    </a:endParaRPr>
                  </a:p>
                </p:txBody>
              </p:sp>
            </p:grpSp>
            <p:cxnSp>
              <p:nvCxnSpPr>
                <p:cNvPr id="72" name="直接连接符 71"/>
                <p:cNvCxnSpPr/>
                <p:nvPr/>
              </p:nvCxnSpPr>
              <p:spPr>
                <a:xfrm>
                  <a:off x="5286380" y="3458201"/>
                  <a:ext cx="500066" cy="428503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aphicFrame>
              <p:nvGraphicFramePr>
                <p:cNvPr id="94307" name="Object 13"/>
                <p:cNvGraphicFramePr>
                  <a:graphicFrameLocks noChangeAspect="1"/>
                </p:cNvGraphicFramePr>
                <p:nvPr/>
              </p:nvGraphicFramePr>
              <p:xfrm>
                <a:off x="5143504" y="3671889"/>
                <a:ext cx="438140" cy="293587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7188" name="公式" r:id="rId7" imgW="338455" imgH="150495" progId="Equation.3">
                        <p:embed/>
                      </p:oleObj>
                    </mc:Choice>
                    <mc:Fallback>
                      <p:oleObj name="公式" r:id="rId7" imgW="338455" imgH="150495" progId="Equation.3">
                        <p:embed/>
                        <p:pic>
                          <p:nvPicPr>
                            <p:cNvPr id="0" name="图片 37187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8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143504" y="3671889"/>
                              <a:ext cx="438140" cy="293587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94308" name="Object 14"/>
                <p:cNvGraphicFramePr>
                  <a:graphicFrameLocks noChangeAspect="1"/>
                </p:cNvGraphicFramePr>
                <p:nvPr/>
              </p:nvGraphicFramePr>
              <p:xfrm>
                <a:off x="5500694" y="3314699"/>
                <a:ext cx="438150" cy="293688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7189" name="公式" r:id="rId9" imgW="338455" imgH="150495" progId="Equation.3">
                        <p:embed/>
                      </p:oleObj>
                    </mc:Choice>
                    <mc:Fallback>
                      <p:oleObj name="公式" r:id="rId9" imgW="338455" imgH="150495" progId="Equation.3">
                        <p:embed/>
                        <p:pic>
                          <p:nvPicPr>
                            <p:cNvPr id="0" name="图片 37188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10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500694" y="3314699"/>
                              <a:ext cx="438150" cy="293688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94309" name="Object 15"/>
                <p:cNvGraphicFramePr>
                  <a:graphicFrameLocks noChangeAspect="1"/>
                </p:cNvGraphicFramePr>
                <p:nvPr/>
              </p:nvGraphicFramePr>
              <p:xfrm>
                <a:off x="4964116" y="3170945"/>
                <a:ext cx="393702" cy="329493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7190" name="公式" r:id="rId11" imgW="238125" imgH="150495" progId="Equation.3">
                        <p:embed/>
                      </p:oleObj>
                    </mc:Choice>
                    <mc:Fallback>
                      <p:oleObj name="公式" r:id="rId11" imgW="238125" imgH="150495" progId="Equation.3">
                        <p:embed/>
                        <p:pic>
                          <p:nvPicPr>
                            <p:cNvPr id="0" name="图片 37189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12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4964116" y="3170945"/>
                              <a:ext cx="393702" cy="329493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  <p:sp>
            <p:nvSpPr>
              <p:cNvPr id="94297" name="矩形 113"/>
              <p:cNvSpPr>
                <a:spLocks noChangeArrowheads="1"/>
              </p:cNvSpPr>
              <p:nvPr/>
            </p:nvSpPr>
            <p:spPr bwMode="auto">
              <a:xfrm>
                <a:off x="6357950" y="1347773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98" name="矩形 114"/>
              <p:cNvSpPr>
                <a:spLocks noChangeArrowheads="1"/>
              </p:cNvSpPr>
              <p:nvPr/>
            </p:nvSpPr>
            <p:spPr bwMode="auto">
              <a:xfrm>
                <a:off x="6357950" y="1756937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99" name="矩形 115"/>
              <p:cNvSpPr>
                <a:spLocks noChangeArrowheads="1"/>
              </p:cNvSpPr>
              <p:nvPr/>
            </p:nvSpPr>
            <p:spPr bwMode="auto">
              <a:xfrm>
                <a:off x="6357950" y="2180802"/>
                <a:ext cx="37850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300" name="矩形 116"/>
              <p:cNvSpPr>
                <a:spLocks noChangeArrowheads="1"/>
              </p:cNvSpPr>
              <p:nvPr/>
            </p:nvSpPr>
            <p:spPr bwMode="auto">
              <a:xfrm>
                <a:off x="6357950" y="262371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301" name="矩形 121"/>
              <p:cNvSpPr>
                <a:spLocks noChangeArrowheads="1"/>
              </p:cNvSpPr>
              <p:nvPr/>
            </p:nvSpPr>
            <p:spPr bwMode="auto">
              <a:xfrm>
                <a:off x="6743683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302" name="矩形 122"/>
              <p:cNvSpPr>
                <a:spLocks noChangeArrowheads="1"/>
              </p:cNvSpPr>
              <p:nvPr/>
            </p:nvSpPr>
            <p:spPr bwMode="auto">
              <a:xfrm>
                <a:off x="7172343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303" name="矩形 123"/>
              <p:cNvSpPr>
                <a:spLocks noChangeArrowheads="1"/>
              </p:cNvSpPr>
              <p:nvPr/>
            </p:nvSpPr>
            <p:spPr bwMode="auto">
              <a:xfrm>
                <a:off x="7600971" y="1000108"/>
                <a:ext cx="37850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304" name="矩形 124"/>
              <p:cNvSpPr>
                <a:spLocks noChangeArrowheads="1"/>
              </p:cNvSpPr>
              <p:nvPr/>
            </p:nvSpPr>
            <p:spPr bwMode="auto">
              <a:xfrm>
                <a:off x="8029599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94280" name="矩形 167"/>
            <p:cNvSpPr>
              <a:spLocks noChangeArrowheads="1"/>
            </p:cNvSpPr>
            <p:nvPr/>
          </p:nvSpPr>
          <p:spPr bwMode="auto">
            <a:xfrm>
              <a:off x="6784975" y="134302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81" name="矩形 168"/>
            <p:cNvSpPr>
              <a:spLocks noChangeArrowheads="1"/>
            </p:cNvSpPr>
            <p:nvPr/>
          </p:nvSpPr>
          <p:spPr bwMode="auto">
            <a:xfrm>
              <a:off x="7213600" y="134302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82" name="矩形 169"/>
            <p:cNvSpPr>
              <a:spLocks noChangeArrowheads="1"/>
            </p:cNvSpPr>
            <p:nvPr/>
          </p:nvSpPr>
          <p:spPr bwMode="auto">
            <a:xfrm>
              <a:off x="7642225" y="134302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83" name="矩形 170"/>
            <p:cNvSpPr>
              <a:spLocks noChangeArrowheads="1"/>
            </p:cNvSpPr>
            <p:nvPr/>
          </p:nvSpPr>
          <p:spPr bwMode="auto">
            <a:xfrm>
              <a:off x="8070850" y="134302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284" name="矩形 171"/>
            <p:cNvSpPr>
              <a:spLocks noChangeArrowheads="1"/>
            </p:cNvSpPr>
            <p:nvPr/>
          </p:nvSpPr>
          <p:spPr bwMode="auto">
            <a:xfrm>
              <a:off x="6786563" y="175260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285" name="矩形 172"/>
            <p:cNvSpPr>
              <a:spLocks noChangeArrowheads="1"/>
            </p:cNvSpPr>
            <p:nvPr/>
          </p:nvSpPr>
          <p:spPr bwMode="auto">
            <a:xfrm>
              <a:off x="7215188" y="175260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286" name="矩形 173"/>
            <p:cNvSpPr>
              <a:spLocks noChangeArrowheads="1"/>
            </p:cNvSpPr>
            <p:nvPr/>
          </p:nvSpPr>
          <p:spPr bwMode="auto">
            <a:xfrm>
              <a:off x="7643813" y="175260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87" name="矩形 174"/>
            <p:cNvSpPr>
              <a:spLocks noChangeArrowheads="1"/>
            </p:cNvSpPr>
            <p:nvPr/>
          </p:nvSpPr>
          <p:spPr bwMode="auto">
            <a:xfrm>
              <a:off x="8072438" y="1752600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288" name="矩形 175"/>
            <p:cNvSpPr>
              <a:spLocks noChangeArrowheads="1"/>
            </p:cNvSpPr>
            <p:nvPr/>
          </p:nvSpPr>
          <p:spPr bwMode="auto">
            <a:xfrm>
              <a:off x="6786563" y="2181225"/>
              <a:ext cx="29848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89" name="矩形 176"/>
            <p:cNvSpPr>
              <a:spLocks noChangeArrowheads="1"/>
            </p:cNvSpPr>
            <p:nvPr/>
          </p:nvSpPr>
          <p:spPr bwMode="auto">
            <a:xfrm>
              <a:off x="7215188" y="2181225"/>
              <a:ext cx="29848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90" name="矩形 177"/>
            <p:cNvSpPr>
              <a:spLocks noChangeArrowheads="1"/>
            </p:cNvSpPr>
            <p:nvPr/>
          </p:nvSpPr>
          <p:spPr bwMode="auto">
            <a:xfrm>
              <a:off x="7643813" y="218122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91" name="矩形 178"/>
            <p:cNvSpPr>
              <a:spLocks noChangeArrowheads="1"/>
            </p:cNvSpPr>
            <p:nvPr/>
          </p:nvSpPr>
          <p:spPr bwMode="auto">
            <a:xfrm>
              <a:off x="8072438" y="218122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92" name="矩形 179"/>
            <p:cNvSpPr>
              <a:spLocks noChangeArrowheads="1"/>
            </p:cNvSpPr>
            <p:nvPr/>
          </p:nvSpPr>
          <p:spPr bwMode="auto">
            <a:xfrm>
              <a:off x="6788150" y="2624138"/>
              <a:ext cx="29848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93" name="矩形 180"/>
            <p:cNvSpPr>
              <a:spLocks noChangeArrowheads="1"/>
            </p:cNvSpPr>
            <p:nvPr/>
          </p:nvSpPr>
          <p:spPr bwMode="auto">
            <a:xfrm>
              <a:off x="7216775" y="262413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294" name="矩形 181"/>
            <p:cNvSpPr>
              <a:spLocks noChangeArrowheads="1"/>
            </p:cNvSpPr>
            <p:nvPr/>
          </p:nvSpPr>
          <p:spPr bwMode="auto">
            <a:xfrm>
              <a:off x="7645400" y="262413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4295" name="矩形 182"/>
            <p:cNvSpPr>
              <a:spLocks noChangeArrowheads="1"/>
            </p:cNvSpPr>
            <p:nvPr/>
          </p:nvSpPr>
          <p:spPr bwMode="auto">
            <a:xfrm>
              <a:off x="8074025" y="2624138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aphicFrame>
        <p:nvGraphicFramePr>
          <p:cNvPr id="4" name="Object 3"/>
          <p:cNvGraphicFramePr>
            <a:graphicFrameLocks noChangeAspect="1"/>
          </p:cNvGraphicFramePr>
          <p:nvPr/>
        </p:nvGraphicFramePr>
        <p:xfrm>
          <a:off x="7064375" y="3054350"/>
          <a:ext cx="898525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7191" name="公式" r:id="rId13" imgW="688975" imgH="187960" progId="Equation.3">
                  <p:embed/>
                </p:oleObj>
              </mc:Choice>
              <mc:Fallback>
                <p:oleObj name="公式" r:id="rId13" imgW="688975" imgH="187960" progId="Equation.3">
                  <p:embed/>
                  <p:pic>
                    <p:nvPicPr>
                      <p:cNvPr id="0" name="图片 3719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64375" y="3054350"/>
                        <a:ext cx="898525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2" name="组合 147"/>
          <p:cNvGrpSpPr/>
          <p:nvPr/>
        </p:nvGrpSpPr>
        <p:grpSpPr bwMode="auto">
          <a:xfrm>
            <a:off x="684213" y="3643313"/>
            <a:ext cx="4387850" cy="2255837"/>
            <a:chOff x="684213" y="3643313"/>
            <a:chExt cx="4387850" cy="2255837"/>
          </a:xfrm>
        </p:grpSpPr>
        <p:grpSp>
          <p:nvGrpSpPr>
            <p:cNvPr id="94274" name="组合 172"/>
            <p:cNvGrpSpPr/>
            <p:nvPr/>
          </p:nvGrpSpPr>
          <p:grpSpPr bwMode="auto">
            <a:xfrm>
              <a:off x="684213" y="3643313"/>
              <a:ext cx="4387850" cy="1866900"/>
              <a:chOff x="1163247" y="3857628"/>
              <a:chExt cx="3896542" cy="1652588"/>
            </a:xfrm>
          </p:grpSpPr>
          <p:pic>
            <p:nvPicPr>
              <p:cNvPr id="94277" name="Picture 2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3247" y="3881441"/>
                <a:ext cx="1676400" cy="1628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278" name="Picture 3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54814" y="3857628"/>
                <a:ext cx="1704975" cy="1628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94275" name="矩形 238"/>
            <p:cNvSpPr>
              <a:spLocks noChangeArrowheads="1"/>
            </p:cNvSpPr>
            <p:nvPr/>
          </p:nvSpPr>
          <p:spPr bwMode="auto">
            <a:xfrm>
              <a:off x="1247775" y="5529263"/>
              <a:ext cx="111442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有效循环</a:t>
              </a:r>
              <a:endParaRPr lang="zh-CN" altLang="en-US" sz="1800">
                <a:solidFill>
                  <a:srgbClr val="6600CC"/>
                </a:solidFill>
              </a:endParaRPr>
            </a:p>
          </p:txBody>
        </p:sp>
        <p:sp>
          <p:nvSpPr>
            <p:cNvPr id="94276" name="矩形 238"/>
            <p:cNvSpPr>
              <a:spLocks noChangeArrowheads="1"/>
            </p:cNvSpPr>
            <p:nvPr/>
          </p:nvSpPr>
          <p:spPr bwMode="auto">
            <a:xfrm>
              <a:off x="3533775" y="5529263"/>
              <a:ext cx="111442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无效循环</a:t>
              </a:r>
              <a:endParaRPr lang="zh-CN" altLang="en-US" sz="1800">
                <a:solidFill>
                  <a:srgbClr val="C00000"/>
                </a:solidFill>
              </a:endParaRPr>
            </a:p>
          </p:txBody>
        </p:sp>
      </p:grpSp>
      <p:grpSp>
        <p:nvGrpSpPr>
          <p:cNvPr id="24" name="组合 171"/>
          <p:cNvGrpSpPr/>
          <p:nvPr/>
        </p:nvGrpSpPr>
        <p:grpSpPr bwMode="auto">
          <a:xfrm>
            <a:off x="6396038" y="1285875"/>
            <a:ext cx="2200275" cy="1714500"/>
            <a:chOff x="6467488" y="1285860"/>
            <a:chExt cx="2200291" cy="1714512"/>
          </a:xfrm>
        </p:grpSpPr>
        <p:sp>
          <p:nvSpPr>
            <p:cNvPr id="170" name="弧形 169"/>
            <p:cNvSpPr/>
            <p:nvPr/>
          </p:nvSpPr>
          <p:spPr>
            <a:xfrm>
              <a:off x="6467488" y="1285860"/>
              <a:ext cx="642942" cy="1714512"/>
            </a:xfrm>
            <a:prstGeom prst="arc">
              <a:avLst>
                <a:gd name="adj1" fmla="val 16200000"/>
                <a:gd name="adj2" fmla="val 5409544"/>
              </a:avLst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171" name="弧形 170"/>
            <p:cNvSpPr/>
            <p:nvPr/>
          </p:nvSpPr>
          <p:spPr>
            <a:xfrm flipH="1">
              <a:off x="8024836" y="1285860"/>
              <a:ext cx="642943" cy="1714512"/>
            </a:xfrm>
            <a:prstGeom prst="arc">
              <a:avLst>
                <a:gd name="adj1" fmla="val 16200000"/>
                <a:gd name="adj2" fmla="val 5409544"/>
              </a:avLst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grpSp>
        <p:nvGrpSpPr>
          <p:cNvPr id="25" name="组合 32"/>
          <p:cNvGrpSpPr/>
          <p:nvPr/>
        </p:nvGrpSpPr>
        <p:grpSpPr bwMode="auto">
          <a:xfrm>
            <a:off x="4371975" y="3829050"/>
            <a:ext cx="125413" cy="117475"/>
            <a:chOff x="3071802" y="1357298"/>
            <a:chExt cx="214314" cy="214314"/>
          </a:xfrm>
        </p:grpSpPr>
        <p:cxnSp>
          <p:nvCxnSpPr>
            <p:cNvPr id="175" name="直接连接符 174"/>
            <p:cNvCxnSpPr/>
            <p:nvPr/>
          </p:nvCxnSpPr>
          <p:spPr>
            <a:xfrm rot="16200000" flipH="1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接连接符 175"/>
            <p:cNvCxnSpPr/>
            <p:nvPr/>
          </p:nvCxnSpPr>
          <p:spPr>
            <a:xfrm rot="5400000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2" name="任意多边形 141"/>
          <p:cNvSpPr/>
          <p:nvPr/>
        </p:nvSpPr>
        <p:spPr>
          <a:xfrm>
            <a:off x="2486025" y="3300413"/>
            <a:ext cx="1600200" cy="1138237"/>
          </a:xfrm>
          <a:custGeom>
            <a:avLst/>
            <a:gdLst>
              <a:gd name="connsiteX0" fmla="*/ 1600200 w 1600200"/>
              <a:gd name="connsiteY0" fmla="*/ 366712 h 1138237"/>
              <a:gd name="connsiteX1" fmla="*/ 800100 w 1600200"/>
              <a:gd name="connsiteY1" fmla="*/ 128587 h 1138237"/>
              <a:gd name="connsiteX2" fmla="*/ 0 w 1600200"/>
              <a:gd name="connsiteY2" fmla="*/ 1138237 h 1138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00200" h="1138237">
                <a:moveTo>
                  <a:pt x="1600200" y="366712"/>
                </a:moveTo>
                <a:cubicBezTo>
                  <a:pt x="1333500" y="183356"/>
                  <a:pt x="1066800" y="0"/>
                  <a:pt x="800100" y="128587"/>
                </a:cubicBezTo>
                <a:cubicBezTo>
                  <a:pt x="533400" y="257174"/>
                  <a:pt x="266700" y="697705"/>
                  <a:pt x="0" y="1138237"/>
                </a:cubicBezTo>
              </a:path>
            </a:pathLst>
          </a:custGeom>
          <a:ln w="19050">
            <a:solidFill>
              <a:srgbClr val="FF0000"/>
            </a:solidFill>
            <a:prstDash val="dash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000000"/>
              </a:solidFill>
            </a:endParaRPr>
          </a:p>
        </p:txBody>
      </p:sp>
      <p:grpSp>
        <p:nvGrpSpPr>
          <p:cNvPr id="26" name="组合 18"/>
          <p:cNvGrpSpPr/>
          <p:nvPr/>
        </p:nvGrpSpPr>
        <p:grpSpPr bwMode="auto">
          <a:xfrm>
            <a:off x="4381500" y="5181600"/>
            <a:ext cx="125413" cy="117475"/>
            <a:chOff x="3071802" y="1357298"/>
            <a:chExt cx="214314" cy="214314"/>
          </a:xfrm>
        </p:grpSpPr>
        <p:cxnSp>
          <p:nvCxnSpPr>
            <p:cNvPr id="145" name="直接连接符 144"/>
            <p:cNvCxnSpPr/>
            <p:nvPr/>
          </p:nvCxnSpPr>
          <p:spPr>
            <a:xfrm rot="16200000" flipH="1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接连接符 145"/>
            <p:cNvCxnSpPr/>
            <p:nvPr/>
          </p:nvCxnSpPr>
          <p:spPr>
            <a:xfrm rot="5400000">
              <a:off x="3071802" y="1357298"/>
              <a:ext cx="214314" cy="214314"/>
            </a:xfrm>
            <a:prstGeom prst="line">
              <a:avLst/>
            </a:prstGeom>
            <a:ln w="19050">
              <a:solidFill>
                <a:srgbClr val="0066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组合 198"/>
          <p:cNvGrpSpPr/>
          <p:nvPr/>
        </p:nvGrpSpPr>
        <p:grpSpPr bwMode="auto">
          <a:xfrm>
            <a:off x="5824538" y="3500438"/>
            <a:ext cx="2536825" cy="2430462"/>
            <a:chOff x="5895986" y="3713181"/>
            <a:chExt cx="2536825" cy="2430467"/>
          </a:xfrm>
        </p:grpSpPr>
        <p:grpSp>
          <p:nvGrpSpPr>
            <p:cNvPr id="94236" name="组合 129"/>
            <p:cNvGrpSpPr/>
            <p:nvPr/>
          </p:nvGrpSpPr>
          <p:grpSpPr bwMode="auto">
            <a:xfrm>
              <a:off x="5895986" y="3713181"/>
              <a:ext cx="2536825" cy="2430467"/>
              <a:chOff x="5892810" y="571480"/>
              <a:chExt cx="2536842" cy="2429776"/>
            </a:xfrm>
          </p:grpSpPr>
          <p:grpSp>
            <p:nvGrpSpPr>
              <p:cNvPr id="94245" name="组合 85"/>
              <p:cNvGrpSpPr/>
              <p:nvPr/>
            </p:nvGrpSpPr>
            <p:grpSpPr bwMode="auto">
              <a:xfrm>
                <a:off x="5892810" y="571480"/>
                <a:ext cx="2536842" cy="2429776"/>
                <a:chOff x="4964116" y="3170945"/>
                <a:chExt cx="2536842" cy="2429776"/>
              </a:xfrm>
            </p:grpSpPr>
            <p:grpSp>
              <p:nvGrpSpPr>
                <p:cNvPr id="94254" name="组合 53"/>
                <p:cNvGrpSpPr/>
                <p:nvPr/>
              </p:nvGrpSpPr>
              <p:grpSpPr bwMode="auto">
                <a:xfrm>
                  <a:off x="5773746" y="3874008"/>
                  <a:ext cx="1727212" cy="1726713"/>
                  <a:chOff x="6416688" y="1345103"/>
                  <a:chExt cx="1727212" cy="1726713"/>
                </a:xfrm>
              </p:grpSpPr>
              <p:grpSp>
                <p:nvGrpSpPr>
                  <p:cNvPr id="94259" name="组合 47"/>
                  <p:cNvGrpSpPr/>
                  <p:nvPr/>
                </p:nvGrpSpPr>
                <p:grpSpPr bwMode="auto">
                  <a:xfrm>
                    <a:off x="6416688" y="1786413"/>
                    <a:ext cx="1727212" cy="863408"/>
                    <a:chOff x="6216059" y="1786850"/>
                    <a:chExt cx="2159015" cy="856880"/>
                  </a:xfrm>
                </p:grpSpPr>
                <p:cxnSp>
                  <p:nvCxnSpPr>
                    <p:cNvPr id="192" name="直接连接符 191"/>
                    <p:cNvCxnSpPr/>
                    <p:nvPr/>
                  </p:nvCxnSpPr>
                  <p:spPr>
                    <a:xfrm>
                      <a:off x="6216059" y="1786742"/>
                      <a:ext cx="2159015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直接连接符 192"/>
                    <p:cNvCxnSpPr/>
                    <p:nvPr/>
                  </p:nvCxnSpPr>
                  <p:spPr>
                    <a:xfrm>
                      <a:off x="6216059" y="2213582"/>
                      <a:ext cx="2159015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直接连接符 193"/>
                    <p:cNvCxnSpPr/>
                    <p:nvPr/>
                  </p:nvCxnSpPr>
                  <p:spPr>
                    <a:xfrm>
                      <a:off x="6216059" y="2641996"/>
                      <a:ext cx="2159015" cy="1575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94260" name="组合 48"/>
                  <p:cNvGrpSpPr/>
                  <p:nvPr/>
                </p:nvGrpSpPr>
                <p:grpSpPr bwMode="auto">
                  <a:xfrm rot="5400000">
                    <a:off x="6422360" y="1779013"/>
                    <a:ext cx="1726710" cy="858895"/>
                    <a:chOff x="6216687" y="1786477"/>
                    <a:chExt cx="2158387" cy="852401"/>
                  </a:xfrm>
                </p:grpSpPr>
                <p:cxnSp>
                  <p:nvCxnSpPr>
                    <p:cNvPr id="189" name="直接连接符 188"/>
                    <p:cNvCxnSpPr/>
                    <p:nvPr/>
                  </p:nvCxnSpPr>
                  <p:spPr>
                    <a:xfrm>
                      <a:off x="6216685" y="1786368"/>
                      <a:ext cx="2158389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直接连接符 189"/>
                    <p:cNvCxnSpPr/>
                    <p:nvPr/>
                  </p:nvCxnSpPr>
                  <p:spPr>
                    <a:xfrm>
                      <a:off x="6216685" y="2177094"/>
                      <a:ext cx="2158389" cy="3151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直接连接符 190"/>
                    <p:cNvCxnSpPr/>
                    <p:nvPr/>
                  </p:nvCxnSpPr>
                  <p:spPr>
                    <a:xfrm>
                      <a:off x="6216685" y="2637143"/>
                      <a:ext cx="2158389" cy="1576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8" name="矩形 187"/>
                  <p:cNvSpPr/>
                  <p:nvPr/>
                </p:nvSpPr>
                <p:spPr>
                  <a:xfrm>
                    <a:off x="6416688" y="1345104"/>
                    <a:ext cx="1727212" cy="1726712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base">
                      <a:spcBef>
                        <a:spcPct val="0"/>
                      </a:spcBef>
                      <a:spcAft>
                        <a:spcPct val="0"/>
                      </a:spcAft>
                      <a:defRPr/>
                    </a:pPr>
                    <a:endParaRPr lang="zh-CN" altLang="en-US" sz="1600">
                      <a:solidFill>
                        <a:srgbClr val="FFFFFF"/>
                      </a:solidFill>
                    </a:endParaRPr>
                  </a:p>
                </p:txBody>
              </p:sp>
            </p:grpSp>
            <p:cxnSp>
              <p:nvCxnSpPr>
                <p:cNvPr id="182" name="直接连接符 181"/>
                <p:cNvCxnSpPr/>
                <p:nvPr/>
              </p:nvCxnSpPr>
              <p:spPr>
                <a:xfrm>
                  <a:off x="5286380" y="3458201"/>
                  <a:ext cx="500066" cy="428504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aphicFrame>
              <p:nvGraphicFramePr>
                <p:cNvPr id="94256" name="Object 142"/>
                <p:cNvGraphicFramePr>
                  <a:graphicFrameLocks noChangeAspect="1"/>
                </p:cNvGraphicFramePr>
                <p:nvPr/>
              </p:nvGraphicFramePr>
              <p:xfrm>
                <a:off x="5143504" y="3671889"/>
                <a:ext cx="438140" cy="293587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7192" name="公式" r:id="rId17" imgW="338455" imgH="150495" progId="Equation.3">
                        <p:embed/>
                      </p:oleObj>
                    </mc:Choice>
                    <mc:Fallback>
                      <p:oleObj name="公式" r:id="rId17" imgW="338455" imgH="150495" progId="Equation.3">
                        <p:embed/>
                        <p:pic>
                          <p:nvPicPr>
                            <p:cNvPr id="0" name="图片 37191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18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143504" y="3671889"/>
                              <a:ext cx="438140" cy="293587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94257" name="Object 143"/>
                <p:cNvGraphicFramePr>
                  <a:graphicFrameLocks noChangeAspect="1"/>
                </p:cNvGraphicFramePr>
                <p:nvPr/>
              </p:nvGraphicFramePr>
              <p:xfrm>
                <a:off x="5500694" y="3314699"/>
                <a:ext cx="438150" cy="293688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7193" name="公式" r:id="rId19" imgW="338455" imgH="150495" progId="Equation.3">
                        <p:embed/>
                      </p:oleObj>
                    </mc:Choice>
                    <mc:Fallback>
                      <p:oleObj name="公式" r:id="rId19" imgW="338455" imgH="150495" progId="Equation.3">
                        <p:embed/>
                        <p:pic>
                          <p:nvPicPr>
                            <p:cNvPr id="0" name="图片 37192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20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5500694" y="3314699"/>
                              <a:ext cx="438150" cy="293688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94258" name="Object 144"/>
                <p:cNvGraphicFramePr>
                  <a:graphicFrameLocks noChangeAspect="1"/>
                </p:cNvGraphicFramePr>
                <p:nvPr/>
              </p:nvGraphicFramePr>
              <p:xfrm>
                <a:off x="4964116" y="3170945"/>
                <a:ext cx="393702" cy="329493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7194" name="公式" r:id="rId21" imgW="238125" imgH="150495" progId="Equation.3">
                        <p:embed/>
                      </p:oleObj>
                    </mc:Choice>
                    <mc:Fallback>
                      <p:oleObj name="公式" r:id="rId21" imgW="238125" imgH="150495" progId="Equation.3">
                        <p:embed/>
                        <p:pic>
                          <p:nvPicPr>
                            <p:cNvPr id="0" name="图片 37193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22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4964116" y="3170945"/>
                              <a:ext cx="393702" cy="329493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  <p:sp>
            <p:nvSpPr>
              <p:cNvPr id="94246" name="矩形 113"/>
              <p:cNvSpPr>
                <a:spLocks noChangeArrowheads="1"/>
              </p:cNvSpPr>
              <p:nvPr/>
            </p:nvSpPr>
            <p:spPr bwMode="auto">
              <a:xfrm>
                <a:off x="6357950" y="1347773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47" name="矩形 114"/>
              <p:cNvSpPr>
                <a:spLocks noChangeArrowheads="1"/>
              </p:cNvSpPr>
              <p:nvPr/>
            </p:nvSpPr>
            <p:spPr bwMode="auto">
              <a:xfrm>
                <a:off x="6357950" y="1756937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48" name="矩形 115"/>
              <p:cNvSpPr>
                <a:spLocks noChangeArrowheads="1"/>
              </p:cNvSpPr>
              <p:nvPr/>
            </p:nvSpPr>
            <p:spPr bwMode="auto">
              <a:xfrm>
                <a:off x="6357950" y="2180802"/>
                <a:ext cx="37850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49" name="矩形 116"/>
              <p:cNvSpPr>
                <a:spLocks noChangeArrowheads="1"/>
              </p:cNvSpPr>
              <p:nvPr/>
            </p:nvSpPr>
            <p:spPr bwMode="auto">
              <a:xfrm>
                <a:off x="6357950" y="262371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50" name="矩形 121"/>
              <p:cNvSpPr>
                <a:spLocks noChangeArrowheads="1"/>
              </p:cNvSpPr>
              <p:nvPr/>
            </p:nvSpPr>
            <p:spPr bwMode="auto">
              <a:xfrm>
                <a:off x="6743683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51" name="矩形 122"/>
              <p:cNvSpPr>
                <a:spLocks noChangeArrowheads="1"/>
              </p:cNvSpPr>
              <p:nvPr/>
            </p:nvSpPr>
            <p:spPr bwMode="auto">
              <a:xfrm>
                <a:off x="7172343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52" name="矩形 123"/>
              <p:cNvSpPr>
                <a:spLocks noChangeArrowheads="1"/>
              </p:cNvSpPr>
              <p:nvPr/>
            </p:nvSpPr>
            <p:spPr bwMode="auto">
              <a:xfrm>
                <a:off x="7600971" y="1000108"/>
                <a:ext cx="37850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253" name="矩形 124"/>
              <p:cNvSpPr>
                <a:spLocks noChangeArrowheads="1"/>
              </p:cNvSpPr>
              <p:nvPr/>
            </p:nvSpPr>
            <p:spPr bwMode="auto">
              <a:xfrm>
                <a:off x="8029599" y="1000108"/>
                <a:ext cx="38985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Tx/>
                  <a:buNone/>
                </a:pPr>
                <a:r>
                  <a:rPr lang="en-US" altLang="zh-CN" sz="1600" b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lang="zh-CN" altLang="en-US" sz="16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94237" name="矩形 167"/>
            <p:cNvSpPr>
              <a:spLocks noChangeArrowheads="1"/>
            </p:cNvSpPr>
            <p:nvPr/>
          </p:nvSpPr>
          <p:spPr bwMode="auto">
            <a:xfrm>
              <a:off x="6788159" y="4484706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38" name="矩形 168"/>
            <p:cNvSpPr>
              <a:spLocks noChangeArrowheads="1"/>
            </p:cNvSpPr>
            <p:nvPr/>
          </p:nvSpPr>
          <p:spPr bwMode="auto">
            <a:xfrm>
              <a:off x="7216784" y="4484706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39" name="矩形 169"/>
            <p:cNvSpPr>
              <a:spLocks noChangeArrowheads="1"/>
            </p:cNvSpPr>
            <p:nvPr/>
          </p:nvSpPr>
          <p:spPr bwMode="auto">
            <a:xfrm>
              <a:off x="7645409" y="4484706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40" name="矩形 173"/>
            <p:cNvSpPr>
              <a:spLocks noChangeArrowheads="1"/>
            </p:cNvSpPr>
            <p:nvPr/>
          </p:nvSpPr>
          <p:spPr bwMode="auto">
            <a:xfrm>
              <a:off x="7646997" y="4894281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41" name="矩形 175"/>
            <p:cNvSpPr>
              <a:spLocks noChangeArrowheads="1"/>
            </p:cNvSpPr>
            <p:nvPr/>
          </p:nvSpPr>
          <p:spPr bwMode="auto">
            <a:xfrm>
              <a:off x="6789747" y="5322906"/>
              <a:ext cx="29848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42" name="矩形 177"/>
            <p:cNvSpPr>
              <a:spLocks noChangeArrowheads="1"/>
            </p:cNvSpPr>
            <p:nvPr/>
          </p:nvSpPr>
          <p:spPr bwMode="auto">
            <a:xfrm>
              <a:off x="7646997" y="5322906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43" name="矩形 178"/>
            <p:cNvSpPr>
              <a:spLocks noChangeArrowheads="1"/>
            </p:cNvSpPr>
            <p:nvPr/>
          </p:nvSpPr>
          <p:spPr bwMode="auto">
            <a:xfrm>
              <a:off x="8075622" y="5322906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>
                <a:solidFill>
                  <a:srgbClr val="0000FF"/>
                </a:solidFill>
              </a:endParaRPr>
            </a:p>
          </p:txBody>
        </p:sp>
        <p:sp>
          <p:nvSpPr>
            <p:cNvPr id="94244" name="矩形 179"/>
            <p:cNvSpPr>
              <a:spLocks noChangeArrowheads="1"/>
            </p:cNvSpPr>
            <p:nvPr/>
          </p:nvSpPr>
          <p:spPr bwMode="auto">
            <a:xfrm>
              <a:off x="6791334" y="5765819"/>
              <a:ext cx="29848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6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2791" name="矩形 176"/>
          <p:cNvSpPr>
            <a:spLocks noChangeArrowheads="1"/>
          </p:cNvSpPr>
          <p:nvPr/>
        </p:nvSpPr>
        <p:spPr bwMode="auto">
          <a:xfrm>
            <a:off x="7146925" y="5110163"/>
            <a:ext cx="28733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zh-CN" altLang="en-US" sz="1600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97441" name="组合 216"/>
          <p:cNvGrpSpPr/>
          <p:nvPr/>
        </p:nvGrpSpPr>
        <p:grpSpPr bwMode="auto">
          <a:xfrm>
            <a:off x="6715125" y="4287838"/>
            <a:ext cx="1624013" cy="1571625"/>
            <a:chOff x="6786578" y="4500570"/>
            <a:chExt cx="1623997" cy="1571636"/>
          </a:xfrm>
        </p:grpSpPr>
        <p:sp>
          <p:nvSpPr>
            <p:cNvPr id="94229" name="矩形 214"/>
            <p:cNvSpPr>
              <a:spLocks noChangeArrowheads="1"/>
            </p:cNvSpPr>
            <p:nvPr/>
          </p:nvSpPr>
          <p:spPr bwMode="auto">
            <a:xfrm>
              <a:off x="8047889" y="4500570"/>
              <a:ext cx="338465" cy="2768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30" name="矩形 223"/>
            <p:cNvSpPr>
              <a:spLocks noChangeArrowheads="1"/>
            </p:cNvSpPr>
            <p:nvPr/>
          </p:nvSpPr>
          <p:spPr bwMode="auto">
            <a:xfrm>
              <a:off x="8072110" y="4928903"/>
              <a:ext cx="338465" cy="2768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31" name="矩形 224"/>
            <p:cNvSpPr>
              <a:spLocks noChangeArrowheads="1"/>
            </p:cNvSpPr>
            <p:nvPr/>
          </p:nvSpPr>
          <p:spPr bwMode="auto">
            <a:xfrm>
              <a:off x="8072110" y="5795397"/>
              <a:ext cx="338465" cy="2768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32" name="矩形 214"/>
            <p:cNvSpPr>
              <a:spLocks noChangeArrowheads="1"/>
            </p:cNvSpPr>
            <p:nvPr/>
          </p:nvSpPr>
          <p:spPr bwMode="auto">
            <a:xfrm>
              <a:off x="7209710" y="4938733"/>
              <a:ext cx="338465" cy="2768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33" name="矩形 223"/>
            <p:cNvSpPr>
              <a:spLocks noChangeArrowheads="1"/>
            </p:cNvSpPr>
            <p:nvPr/>
          </p:nvSpPr>
          <p:spPr bwMode="auto">
            <a:xfrm>
              <a:off x="7662559" y="5795397"/>
              <a:ext cx="338465" cy="2768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34" name="矩形 224"/>
            <p:cNvSpPr>
              <a:spLocks noChangeArrowheads="1"/>
            </p:cNvSpPr>
            <p:nvPr/>
          </p:nvSpPr>
          <p:spPr bwMode="auto">
            <a:xfrm>
              <a:off x="7233931" y="5795397"/>
              <a:ext cx="338465" cy="2768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235" name="矩形 214"/>
            <p:cNvSpPr>
              <a:spLocks noChangeArrowheads="1"/>
            </p:cNvSpPr>
            <p:nvPr/>
          </p:nvSpPr>
          <p:spPr bwMode="auto">
            <a:xfrm>
              <a:off x="6786578" y="4938733"/>
              <a:ext cx="338465" cy="2768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200" b="1">
                  <a:solidFill>
                    <a:srgbClr val="000000"/>
                  </a:solidFill>
                  <a:latin typeface="宋体" panose="02010600030101010101" pitchFamily="2" charset="-122"/>
                  <a:cs typeface="Times New Roman" panose="02020603050405020304" pitchFamily="18" charset="0"/>
                </a:rPr>
                <a:t>╳</a:t>
              </a:r>
              <a:endParaRPr lang="zh-CN" altLang="en-US" sz="12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97442" name="组合 217"/>
          <p:cNvGrpSpPr/>
          <p:nvPr/>
        </p:nvGrpSpPr>
        <p:grpSpPr bwMode="auto">
          <a:xfrm>
            <a:off x="6399213" y="4216400"/>
            <a:ext cx="2200275" cy="1714500"/>
            <a:chOff x="6470659" y="642918"/>
            <a:chExt cx="2200275" cy="1714500"/>
          </a:xfrm>
        </p:grpSpPr>
        <p:sp>
          <p:nvSpPr>
            <p:cNvPr id="219" name="弧形 218"/>
            <p:cNvSpPr/>
            <p:nvPr/>
          </p:nvSpPr>
          <p:spPr bwMode="auto">
            <a:xfrm>
              <a:off x="6470659" y="642918"/>
              <a:ext cx="642937" cy="1714500"/>
            </a:xfrm>
            <a:prstGeom prst="arc">
              <a:avLst>
                <a:gd name="adj1" fmla="val 16200000"/>
                <a:gd name="adj2" fmla="val 5409544"/>
              </a:avLst>
            </a:prstGeom>
            <a:ln w="19050">
              <a:solidFill>
                <a:srgbClr val="FF339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220" name="弧形 219"/>
            <p:cNvSpPr/>
            <p:nvPr/>
          </p:nvSpPr>
          <p:spPr bwMode="auto">
            <a:xfrm flipH="1">
              <a:off x="8027996" y="642918"/>
              <a:ext cx="642938" cy="1714500"/>
            </a:xfrm>
            <a:prstGeom prst="arc">
              <a:avLst>
                <a:gd name="adj1" fmla="val 16200000"/>
                <a:gd name="adj2" fmla="val 5409544"/>
              </a:avLst>
            </a:prstGeom>
            <a:ln w="19050">
              <a:solidFill>
                <a:srgbClr val="FF339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000000"/>
                </a:solidFill>
              </a:endParaRPr>
            </a:p>
          </p:txBody>
        </p:sp>
      </p:grpSp>
      <p:sp>
        <p:nvSpPr>
          <p:cNvPr id="221" name="圆角矩形 220"/>
          <p:cNvSpPr/>
          <p:nvPr/>
        </p:nvSpPr>
        <p:spPr>
          <a:xfrm>
            <a:off x="6715125" y="4714875"/>
            <a:ext cx="714375" cy="714375"/>
          </a:xfrm>
          <a:prstGeom prst="roundRect">
            <a:avLst/>
          </a:prstGeom>
          <a:noFill/>
          <a:ln>
            <a:solidFill>
              <a:srgbClr val="FF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zh-CN" altLang="en-US" sz="1600">
              <a:solidFill>
                <a:srgbClr val="FFFFFF"/>
              </a:solidFill>
            </a:endParaRPr>
          </a:p>
        </p:txBody>
      </p:sp>
      <p:graphicFrame>
        <p:nvGraphicFramePr>
          <p:cNvPr id="397449" name="Object 137"/>
          <p:cNvGraphicFramePr>
            <a:graphicFrameLocks noChangeAspect="1"/>
          </p:cNvGraphicFramePr>
          <p:nvPr/>
        </p:nvGraphicFramePr>
        <p:xfrm>
          <a:off x="5572125" y="6118225"/>
          <a:ext cx="3205163" cy="5413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7195" name="公式" r:id="rId23" imgW="2254885" imgH="275590" progId="Equation.3">
                  <p:embed/>
                </p:oleObj>
              </mc:Choice>
              <mc:Fallback>
                <p:oleObj name="公式" r:id="rId23" imgW="2254885" imgH="275590" progId="Equation.3">
                  <p:embed/>
                  <p:pic>
                    <p:nvPicPr>
                      <p:cNvPr id="0" name="图片 3719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72125" y="6118225"/>
                        <a:ext cx="3205163" cy="5413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50" name="直接箭头连接符 149"/>
          <p:cNvCxnSpPr/>
          <p:nvPr/>
        </p:nvCxnSpPr>
        <p:spPr>
          <a:xfrm rot="10800000">
            <a:off x="3571875" y="4071938"/>
            <a:ext cx="1071563" cy="1000125"/>
          </a:xfrm>
          <a:prstGeom prst="straightConnector1">
            <a:avLst/>
          </a:prstGeom>
          <a:ln w="19050">
            <a:solidFill>
              <a:srgbClr val="006600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226" name="Text Box 6"/>
          <p:cNvSpPr txBox="1">
            <a:spLocks noChangeArrowheads="1"/>
          </p:cNvSpPr>
          <p:nvPr/>
        </p:nvSpPr>
        <p:spPr bwMode="auto">
          <a:xfrm>
            <a:off x="5643563" y="117475"/>
            <a:ext cx="32861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2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97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397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397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91" grpId="0"/>
      <p:bldP spid="221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2"/>
          <p:cNvGrpSpPr/>
          <p:nvPr/>
        </p:nvGrpSpPr>
        <p:grpSpPr bwMode="auto">
          <a:xfrm>
            <a:off x="2357438" y="3714750"/>
            <a:ext cx="5429250" cy="2489200"/>
            <a:chOff x="2357438" y="3714752"/>
            <a:chExt cx="5429250" cy="2489200"/>
          </a:xfrm>
        </p:grpSpPr>
        <p:pic>
          <p:nvPicPr>
            <p:cNvPr id="95243" name="Picture 5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57438" y="3714752"/>
              <a:ext cx="5429250" cy="2489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矩形 10"/>
            <p:cNvSpPr/>
            <p:nvPr/>
          </p:nvSpPr>
          <p:spPr>
            <a:xfrm>
              <a:off x="4643438" y="3714752"/>
              <a:ext cx="1000125" cy="28575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</p:grpSp>
      <p:sp>
        <p:nvSpPr>
          <p:cNvPr id="95235" name="Text Box 8"/>
          <p:cNvSpPr txBox="1">
            <a:spLocks noChangeArrowheads="1"/>
          </p:cNvSpPr>
          <p:nvPr/>
        </p:nvSpPr>
        <p:spPr bwMode="auto">
          <a:xfrm>
            <a:off x="500063" y="142875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电路结构的改进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ext Box 8"/>
          <p:cNvSpPr txBox="1">
            <a:spLocks noChangeArrowheads="1"/>
          </p:cNvSpPr>
          <p:nvPr/>
        </p:nvSpPr>
        <p:spPr bwMode="auto">
          <a:xfrm>
            <a:off x="2428875" y="6324600"/>
            <a:ext cx="42148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4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改进后的电路能够自启动。</a:t>
            </a:r>
            <a:endParaRPr lang="zh-CN" altLang="en-US" sz="2400" b="1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13"/>
          <p:cNvGrpSpPr/>
          <p:nvPr/>
        </p:nvGrpSpPr>
        <p:grpSpPr bwMode="auto">
          <a:xfrm>
            <a:off x="1176338" y="3916363"/>
            <a:ext cx="3500437" cy="2359025"/>
            <a:chOff x="1142976" y="3202780"/>
            <a:chExt cx="3500462" cy="2357454"/>
          </a:xfrm>
        </p:grpSpPr>
        <p:sp>
          <p:nvSpPr>
            <p:cNvPr id="12" name="矩形 11"/>
            <p:cNvSpPr/>
            <p:nvPr/>
          </p:nvSpPr>
          <p:spPr>
            <a:xfrm>
              <a:off x="2285984" y="3202780"/>
              <a:ext cx="2357454" cy="2357454"/>
            </a:xfrm>
            <a:prstGeom prst="rect">
              <a:avLst/>
            </a:pr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95242" name="矩形 12"/>
            <p:cNvSpPr>
              <a:spLocks noChangeArrowheads="1"/>
            </p:cNvSpPr>
            <p:nvPr/>
          </p:nvSpPr>
          <p:spPr bwMode="auto">
            <a:xfrm>
              <a:off x="1142976" y="3202780"/>
              <a:ext cx="111440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8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有效循环</a:t>
              </a:r>
              <a:endParaRPr lang="zh-CN" altLang="en-US" sz="1800">
                <a:solidFill>
                  <a:srgbClr val="FF0000"/>
                </a:solidFill>
              </a:endParaRPr>
            </a:p>
          </p:txBody>
        </p:sp>
      </p:grpSp>
      <p:pic>
        <p:nvPicPr>
          <p:cNvPr id="95238" name="Picture 1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950" y="692150"/>
            <a:ext cx="3228975" cy="2619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39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11638" y="881063"/>
            <a:ext cx="4024312" cy="2243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5240" name="Text Box 6"/>
          <p:cNvSpPr txBox="1">
            <a:spLocks noChangeArrowheads="1"/>
          </p:cNvSpPr>
          <p:nvPr/>
        </p:nvSpPr>
        <p:spPr bwMode="auto">
          <a:xfrm>
            <a:off x="5643563" y="117475"/>
            <a:ext cx="32861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 Box 60"/>
          <p:cNvSpPr txBox="1">
            <a:spLocks noChangeArrowheads="1"/>
          </p:cNvSpPr>
          <p:nvPr/>
        </p:nvSpPr>
        <p:spPr bwMode="auto">
          <a:xfrm>
            <a:off x="571500" y="71438"/>
            <a:ext cx="53276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  <a:latin typeface="宋体" panose="02010600030101010101" pitchFamily="2" charset="-122"/>
              </a:rPr>
              <a:t>二、顺序脉冲发生器</a:t>
            </a:r>
            <a:endParaRPr lang="zh-CN" altLang="en-US" sz="2800" b="1">
              <a:solidFill>
                <a:srgbClr val="006600"/>
              </a:solidFill>
              <a:latin typeface="宋体" panose="02010600030101010101" pitchFamily="2" charset="-122"/>
            </a:endParaRPr>
          </a:p>
        </p:txBody>
      </p:sp>
      <p:pic>
        <p:nvPicPr>
          <p:cNvPr id="59397" name="Picture 5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4113" y="2714625"/>
            <a:ext cx="3679825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1214438" y="5813425"/>
            <a:ext cx="39338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CP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上升沿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计数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；</a:t>
            </a:r>
            <a:endParaRPr kumimoji="1" lang="en-US" altLang="zh-CN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Ø"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CP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低电平期间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状态译码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zh-CN" altLang="en-US" sz="240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组合 31"/>
          <p:cNvGrpSpPr/>
          <p:nvPr/>
        </p:nvGrpSpPr>
        <p:grpSpPr bwMode="auto">
          <a:xfrm>
            <a:off x="619125" y="642938"/>
            <a:ext cx="7985125" cy="1422400"/>
            <a:chOff x="547688" y="642918"/>
            <a:chExt cx="7985125" cy="1422420"/>
          </a:xfrm>
        </p:grpSpPr>
        <p:sp>
          <p:nvSpPr>
            <p:cNvPr id="96347" name="Text Box 61"/>
            <p:cNvSpPr txBox="1">
              <a:spLocks noChangeArrowheads="1"/>
            </p:cNvSpPr>
            <p:nvPr/>
          </p:nvSpPr>
          <p:spPr bwMode="auto">
            <a:xfrm>
              <a:off x="547688" y="642938"/>
              <a:ext cx="7985125" cy="142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lnSpc>
                  <a:spcPct val="120000"/>
                </a:lnSpc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    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在数字电路中，能按一定时间、一定顺序轮流输出脉冲波形的电路称为</a:t>
              </a:r>
              <a:r>
                <a:rPr kumimoji="1" lang="zh-CN" altLang="en-US" sz="2400" b="1">
                  <a:solidFill>
                    <a:srgbClr val="FF0000"/>
                  </a:solidFill>
                  <a:latin typeface="宋体" panose="02010600030101010101" pitchFamily="2" charset="-122"/>
                </a:rPr>
                <a:t>顺序脉冲发生器，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也称为</a:t>
              </a:r>
              <a:r>
                <a:rPr kumimoji="1" lang="zh-CN" altLang="en-US" sz="2400" b="1">
                  <a:solidFill>
                    <a:srgbClr val="FF0000"/>
                  </a:solidFill>
                  <a:latin typeface="宋体" panose="02010600030101010101" pitchFamily="2" charset="-122"/>
                </a:rPr>
                <a:t>脉冲分配器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或</a:t>
              </a:r>
              <a:r>
                <a:rPr kumimoji="1" lang="zh-CN" altLang="en-US" sz="2400" b="1">
                  <a:solidFill>
                    <a:srgbClr val="FF0000"/>
                  </a:solidFill>
                  <a:latin typeface="宋体" panose="02010600030101010101" pitchFamily="2" charset="-122"/>
                </a:rPr>
                <a:t>节拍发生器。</a:t>
              </a:r>
              <a:endParaRPr kumimoji="1" lang="zh-CN" altLang="en-US" sz="2400" b="1">
                <a:solidFill>
                  <a:srgbClr val="FF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96348" name="Rectangle 16"/>
            <p:cNvSpPr>
              <a:spLocks noChangeArrowheads="1"/>
            </p:cNvSpPr>
            <p:nvPr/>
          </p:nvSpPr>
          <p:spPr bwMode="auto">
            <a:xfrm>
              <a:off x="571472" y="642918"/>
              <a:ext cx="7858125" cy="1357322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3" name="Text Box 8"/>
          <p:cNvSpPr txBox="1">
            <a:spLocks noChangeArrowheads="1"/>
          </p:cNvSpPr>
          <p:nvPr/>
        </p:nvSpPr>
        <p:spPr bwMode="auto">
          <a:xfrm>
            <a:off x="1000125" y="2143125"/>
            <a:ext cx="19288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Text Box 8"/>
          <p:cNvSpPr txBox="1">
            <a:spLocks noChangeArrowheads="1"/>
          </p:cNvSpPr>
          <p:nvPr/>
        </p:nvSpPr>
        <p:spPr bwMode="auto">
          <a:xfrm>
            <a:off x="5214938" y="2143125"/>
            <a:ext cx="27860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状态转换图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组合 16"/>
          <p:cNvGrpSpPr/>
          <p:nvPr/>
        </p:nvGrpSpPr>
        <p:grpSpPr bwMode="auto">
          <a:xfrm>
            <a:off x="441325" y="2805113"/>
            <a:ext cx="4344988" cy="2909887"/>
            <a:chOff x="285720" y="3429000"/>
            <a:chExt cx="4344588" cy="2910322"/>
          </a:xfrm>
        </p:grpSpPr>
        <p:cxnSp>
          <p:nvCxnSpPr>
            <p:cNvPr id="18" name="直接连接符 17"/>
            <p:cNvCxnSpPr/>
            <p:nvPr/>
          </p:nvCxnSpPr>
          <p:spPr>
            <a:xfrm rot="5400000">
              <a:off x="2463509" y="5966204"/>
              <a:ext cx="503312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接连接符 18"/>
            <p:cNvCxnSpPr/>
            <p:nvPr/>
          </p:nvCxnSpPr>
          <p:spPr>
            <a:xfrm>
              <a:off x="2712785" y="6001134"/>
              <a:ext cx="287311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等腰三角形 19"/>
            <p:cNvSpPr/>
            <p:nvPr/>
          </p:nvSpPr>
          <p:spPr>
            <a:xfrm rot="5400000">
              <a:off x="1107944" y="4178428"/>
              <a:ext cx="214344" cy="144450"/>
            </a:xfrm>
            <a:prstGeom prst="triangl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21" name="矩形 20"/>
            <p:cNvSpPr/>
            <p:nvPr/>
          </p:nvSpPr>
          <p:spPr>
            <a:xfrm>
              <a:off x="1142891" y="3786240"/>
              <a:ext cx="928603" cy="221489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22" name="矩形 21"/>
            <p:cNvSpPr/>
            <p:nvPr/>
          </p:nvSpPr>
          <p:spPr>
            <a:xfrm>
              <a:off x="3000095" y="3786240"/>
              <a:ext cx="928603" cy="2429238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96271" name="矩形 22"/>
            <p:cNvSpPr>
              <a:spLocks noChangeArrowheads="1"/>
            </p:cNvSpPr>
            <p:nvPr/>
          </p:nvSpPr>
          <p:spPr bwMode="auto">
            <a:xfrm>
              <a:off x="1214414" y="4071942"/>
              <a:ext cx="45717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CP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6272" name="矩形 23"/>
            <p:cNvSpPr>
              <a:spLocks noChangeArrowheads="1"/>
            </p:cNvSpPr>
            <p:nvPr/>
          </p:nvSpPr>
          <p:spPr bwMode="auto">
            <a:xfrm>
              <a:off x="1214414" y="3733388"/>
              <a:ext cx="44595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EP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6273" name="矩形 24"/>
            <p:cNvSpPr>
              <a:spLocks noChangeArrowheads="1"/>
            </p:cNvSpPr>
            <p:nvPr/>
          </p:nvSpPr>
          <p:spPr bwMode="auto">
            <a:xfrm>
              <a:off x="1543056" y="3733388"/>
              <a:ext cx="45717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ET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96274" name="矩形 25"/>
            <p:cNvSpPr>
              <a:spLocks noChangeArrowheads="1"/>
            </p:cNvSpPr>
            <p:nvPr/>
          </p:nvSpPr>
          <p:spPr bwMode="auto">
            <a:xfrm>
              <a:off x="1099094" y="4466818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sp>
          <p:nvSpPr>
            <p:cNvPr id="96275" name="矩形 26"/>
            <p:cNvSpPr>
              <a:spLocks noChangeArrowheads="1"/>
            </p:cNvSpPr>
            <p:nvPr/>
          </p:nvSpPr>
          <p:spPr bwMode="auto">
            <a:xfrm>
              <a:off x="1099094" y="4752570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sp>
          <p:nvSpPr>
            <p:cNvPr id="96276" name="矩形 27"/>
            <p:cNvSpPr>
              <a:spLocks noChangeArrowheads="1"/>
            </p:cNvSpPr>
            <p:nvPr/>
          </p:nvSpPr>
          <p:spPr bwMode="auto">
            <a:xfrm>
              <a:off x="1099094" y="5019686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sp>
          <p:nvSpPr>
            <p:cNvPr id="96277" name="矩形 28"/>
            <p:cNvSpPr>
              <a:spLocks noChangeArrowheads="1"/>
            </p:cNvSpPr>
            <p:nvPr/>
          </p:nvSpPr>
          <p:spPr bwMode="auto">
            <a:xfrm>
              <a:off x="1099094" y="5305438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cxnSp>
          <p:nvCxnSpPr>
            <p:cNvPr id="31" name="直接连接符 30"/>
            <p:cNvCxnSpPr/>
            <p:nvPr/>
          </p:nvCxnSpPr>
          <p:spPr>
            <a:xfrm>
              <a:off x="639700" y="4286378"/>
              <a:ext cx="503191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接连接符 31"/>
            <p:cNvCxnSpPr/>
            <p:nvPr/>
          </p:nvCxnSpPr>
          <p:spPr>
            <a:xfrm>
              <a:off x="782562" y="4642031"/>
              <a:ext cx="360329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>
              <a:off x="785737" y="4927824"/>
              <a:ext cx="360329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>
              <a:off x="785737" y="5213617"/>
              <a:ext cx="360329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/>
            <p:nvPr/>
          </p:nvCxnSpPr>
          <p:spPr>
            <a:xfrm>
              <a:off x="785737" y="5499409"/>
              <a:ext cx="360329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283" name="矩形 37"/>
            <p:cNvSpPr>
              <a:spLocks noChangeArrowheads="1"/>
            </p:cNvSpPr>
            <p:nvPr/>
          </p:nvSpPr>
          <p:spPr bwMode="auto">
            <a:xfrm>
              <a:off x="1714480" y="4466404"/>
              <a:ext cx="41389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sp>
          <p:nvSpPr>
            <p:cNvPr id="96284" name="矩形 38"/>
            <p:cNvSpPr>
              <a:spLocks noChangeArrowheads="1"/>
            </p:cNvSpPr>
            <p:nvPr/>
          </p:nvSpPr>
          <p:spPr bwMode="auto">
            <a:xfrm>
              <a:off x="1714480" y="4752156"/>
              <a:ext cx="41389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sp>
          <p:nvSpPr>
            <p:cNvPr id="96285" name="矩形 39"/>
            <p:cNvSpPr>
              <a:spLocks noChangeArrowheads="1"/>
            </p:cNvSpPr>
            <p:nvPr/>
          </p:nvSpPr>
          <p:spPr bwMode="auto">
            <a:xfrm>
              <a:off x="1714480" y="5019272"/>
              <a:ext cx="41389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sp>
          <p:nvSpPr>
            <p:cNvPr id="96286" name="矩形 40"/>
            <p:cNvSpPr>
              <a:spLocks noChangeArrowheads="1"/>
            </p:cNvSpPr>
            <p:nvPr/>
          </p:nvSpPr>
          <p:spPr bwMode="auto">
            <a:xfrm>
              <a:off x="1714480" y="5305024"/>
              <a:ext cx="41389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cxnSp>
          <p:nvCxnSpPr>
            <p:cNvPr id="42" name="直接连接符 41"/>
            <p:cNvCxnSpPr/>
            <p:nvPr/>
          </p:nvCxnSpPr>
          <p:spPr>
            <a:xfrm>
              <a:off x="2066731" y="4643619"/>
              <a:ext cx="934952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2068319" y="4929411"/>
              <a:ext cx="936539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>
              <a:off x="2068319" y="5215204"/>
              <a:ext cx="936539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连接符 44"/>
            <p:cNvCxnSpPr/>
            <p:nvPr/>
          </p:nvCxnSpPr>
          <p:spPr>
            <a:xfrm>
              <a:off x="2068319" y="5500997"/>
              <a:ext cx="215880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291" name="矩形 45"/>
            <p:cNvSpPr>
              <a:spLocks noChangeArrowheads="1"/>
            </p:cNvSpPr>
            <p:nvPr/>
          </p:nvSpPr>
          <p:spPr bwMode="auto">
            <a:xfrm>
              <a:off x="2943658" y="4466404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sp>
          <p:nvSpPr>
            <p:cNvPr id="96292" name="矩形 46"/>
            <p:cNvSpPr>
              <a:spLocks noChangeArrowheads="1"/>
            </p:cNvSpPr>
            <p:nvPr/>
          </p:nvSpPr>
          <p:spPr bwMode="auto">
            <a:xfrm>
              <a:off x="2943658" y="4752156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sp>
          <p:nvSpPr>
            <p:cNvPr id="96293" name="矩形 47"/>
            <p:cNvSpPr>
              <a:spLocks noChangeArrowheads="1"/>
            </p:cNvSpPr>
            <p:nvPr/>
          </p:nvSpPr>
          <p:spPr bwMode="auto">
            <a:xfrm>
              <a:off x="2943658" y="5019272"/>
              <a:ext cx="40107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r>
                <a:rPr kumimoji="1" lang="en-US" altLang="zh-CN" sz="1600" b="1" baseline="-2500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1600" baseline="-25000">
                <a:solidFill>
                  <a:srgbClr val="000000"/>
                </a:solidFill>
              </a:endParaRPr>
            </a:p>
          </p:txBody>
        </p:sp>
        <p:graphicFrame>
          <p:nvGraphicFramePr>
            <p:cNvPr id="96294" name="Object 13"/>
            <p:cNvGraphicFramePr>
              <a:graphicFrameLocks noChangeAspect="1"/>
            </p:cNvGraphicFramePr>
            <p:nvPr/>
          </p:nvGraphicFramePr>
          <p:xfrm>
            <a:off x="3643306" y="3846518"/>
            <a:ext cx="247662" cy="29611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1" name="公式" r:id="rId2" imgW="87630" imgH="125095" progId="Equation.3">
                    <p:embed/>
                  </p:oleObj>
                </mc:Choice>
                <mc:Fallback>
                  <p:oleObj name="公式" r:id="rId2" imgW="87630" imgH="125095" progId="Equation.3">
                    <p:embed/>
                    <p:pic>
                      <p:nvPicPr>
                        <p:cNvPr id="0" name="图片 382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3306" y="3846518"/>
                          <a:ext cx="247662" cy="29611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295" name="Object 12"/>
            <p:cNvGraphicFramePr>
              <a:graphicFrameLocks noChangeAspect="1"/>
            </p:cNvGraphicFramePr>
            <p:nvPr/>
          </p:nvGraphicFramePr>
          <p:xfrm>
            <a:off x="3643306" y="4132270"/>
            <a:ext cx="231775" cy="279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2" name="公式" r:id="rId4" imgW="74930" imgH="100330" progId="Equation.3">
                    <p:embed/>
                  </p:oleObj>
                </mc:Choice>
                <mc:Fallback>
                  <p:oleObj name="公式" r:id="rId4" imgW="74930" imgH="100330" progId="Equation.3">
                    <p:embed/>
                    <p:pic>
                      <p:nvPicPr>
                        <p:cNvPr id="0" name="图片 382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3306" y="4132270"/>
                          <a:ext cx="231775" cy="2794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296" name="Object 4"/>
            <p:cNvGraphicFramePr>
              <a:graphicFrameLocks noChangeAspect="1"/>
            </p:cNvGraphicFramePr>
            <p:nvPr/>
          </p:nvGraphicFramePr>
          <p:xfrm>
            <a:off x="3643306" y="4418022"/>
            <a:ext cx="247650" cy="279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3" name="公式" r:id="rId6" imgW="87630" imgH="100330" progId="Equation.3">
                    <p:embed/>
                  </p:oleObj>
                </mc:Choice>
                <mc:Fallback>
                  <p:oleObj name="公式" r:id="rId6" imgW="87630" imgH="100330" progId="Equation.3">
                    <p:embed/>
                    <p:pic>
                      <p:nvPicPr>
                        <p:cNvPr id="0" name="图片 382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3306" y="4418022"/>
                          <a:ext cx="247650" cy="2794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297" name="Object 14"/>
            <p:cNvGraphicFramePr>
              <a:graphicFrameLocks noChangeAspect="1"/>
            </p:cNvGraphicFramePr>
            <p:nvPr/>
          </p:nvGraphicFramePr>
          <p:xfrm>
            <a:off x="3643306" y="4703774"/>
            <a:ext cx="247650" cy="2968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4" name="公式" r:id="rId8" imgW="87630" imgH="125095" progId="Equation.3">
                    <p:embed/>
                  </p:oleObj>
                </mc:Choice>
                <mc:Fallback>
                  <p:oleObj name="公式" r:id="rId8" imgW="87630" imgH="125095" progId="Equation.3">
                    <p:embed/>
                    <p:pic>
                      <p:nvPicPr>
                        <p:cNvPr id="0" name="图片 3824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3306" y="4703774"/>
                          <a:ext cx="247650" cy="2968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298" name="Object 15"/>
            <p:cNvGraphicFramePr>
              <a:graphicFrameLocks noChangeAspect="1"/>
            </p:cNvGraphicFramePr>
            <p:nvPr/>
          </p:nvGraphicFramePr>
          <p:xfrm>
            <a:off x="3643306" y="4989526"/>
            <a:ext cx="247650" cy="279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5" name="公式" r:id="rId10" imgW="87630" imgH="100330" progId="Equation.3">
                    <p:embed/>
                  </p:oleObj>
                </mc:Choice>
                <mc:Fallback>
                  <p:oleObj name="公式" r:id="rId10" imgW="87630" imgH="100330" progId="Equation.3">
                    <p:embed/>
                    <p:pic>
                      <p:nvPicPr>
                        <p:cNvPr id="0" name="图片 3824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3306" y="4989526"/>
                          <a:ext cx="247650" cy="2794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299" name="Object 16"/>
            <p:cNvGraphicFramePr>
              <a:graphicFrameLocks noChangeAspect="1"/>
            </p:cNvGraphicFramePr>
            <p:nvPr/>
          </p:nvGraphicFramePr>
          <p:xfrm>
            <a:off x="3643306" y="5275278"/>
            <a:ext cx="247650" cy="2968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6" name="公式" r:id="rId12" imgW="87630" imgH="125095" progId="Equation.3">
                    <p:embed/>
                  </p:oleObj>
                </mc:Choice>
                <mc:Fallback>
                  <p:oleObj name="公式" r:id="rId12" imgW="87630" imgH="125095" progId="Equation.3">
                    <p:embed/>
                    <p:pic>
                      <p:nvPicPr>
                        <p:cNvPr id="0" name="图片 382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3306" y="5275278"/>
                          <a:ext cx="247650" cy="2968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300" name="Object 17"/>
            <p:cNvGraphicFramePr>
              <a:graphicFrameLocks noChangeAspect="1"/>
            </p:cNvGraphicFramePr>
            <p:nvPr/>
          </p:nvGraphicFramePr>
          <p:xfrm>
            <a:off x="3643306" y="5561030"/>
            <a:ext cx="247650" cy="2968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7" name="公式" r:id="rId14" imgW="87630" imgH="125095" progId="Equation.3">
                    <p:embed/>
                  </p:oleObj>
                </mc:Choice>
                <mc:Fallback>
                  <p:oleObj name="公式" r:id="rId14" imgW="87630" imgH="125095" progId="Equation.3">
                    <p:embed/>
                    <p:pic>
                      <p:nvPicPr>
                        <p:cNvPr id="0" name="图片 382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3306" y="5561030"/>
                          <a:ext cx="247650" cy="2968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301" name="Object 18"/>
            <p:cNvGraphicFramePr>
              <a:graphicFrameLocks noChangeAspect="1"/>
            </p:cNvGraphicFramePr>
            <p:nvPr/>
          </p:nvGraphicFramePr>
          <p:xfrm>
            <a:off x="3643306" y="5846782"/>
            <a:ext cx="247650" cy="2968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8" name="公式" r:id="rId16" imgW="87630" imgH="125095" progId="Equation.3">
                    <p:embed/>
                  </p:oleObj>
                </mc:Choice>
                <mc:Fallback>
                  <p:oleObj name="公式" r:id="rId16" imgW="87630" imgH="125095" progId="Equation.3">
                    <p:embed/>
                    <p:pic>
                      <p:nvPicPr>
                        <p:cNvPr id="0" name="图片 382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43306" y="5846782"/>
                          <a:ext cx="247650" cy="2968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cxnSp>
          <p:nvCxnSpPr>
            <p:cNvPr id="57" name="直接连接符 56"/>
            <p:cNvCxnSpPr/>
            <p:nvPr/>
          </p:nvCxnSpPr>
          <p:spPr>
            <a:xfrm>
              <a:off x="3928698" y="4000585"/>
              <a:ext cx="288898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接连接符 57"/>
            <p:cNvCxnSpPr/>
            <p:nvPr/>
          </p:nvCxnSpPr>
          <p:spPr>
            <a:xfrm>
              <a:off x="3928698" y="4284790"/>
              <a:ext cx="288898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接连接符 58"/>
            <p:cNvCxnSpPr/>
            <p:nvPr/>
          </p:nvCxnSpPr>
          <p:spPr>
            <a:xfrm>
              <a:off x="3928698" y="4572171"/>
              <a:ext cx="288898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连接符 59"/>
            <p:cNvCxnSpPr/>
            <p:nvPr/>
          </p:nvCxnSpPr>
          <p:spPr>
            <a:xfrm>
              <a:off x="3928698" y="4856375"/>
              <a:ext cx="288898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连接符 60"/>
            <p:cNvCxnSpPr/>
            <p:nvPr/>
          </p:nvCxnSpPr>
          <p:spPr>
            <a:xfrm>
              <a:off x="3928698" y="5143756"/>
              <a:ext cx="288898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/>
            <p:nvPr/>
          </p:nvCxnSpPr>
          <p:spPr>
            <a:xfrm>
              <a:off x="3928698" y="5427961"/>
              <a:ext cx="288898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/>
            <p:nvPr/>
          </p:nvCxnSpPr>
          <p:spPr>
            <a:xfrm>
              <a:off x="3928698" y="5715342"/>
              <a:ext cx="288898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连接符 63"/>
            <p:cNvCxnSpPr/>
            <p:nvPr/>
          </p:nvCxnSpPr>
          <p:spPr>
            <a:xfrm>
              <a:off x="3928698" y="5999546"/>
              <a:ext cx="288898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96310" name="Object 19"/>
            <p:cNvGraphicFramePr>
              <a:graphicFrameLocks noChangeAspect="1"/>
            </p:cNvGraphicFramePr>
            <p:nvPr/>
          </p:nvGraphicFramePr>
          <p:xfrm>
            <a:off x="1285852" y="5715016"/>
            <a:ext cx="263525" cy="2968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49" name="公式" r:id="rId18" imgW="100330" imgH="125095" progId="Equation.3">
                    <p:embed/>
                  </p:oleObj>
                </mc:Choice>
                <mc:Fallback>
                  <p:oleObj name="公式" r:id="rId18" imgW="100330" imgH="125095" progId="Equation.3">
                    <p:embed/>
                    <p:pic>
                      <p:nvPicPr>
                        <p:cNvPr id="0" name="图片 382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85852" y="5715016"/>
                          <a:ext cx="263525" cy="2968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311" name="Object 20"/>
            <p:cNvGraphicFramePr>
              <a:graphicFrameLocks noChangeAspect="1"/>
            </p:cNvGraphicFramePr>
            <p:nvPr/>
          </p:nvGraphicFramePr>
          <p:xfrm>
            <a:off x="1643042" y="5715016"/>
            <a:ext cx="330200" cy="279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50" name="公式" r:id="rId20" imgW="175260" imgH="100330" progId="Equation.3">
                    <p:embed/>
                  </p:oleObj>
                </mc:Choice>
                <mc:Fallback>
                  <p:oleObj name="公式" r:id="rId20" imgW="175260" imgH="100330" progId="Equation.3">
                    <p:embed/>
                    <p:pic>
                      <p:nvPicPr>
                        <p:cNvPr id="0" name="图片 382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43042" y="5715016"/>
                          <a:ext cx="330200" cy="2794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312" name="Object 21"/>
            <p:cNvGraphicFramePr>
              <a:graphicFrameLocks noChangeAspect="1"/>
            </p:cNvGraphicFramePr>
            <p:nvPr/>
          </p:nvGraphicFramePr>
          <p:xfrm>
            <a:off x="3000364" y="5572140"/>
            <a:ext cx="247650" cy="2968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51" name="公式" r:id="rId22" imgW="87630" imgH="125095" progId="Equation.3">
                    <p:embed/>
                  </p:oleObj>
                </mc:Choice>
                <mc:Fallback>
                  <p:oleObj name="公式" r:id="rId22" imgW="87630" imgH="125095" progId="Equation.3">
                    <p:embed/>
                    <p:pic>
                      <p:nvPicPr>
                        <p:cNvPr id="0" name="图片 3825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00364" y="5572140"/>
                          <a:ext cx="247650" cy="2968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313" name="Object 22"/>
            <p:cNvGraphicFramePr>
              <a:graphicFrameLocks noChangeAspect="1"/>
            </p:cNvGraphicFramePr>
            <p:nvPr/>
          </p:nvGraphicFramePr>
          <p:xfrm>
            <a:off x="3000364" y="5357826"/>
            <a:ext cx="231775" cy="2444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52" name="公式" r:id="rId24" imgW="74930" imgH="74930" progId="Equation.3">
                    <p:embed/>
                  </p:oleObj>
                </mc:Choice>
                <mc:Fallback>
                  <p:oleObj name="公式" r:id="rId24" imgW="74930" imgH="74930" progId="Equation.3">
                    <p:embed/>
                    <p:pic>
                      <p:nvPicPr>
                        <p:cNvPr id="0" name="图片 382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00364" y="5357826"/>
                          <a:ext cx="231775" cy="2444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314" name="Object 23"/>
            <p:cNvGraphicFramePr>
              <a:graphicFrameLocks noChangeAspect="1"/>
            </p:cNvGraphicFramePr>
            <p:nvPr/>
          </p:nvGraphicFramePr>
          <p:xfrm>
            <a:off x="3000364" y="5857892"/>
            <a:ext cx="247650" cy="2968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53" name="公式" r:id="rId26" imgW="87630" imgH="125095" progId="Equation.3">
                    <p:embed/>
                  </p:oleObj>
                </mc:Choice>
                <mc:Fallback>
                  <p:oleObj name="公式" r:id="rId26" imgW="87630" imgH="125095" progId="Equation.3">
                    <p:embed/>
                    <p:pic>
                      <p:nvPicPr>
                        <p:cNvPr id="0" name="图片 382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00364" y="5857892"/>
                          <a:ext cx="247650" cy="2968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cxnSp>
          <p:nvCxnSpPr>
            <p:cNvPr id="70" name="直接连接符 69"/>
            <p:cNvCxnSpPr/>
            <p:nvPr/>
          </p:nvCxnSpPr>
          <p:spPr>
            <a:xfrm rot="5400000">
              <a:off x="1528366" y="4472143"/>
              <a:ext cx="2087874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接连接符 70"/>
            <p:cNvCxnSpPr/>
            <p:nvPr/>
          </p:nvCxnSpPr>
          <p:spPr>
            <a:xfrm>
              <a:off x="2571510" y="5510523"/>
              <a:ext cx="431760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接连接符 71"/>
            <p:cNvCxnSpPr/>
            <p:nvPr/>
          </p:nvCxnSpPr>
          <p:spPr>
            <a:xfrm rot="5400000">
              <a:off x="1321443" y="3679069"/>
              <a:ext cx="215932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连接符 72"/>
            <p:cNvCxnSpPr/>
            <p:nvPr/>
          </p:nvCxnSpPr>
          <p:spPr>
            <a:xfrm rot="5400000">
              <a:off x="1677010" y="3679069"/>
              <a:ext cx="215932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连接符 73"/>
            <p:cNvCxnSpPr/>
            <p:nvPr/>
          </p:nvCxnSpPr>
          <p:spPr>
            <a:xfrm>
              <a:off x="1428615" y="3571896"/>
              <a:ext cx="612719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接连接符 74"/>
            <p:cNvCxnSpPr/>
            <p:nvPr/>
          </p:nvCxnSpPr>
          <p:spPr>
            <a:xfrm>
              <a:off x="847643" y="3429000"/>
              <a:ext cx="1728629" cy="15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等腰三角形 75"/>
            <p:cNvSpPr/>
            <p:nvPr/>
          </p:nvSpPr>
          <p:spPr>
            <a:xfrm flipV="1">
              <a:off x="2395314" y="4000585"/>
              <a:ext cx="360329" cy="287380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77" name="椭圆 76"/>
            <p:cNvSpPr/>
            <p:nvPr/>
          </p:nvSpPr>
          <p:spPr>
            <a:xfrm>
              <a:off x="2519127" y="4286378"/>
              <a:ext cx="107940" cy="107966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cxnSp>
          <p:nvCxnSpPr>
            <p:cNvPr id="78" name="直接连接符 77"/>
            <p:cNvCxnSpPr/>
            <p:nvPr/>
          </p:nvCxnSpPr>
          <p:spPr>
            <a:xfrm rot="5400000">
              <a:off x="416573" y="3860071"/>
              <a:ext cx="863729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324" name="矩形 78"/>
            <p:cNvSpPr>
              <a:spLocks noChangeArrowheads="1"/>
            </p:cNvSpPr>
            <p:nvPr/>
          </p:nvSpPr>
          <p:spPr bwMode="auto">
            <a:xfrm>
              <a:off x="1957369" y="3429000"/>
              <a:ext cx="55175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+5V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80" name="椭圆 79"/>
            <p:cNvSpPr/>
            <p:nvPr/>
          </p:nvSpPr>
          <p:spPr>
            <a:xfrm>
              <a:off x="2676275" y="5967791"/>
              <a:ext cx="73018" cy="71449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81" name="椭圆 80"/>
            <p:cNvSpPr/>
            <p:nvPr/>
          </p:nvSpPr>
          <p:spPr>
            <a:xfrm>
              <a:off x="814309" y="4243509"/>
              <a:ext cx="71430" cy="71449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82" name="椭圆 81"/>
            <p:cNvSpPr/>
            <p:nvPr/>
          </p:nvSpPr>
          <p:spPr>
            <a:xfrm>
              <a:off x="1747673" y="3529027"/>
              <a:ext cx="71430" cy="71449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 sz="1600">
                <a:solidFill>
                  <a:srgbClr val="FFFFFF"/>
                </a:solidFill>
              </a:endParaRPr>
            </a:p>
          </p:txBody>
        </p:sp>
        <p:sp>
          <p:nvSpPr>
            <p:cNvPr id="96328" name="矩形 82"/>
            <p:cNvSpPr>
              <a:spLocks noChangeArrowheads="1"/>
            </p:cNvSpPr>
            <p:nvPr/>
          </p:nvSpPr>
          <p:spPr bwMode="auto">
            <a:xfrm>
              <a:off x="1948544" y="6000768"/>
              <a:ext cx="55175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+5V</a:t>
              </a:r>
              <a:endParaRPr lang="zh-CN" altLang="en-US" sz="1600">
                <a:solidFill>
                  <a:srgbClr val="000000"/>
                </a:solidFill>
              </a:endParaRPr>
            </a:p>
          </p:txBody>
        </p:sp>
        <p:grpSp>
          <p:nvGrpSpPr>
            <p:cNvPr id="96329" name="组合 77"/>
            <p:cNvGrpSpPr/>
            <p:nvPr/>
          </p:nvGrpSpPr>
          <p:grpSpPr bwMode="auto">
            <a:xfrm flipV="1">
              <a:off x="1428728" y="6000768"/>
              <a:ext cx="612000" cy="258863"/>
              <a:chOff x="6186499" y="5815029"/>
              <a:chExt cx="612000" cy="258863"/>
            </a:xfrm>
          </p:grpSpPr>
          <p:cxnSp>
            <p:nvCxnSpPr>
              <p:cNvPr id="98" name="直接连接符 72"/>
              <p:cNvCxnSpPr/>
              <p:nvPr/>
            </p:nvCxnSpPr>
            <p:spPr>
              <a:xfrm rot="5400000">
                <a:off x="6079214" y="5964766"/>
                <a:ext cx="215933" cy="158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接连接符 98"/>
              <p:cNvCxnSpPr/>
              <p:nvPr/>
            </p:nvCxnSpPr>
            <p:spPr>
              <a:xfrm rot="5400000">
                <a:off x="6434781" y="5964766"/>
                <a:ext cx="215933" cy="158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接连接符 99"/>
              <p:cNvCxnSpPr/>
              <p:nvPr/>
            </p:nvCxnSpPr>
            <p:spPr>
              <a:xfrm>
                <a:off x="6186386" y="5857593"/>
                <a:ext cx="612719" cy="158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椭圆 100"/>
              <p:cNvSpPr/>
              <p:nvPr/>
            </p:nvSpPr>
            <p:spPr>
              <a:xfrm>
                <a:off x="6514969" y="5814725"/>
                <a:ext cx="73018" cy="7144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6330" name="矩形 84"/>
            <p:cNvSpPr>
              <a:spLocks noChangeArrowheads="1"/>
            </p:cNvSpPr>
            <p:nvPr/>
          </p:nvSpPr>
          <p:spPr bwMode="auto">
            <a:xfrm>
              <a:off x="285720" y="4090578"/>
              <a:ext cx="45717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600" b="1" i="1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CP</a:t>
              </a:r>
              <a:endParaRPr lang="zh-CN" altLang="en-US" sz="1600" i="1">
                <a:solidFill>
                  <a:srgbClr val="C00000"/>
                </a:solidFill>
              </a:endParaRPr>
            </a:p>
          </p:txBody>
        </p:sp>
        <p:sp>
          <p:nvSpPr>
            <p:cNvPr id="96331" name="矩形 85"/>
            <p:cNvSpPr>
              <a:spLocks noChangeArrowheads="1"/>
            </p:cNvSpPr>
            <p:nvPr/>
          </p:nvSpPr>
          <p:spPr bwMode="auto">
            <a:xfrm>
              <a:off x="4214810" y="3829053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1800" b="1" i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zh-CN" altLang="en-US" sz="1800" i="1" baseline="-25000">
                <a:solidFill>
                  <a:srgbClr val="6600CC"/>
                </a:solidFill>
              </a:endParaRPr>
            </a:p>
          </p:txBody>
        </p:sp>
        <p:sp>
          <p:nvSpPr>
            <p:cNvPr id="96332" name="矩形 86"/>
            <p:cNvSpPr>
              <a:spLocks noChangeArrowheads="1"/>
            </p:cNvSpPr>
            <p:nvPr/>
          </p:nvSpPr>
          <p:spPr bwMode="auto">
            <a:xfrm>
              <a:off x="4214810" y="4102663"/>
              <a:ext cx="4026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1800" b="1" i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zh-CN" altLang="en-US" sz="1800" i="1" baseline="-25000">
                <a:solidFill>
                  <a:srgbClr val="6600CC"/>
                </a:solidFill>
              </a:endParaRPr>
            </a:p>
          </p:txBody>
        </p:sp>
        <p:sp>
          <p:nvSpPr>
            <p:cNvPr id="96333" name="矩形 87"/>
            <p:cNvSpPr>
              <a:spLocks noChangeArrowheads="1"/>
            </p:cNvSpPr>
            <p:nvPr/>
          </p:nvSpPr>
          <p:spPr bwMode="auto">
            <a:xfrm>
              <a:off x="4214810" y="4400557"/>
              <a:ext cx="4026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1800" b="1" i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1800" i="1" baseline="-25000">
                <a:solidFill>
                  <a:srgbClr val="6600CC"/>
                </a:solidFill>
              </a:endParaRPr>
            </a:p>
          </p:txBody>
        </p:sp>
        <p:sp>
          <p:nvSpPr>
            <p:cNvPr id="96334" name="矩形 88"/>
            <p:cNvSpPr>
              <a:spLocks noChangeArrowheads="1"/>
            </p:cNvSpPr>
            <p:nvPr/>
          </p:nvSpPr>
          <p:spPr bwMode="auto">
            <a:xfrm>
              <a:off x="4214810" y="4674167"/>
              <a:ext cx="4026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1800" b="1" i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endParaRPr lang="zh-CN" altLang="en-US" sz="1800" i="1" baseline="-25000">
                <a:solidFill>
                  <a:srgbClr val="6600CC"/>
                </a:solidFill>
              </a:endParaRPr>
            </a:p>
          </p:txBody>
        </p:sp>
        <p:sp>
          <p:nvSpPr>
            <p:cNvPr id="96335" name="矩形 89"/>
            <p:cNvSpPr>
              <a:spLocks noChangeArrowheads="1"/>
            </p:cNvSpPr>
            <p:nvPr/>
          </p:nvSpPr>
          <p:spPr bwMode="auto">
            <a:xfrm>
              <a:off x="4214810" y="4972061"/>
              <a:ext cx="4026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1800" b="1" i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lang="zh-CN" altLang="en-US" sz="1800" i="1" baseline="-25000">
                <a:solidFill>
                  <a:srgbClr val="6600CC"/>
                </a:solidFill>
              </a:endParaRPr>
            </a:p>
          </p:txBody>
        </p:sp>
        <p:sp>
          <p:nvSpPr>
            <p:cNvPr id="96336" name="矩形 90"/>
            <p:cNvSpPr>
              <a:spLocks noChangeArrowheads="1"/>
            </p:cNvSpPr>
            <p:nvPr/>
          </p:nvSpPr>
          <p:spPr bwMode="auto">
            <a:xfrm>
              <a:off x="4214810" y="5245671"/>
              <a:ext cx="4026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1800" b="1" i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  <a:endParaRPr lang="zh-CN" altLang="en-US" sz="1800" i="1" baseline="-25000">
                <a:solidFill>
                  <a:srgbClr val="6600CC"/>
                </a:solidFill>
              </a:endParaRPr>
            </a:p>
          </p:txBody>
        </p:sp>
        <p:sp>
          <p:nvSpPr>
            <p:cNvPr id="96337" name="矩形 91"/>
            <p:cNvSpPr>
              <a:spLocks noChangeArrowheads="1"/>
            </p:cNvSpPr>
            <p:nvPr/>
          </p:nvSpPr>
          <p:spPr bwMode="auto">
            <a:xfrm>
              <a:off x="4214810" y="5543565"/>
              <a:ext cx="4026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1800" b="1" i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zh-CN" altLang="en-US" sz="1800" i="1" baseline="-25000">
                <a:solidFill>
                  <a:srgbClr val="6600CC"/>
                </a:solidFill>
              </a:endParaRPr>
            </a:p>
          </p:txBody>
        </p:sp>
        <p:sp>
          <p:nvSpPr>
            <p:cNvPr id="96338" name="矩形 92"/>
            <p:cNvSpPr>
              <a:spLocks noChangeArrowheads="1"/>
            </p:cNvSpPr>
            <p:nvPr/>
          </p:nvSpPr>
          <p:spPr bwMode="auto">
            <a:xfrm>
              <a:off x="4214810" y="5817175"/>
              <a:ext cx="4026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1800" b="1" i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Z</a:t>
              </a:r>
              <a:r>
                <a:rPr kumimoji="1" lang="en-US" altLang="zh-CN" sz="1800" b="1" i="1" baseline="-25000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zh-CN" altLang="en-US" sz="1800" i="1" baseline="-25000">
                <a:solidFill>
                  <a:srgbClr val="6600CC"/>
                </a:solidFill>
              </a:endParaRPr>
            </a:p>
          </p:txBody>
        </p:sp>
        <p:cxnSp>
          <p:nvCxnSpPr>
            <p:cNvPr id="94" name="直接连接符 93"/>
            <p:cNvCxnSpPr/>
            <p:nvPr/>
          </p:nvCxnSpPr>
          <p:spPr>
            <a:xfrm>
              <a:off x="2714371" y="5713753"/>
              <a:ext cx="288898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接连接符 94"/>
            <p:cNvCxnSpPr/>
            <p:nvPr/>
          </p:nvCxnSpPr>
          <p:spPr>
            <a:xfrm>
              <a:off x="2603257" y="6215478"/>
              <a:ext cx="215880" cy="1588"/>
            </a:xfrm>
            <a:prstGeom prst="line">
              <a:avLst/>
            </a:prstGeom>
            <a:ln w="508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341" name="矩形 95"/>
            <p:cNvSpPr>
              <a:spLocks noChangeArrowheads="1"/>
            </p:cNvSpPr>
            <p:nvPr/>
          </p:nvSpPr>
          <p:spPr bwMode="auto">
            <a:xfrm rot="-5400000">
              <a:off x="1091456" y="4766404"/>
              <a:ext cx="104387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74LS161</a:t>
              </a:r>
              <a:endParaRPr lang="zh-CN" altLang="en-US" sz="18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42" name="矩形 96"/>
            <p:cNvSpPr>
              <a:spLocks noChangeArrowheads="1"/>
            </p:cNvSpPr>
            <p:nvPr/>
          </p:nvSpPr>
          <p:spPr bwMode="auto">
            <a:xfrm rot="-5400000">
              <a:off x="2948844" y="4766404"/>
              <a:ext cx="104387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en-US" altLang="zh-CN" sz="18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74LS138</a:t>
              </a:r>
              <a:endParaRPr lang="zh-CN" altLang="en-US" sz="18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96265" name="Text Box 6"/>
          <p:cNvSpPr txBox="1">
            <a:spLocks noChangeArrowheads="1"/>
          </p:cNvSpPr>
          <p:nvPr/>
        </p:nvSpPr>
        <p:spPr bwMode="auto">
          <a:xfrm>
            <a:off x="5643563" y="117475"/>
            <a:ext cx="32861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9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3" grpId="0"/>
      <p:bldP spid="34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Text Box 6"/>
          <p:cNvSpPr txBox="1">
            <a:spLocks noChangeArrowheads="1"/>
          </p:cNvSpPr>
          <p:nvPr/>
        </p:nvSpPr>
        <p:spPr bwMode="auto">
          <a:xfrm>
            <a:off x="571500" y="71438"/>
            <a:ext cx="41036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6600"/>
                </a:solidFill>
                <a:latin typeface="宋体" panose="02010600030101010101" pitchFamily="2" charset="-122"/>
              </a:rPr>
              <a:t>三、序列信号发生器</a:t>
            </a:r>
            <a:endParaRPr lang="zh-CN" altLang="en-US" sz="2800" b="1">
              <a:solidFill>
                <a:srgbClr val="006600"/>
              </a:solidFill>
              <a:latin typeface="宋体" panose="02010600030101010101" pitchFamily="2" charset="-122"/>
            </a:endParaRPr>
          </a:p>
        </p:txBody>
      </p:sp>
      <p:grpSp>
        <p:nvGrpSpPr>
          <p:cNvPr id="2" name="组合 5"/>
          <p:cNvGrpSpPr/>
          <p:nvPr/>
        </p:nvGrpSpPr>
        <p:grpSpPr bwMode="auto">
          <a:xfrm>
            <a:off x="714375" y="642938"/>
            <a:ext cx="7715250" cy="928687"/>
            <a:chOff x="642965" y="642918"/>
            <a:chExt cx="7715249" cy="928694"/>
          </a:xfrm>
        </p:grpSpPr>
        <p:sp>
          <p:nvSpPr>
            <p:cNvPr id="97342" name="Text Box 7"/>
            <p:cNvSpPr txBox="1">
              <a:spLocks noChangeArrowheads="1"/>
            </p:cNvSpPr>
            <p:nvPr/>
          </p:nvSpPr>
          <p:spPr bwMode="auto">
            <a:xfrm>
              <a:off x="684213" y="642918"/>
              <a:ext cx="766762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fontAlgn="base">
                <a:spcBef>
                  <a:spcPct val="50000"/>
                </a:spcBef>
                <a:spcAft>
                  <a:spcPct val="0"/>
                </a:spcAft>
                <a:buFontTx/>
                <a:buNone/>
              </a:pPr>
              <a:r>
                <a:rPr kumimoji="1" lang="en-US" altLang="zh-CN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    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在时钟脉冲作用下产生的一组</a:t>
              </a:r>
              <a:r>
                <a:rPr kumimoji="1" lang="zh-CN" altLang="en-US" sz="2400" b="1">
                  <a:solidFill>
                    <a:srgbClr val="FF0000"/>
                  </a:solidFill>
                  <a:latin typeface="宋体" panose="02010600030101010101" pitchFamily="2" charset="-122"/>
                </a:rPr>
                <a:t>特定的串行数字序列</a:t>
              </a:r>
              <a:r>
                <a:rPr kumimoji="1" lang="zh-CN" altLang="en-US" sz="2400" b="1">
                  <a:solidFill>
                    <a:srgbClr val="000000"/>
                  </a:solidFill>
                  <a:latin typeface="宋体" panose="02010600030101010101" pitchFamily="2" charset="-122"/>
                </a:rPr>
                <a:t>的电路称为序列信号发生器。</a:t>
              </a:r>
              <a:endParaRPr kumimoji="1" lang="zh-CN" altLang="en-US" sz="2400" b="1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97343" name="Rectangle 16"/>
            <p:cNvSpPr>
              <a:spLocks noChangeArrowheads="1"/>
            </p:cNvSpPr>
            <p:nvPr/>
          </p:nvSpPr>
          <p:spPr bwMode="auto">
            <a:xfrm>
              <a:off x="642965" y="642918"/>
              <a:ext cx="7715249" cy="928694"/>
            </a:xfrm>
            <a:prstGeom prst="rect">
              <a:avLst/>
            </a:prstGeom>
            <a:noFill/>
            <a:ln w="57150" cmpd="thickThin">
              <a:solidFill>
                <a:srgbClr val="33CCCC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zh-CN" altLang="en-US" sz="16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26" name="Group 284"/>
          <p:cNvGraphicFramePr>
            <a:graphicFrameLocks noGrp="1"/>
          </p:cNvGraphicFramePr>
          <p:nvPr/>
        </p:nvGraphicFramePr>
        <p:xfrm>
          <a:off x="6643688" y="2174875"/>
          <a:ext cx="1857375" cy="3325819"/>
        </p:xfrm>
        <a:graphic>
          <a:graphicData uri="http://schemas.openxmlformats.org/drawingml/2006/table">
            <a:tbl>
              <a:tblPr/>
              <a:tblGrid>
                <a:gridCol w="465137"/>
                <a:gridCol w="463550"/>
                <a:gridCol w="422275"/>
                <a:gridCol w="506413"/>
              </a:tblGrid>
              <a:tr h="38253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Q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Y</a:t>
                      </a:r>
                      <a:endParaRPr kumimoji="0" lang="en-US" altLang="zh-CN" sz="1800" b="1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79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79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79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2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79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3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79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4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79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5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79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6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790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en-US" altLang="zh-CN" sz="1800" b="1" i="0" u="none" strike="noStrike" cap="none" normalizeH="0" baseline="-25000">
                          <a:ln>
                            <a:noFill/>
                          </a:ln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Times New Roman" panose="02020603050405020304" pitchFamily="18" charset="0"/>
                        </a:rPr>
                        <a:t>7</a:t>
                      </a:r>
                      <a:endParaRPr kumimoji="0" lang="en-US" altLang="zh-CN" sz="1800" b="1" i="0" u="none" strike="noStrike" cap="none" normalizeH="0" baseline="-25000">
                        <a:ln>
                          <a:noFill/>
                        </a:ln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ea typeface="宋体" panose="02010600030101010101" pitchFamily="2" charset="-122"/>
                        <a:cs typeface="Times New Roman" panose="02020603050405020304" pitchFamily="18" charset="0"/>
                      </a:endParaRPr>
                    </a:p>
                  </a:txBody>
                  <a:tcPr marL="90000" marR="90000" marT="46795" marB="46795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7" name="Text Box 8"/>
          <p:cNvSpPr txBox="1">
            <a:spLocks noChangeArrowheads="1"/>
          </p:cNvSpPr>
          <p:nvPr/>
        </p:nvSpPr>
        <p:spPr bwMode="auto">
          <a:xfrm>
            <a:off x="928688" y="1681163"/>
            <a:ext cx="19288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电路结构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Text Box 8"/>
          <p:cNvSpPr txBox="1">
            <a:spLocks noChangeArrowheads="1"/>
          </p:cNvSpPr>
          <p:nvPr/>
        </p:nvSpPr>
        <p:spPr bwMode="auto">
          <a:xfrm>
            <a:off x="6786563" y="1681163"/>
            <a:ext cx="1571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 typeface="Wingdings" panose="05000000000000000000" pitchFamily="2" charset="2"/>
              <a:buChar char="n"/>
            </a:pP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功能表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2603" name="Picture 75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5572125"/>
            <a:ext cx="6010275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组合 117"/>
          <p:cNvGrpSpPr/>
          <p:nvPr/>
        </p:nvGrpSpPr>
        <p:grpSpPr bwMode="auto">
          <a:xfrm>
            <a:off x="1143000" y="2000250"/>
            <a:ext cx="5000625" cy="3481388"/>
            <a:chOff x="1142976" y="2000240"/>
            <a:chExt cx="5000661" cy="3481826"/>
          </a:xfrm>
        </p:grpSpPr>
        <p:sp>
          <p:nvSpPr>
            <p:cNvPr id="97339" name="矩形 114"/>
            <p:cNvSpPr>
              <a:spLocks noChangeArrowheads="1"/>
            </p:cNvSpPr>
            <p:nvPr/>
          </p:nvSpPr>
          <p:spPr bwMode="auto">
            <a:xfrm>
              <a:off x="3857620" y="5143512"/>
              <a:ext cx="142539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6600CC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并行数据输入</a:t>
              </a:r>
              <a:endParaRPr lang="zh-CN" altLang="en-US" sz="1600">
                <a:solidFill>
                  <a:srgbClr val="6600CC"/>
                </a:solidFill>
              </a:endParaRPr>
            </a:p>
          </p:txBody>
        </p:sp>
        <p:pic>
          <p:nvPicPr>
            <p:cNvPr id="97340" name="Picture 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42976" y="2285992"/>
              <a:ext cx="5000661" cy="2859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341" name="矩形 116"/>
            <p:cNvSpPr>
              <a:spLocks noChangeArrowheads="1"/>
            </p:cNvSpPr>
            <p:nvPr/>
          </p:nvSpPr>
          <p:spPr bwMode="auto">
            <a:xfrm>
              <a:off x="3357554" y="2000240"/>
              <a:ext cx="142539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zh-CN" altLang="en-US" sz="16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串行数据输出</a:t>
              </a:r>
              <a:endParaRPr lang="zh-CN" altLang="en-US" sz="1600">
                <a:solidFill>
                  <a:srgbClr val="FF0000"/>
                </a:solidFill>
              </a:endParaRPr>
            </a:p>
          </p:txBody>
        </p:sp>
      </p:grpSp>
      <p:sp>
        <p:nvSpPr>
          <p:cNvPr id="97338" name="Text Box 6"/>
          <p:cNvSpPr txBox="1">
            <a:spLocks noChangeArrowheads="1"/>
          </p:cNvSpPr>
          <p:nvPr/>
        </p:nvSpPr>
        <p:spPr bwMode="auto">
          <a:xfrm>
            <a:off x="5643563" y="117475"/>
            <a:ext cx="32861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zh-CN" sz="1800" b="1">
                <a:solidFill>
                  <a:srgbClr val="FF0066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§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6.5 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用</a:t>
            </a:r>
            <a:r>
              <a:rPr lang="en-US" altLang="zh-CN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MSI</a:t>
            </a:r>
            <a:r>
              <a:rPr lang="zh-CN" altLang="en-US" sz="1800" b="1">
                <a:solidFill>
                  <a:srgbClr val="FF3399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设计时序逻辑电路</a:t>
            </a:r>
            <a:endParaRPr lang="zh-CN" altLang="en-US" sz="1800" b="1">
              <a:solidFill>
                <a:srgbClr val="FF3399"/>
              </a:solidFill>
              <a:latin typeface="Times New Roman" panose="02020603050405020304" pitchFamily="18" charset="0"/>
              <a:ea typeface="楷体_GB2312" pitchFamily="49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2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TextBox 1"/>
          <p:cNvSpPr txBox="1">
            <a:spLocks noChangeArrowheads="1"/>
          </p:cNvSpPr>
          <p:nvPr/>
        </p:nvSpPr>
        <p:spPr bwMode="auto">
          <a:xfrm>
            <a:off x="250825" y="260350"/>
            <a:ext cx="871378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</a:rPr>
              <a:t>练习：</a:t>
            </a:r>
            <a:r>
              <a:rPr lang="zh-CN" altLang="zh-CN" sz="2800" b="1">
                <a:solidFill>
                  <a:srgbClr val="000000"/>
                </a:solidFill>
              </a:rPr>
              <a:t>试分析</a:t>
            </a:r>
            <a:r>
              <a:rPr lang="zh-CN" altLang="en-US" sz="2800" b="1">
                <a:solidFill>
                  <a:srgbClr val="000000"/>
                </a:solidFill>
              </a:rPr>
              <a:t>下图所示</a:t>
            </a:r>
            <a:r>
              <a:rPr lang="zh-CN" altLang="zh-CN" sz="2800" b="1">
                <a:solidFill>
                  <a:srgbClr val="000000"/>
                </a:solidFill>
              </a:rPr>
              <a:t>电路，画出完整状态转换图，</a:t>
            </a:r>
            <a:r>
              <a:rPr lang="zh-CN" altLang="en-US" sz="2800" b="1">
                <a:solidFill>
                  <a:srgbClr val="000000"/>
                </a:solidFill>
              </a:rPr>
              <a:t>并说明</a:t>
            </a:r>
            <a:r>
              <a:rPr lang="zh-CN" altLang="zh-CN" sz="2800" b="1">
                <a:solidFill>
                  <a:srgbClr val="000000"/>
                </a:solidFill>
              </a:rPr>
              <a:t>能否自启动</a:t>
            </a:r>
            <a:r>
              <a:rPr lang="zh-CN" altLang="en-US" sz="2800" b="1">
                <a:solidFill>
                  <a:srgbClr val="000000"/>
                </a:solidFill>
              </a:rPr>
              <a:t>及其逻辑功能</a:t>
            </a:r>
            <a:r>
              <a:rPr lang="zh-CN" altLang="zh-CN" sz="2800" b="1">
                <a:solidFill>
                  <a:srgbClr val="000000"/>
                </a:solidFill>
              </a:rPr>
              <a:t>？</a:t>
            </a:r>
            <a:endParaRPr lang="zh-CN" altLang="en-US" sz="2800" b="1">
              <a:solidFill>
                <a:srgbClr val="000000"/>
              </a:solidFill>
            </a:endParaRPr>
          </a:p>
        </p:txBody>
      </p:sp>
      <p:pic>
        <p:nvPicPr>
          <p:cNvPr id="39938" name="Picture 2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712" y="1988840"/>
            <a:ext cx="4824536" cy="35043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649288" y="1214438"/>
            <a:ext cx="8137525" cy="201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熟练掌握时序逻辑电路的基本分析和设计方法。</a:t>
            </a:r>
            <a:endParaRPr kumimoji="1"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熟练掌握寄存器的逻辑功能和使用方法。</a:t>
            </a:r>
            <a:endParaRPr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</a:t>
            </a:r>
            <a:r>
              <a:rPr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熟练掌握计数器的逻辑功能和使用方法。</a:t>
            </a:r>
            <a:endParaRPr kumimoji="1"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1" lang="en-US" altLang="zh-CN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</a:t>
            </a:r>
            <a:r>
              <a:rPr kumimoji="1" lang="zh-CN" altLang="en-US" sz="2400" b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熟练掌握利用中规模集成器件设计时序逻辑电路的方法。</a:t>
            </a:r>
            <a:endParaRPr kumimoji="1" lang="zh-CN" altLang="en-US" sz="2400" b="1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9331" name="Text Box 2"/>
          <p:cNvSpPr txBox="1">
            <a:spLocks noChangeArrowheads="1"/>
          </p:cNvSpPr>
          <p:nvPr/>
        </p:nvSpPr>
        <p:spPr bwMode="auto">
          <a:xfrm>
            <a:off x="2857500" y="428625"/>
            <a:ext cx="27384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base" hangingPunct="1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zh-CN" altLang="en-US" sz="3600" b="1">
                <a:solidFill>
                  <a:srgbClr val="6600CC"/>
                </a:solidFill>
                <a:latin typeface="宋体" panose="02010600030101010101" pitchFamily="2" charset="-122"/>
              </a:rPr>
              <a:t>本章小结</a:t>
            </a:r>
            <a:endParaRPr lang="zh-CN" altLang="en-US" sz="3600" b="1">
              <a:solidFill>
                <a:srgbClr val="6600CC"/>
              </a:solidFill>
              <a:latin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p="http://schemas.openxmlformats.org/presentationml/2006/main">
  <p:tag name="KSO_WPP_MARK_KEY" val="a8a43512-6d5b-437c-be3c-2ec329f583b3"/>
  <p:tag name="COMMONDATA" val="eyJoZGlkIjoiNjVkMDAyOWY1NjY4OTJhNTcwYzFhNmVlZTQ0ZmQyMGQifQ=="/>
  <p:tag name="commondata" val="eyJoZGlkIjoiNWIwNzY4NDkwYjhiMWNkNDE5NGNlMjM2N2NmNjdhOTAifQ=="/>
</p:tagLst>
</file>

<file path=ppt/theme/_rels/them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image" Target="../media/image3.jpeg"/></Relationships>
</file>

<file path=ppt/theme/theme1.xml><?xml version="1.0" encoding="utf-8"?>
<a:theme xmlns:a="http://schemas.openxmlformats.org/drawingml/2006/main" name="暗香扑面">
  <a:themeElements>
    <a:clrScheme name="暗香扑面">
      <a:dk1>
        <a:sysClr val="windowText" lastClr="000000"/>
      </a:dk1>
      <a:lt1>
        <a:sysClr val="window" lastClr="FFFFFF"/>
      </a:lt1>
      <a:dk2>
        <a:srgbClr val="2F2F2F"/>
      </a:dk2>
      <a:lt2>
        <a:srgbClr val="FFFFF4"/>
      </a:lt2>
      <a:accent1>
        <a:srgbClr val="918415"/>
      </a:accent1>
      <a:accent2>
        <a:srgbClr val="C47546"/>
      </a:accent2>
      <a:accent3>
        <a:srgbClr val="AFB591"/>
      </a:accent3>
      <a:accent4>
        <a:srgbClr val="B9945B"/>
      </a:accent4>
      <a:accent5>
        <a:srgbClr val="85ADBC"/>
      </a:accent5>
      <a:accent6>
        <a:srgbClr val="E5B440"/>
      </a:accent6>
      <a:hlink>
        <a:srgbClr val="00D5D5"/>
      </a:hlink>
      <a:folHlink>
        <a:srgbClr val="DD00DD"/>
      </a:folHlink>
    </a:clrScheme>
    <a:fontScheme name="暗香扑面">
      <a:majorFont>
        <a:latin typeface="Franklin Gothic Medium"/>
        <a:ea typeface=""/>
        <a:cs typeface=""/>
        <a:font script="Jpan" typeface="HG創英角ｺﾞｼｯｸUB"/>
        <a:font script="Hang" typeface="HY견고딕"/>
        <a:font script="Hans" typeface="微软雅黑"/>
        <a:font script="Hant" typeface="微軟正黑體"/>
        <a:font script="Arab" typeface="Arial Bold"/>
        <a:font script="Hebr" typeface="Arial Bold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 Bold"/>
        <a:font script="Uigh" typeface="Microsoft Uighur"/>
        <a:font script="Geor" typeface="Sylfaen"/>
      </a:majorFont>
      <a:minorFont>
        <a:latin typeface="Franklin Gothic Book"/>
        <a:ea typeface=""/>
        <a:cs typeface=""/>
        <a:font script="Jpan" typeface="HG創英角ｺﾞｼｯｸUB"/>
        <a:font script="Hang" typeface="맑은 고딕"/>
        <a:font script="Hans" typeface="黑体"/>
        <a:font script="Hant" typeface="新細明體"/>
        <a:font script="Arab" typeface="Arial"/>
        <a:font script="Hebr" typeface="Arial"/>
        <a:font script="Thai" typeface="Cordian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暗香扑面">
      <a:fillStyleLst>
        <a:solidFill>
          <a:schemeClr val="phClr"/>
        </a:solidFill>
        <a:gradFill rotWithShape="1">
          <a:gsLst>
            <a:gs pos="0">
              <a:schemeClr val="phClr">
                <a:tint val="98000"/>
                <a:satMod val="220000"/>
              </a:schemeClr>
            </a:gs>
            <a:gs pos="31000">
              <a:schemeClr val="phClr">
                <a:tint val="30000"/>
                <a:satMod val="150000"/>
              </a:schemeClr>
            </a:gs>
            <a:gs pos="91000">
              <a:schemeClr val="phClr">
                <a:tint val="96000"/>
              </a:schemeClr>
            </a:gs>
          </a:gsLst>
          <a:path path="circle">
            <a:fillToRect l="50000" t="150000" r="50000"/>
          </a:path>
        </a:gradFill>
        <a:blipFill>
          <a:blip xmlns:r="http://schemas.openxmlformats.org/officeDocument/2006/relationships" r:embed="rId1">
            <a:duotone>
              <a:schemeClr val="phClr">
                <a:shade val="28000"/>
                <a:satMod val="100000"/>
              </a:schemeClr>
              <a:schemeClr val="phClr">
                <a:tint val="100000"/>
                <a:satMod val="200000"/>
              </a:schemeClr>
            </a:duotone>
          </a:blip>
          <a:tile tx="0" ty="0" sx="80000" sy="80000" flip="none" algn="tl"/>
        </a:blipFill>
      </a:fillStyleLst>
      <a:lnStyleLst>
        <a:ln w="12700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dbl" algn="ctr">
          <a:solidFill>
            <a:schemeClr val="phClr"/>
          </a:solidFill>
          <a:prstDash val="solid"/>
        </a:ln>
      </a:lnStyleLst>
      <a:effectStyleLst>
        <a:effectStyle>
          <a:effectLst>
            <a:glow rad="63500">
              <a:schemeClr val="phClr">
                <a:alpha val="45000"/>
                <a:satMod val="110000"/>
              </a:schemeClr>
            </a:glow>
          </a:effectLst>
        </a:effectStyle>
        <a:effectStyle>
          <a:effectLst>
            <a:outerShdw blurRad="34925" dist="31750" dir="5400000" algn="tl" rotWithShape="0">
              <a:srgbClr val="000000">
                <a:alpha val="50000"/>
              </a:srgbClr>
            </a:outerShdw>
          </a:effectLst>
          <a:scene3d>
            <a:camera prst="orthographicFront">
              <a:rot lat="0" lon="0" rev="0"/>
            </a:camera>
            <a:lightRig rig="flood" dir="t">
              <a:rot lat="0" lon="0" rev="5400000"/>
            </a:lightRig>
          </a:scene3d>
          <a:sp3d contourW="9525" prstMaterial="dkEdge">
            <a:bevelT w="12000" h="24150"/>
            <a:contourClr>
              <a:schemeClr val="phClr">
                <a:satMod val="110000"/>
              </a:schemeClr>
            </a:contourClr>
          </a:sp3d>
        </a:effectStyle>
        <a:effectStyle>
          <a:effectLst>
            <a:outerShdw blurRad="50800" dist="31750" dir="5400000" algn="tl" rotWithShape="0">
              <a:srgbClr val="000000">
                <a:alpha val="50000"/>
              </a:srgbClr>
            </a:outerShdw>
          </a:effectLst>
          <a:scene3d>
            <a:camera prst="orthographicFront">
              <a:rot lat="0" lon="0" rev="0"/>
            </a:camera>
            <a:lightRig rig="flood" dir="t">
              <a:rot lat="0" lon="0" rev="5400000"/>
            </a:lightRig>
          </a:scene3d>
          <a:sp3d contourW="18700" prstMaterial="dkEdge">
            <a:bevelT w="44450" h="80600"/>
            <a:contourClr>
              <a:schemeClr val="phClr">
                <a:satMod val="11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shade val="70000"/>
                <a:satMod val="1000000"/>
              </a:schemeClr>
            </a:gs>
            <a:gs pos="31000">
              <a:schemeClr val="phClr">
                <a:shade val="85000"/>
                <a:satMod val="450000"/>
              </a:schemeClr>
            </a:gs>
            <a:gs pos="100000">
              <a:schemeClr val="phClr">
                <a:tint val="70000"/>
                <a:satMod val="300000"/>
              </a:schemeClr>
            </a:gs>
          </a:gsLst>
          <a:path path="circle">
            <a:fillToRect l="50000" t="150000" r="50000"/>
          </a:path>
        </a:gradFill>
        <a:blipFill>
          <a:blip xmlns:r="http://schemas.openxmlformats.org/officeDocument/2006/relationships" r:embed="rId2">
            <a:duotone>
              <a:schemeClr val="phClr">
                <a:tint val="100000"/>
                <a:shade val="70000"/>
                <a:hueMod val="100000"/>
                <a:satMod val="100000"/>
              </a:schemeClr>
              <a:schemeClr val="phClr">
                <a:tint val="90000"/>
                <a:shade val="100000"/>
                <a:hueMod val="100000"/>
                <a:satMod val="100000"/>
              </a:schemeClr>
            </a:duotone>
          </a:blip>
          <a:stretch>
            <a:fillRect/>
          </a:stretch>
        </a:blip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1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1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1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1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1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1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1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1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1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2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2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2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2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5.xml><?xml version="1.0" encoding="utf-8"?>
<a:theme xmlns:a="http://schemas.openxmlformats.org/drawingml/2006/main" name="2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6.xml><?xml version="1.0" encoding="utf-8"?>
<a:theme xmlns:a="http://schemas.openxmlformats.org/drawingml/2006/main" name="2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7.xml><?xml version="1.0" encoding="utf-8"?>
<a:theme xmlns:a="http://schemas.openxmlformats.org/drawingml/2006/main" name="2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8.xml><?xml version="1.0" encoding="utf-8"?>
<a:theme xmlns:a="http://schemas.openxmlformats.org/drawingml/2006/main" name="2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9.xml><?xml version="1.0" encoding="utf-8"?>
<a:theme xmlns:a="http://schemas.openxmlformats.org/drawingml/2006/main" name="2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0.xml><?xml version="1.0" encoding="utf-8"?>
<a:theme xmlns:a="http://schemas.openxmlformats.org/drawingml/2006/main" name="3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1.xml><?xml version="1.0" encoding="utf-8"?>
<a:theme xmlns:a="http://schemas.openxmlformats.org/drawingml/2006/main" name="3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2.xml><?xml version="1.0" encoding="utf-8"?>
<a:theme xmlns:a="http://schemas.openxmlformats.org/drawingml/2006/main" name="3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3.xml><?xml version="1.0" encoding="utf-8"?>
<a:theme xmlns:a="http://schemas.openxmlformats.org/drawingml/2006/main" name="3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4.xml><?xml version="1.0" encoding="utf-8"?>
<a:theme xmlns:a="http://schemas.openxmlformats.org/drawingml/2006/main" name="3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5.xml><?xml version="1.0" encoding="utf-8"?>
<a:theme xmlns:a="http://schemas.openxmlformats.org/drawingml/2006/main" name="3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6.xml><?xml version="1.0" encoding="utf-8"?>
<a:theme xmlns:a="http://schemas.openxmlformats.org/drawingml/2006/main" name="3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7.xml><?xml version="1.0" encoding="utf-8"?>
<a:theme xmlns:a="http://schemas.openxmlformats.org/drawingml/2006/main" name="3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8.xml><?xml version="1.0" encoding="utf-8"?>
<a:theme xmlns:a="http://schemas.openxmlformats.org/drawingml/2006/main" name="3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9.xml><?xml version="1.0" encoding="utf-8"?>
<a:theme xmlns:a="http://schemas.openxmlformats.org/drawingml/2006/main" name="4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0.xml><?xml version="1.0" encoding="utf-8"?>
<a:theme xmlns:a="http://schemas.openxmlformats.org/drawingml/2006/main" name="4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1.xml><?xml version="1.0" encoding="utf-8"?>
<a:theme xmlns:a="http://schemas.openxmlformats.org/drawingml/2006/main" name="4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2.xml><?xml version="1.0" encoding="utf-8"?>
<a:theme xmlns:a="http://schemas.openxmlformats.org/drawingml/2006/main" name="5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3.xml><?xml version="1.0" encoding="utf-8"?>
<a:theme xmlns:a="http://schemas.openxmlformats.org/drawingml/2006/main" name="5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4.xml><?xml version="1.0" encoding="utf-8"?>
<a:theme xmlns:a="http://schemas.openxmlformats.org/drawingml/2006/main" name="5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5.xml><?xml version="1.0" encoding="utf-8"?>
<a:theme xmlns:a="http://schemas.openxmlformats.org/drawingml/2006/main" name="5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6.xml><?xml version="1.0" encoding="utf-8"?>
<a:theme xmlns:a="http://schemas.openxmlformats.org/drawingml/2006/main" name="5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7.xml><?xml version="1.0" encoding="utf-8"?>
<a:theme xmlns:a="http://schemas.openxmlformats.org/drawingml/2006/main" name="5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8.xml><?xml version="1.0" encoding="utf-8"?>
<a:theme xmlns:a="http://schemas.openxmlformats.org/drawingml/2006/main" name="5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9.xml><?xml version="1.0" encoding="utf-8"?>
<a:theme xmlns:a="http://schemas.openxmlformats.org/drawingml/2006/main" name="5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0.xml><?xml version="1.0" encoding="utf-8"?>
<a:theme xmlns:a="http://schemas.openxmlformats.org/drawingml/2006/main" name="5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1.xml><?xml version="1.0" encoding="utf-8"?>
<a:theme xmlns:a="http://schemas.openxmlformats.org/drawingml/2006/main" name="5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2.xml><?xml version="1.0" encoding="utf-8"?>
<a:theme xmlns:a="http://schemas.openxmlformats.org/drawingml/2006/main" name="6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3.xml><?xml version="1.0" encoding="utf-8"?>
<a:theme xmlns:a="http://schemas.openxmlformats.org/drawingml/2006/main" name="6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4.xml><?xml version="1.0" encoding="utf-8"?>
<a:theme xmlns:a="http://schemas.openxmlformats.org/drawingml/2006/main" name="6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5.xml><?xml version="1.0" encoding="utf-8"?>
<a:theme xmlns:a="http://schemas.openxmlformats.org/drawingml/2006/main" name="6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6.xml><?xml version="1.0" encoding="utf-8"?>
<a:theme xmlns:a="http://schemas.openxmlformats.org/drawingml/2006/main" name="7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7.xml><?xml version="1.0" encoding="utf-8"?>
<a:theme xmlns:a="http://schemas.openxmlformats.org/drawingml/2006/main" name="7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8.xml><?xml version="1.0" encoding="utf-8"?>
<a:theme xmlns:a="http://schemas.openxmlformats.org/drawingml/2006/main" name="7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9.xml><?xml version="1.0" encoding="utf-8"?>
<a:theme xmlns:a="http://schemas.openxmlformats.org/drawingml/2006/main" name="7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0.xml><?xml version="1.0" encoding="utf-8"?>
<a:theme xmlns:a="http://schemas.openxmlformats.org/drawingml/2006/main" name="7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1.xml><?xml version="1.0" encoding="utf-8"?>
<a:theme xmlns:a="http://schemas.openxmlformats.org/drawingml/2006/main" name="7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2.xml><?xml version="1.0" encoding="utf-8"?>
<a:theme xmlns:a="http://schemas.openxmlformats.org/drawingml/2006/main" name="7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3.xml><?xml version="1.0" encoding="utf-8"?>
<a:theme xmlns:a="http://schemas.openxmlformats.org/drawingml/2006/main" name="7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4.xml><?xml version="1.0" encoding="utf-8"?>
<a:theme xmlns:a="http://schemas.openxmlformats.org/drawingml/2006/main" name="7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5.xml><?xml version="1.0" encoding="utf-8"?>
<a:theme xmlns:a="http://schemas.openxmlformats.org/drawingml/2006/main" name="7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6.xml><?xml version="1.0" encoding="utf-8"?>
<a:theme xmlns:a="http://schemas.openxmlformats.org/drawingml/2006/main" name="8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7.xml><?xml version="1.0" encoding="utf-8"?>
<a:theme xmlns:a="http://schemas.openxmlformats.org/drawingml/2006/main" name="8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8.xml><?xml version="1.0" encoding="utf-8"?>
<a:theme xmlns:a="http://schemas.openxmlformats.org/drawingml/2006/main" name="8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9.xml><?xml version="1.0" encoding="utf-8"?>
<a:theme xmlns:a="http://schemas.openxmlformats.org/drawingml/2006/main" name="8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0.xml><?xml version="1.0" encoding="utf-8"?>
<a:theme xmlns:a="http://schemas.openxmlformats.org/drawingml/2006/main" name="8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1.xml><?xml version="1.0" encoding="utf-8"?>
<a:theme xmlns:a="http://schemas.openxmlformats.org/drawingml/2006/main" name="4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2.xml><?xml version="1.0" encoding="utf-8"?>
<a:theme xmlns:a="http://schemas.openxmlformats.org/drawingml/2006/main" name="1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3.xml><?xml version="1.0" encoding="utf-8"?>
<a:theme xmlns:a="http://schemas.openxmlformats.org/drawingml/2006/main" name="3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4.xml><?xml version="1.0" encoding="utf-8"?>
<a:theme xmlns:a="http://schemas.openxmlformats.org/drawingml/2006/main" name="4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5.xml><?xml version="1.0" encoding="utf-8"?>
<a:theme xmlns:a="http://schemas.openxmlformats.org/drawingml/2006/main" name="4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6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9939</Words>
  <Application>WPS 演示</Application>
  <PresentationFormat>全屏显示(4:3)</PresentationFormat>
  <Paragraphs>3238</Paragraphs>
  <Slides>90</Slides>
  <Notes>11</Notes>
  <HiddenSlides>0</HiddenSlides>
  <MMClips>0</MMClips>
  <ScaleCrop>false</ScaleCrop>
  <HeadingPairs>
    <vt:vector size="8" baseType="variant">
      <vt:variant>
        <vt:lpstr>已用的字体</vt:lpstr>
      </vt:variant>
      <vt:variant>
        <vt:i4>20</vt:i4>
      </vt:variant>
      <vt:variant>
        <vt:lpstr>主题</vt:lpstr>
      </vt:variant>
      <vt:variant>
        <vt:i4>75</vt:i4>
      </vt:variant>
      <vt:variant>
        <vt:lpstr>嵌入 OLE 服务器</vt:lpstr>
      </vt:variant>
      <vt:variant>
        <vt:i4>188</vt:i4>
      </vt:variant>
      <vt:variant>
        <vt:lpstr>幻灯片标题</vt:lpstr>
      </vt:variant>
      <vt:variant>
        <vt:i4>90</vt:i4>
      </vt:variant>
    </vt:vector>
  </HeadingPairs>
  <TitlesOfParts>
    <vt:vector size="373" baseType="lpstr">
      <vt:lpstr>Arial</vt:lpstr>
      <vt:lpstr>宋体</vt:lpstr>
      <vt:lpstr>Wingdings</vt:lpstr>
      <vt:lpstr>Franklin Gothic Medium</vt:lpstr>
      <vt:lpstr>Wingdings 2</vt:lpstr>
      <vt:lpstr>Arial</vt:lpstr>
      <vt:lpstr>Times New Roman</vt:lpstr>
      <vt:lpstr>楷体</vt:lpstr>
      <vt:lpstr>Franklin Gothic Book</vt:lpstr>
      <vt:lpstr>楷体_GB2312</vt:lpstr>
      <vt:lpstr>新宋体</vt:lpstr>
      <vt:lpstr>微软雅黑</vt:lpstr>
      <vt:lpstr>Arial Unicode MS</vt:lpstr>
      <vt:lpstr>黑体</vt:lpstr>
      <vt:lpstr>Calibri</vt:lpstr>
      <vt:lpstr>Dotum</vt:lpstr>
      <vt:lpstr>Malgun Gothic</vt:lpstr>
      <vt:lpstr>华文中宋</vt:lpstr>
      <vt:lpstr>Times New Roman</vt:lpstr>
      <vt:lpstr>Calibri</vt:lpstr>
      <vt:lpstr>暗香扑面</vt:lpstr>
      <vt:lpstr>默认设计模板</vt:lpstr>
      <vt:lpstr>1_默认设计模板</vt:lpstr>
      <vt:lpstr>2_默认设计模板</vt:lpstr>
      <vt:lpstr>3_默认设计模板</vt:lpstr>
      <vt:lpstr>4_默认设计模板</vt:lpstr>
      <vt:lpstr>5_默认设计模板</vt:lpstr>
      <vt:lpstr>6_默认设计模板</vt:lpstr>
      <vt:lpstr>7_默认设计模板</vt:lpstr>
      <vt:lpstr>8_默认设计模板</vt:lpstr>
      <vt:lpstr>9_默认设计模板</vt:lpstr>
      <vt:lpstr>10_默认设计模板</vt:lpstr>
      <vt:lpstr>12_默认设计模板</vt:lpstr>
      <vt:lpstr>13_默认设计模板</vt:lpstr>
      <vt:lpstr>14_默认设计模板</vt:lpstr>
      <vt:lpstr>15_默认设计模板</vt:lpstr>
      <vt:lpstr>16_默认设计模板</vt:lpstr>
      <vt:lpstr>17_默认设计模板</vt:lpstr>
      <vt:lpstr>18_默认设计模板</vt:lpstr>
      <vt:lpstr>19_默认设计模板</vt:lpstr>
      <vt:lpstr>20_默认设计模板</vt:lpstr>
      <vt:lpstr>22_默认设计模板</vt:lpstr>
      <vt:lpstr>23_默认设计模板</vt:lpstr>
      <vt:lpstr>24_默认设计模板</vt:lpstr>
      <vt:lpstr>25_默认设计模板</vt:lpstr>
      <vt:lpstr>26_默认设计模板</vt:lpstr>
      <vt:lpstr>27_默认设计模板</vt:lpstr>
      <vt:lpstr>28_默认设计模板</vt:lpstr>
      <vt:lpstr>29_默认设计模板</vt:lpstr>
      <vt:lpstr>30_默认设计模板</vt:lpstr>
      <vt:lpstr>31_默认设计模板</vt:lpstr>
      <vt:lpstr>32_默认设计模板</vt:lpstr>
      <vt:lpstr>33_默认设计模板</vt:lpstr>
      <vt:lpstr>34_默认设计模板</vt:lpstr>
      <vt:lpstr>36_默认设计模板</vt:lpstr>
      <vt:lpstr>37_默认设计模板</vt:lpstr>
      <vt:lpstr>38_默认设计模板</vt:lpstr>
      <vt:lpstr>39_默认设计模板</vt:lpstr>
      <vt:lpstr>44_默认设计模板</vt:lpstr>
      <vt:lpstr>47_默认设计模板</vt:lpstr>
      <vt:lpstr>49_默认设计模板</vt:lpstr>
      <vt:lpstr>50_默认设计模板</vt:lpstr>
      <vt:lpstr>51_默认设计模板</vt:lpstr>
      <vt:lpstr>52_默认设计模板</vt:lpstr>
      <vt:lpstr>53_默认设计模板</vt:lpstr>
      <vt:lpstr>54_默认设计模板</vt:lpstr>
      <vt:lpstr>55_默认设计模板</vt:lpstr>
      <vt:lpstr>56_默认设计模板</vt:lpstr>
      <vt:lpstr>57_默认设计模板</vt:lpstr>
      <vt:lpstr>58_默认设计模板</vt:lpstr>
      <vt:lpstr>59_默认设计模板</vt:lpstr>
      <vt:lpstr>60_默认设计模板</vt:lpstr>
      <vt:lpstr>61_默认设计模板</vt:lpstr>
      <vt:lpstr>62_默认设计模板</vt:lpstr>
      <vt:lpstr>63_默认设计模板</vt:lpstr>
      <vt:lpstr>70_默认设计模板</vt:lpstr>
      <vt:lpstr>71_默认设计模板</vt:lpstr>
      <vt:lpstr>72_默认设计模板</vt:lpstr>
      <vt:lpstr>73_默认设计模板</vt:lpstr>
      <vt:lpstr>74_默认设计模板</vt:lpstr>
      <vt:lpstr>75_默认设计模板</vt:lpstr>
      <vt:lpstr>76_默认设计模板</vt:lpstr>
      <vt:lpstr>77_默认设计模板</vt:lpstr>
      <vt:lpstr>78_默认设计模板</vt:lpstr>
      <vt:lpstr>79_默认设计模板</vt:lpstr>
      <vt:lpstr>80_默认设计模板</vt:lpstr>
      <vt:lpstr>81_默认设计模板</vt:lpstr>
      <vt:lpstr>82_默认设计模板</vt:lpstr>
      <vt:lpstr>83_默认设计模板</vt:lpstr>
      <vt:lpstr>84_默认设计模板</vt:lpstr>
      <vt:lpstr>40_默认设计模板</vt:lpstr>
      <vt:lpstr>11_默认设计模板</vt:lpstr>
      <vt:lpstr>35_默认设计模板</vt:lpstr>
      <vt:lpstr>41_默认设计模板</vt:lpstr>
      <vt:lpstr>42_默认设计模板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Word.Picture.8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Excel.Sheet.8</vt:lpstr>
      <vt:lpstr>Equation.3</vt:lpstr>
      <vt:lpstr>Equation.3</vt:lpstr>
      <vt:lpstr>Equation.3</vt:lpstr>
      <vt:lpstr>Excel.Sheet.8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Word.Picture.8</vt:lpstr>
      <vt:lpstr>Visio.Drawing.11</vt:lpstr>
      <vt:lpstr>Visio.Drawing.11</vt:lpstr>
      <vt:lpstr>Equation.3</vt:lpstr>
      <vt:lpstr>Equation.3</vt:lpstr>
      <vt:lpstr>Equation.3</vt:lpstr>
      <vt:lpstr>Word.Picture.8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第6章 时序逻辑电路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第6章 时序逻辑电路</dc:title>
  <dc:creator>sdf</dc:creator>
  <cp:lastModifiedBy>王瑞玲</cp:lastModifiedBy>
  <cp:revision>100</cp:revision>
  <dcterms:created xsi:type="dcterms:W3CDTF">2017-11-20T01:35:00Z</dcterms:created>
  <dcterms:modified xsi:type="dcterms:W3CDTF">2024-11-14T00:59:12Z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2052-12.1.0.18912</vt:lpwstr>
  </property>
  <property fmtid="{D5CDD505-2E9C-101B-9397-08002B2CF9AE}" pid="3" name="ICV">
    <vt:lpwstr>22D7A0DFD4204F59868F981485A46F4A</vt:lpwstr>
  </property>
</Properties>
</file>