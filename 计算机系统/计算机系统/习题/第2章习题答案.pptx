
<file path=[Content_Types].xml><?xml version="1.0" encoding="utf-8"?>
<Types xmlns="http://schemas.openxmlformats.org/package/2006/content-types">
  <Default Extension="tmp" ContentType="image/pn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tag670.xml" ContentType="application/vnd.openxmlformats-officedocument.presentationml.tags+xml"/>
  <Override PartName="/ppt/tags/tag740.xml" ContentType="application/vnd.openxmlformats-officedocument.presentationml.tags+xml"/>
  <Override PartName="/ppt/tags/tag760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955" r:id="rId2"/>
    <p:sldId id="987" r:id="rId3"/>
    <p:sldId id="980" r:id="rId4"/>
    <p:sldId id="954" r:id="rId5"/>
    <p:sldId id="957" r:id="rId6"/>
    <p:sldId id="935" r:id="rId7"/>
    <p:sldId id="958" r:id="rId8"/>
    <p:sldId id="936" r:id="rId9"/>
    <p:sldId id="937" r:id="rId10"/>
    <p:sldId id="939" r:id="rId11"/>
    <p:sldId id="940" r:id="rId12"/>
    <p:sldId id="941" r:id="rId13"/>
    <p:sldId id="942" r:id="rId14"/>
    <p:sldId id="943" r:id="rId15"/>
    <p:sldId id="944" r:id="rId16"/>
    <p:sldId id="986" r:id="rId17"/>
    <p:sldId id="945" r:id="rId18"/>
    <p:sldId id="946" r:id="rId19"/>
    <p:sldId id="947" r:id="rId20"/>
    <p:sldId id="949" r:id="rId21"/>
    <p:sldId id="950" r:id="rId22"/>
    <p:sldId id="951" r:id="rId23"/>
    <p:sldId id="952" r:id="rId24"/>
    <p:sldId id="953" r:id="rId25"/>
  </p:sldIdLst>
  <p:sldSz cx="9144000" cy="6858000" type="screen4x3"/>
  <p:notesSz cx="9928225" cy="6797675"/>
  <p:custDataLst>
    <p:tags r:id="rId28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>
          <p15:clr>
            <a:srgbClr val="A4A3A4"/>
          </p15:clr>
        </p15:guide>
        <p15:guide id="2" pos="312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祺 陈" initials="祺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00"/>
    <a:srgbClr val="FFFFCC"/>
    <a:srgbClr val="0033CC"/>
    <a:srgbClr val="003300"/>
    <a:srgbClr val="006600"/>
    <a:srgbClr val="00682F"/>
    <a:srgbClr val="FF9999"/>
    <a:srgbClr val="A8E799"/>
    <a:srgbClr val="E0F4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86" autoAdjust="0"/>
    <p:restoredTop sz="92958" autoAdjust="0"/>
  </p:normalViewPr>
  <p:slideViewPr>
    <p:cSldViewPr snapToObjects="1" showGuides="1">
      <p:cViewPr varScale="1">
        <p:scale>
          <a:sx n="115" d="100"/>
          <a:sy n="115" d="100"/>
        </p:scale>
        <p:origin x="61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62" d="100"/>
          <a:sy n="62" d="100"/>
        </p:scale>
        <p:origin x="3139" y="67"/>
      </p:cViewPr>
      <p:guideLst>
        <p:guide orient="horz" pos="2141"/>
        <p:guide pos="312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72038" y="0"/>
            <a:ext cx="4256187" cy="34219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22" tIns="48211" rIns="96422" bIns="48211" numCol="1" anchor="t" anchorCtr="0" compatLnSpc="1"/>
          <a:lstStyle>
            <a:lvl1pPr algn="r" defTabSz="96520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72038" y="6446479"/>
            <a:ext cx="4256187" cy="34219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22" tIns="48211" rIns="96422" bIns="48211" numCol="1" anchor="b" anchorCtr="0" compatLnSpc="1"/>
          <a:lstStyle>
            <a:lvl1pPr algn="r" defTabSz="96520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3587096-7852-44F5-9A71-D621B1FF2472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51153" cy="32418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94339" y="0"/>
            <a:ext cx="4351153" cy="32418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41675" y="485775"/>
            <a:ext cx="3459163" cy="25939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408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46785" y="3241812"/>
            <a:ext cx="7251921" cy="302569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08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83624"/>
            <a:ext cx="4351153" cy="32418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94339" y="6483624"/>
            <a:ext cx="4351153" cy="32418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0F64717-A5A5-4C4E-9291-2F18B7410B06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08012"/>
            <a:ext cx="7772400" cy="1470025"/>
          </a:xfr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677492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anose="020F0502020204030204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8786982" cy="762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62075"/>
            <a:ext cx="8594725" cy="49720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62" y="445070"/>
            <a:ext cx="75914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090" y="371182"/>
            <a:ext cx="8693710" cy="76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875" y="1362075"/>
            <a:ext cx="8590546" cy="4972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228600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="0">
              <a:latin typeface="Times New Roman" panose="02020603050405020304" pitchFamily="18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" y="-26988"/>
            <a:ext cx="9144000" cy="276999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</a:rPr>
              <a:t>School of Computer Science and Technology,</a:t>
            </a:r>
            <a:r>
              <a:rPr lang="en-US" altLang="zh-CN" sz="1200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</a:rPr>
              <a:t>HITSZ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8830843" y="6611779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MS PGothic" panose="020B0600070205080204" pitchFamily="-96" charset="-128"/>
                <a:cs typeface="MS PGothic" panose="020B0600070205080204" pitchFamily="-96" charset="-128"/>
              </a:rPr>
              <a:t>‹#›</a:t>
            </a:fld>
            <a:endParaRPr lang="en-US" sz="10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Calibri" panose="020F0502020204030204" pitchFamily="34" charset="0"/>
        </a:defRPr>
      </a:lvl1pPr>
      <a:lvl2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606020202030204" pitchFamily="34" charset="0"/>
        </a:defRPr>
      </a:lvl2pPr>
      <a:lvl3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606020202030204" pitchFamily="34" charset="0"/>
        </a:defRPr>
      </a:lvl3pPr>
      <a:lvl4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606020202030204" pitchFamily="34" charset="0"/>
        </a:defRPr>
      </a:lvl4pPr>
      <a:lvl5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606020202030204" pitchFamily="34" charset="0"/>
        </a:defRPr>
      </a:lvl5pPr>
      <a:lvl6pPr marL="5765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606020202030204" pitchFamily="34" charset="0"/>
        </a:defRPr>
      </a:lvl6pPr>
      <a:lvl7pPr marL="10337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606020202030204" pitchFamily="34" charset="0"/>
        </a:defRPr>
      </a:lvl7pPr>
      <a:lvl8pPr marL="14909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606020202030204" pitchFamily="34" charset="0"/>
        </a:defRPr>
      </a:lvl8pPr>
      <a:lvl9pPr marL="19481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60602020203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anose="05020102010507070707" pitchFamily="18" charset="2"/>
        <a:buChar char="¢"/>
        <a:defRPr sz="2800" b="1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Calibri" panose="020F050202020403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Calibri" panose="020F050202020403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Calibri" panose="020F050202020403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Calibri" panose="020F050202020403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Calibri" panose="020F050202020403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6.xml"/><Relationship Id="rId18" Type="http://schemas.openxmlformats.org/officeDocument/2006/relationships/tags" Target="../tags/tag21.xml"/><Relationship Id="rId26" Type="http://schemas.openxmlformats.org/officeDocument/2006/relationships/tags" Target="../tags/tag29.xml"/><Relationship Id="rId21" Type="http://schemas.openxmlformats.org/officeDocument/2006/relationships/tags" Target="../tags/tag24.xml"/><Relationship Id="rId34" Type="http://schemas.openxmlformats.org/officeDocument/2006/relationships/tags" Target="../tags/tag37.xml"/><Relationship Id="rId7" Type="http://schemas.openxmlformats.org/officeDocument/2006/relationships/tags" Target="../tags/tag10.xml"/><Relationship Id="rId12" Type="http://schemas.openxmlformats.org/officeDocument/2006/relationships/tags" Target="../tags/tag15.xml"/><Relationship Id="rId17" Type="http://schemas.openxmlformats.org/officeDocument/2006/relationships/tags" Target="../tags/tag20.xml"/><Relationship Id="rId25" Type="http://schemas.openxmlformats.org/officeDocument/2006/relationships/tags" Target="../tags/tag28.xml"/><Relationship Id="rId33" Type="http://schemas.openxmlformats.org/officeDocument/2006/relationships/tags" Target="../tags/tag36.xml"/><Relationship Id="rId2" Type="http://schemas.openxmlformats.org/officeDocument/2006/relationships/tags" Target="../tags/tag5.xml"/><Relationship Id="rId16" Type="http://schemas.openxmlformats.org/officeDocument/2006/relationships/tags" Target="../tags/tag19.xml"/><Relationship Id="rId20" Type="http://schemas.openxmlformats.org/officeDocument/2006/relationships/tags" Target="../tags/tag23.xml"/><Relationship Id="rId29" Type="http://schemas.openxmlformats.org/officeDocument/2006/relationships/tags" Target="../tags/tag32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tags" Target="../tags/tag14.xml"/><Relationship Id="rId24" Type="http://schemas.openxmlformats.org/officeDocument/2006/relationships/tags" Target="../tags/tag27.xml"/><Relationship Id="rId32" Type="http://schemas.openxmlformats.org/officeDocument/2006/relationships/tags" Target="../tags/tag35.xml"/><Relationship Id="rId37" Type="http://schemas.openxmlformats.org/officeDocument/2006/relationships/image" Target="../media/image1.tmp"/><Relationship Id="rId5" Type="http://schemas.openxmlformats.org/officeDocument/2006/relationships/tags" Target="../tags/tag8.xml"/><Relationship Id="rId15" Type="http://schemas.openxmlformats.org/officeDocument/2006/relationships/tags" Target="../tags/tag18.xml"/><Relationship Id="rId23" Type="http://schemas.openxmlformats.org/officeDocument/2006/relationships/tags" Target="../tags/tag26.xml"/><Relationship Id="rId28" Type="http://schemas.openxmlformats.org/officeDocument/2006/relationships/tags" Target="../tags/tag31.xml"/><Relationship Id="rId36" Type="http://schemas.openxmlformats.org/officeDocument/2006/relationships/slideLayout" Target="../slideLayouts/slideLayout5.xml"/><Relationship Id="rId10" Type="http://schemas.openxmlformats.org/officeDocument/2006/relationships/tags" Target="../tags/tag13.xml"/><Relationship Id="rId19" Type="http://schemas.openxmlformats.org/officeDocument/2006/relationships/tags" Target="../tags/tag22.xml"/><Relationship Id="rId31" Type="http://schemas.openxmlformats.org/officeDocument/2006/relationships/tags" Target="../tags/tag34.xml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tags" Target="../tags/tag17.xml"/><Relationship Id="rId22" Type="http://schemas.openxmlformats.org/officeDocument/2006/relationships/tags" Target="../tags/tag25.xml"/><Relationship Id="rId27" Type="http://schemas.openxmlformats.org/officeDocument/2006/relationships/tags" Target="../tags/tag30.xml"/><Relationship Id="rId30" Type="http://schemas.openxmlformats.org/officeDocument/2006/relationships/tags" Target="../tags/tag33.xml"/><Relationship Id="rId35" Type="http://schemas.openxmlformats.org/officeDocument/2006/relationships/tags" Target="../tags/tag38.xml"/><Relationship Id="rId8" Type="http://schemas.openxmlformats.org/officeDocument/2006/relationships/tags" Target="../tags/tag11.xml"/><Relationship Id="rId3" Type="http://schemas.openxmlformats.org/officeDocument/2006/relationships/tags" Target="../tags/tag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6.xml"/><Relationship Id="rId13" Type="http://schemas.openxmlformats.org/officeDocument/2006/relationships/tags" Target="../tags/tag51.xml"/><Relationship Id="rId18" Type="http://schemas.openxmlformats.org/officeDocument/2006/relationships/tags" Target="../tags/tag56.xml"/><Relationship Id="rId26" Type="http://schemas.openxmlformats.org/officeDocument/2006/relationships/tags" Target="../tags/tag64.xml"/><Relationship Id="rId3" Type="http://schemas.openxmlformats.org/officeDocument/2006/relationships/tags" Target="../tags/tag41.xml"/><Relationship Id="rId21" Type="http://schemas.openxmlformats.org/officeDocument/2006/relationships/tags" Target="../tags/tag59.xml"/><Relationship Id="rId7" Type="http://schemas.openxmlformats.org/officeDocument/2006/relationships/tags" Target="../tags/tag45.xml"/><Relationship Id="rId12" Type="http://schemas.openxmlformats.org/officeDocument/2006/relationships/tags" Target="../tags/tag50.xml"/><Relationship Id="rId17" Type="http://schemas.openxmlformats.org/officeDocument/2006/relationships/tags" Target="../tags/tag55.xml"/><Relationship Id="rId25" Type="http://schemas.openxmlformats.org/officeDocument/2006/relationships/tags" Target="../tags/tag63.xml"/><Relationship Id="rId2" Type="http://schemas.openxmlformats.org/officeDocument/2006/relationships/tags" Target="../tags/tag40.xml"/><Relationship Id="rId16" Type="http://schemas.openxmlformats.org/officeDocument/2006/relationships/tags" Target="../tags/tag54.xml"/><Relationship Id="rId20" Type="http://schemas.openxmlformats.org/officeDocument/2006/relationships/tags" Target="../tags/tag58.xml"/><Relationship Id="rId29" Type="http://schemas.openxmlformats.org/officeDocument/2006/relationships/tags" Target="../tags/tag67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11" Type="http://schemas.openxmlformats.org/officeDocument/2006/relationships/tags" Target="../tags/tag49.xml"/><Relationship Id="rId24" Type="http://schemas.openxmlformats.org/officeDocument/2006/relationships/tags" Target="../tags/tag62.xml"/><Relationship Id="rId5" Type="http://schemas.openxmlformats.org/officeDocument/2006/relationships/tags" Target="../tags/tag43.xml"/><Relationship Id="rId15" Type="http://schemas.openxmlformats.org/officeDocument/2006/relationships/tags" Target="../tags/tag53.xml"/><Relationship Id="rId23" Type="http://schemas.openxmlformats.org/officeDocument/2006/relationships/tags" Target="../tags/tag61.xml"/><Relationship Id="rId28" Type="http://schemas.openxmlformats.org/officeDocument/2006/relationships/tags" Target="../tags/tag66.xml"/><Relationship Id="rId10" Type="http://schemas.openxmlformats.org/officeDocument/2006/relationships/tags" Target="../tags/tag48.xml"/><Relationship Id="rId19" Type="http://schemas.openxmlformats.org/officeDocument/2006/relationships/tags" Target="../tags/tag57.xml"/><Relationship Id="rId31" Type="http://schemas.openxmlformats.org/officeDocument/2006/relationships/image" Target="../media/image1.tmp"/><Relationship Id="rId4" Type="http://schemas.openxmlformats.org/officeDocument/2006/relationships/tags" Target="../tags/tag42.xml"/><Relationship Id="rId9" Type="http://schemas.openxmlformats.org/officeDocument/2006/relationships/tags" Target="../tags/tag47.xml"/><Relationship Id="rId14" Type="http://schemas.openxmlformats.org/officeDocument/2006/relationships/tags" Target="../tags/tag52.xml"/><Relationship Id="rId22" Type="http://schemas.openxmlformats.org/officeDocument/2006/relationships/tags" Target="../tags/tag60.xml"/><Relationship Id="rId27" Type="http://schemas.openxmlformats.org/officeDocument/2006/relationships/tags" Target="../tags/tag65.xml"/><Relationship Id="rId30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75.xml"/><Relationship Id="rId13" Type="http://schemas.openxmlformats.org/officeDocument/2006/relationships/tags" Target="../tags/tag80.xml"/><Relationship Id="rId18" Type="http://schemas.openxmlformats.org/officeDocument/2006/relationships/tags" Target="../tags/tag85.xml"/><Relationship Id="rId26" Type="http://schemas.openxmlformats.org/officeDocument/2006/relationships/image" Target="../media/image2.png"/><Relationship Id="rId3" Type="http://schemas.openxmlformats.org/officeDocument/2006/relationships/tags" Target="../tags/tag70.xml"/><Relationship Id="rId21" Type="http://schemas.openxmlformats.org/officeDocument/2006/relationships/tags" Target="../tags/tag88.xml"/><Relationship Id="rId7" Type="http://schemas.openxmlformats.org/officeDocument/2006/relationships/tags" Target="../tags/tag74.xml"/><Relationship Id="rId12" Type="http://schemas.openxmlformats.org/officeDocument/2006/relationships/tags" Target="../tags/tag79.xml"/><Relationship Id="rId17" Type="http://schemas.openxmlformats.org/officeDocument/2006/relationships/tags" Target="../tags/tag84.xml"/><Relationship Id="rId25" Type="http://schemas.openxmlformats.org/officeDocument/2006/relationships/tags" Target="../tags/tag670.xml"/><Relationship Id="rId2" Type="http://schemas.openxmlformats.org/officeDocument/2006/relationships/tags" Target="../tags/tag69.xml"/><Relationship Id="rId16" Type="http://schemas.openxmlformats.org/officeDocument/2006/relationships/tags" Target="../tags/tag83.xml"/><Relationship Id="rId20" Type="http://schemas.openxmlformats.org/officeDocument/2006/relationships/tags" Target="../tags/tag87.xml"/><Relationship Id="rId29" Type="http://schemas.openxmlformats.org/officeDocument/2006/relationships/tags" Target="../tags/tag760.xml"/><Relationship Id="rId1" Type="http://schemas.openxmlformats.org/officeDocument/2006/relationships/tags" Target="../tags/tag68.xml"/><Relationship Id="rId6" Type="http://schemas.openxmlformats.org/officeDocument/2006/relationships/tags" Target="../tags/tag73.xml"/><Relationship Id="rId11" Type="http://schemas.openxmlformats.org/officeDocument/2006/relationships/tags" Target="../tags/tag78.xml"/><Relationship Id="rId24" Type="http://schemas.openxmlformats.org/officeDocument/2006/relationships/slideLayout" Target="../slideLayouts/slideLayout5.xml"/><Relationship Id="rId5" Type="http://schemas.openxmlformats.org/officeDocument/2006/relationships/tags" Target="../tags/tag72.xml"/><Relationship Id="rId15" Type="http://schemas.openxmlformats.org/officeDocument/2006/relationships/tags" Target="../tags/tag82.xml"/><Relationship Id="rId23" Type="http://schemas.openxmlformats.org/officeDocument/2006/relationships/tags" Target="../tags/tag90.xml"/><Relationship Id="rId28" Type="http://schemas.openxmlformats.org/officeDocument/2006/relationships/image" Target="../media/image3.png"/><Relationship Id="rId10" Type="http://schemas.openxmlformats.org/officeDocument/2006/relationships/tags" Target="../tags/tag77.xml"/><Relationship Id="rId19" Type="http://schemas.openxmlformats.org/officeDocument/2006/relationships/tags" Target="../tags/tag86.xml"/><Relationship Id="rId31" Type="http://schemas.openxmlformats.org/officeDocument/2006/relationships/image" Target="../media/image1.tmp"/><Relationship Id="rId4" Type="http://schemas.openxmlformats.org/officeDocument/2006/relationships/tags" Target="../tags/tag71.xml"/><Relationship Id="rId9" Type="http://schemas.openxmlformats.org/officeDocument/2006/relationships/tags" Target="../tags/tag76.xml"/><Relationship Id="rId14" Type="http://schemas.openxmlformats.org/officeDocument/2006/relationships/tags" Target="../tags/tag81.xml"/><Relationship Id="rId22" Type="http://schemas.openxmlformats.org/officeDocument/2006/relationships/tags" Target="../tags/tag89.xml"/><Relationship Id="rId27" Type="http://schemas.openxmlformats.org/officeDocument/2006/relationships/tags" Target="../tags/tag740.xml"/><Relationship Id="rId30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98.xml"/><Relationship Id="rId13" Type="http://schemas.openxmlformats.org/officeDocument/2006/relationships/tags" Target="../tags/tag103.xml"/><Relationship Id="rId18" Type="http://schemas.openxmlformats.org/officeDocument/2006/relationships/image" Target="../media/image1.tmp"/><Relationship Id="rId3" Type="http://schemas.openxmlformats.org/officeDocument/2006/relationships/tags" Target="../tags/tag93.xml"/><Relationship Id="rId7" Type="http://schemas.openxmlformats.org/officeDocument/2006/relationships/tags" Target="../tags/tag97.xml"/><Relationship Id="rId12" Type="http://schemas.openxmlformats.org/officeDocument/2006/relationships/tags" Target="../tags/tag102.xml"/><Relationship Id="rId17" Type="http://schemas.openxmlformats.org/officeDocument/2006/relationships/slideLayout" Target="../slideLayouts/slideLayout5.xml"/><Relationship Id="rId2" Type="http://schemas.openxmlformats.org/officeDocument/2006/relationships/tags" Target="../tags/tag92.xml"/><Relationship Id="rId16" Type="http://schemas.openxmlformats.org/officeDocument/2006/relationships/tags" Target="../tags/tag106.xml"/><Relationship Id="rId1" Type="http://schemas.openxmlformats.org/officeDocument/2006/relationships/tags" Target="../tags/tag91.xml"/><Relationship Id="rId6" Type="http://schemas.openxmlformats.org/officeDocument/2006/relationships/tags" Target="../tags/tag96.xml"/><Relationship Id="rId11" Type="http://schemas.openxmlformats.org/officeDocument/2006/relationships/tags" Target="../tags/tag101.xml"/><Relationship Id="rId5" Type="http://schemas.openxmlformats.org/officeDocument/2006/relationships/tags" Target="../tags/tag95.xml"/><Relationship Id="rId15" Type="http://schemas.openxmlformats.org/officeDocument/2006/relationships/tags" Target="../tags/tag105.xml"/><Relationship Id="rId10" Type="http://schemas.openxmlformats.org/officeDocument/2006/relationships/tags" Target="../tags/tag100.xml"/><Relationship Id="rId4" Type="http://schemas.openxmlformats.org/officeDocument/2006/relationships/tags" Target="../tags/tag94.xml"/><Relationship Id="rId9" Type="http://schemas.openxmlformats.org/officeDocument/2006/relationships/tags" Target="../tags/tag99.xml"/><Relationship Id="rId14" Type="http://schemas.openxmlformats.org/officeDocument/2006/relationships/tags" Target="../tags/tag10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14.xml"/><Relationship Id="rId13" Type="http://schemas.openxmlformats.org/officeDocument/2006/relationships/tags" Target="../tags/tag119.xml"/><Relationship Id="rId18" Type="http://schemas.openxmlformats.org/officeDocument/2006/relationships/tags" Target="../tags/tag124.xml"/><Relationship Id="rId3" Type="http://schemas.openxmlformats.org/officeDocument/2006/relationships/tags" Target="../tags/tag109.xml"/><Relationship Id="rId7" Type="http://schemas.openxmlformats.org/officeDocument/2006/relationships/tags" Target="../tags/tag113.xml"/><Relationship Id="rId12" Type="http://schemas.openxmlformats.org/officeDocument/2006/relationships/tags" Target="../tags/tag118.xml"/><Relationship Id="rId17" Type="http://schemas.openxmlformats.org/officeDocument/2006/relationships/tags" Target="../tags/tag123.xml"/><Relationship Id="rId2" Type="http://schemas.openxmlformats.org/officeDocument/2006/relationships/tags" Target="../tags/tag108.xml"/><Relationship Id="rId16" Type="http://schemas.openxmlformats.org/officeDocument/2006/relationships/tags" Target="../tags/tag122.xml"/><Relationship Id="rId20" Type="http://schemas.openxmlformats.org/officeDocument/2006/relationships/image" Target="../media/image1.tmp"/><Relationship Id="rId1" Type="http://schemas.openxmlformats.org/officeDocument/2006/relationships/tags" Target="../tags/tag107.xml"/><Relationship Id="rId6" Type="http://schemas.openxmlformats.org/officeDocument/2006/relationships/tags" Target="../tags/tag112.xml"/><Relationship Id="rId11" Type="http://schemas.openxmlformats.org/officeDocument/2006/relationships/tags" Target="../tags/tag117.xml"/><Relationship Id="rId5" Type="http://schemas.openxmlformats.org/officeDocument/2006/relationships/tags" Target="../tags/tag111.xml"/><Relationship Id="rId15" Type="http://schemas.openxmlformats.org/officeDocument/2006/relationships/tags" Target="../tags/tag121.xml"/><Relationship Id="rId10" Type="http://schemas.openxmlformats.org/officeDocument/2006/relationships/tags" Target="../tags/tag116.xml"/><Relationship Id="rId19" Type="http://schemas.openxmlformats.org/officeDocument/2006/relationships/slideLayout" Target="../slideLayouts/slideLayout5.xml"/><Relationship Id="rId4" Type="http://schemas.openxmlformats.org/officeDocument/2006/relationships/tags" Target="../tags/tag110.xml"/><Relationship Id="rId9" Type="http://schemas.openxmlformats.org/officeDocument/2006/relationships/tags" Target="../tags/tag115.xml"/><Relationship Id="rId14" Type="http://schemas.openxmlformats.org/officeDocument/2006/relationships/tags" Target="../tags/tag12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32.xml"/><Relationship Id="rId13" Type="http://schemas.openxmlformats.org/officeDocument/2006/relationships/tags" Target="../tags/tag137.xml"/><Relationship Id="rId18" Type="http://schemas.openxmlformats.org/officeDocument/2006/relationships/tags" Target="../tags/tag142.xml"/><Relationship Id="rId3" Type="http://schemas.openxmlformats.org/officeDocument/2006/relationships/tags" Target="../tags/tag127.xml"/><Relationship Id="rId21" Type="http://schemas.openxmlformats.org/officeDocument/2006/relationships/tags" Target="../tags/tag145.xml"/><Relationship Id="rId7" Type="http://schemas.openxmlformats.org/officeDocument/2006/relationships/tags" Target="../tags/tag131.xml"/><Relationship Id="rId12" Type="http://schemas.openxmlformats.org/officeDocument/2006/relationships/tags" Target="../tags/tag136.xml"/><Relationship Id="rId17" Type="http://schemas.openxmlformats.org/officeDocument/2006/relationships/tags" Target="../tags/tag141.xml"/><Relationship Id="rId2" Type="http://schemas.openxmlformats.org/officeDocument/2006/relationships/tags" Target="../tags/tag126.xml"/><Relationship Id="rId16" Type="http://schemas.openxmlformats.org/officeDocument/2006/relationships/tags" Target="../tags/tag140.xml"/><Relationship Id="rId20" Type="http://schemas.openxmlformats.org/officeDocument/2006/relationships/tags" Target="../tags/tag144.xml"/><Relationship Id="rId1" Type="http://schemas.openxmlformats.org/officeDocument/2006/relationships/tags" Target="../tags/tag125.xml"/><Relationship Id="rId6" Type="http://schemas.openxmlformats.org/officeDocument/2006/relationships/tags" Target="../tags/tag130.xml"/><Relationship Id="rId11" Type="http://schemas.openxmlformats.org/officeDocument/2006/relationships/tags" Target="../tags/tag135.xml"/><Relationship Id="rId24" Type="http://schemas.openxmlformats.org/officeDocument/2006/relationships/image" Target="../media/image1.tmp"/><Relationship Id="rId5" Type="http://schemas.openxmlformats.org/officeDocument/2006/relationships/tags" Target="../tags/tag129.xml"/><Relationship Id="rId15" Type="http://schemas.openxmlformats.org/officeDocument/2006/relationships/tags" Target="../tags/tag139.xml"/><Relationship Id="rId23" Type="http://schemas.openxmlformats.org/officeDocument/2006/relationships/slideLayout" Target="../slideLayouts/slideLayout5.xml"/><Relationship Id="rId10" Type="http://schemas.openxmlformats.org/officeDocument/2006/relationships/tags" Target="../tags/tag134.xml"/><Relationship Id="rId19" Type="http://schemas.openxmlformats.org/officeDocument/2006/relationships/tags" Target="../tags/tag143.xml"/><Relationship Id="rId4" Type="http://schemas.openxmlformats.org/officeDocument/2006/relationships/tags" Target="../tags/tag128.xml"/><Relationship Id="rId9" Type="http://schemas.openxmlformats.org/officeDocument/2006/relationships/tags" Target="../tags/tag133.xml"/><Relationship Id="rId14" Type="http://schemas.openxmlformats.org/officeDocument/2006/relationships/tags" Target="../tags/tag138.xml"/><Relationship Id="rId22" Type="http://schemas.openxmlformats.org/officeDocument/2006/relationships/tags" Target="../tags/tag14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54.xml"/><Relationship Id="rId13" Type="http://schemas.openxmlformats.org/officeDocument/2006/relationships/tags" Target="../tags/tag159.xml"/><Relationship Id="rId18" Type="http://schemas.openxmlformats.org/officeDocument/2006/relationships/image" Target="../media/image1.tmp"/><Relationship Id="rId3" Type="http://schemas.openxmlformats.org/officeDocument/2006/relationships/tags" Target="../tags/tag149.xml"/><Relationship Id="rId7" Type="http://schemas.openxmlformats.org/officeDocument/2006/relationships/tags" Target="../tags/tag153.xml"/><Relationship Id="rId12" Type="http://schemas.openxmlformats.org/officeDocument/2006/relationships/tags" Target="../tags/tag158.xml"/><Relationship Id="rId17" Type="http://schemas.openxmlformats.org/officeDocument/2006/relationships/slideLayout" Target="../slideLayouts/slideLayout5.xml"/><Relationship Id="rId2" Type="http://schemas.openxmlformats.org/officeDocument/2006/relationships/tags" Target="../tags/tag148.xml"/><Relationship Id="rId16" Type="http://schemas.openxmlformats.org/officeDocument/2006/relationships/tags" Target="../tags/tag162.xml"/><Relationship Id="rId1" Type="http://schemas.openxmlformats.org/officeDocument/2006/relationships/tags" Target="../tags/tag147.xml"/><Relationship Id="rId6" Type="http://schemas.openxmlformats.org/officeDocument/2006/relationships/tags" Target="../tags/tag152.xml"/><Relationship Id="rId11" Type="http://schemas.openxmlformats.org/officeDocument/2006/relationships/tags" Target="../tags/tag157.xml"/><Relationship Id="rId5" Type="http://schemas.openxmlformats.org/officeDocument/2006/relationships/tags" Target="../tags/tag151.xml"/><Relationship Id="rId15" Type="http://schemas.openxmlformats.org/officeDocument/2006/relationships/tags" Target="../tags/tag161.xml"/><Relationship Id="rId10" Type="http://schemas.openxmlformats.org/officeDocument/2006/relationships/tags" Target="../tags/tag156.xml"/><Relationship Id="rId4" Type="http://schemas.openxmlformats.org/officeDocument/2006/relationships/tags" Target="../tags/tag150.xml"/><Relationship Id="rId9" Type="http://schemas.openxmlformats.org/officeDocument/2006/relationships/tags" Target="../tags/tag155.xml"/><Relationship Id="rId14" Type="http://schemas.openxmlformats.org/officeDocument/2006/relationships/tags" Target="../tags/tag16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70.xml"/><Relationship Id="rId13" Type="http://schemas.openxmlformats.org/officeDocument/2006/relationships/tags" Target="../tags/tag175.xml"/><Relationship Id="rId18" Type="http://schemas.openxmlformats.org/officeDocument/2006/relationships/tags" Target="../tags/tag180.xml"/><Relationship Id="rId26" Type="http://schemas.openxmlformats.org/officeDocument/2006/relationships/tags" Target="../tags/tag188.xml"/><Relationship Id="rId3" Type="http://schemas.openxmlformats.org/officeDocument/2006/relationships/tags" Target="../tags/tag165.xml"/><Relationship Id="rId21" Type="http://schemas.openxmlformats.org/officeDocument/2006/relationships/tags" Target="../tags/tag183.xml"/><Relationship Id="rId7" Type="http://schemas.openxmlformats.org/officeDocument/2006/relationships/tags" Target="../tags/tag169.xml"/><Relationship Id="rId12" Type="http://schemas.openxmlformats.org/officeDocument/2006/relationships/tags" Target="../tags/tag174.xml"/><Relationship Id="rId17" Type="http://schemas.openxmlformats.org/officeDocument/2006/relationships/tags" Target="../tags/tag179.xml"/><Relationship Id="rId25" Type="http://schemas.openxmlformats.org/officeDocument/2006/relationships/tags" Target="../tags/tag187.xml"/><Relationship Id="rId2" Type="http://schemas.openxmlformats.org/officeDocument/2006/relationships/tags" Target="../tags/tag164.xml"/><Relationship Id="rId16" Type="http://schemas.openxmlformats.org/officeDocument/2006/relationships/tags" Target="../tags/tag178.xml"/><Relationship Id="rId20" Type="http://schemas.openxmlformats.org/officeDocument/2006/relationships/tags" Target="../tags/tag182.xml"/><Relationship Id="rId29" Type="http://schemas.openxmlformats.org/officeDocument/2006/relationships/tags" Target="../tags/tag191.xml"/><Relationship Id="rId1" Type="http://schemas.openxmlformats.org/officeDocument/2006/relationships/tags" Target="../tags/tag163.xml"/><Relationship Id="rId6" Type="http://schemas.openxmlformats.org/officeDocument/2006/relationships/tags" Target="../tags/tag168.xml"/><Relationship Id="rId11" Type="http://schemas.openxmlformats.org/officeDocument/2006/relationships/tags" Target="../tags/tag173.xml"/><Relationship Id="rId24" Type="http://schemas.openxmlformats.org/officeDocument/2006/relationships/tags" Target="../tags/tag186.xml"/><Relationship Id="rId32" Type="http://schemas.openxmlformats.org/officeDocument/2006/relationships/image" Target="../media/image1.tmp"/><Relationship Id="rId5" Type="http://schemas.openxmlformats.org/officeDocument/2006/relationships/tags" Target="../tags/tag167.xml"/><Relationship Id="rId15" Type="http://schemas.openxmlformats.org/officeDocument/2006/relationships/tags" Target="../tags/tag177.xml"/><Relationship Id="rId23" Type="http://schemas.openxmlformats.org/officeDocument/2006/relationships/tags" Target="../tags/tag185.xml"/><Relationship Id="rId28" Type="http://schemas.openxmlformats.org/officeDocument/2006/relationships/tags" Target="../tags/tag190.xml"/><Relationship Id="rId10" Type="http://schemas.openxmlformats.org/officeDocument/2006/relationships/tags" Target="../tags/tag172.xml"/><Relationship Id="rId19" Type="http://schemas.openxmlformats.org/officeDocument/2006/relationships/tags" Target="../tags/tag181.xml"/><Relationship Id="rId31" Type="http://schemas.openxmlformats.org/officeDocument/2006/relationships/slideLayout" Target="../slideLayouts/slideLayout5.xml"/><Relationship Id="rId4" Type="http://schemas.openxmlformats.org/officeDocument/2006/relationships/tags" Target="../tags/tag166.xml"/><Relationship Id="rId9" Type="http://schemas.openxmlformats.org/officeDocument/2006/relationships/tags" Target="../tags/tag171.xml"/><Relationship Id="rId14" Type="http://schemas.openxmlformats.org/officeDocument/2006/relationships/tags" Target="../tags/tag176.xml"/><Relationship Id="rId22" Type="http://schemas.openxmlformats.org/officeDocument/2006/relationships/tags" Target="../tags/tag184.xml"/><Relationship Id="rId27" Type="http://schemas.openxmlformats.org/officeDocument/2006/relationships/tags" Target="../tags/tag189.xml"/><Relationship Id="rId30" Type="http://schemas.openxmlformats.org/officeDocument/2006/relationships/tags" Target="../tags/tag19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200.xml"/><Relationship Id="rId13" Type="http://schemas.openxmlformats.org/officeDocument/2006/relationships/tags" Target="../tags/tag205.xml"/><Relationship Id="rId18" Type="http://schemas.openxmlformats.org/officeDocument/2006/relationships/tags" Target="../tags/tag210.xml"/><Relationship Id="rId26" Type="http://schemas.openxmlformats.org/officeDocument/2006/relationships/tags" Target="../tags/tag218.xml"/><Relationship Id="rId3" Type="http://schemas.openxmlformats.org/officeDocument/2006/relationships/tags" Target="../tags/tag195.xml"/><Relationship Id="rId21" Type="http://schemas.openxmlformats.org/officeDocument/2006/relationships/tags" Target="../tags/tag213.xml"/><Relationship Id="rId7" Type="http://schemas.openxmlformats.org/officeDocument/2006/relationships/tags" Target="../tags/tag199.xml"/><Relationship Id="rId12" Type="http://schemas.openxmlformats.org/officeDocument/2006/relationships/tags" Target="../tags/tag204.xml"/><Relationship Id="rId17" Type="http://schemas.openxmlformats.org/officeDocument/2006/relationships/tags" Target="../tags/tag209.xml"/><Relationship Id="rId25" Type="http://schemas.openxmlformats.org/officeDocument/2006/relationships/tags" Target="../tags/tag217.xml"/><Relationship Id="rId2" Type="http://schemas.openxmlformats.org/officeDocument/2006/relationships/tags" Target="../tags/tag194.xml"/><Relationship Id="rId16" Type="http://schemas.openxmlformats.org/officeDocument/2006/relationships/tags" Target="../tags/tag208.xml"/><Relationship Id="rId20" Type="http://schemas.openxmlformats.org/officeDocument/2006/relationships/tags" Target="../tags/tag212.xml"/><Relationship Id="rId29" Type="http://schemas.openxmlformats.org/officeDocument/2006/relationships/tags" Target="../tags/tag221.xml"/><Relationship Id="rId1" Type="http://schemas.openxmlformats.org/officeDocument/2006/relationships/tags" Target="../tags/tag193.xml"/><Relationship Id="rId6" Type="http://schemas.openxmlformats.org/officeDocument/2006/relationships/tags" Target="../tags/tag198.xml"/><Relationship Id="rId11" Type="http://schemas.openxmlformats.org/officeDocument/2006/relationships/tags" Target="../tags/tag203.xml"/><Relationship Id="rId24" Type="http://schemas.openxmlformats.org/officeDocument/2006/relationships/tags" Target="../tags/tag216.xml"/><Relationship Id="rId32" Type="http://schemas.openxmlformats.org/officeDocument/2006/relationships/image" Target="../media/image1.tmp"/><Relationship Id="rId5" Type="http://schemas.openxmlformats.org/officeDocument/2006/relationships/tags" Target="../tags/tag197.xml"/><Relationship Id="rId15" Type="http://schemas.openxmlformats.org/officeDocument/2006/relationships/tags" Target="../tags/tag207.xml"/><Relationship Id="rId23" Type="http://schemas.openxmlformats.org/officeDocument/2006/relationships/tags" Target="../tags/tag215.xml"/><Relationship Id="rId28" Type="http://schemas.openxmlformats.org/officeDocument/2006/relationships/tags" Target="../tags/tag220.xml"/><Relationship Id="rId10" Type="http://schemas.openxmlformats.org/officeDocument/2006/relationships/tags" Target="../tags/tag202.xml"/><Relationship Id="rId19" Type="http://schemas.openxmlformats.org/officeDocument/2006/relationships/tags" Target="../tags/tag211.xml"/><Relationship Id="rId31" Type="http://schemas.openxmlformats.org/officeDocument/2006/relationships/slideLayout" Target="../slideLayouts/slideLayout5.xml"/><Relationship Id="rId4" Type="http://schemas.openxmlformats.org/officeDocument/2006/relationships/tags" Target="../tags/tag196.xml"/><Relationship Id="rId9" Type="http://schemas.openxmlformats.org/officeDocument/2006/relationships/tags" Target="../tags/tag201.xml"/><Relationship Id="rId14" Type="http://schemas.openxmlformats.org/officeDocument/2006/relationships/tags" Target="../tags/tag206.xml"/><Relationship Id="rId22" Type="http://schemas.openxmlformats.org/officeDocument/2006/relationships/tags" Target="../tags/tag214.xml"/><Relationship Id="rId27" Type="http://schemas.openxmlformats.org/officeDocument/2006/relationships/tags" Target="../tags/tag219.xml"/><Relationship Id="rId30" Type="http://schemas.openxmlformats.org/officeDocument/2006/relationships/tags" Target="../tags/tag22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230.xml"/><Relationship Id="rId13" Type="http://schemas.openxmlformats.org/officeDocument/2006/relationships/tags" Target="../tags/tag235.xml"/><Relationship Id="rId18" Type="http://schemas.openxmlformats.org/officeDocument/2006/relationships/tags" Target="../tags/tag240.xml"/><Relationship Id="rId26" Type="http://schemas.openxmlformats.org/officeDocument/2006/relationships/tags" Target="../tags/tag248.xml"/><Relationship Id="rId3" Type="http://schemas.openxmlformats.org/officeDocument/2006/relationships/tags" Target="../tags/tag225.xml"/><Relationship Id="rId21" Type="http://schemas.openxmlformats.org/officeDocument/2006/relationships/tags" Target="../tags/tag243.xml"/><Relationship Id="rId7" Type="http://schemas.openxmlformats.org/officeDocument/2006/relationships/tags" Target="../tags/tag229.xml"/><Relationship Id="rId12" Type="http://schemas.openxmlformats.org/officeDocument/2006/relationships/tags" Target="../tags/tag234.xml"/><Relationship Id="rId17" Type="http://schemas.openxmlformats.org/officeDocument/2006/relationships/tags" Target="../tags/tag239.xml"/><Relationship Id="rId25" Type="http://schemas.openxmlformats.org/officeDocument/2006/relationships/tags" Target="../tags/tag247.xml"/><Relationship Id="rId2" Type="http://schemas.openxmlformats.org/officeDocument/2006/relationships/tags" Target="../tags/tag224.xml"/><Relationship Id="rId16" Type="http://schemas.openxmlformats.org/officeDocument/2006/relationships/tags" Target="../tags/tag238.xml"/><Relationship Id="rId20" Type="http://schemas.openxmlformats.org/officeDocument/2006/relationships/tags" Target="../tags/tag242.xml"/><Relationship Id="rId29" Type="http://schemas.openxmlformats.org/officeDocument/2006/relationships/tags" Target="../tags/tag251.xml"/><Relationship Id="rId1" Type="http://schemas.openxmlformats.org/officeDocument/2006/relationships/tags" Target="../tags/tag223.xml"/><Relationship Id="rId6" Type="http://schemas.openxmlformats.org/officeDocument/2006/relationships/tags" Target="../tags/tag228.xml"/><Relationship Id="rId11" Type="http://schemas.openxmlformats.org/officeDocument/2006/relationships/tags" Target="../tags/tag233.xml"/><Relationship Id="rId24" Type="http://schemas.openxmlformats.org/officeDocument/2006/relationships/tags" Target="../tags/tag246.xml"/><Relationship Id="rId32" Type="http://schemas.openxmlformats.org/officeDocument/2006/relationships/image" Target="../media/image1.tmp"/><Relationship Id="rId5" Type="http://schemas.openxmlformats.org/officeDocument/2006/relationships/tags" Target="../tags/tag227.xml"/><Relationship Id="rId15" Type="http://schemas.openxmlformats.org/officeDocument/2006/relationships/tags" Target="../tags/tag237.xml"/><Relationship Id="rId23" Type="http://schemas.openxmlformats.org/officeDocument/2006/relationships/tags" Target="../tags/tag245.xml"/><Relationship Id="rId28" Type="http://schemas.openxmlformats.org/officeDocument/2006/relationships/tags" Target="../tags/tag250.xml"/><Relationship Id="rId10" Type="http://schemas.openxmlformats.org/officeDocument/2006/relationships/tags" Target="../tags/tag232.xml"/><Relationship Id="rId19" Type="http://schemas.openxmlformats.org/officeDocument/2006/relationships/tags" Target="../tags/tag241.xml"/><Relationship Id="rId31" Type="http://schemas.openxmlformats.org/officeDocument/2006/relationships/slideLayout" Target="../slideLayouts/slideLayout5.xml"/><Relationship Id="rId4" Type="http://schemas.openxmlformats.org/officeDocument/2006/relationships/tags" Target="../tags/tag226.xml"/><Relationship Id="rId9" Type="http://schemas.openxmlformats.org/officeDocument/2006/relationships/tags" Target="../tags/tag231.xml"/><Relationship Id="rId14" Type="http://schemas.openxmlformats.org/officeDocument/2006/relationships/tags" Target="../tags/tag236.xml"/><Relationship Id="rId22" Type="http://schemas.openxmlformats.org/officeDocument/2006/relationships/tags" Target="../tags/tag244.xml"/><Relationship Id="rId27" Type="http://schemas.openxmlformats.org/officeDocument/2006/relationships/tags" Target="../tags/tag249.xml"/><Relationship Id="rId30" Type="http://schemas.openxmlformats.org/officeDocument/2006/relationships/tags" Target="../tags/tag252.xml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tags" Target="../tags/tag265.xml"/><Relationship Id="rId18" Type="http://schemas.openxmlformats.org/officeDocument/2006/relationships/tags" Target="../tags/tag270.xml"/><Relationship Id="rId26" Type="http://schemas.openxmlformats.org/officeDocument/2006/relationships/tags" Target="../tags/tag278.xml"/><Relationship Id="rId21" Type="http://schemas.openxmlformats.org/officeDocument/2006/relationships/tags" Target="../tags/tag273.xml"/><Relationship Id="rId34" Type="http://schemas.openxmlformats.org/officeDocument/2006/relationships/slideLayout" Target="../slideLayouts/slideLayout5.xml"/><Relationship Id="rId7" Type="http://schemas.openxmlformats.org/officeDocument/2006/relationships/tags" Target="../tags/tag259.xml"/><Relationship Id="rId12" Type="http://schemas.openxmlformats.org/officeDocument/2006/relationships/tags" Target="../tags/tag264.xml"/><Relationship Id="rId17" Type="http://schemas.openxmlformats.org/officeDocument/2006/relationships/tags" Target="../tags/tag269.xml"/><Relationship Id="rId25" Type="http://schemas.openxmlformats.org/officeDocument/2006/relationships/tags" Target="../tags/tag277.xml"/><Relationship Id="rId33" Type="http://schemas.openxmlformats.org/officeDocument/2006/relationships/tags" Target="../tags/tag285.xml"/><Relationship Id="rId2" Type="http://schemas.openxmlformats.org/officeDocument/2006/relationships/tags" Target="../tags/tag254.xml"/><Relationship Id="rId16" Type="http://schemas.openxmlformats.org/officeDocument/2006/relationships/tags" Target="../tags/tag268.xml"/><Relationship Id="rId20" Type="http://schemas.openxmlformats.org/officeDocument/2006/relationships/tags" Target="../tags/tag272.xml"/><Relationship Id="rId29" Type="http://schemas.openxmlformats.org/officeDocument/2006/relationships/tags" Target="../tags/tag281.xml"/><Relationship Id="rId1" Type="http://schemas.openxmlformats.org/officeDocument/2006/relationships/tags" Target="../tags/tag253.xml"/><Relationship Id="rId6" Type="http://schemas.openxmlformats.org/officeDocument/2006/relationships/tags" Target="../tags/tag258.xml"/><Relationship Id="rId11" Type="http://schemas.openxmlformats.org/officeDocument/2006/relationships/tags" Target="../tags/tag263.xml"/><Relationship Id="rId24" Type="http://schemas.openxmlformats.org/officeDocument/2006/relationships/tags" Target="../tags/tag276.xml"/><Relationship Id="rId32" Type="http://schemas.openxmlformats.org/officeDocument/2006/relationships/tags" Target="../tags/tag284.xml"/><Relationship Id="rId37" Type="http://schemas.openxmlformats.org/officeDocument/2006/relationships/image" Target="../media/image1.tmp"/><Relationship Id="rId5" Type="http://schemas.openxmlformats.org/officeDocument/2006/relationships/tags" Target="../tags/tag257.xml"/><Relationship Id="rId15" Type="http://schemas.openxmlformats.org/officeDocument/2006/relationships/tags" Target="../tags/tag267.xml"/><Relationship Id="rId23" Type="http://schemas.openxmlformats.org/officeDocument/2006/relationships/tags" Target="../tags/tag275.xml"/><Relationship Id="rId28" Type="http://schemas.openxmlformats.org/officeDocument/2006/relationships/tags" Target="../tags/tag280.xml"/><Relationship Id="rId36" Type="http://schemas.openxmlformats.org/officeDocument/2006/relationships/image" Target="../media/image7.png"/><Relationship Id="rId10" Type="http://schemas.openxmlformats.org/officeDocument/2006/relationships/tags" Target="../tags/tag262.xml"/><Relationship Id="rId19" Type="http://schemas.openxmlformats.org/officeDocument/2006/relationships/tags" Target="../tags/tag271.xml"/><Relationship Id="rId31" Type="http://schemas.openxmlformats.org/officeDocument/2006/relationships/tags" Target="../tags/tag283.xml"/><Relationship Id="rId4" Type="http://schemas.openxmlformats.org/officeDocument/2006/relationships/tags" Target="../tags/tag256.xml"/><Relationship Id="rId9" Type="http://schemas.openxmlformats.org/officeDocument/2006/relationships/tags" Target="../tags/tag261.xml"/><Relationship Id="rId14" Type="http://schemas.openxmlformats.org/officeDocument/2006/relationships/tags" Target="../tags/tag266.xml"/><Relationship Id="rId22" Type="http://schemas.openxmlformats.org/officeDocument/2006/relationships/tags" Target="../tags/tag274.xml"/><Relationship Id="rId27" Type="http://schemas.openxmlformats.org/officeDocument/2006/relationships/tags" Target="../tags/tag279.xml"/><Relationship Id="rId30" Type="http://schemas.openxmlformats.org/officeDocument/2006/relationships/tags" Target="../tags/tag282.xml"/><Relationship Id="rId35" Type="http://schemas.openxmlformats.org/officeDocument/2006/relationships/image" Target="../media/image6.png"/><Relationship Id="rId8" Type="http://schemas.openxmlformats.org/officeDocument/2006/relationships/tags" Target="../tags/tag260.xml"/><Relationship Id="rId3" Type="http://schemas.openxmlformats.org/officeDocument/2006/relationships/tags" Target="../tags/tag25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293.xml"/><Relationship Id="rId13" Type="http://schemas.openxmlformats.org/officeDocument/2006/relationships/tags" Target="../tags/tag298.xml"/><Relationship Id="rId18" Type="http://schemas.openxmlformats.org/officeDocument/2006/relationships/tags" Target="../tags/tag303.xml"/><Relationship Id="rId26" Type="http://schemas.openxmlformats.org/officeDocument/2006/relationships/tags" Target="../tags/tag311.xml"/><Relationship Id="rId3" Type="http://schemas.openxmlformats.org/officeDocument/2006/relationships/tags" Target="../tags/tag288.xml"/><Relationship Id="rId21" Type="http://schemas.openxmlformats.org/officeDocument/2006/relationships/tags" Target="../tags/tag306.xml"/><Relationship Id="rId7" Type="http://schemas.openxmlformats.org/officeDocument/2006/relationships/tags" Target="../tags/tag292.xml"/><Relationship Id="rId12" Type="http://schemas.openxmlformats.org/officeDocument/2006/relationships/tags" Target="../tags/tag297.xml"/><Relationship Id="rId17" Type="http://schemas.openxmlformats.org/officeDocument/2006/relationships/tags" Target="../tags/tag302.xml"/><Relationship Id="rId25" Type="http://schemas.openxmlformats.org/officeDocument/2006/relationships/tags" Target="../tags/tag310.xml"/><Relationship Id="rId2" Type="http://schemas.openxmlformats.org/officeDocument/2006/relationships/tags" Target="../tags/tag287.xml"/><Relationship Id="rId16" Type="http://schemas.openxmlformats.org/officeDocument/2006/relationships/tags" Target="../tags/tag301.xml"/><Relationship Id="rId20" Type="http://schemas.openxmlformats.org/officeDocument/2006/relationships/tags" Target="../tags/tag305.xml"/><Relationship Id="rId29" Type="http://schemas.openxmlformats.org/officeDocument/2006/relationships/tags" Target="../tags/tag314.xml"/><Relationship Id="rId1" Type="http://schemas.openxmlformats.org/officeDocument/2006/relationships/tags" Target="../tags/tag286.xml"/><Relationship Id="rId6" Type="http://schemas.openxmlformats.org/officeDocument/2006/relationships/tags" Target="../tags/tag291.xml"/><Relationship Id="rId11" Type="http://schemas.openxmlformats.org/officeDocument/2006/relationships/tags" Target="../tags/tag296.xml"/><Relationship Id="rId24" Type="http://schemas.openxmlformats.org/officeDocument/2006/relationships/tags" Target="../tags/tag309.xml"/><Relationship Id="rId32" Type="http://schemas.openxmlformats.org/officeDocument/2006/relationships/image" Target="../media/image1.tmp"/><Relationship Id="rId5" Type="http://schemas.openxmlformats.org/officeDocument/2006/relationships/tags" Target="../tags/tag290.xml"/><Relationship Id="rId15" Type="http://schemas.openxmlformats.org/officeDocument/2006/relationships/tags" Target="../tags/tag300.xml"/><Relationship Id="rId23" Type="http://schemas.openxmlformats.org/officeDocument/2006/relationships/tags" Target="../tags/tag308.xml"/><Relationship Id="rId28" Type="http://schemas.openxmlformats.org/officeDocument/2006/relationships/tags" Target="../tags/tag313.xml"/><Relationship Id="rId10" Type="http://schemas.openxmlformats.org/officeDocument/2006/relationships/tags" Target="../tags/tag295.xml"/><Relationship Id="rId19" Type="http://schemas.openxmlformats.org/officeDocument/2006/relationships/tags" Target="../tags/tag304.xml"/><Relationship Id="rId31" Type="http://schemas.openxmlformats.org/officeDocument/2006/relationships/slideLayout" Target="../slideLayouts/slideLayout5.xml"/><Relationship Id="rId4" Type="http://schemas.openxmlformats.org/officeDocument/2006/relationships/tags" Target="../tags/tag289.xml"/><Relationship Id="rId9" Type="http://schemas.openxmlformats.org/officeDocument/2006/relationships/tags" Target="../tags/tag294.xml"/><Relationship Id="rId14" Type="http://schemas.openxmlformats.org/officeDocument/2006/relationships/tags" Target="../tags/tag299.xml"/><Relationship Id="rId22" Type="http://schemas.openxmlformats.org/officeDocument/2006/relationships/tags" Target="../tags/tag307.xml"/><Relationship Id="rId27" Type="http://schemas.openxmlformats.org/officeDocument/2006/relationships/tags" Target="../tags/tag312.xml"/><Relationship Id="rId30" Type="http://schemas.openxmlformats.org/officeDocument/2006/relationships/tags" Target="../tags/tag3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323.xml"/><Relationship Id="rId13" Type="http://schemas.openxmlformats.org/officeDocument/2006/relationships/tags" Target="../tags/tag328.xml"/><Relationship Id="rId18" Type="http://schemas.openxmlformats.org/officeDocument/2006/relationships/tags" Target="../tags/tag333.xml"/><Relationship Id="rId26" Type="http://schemas.openxmlformats.org/officeDocument/2006/relationships/tags" Target="../tags/tag341.xml"/><Relationship Id="rId3" Type="http://schemas.openxmlformats.org/officeDocument/2006/relationships/tags" Target="../tags/tag318.xml"/><Relationship Id="rId21" Type="http://schemas.openxmlformats.org/officeDocument/2006/relationships/tags" Target="../tags/tag336.xml"/><Relationship Id="rId7" Type="http://schemas.openxmlformats.org/officeDocument/2006/relationships/tags" Target="../tags/tag322.xml"/><Relationship Id="rId12" Type="http://schemas.openxmlformats.org/officeDocument/2006/relationships/tags" Target="../tags/tag327.xml"/><Relationship Id="rId17" Type="http://schemas.openxmlformats.org/officeDocument/2006/relationships/tags" Target="../tags/tag332.xml"/><Relationship Id="rId25" Type="http://schemas.openxmlformats.org/officeDocument/2006/relationships/tags" Target="../tags/tag340.xml"/><Relationship Id="rId2" Type="http://schemas.openxmlformats.org/officeDocument/2006/relationships/tags" Target="../tags/tag317.xml"/><Relationship Id="rId16" Type="http://schemas.openxmlformats.org/officeDocument/2006/relationships/tags" Target="../tags/tag331.xml"/><Relationship Id="rId20" Type="http://schemas.openxmlformats.org/officeDocument/2006/relationships/tags" Target="../tags/tag335.xml"/><Relationship Id="rId29" Type="http://schemas.openxmlformats.org/officeDocument/2006/relationships/tags" Target="../tags/tag344.xml"/><Relationship Id="rId1" Type="http://schemas.openxmlformats.org/officeDocument/2006/relationships/tags" Target="../tags/tag316.xml"/><Relationship Id="rId6" Type="http://schemas.openxmlformats.org/officeDocument/2006/relationships/tags" Target="../tags/tag321.xml"/><Relationship Id="rId11" Type="http://schemas.openxmlformats.org/officeDocument/2006/relationships/tags" Target="../tags/tag326.xml"/><Relationship Id="rId24" Type="http://schemas.openxmlformats.org/officeDocument/2006/relationships/tags" Target="../tags/tag339.xml"/><Relationship Id="rId32" Type="http://schemas.openxmlformats.org/officeDocument/2006/relationships/image" Target="../media/image1.tmp"/><Relationship Id="rId5" Type="http://schemas.openxmlformats.org/officeDocument/2006/relationships/tags" Target="../tags/tag320.xml"/><Relationship Id="rId15" Type="http://schemas.openxmlformats.org/officeDocument/2006/relationships/tags" Target="../tags/tag330.xml"/><Relationship Id="rId23" Type="http://schemas.openxmlformats.org/officeDocument/2006/relationships/tags" Target="../tags/tag338.xml"/><Relationship Id="rId28" Type="http://schemas.openxmlformats.org/officeDocument/2006/relationships/tags" Target="../tags/tag343.xml"/><Relationship Id="rId10" Type="http://schemas.openxmlformats.org/officeDocument/2006/relationships/tags" Target="../tags/tag325.xml"/><Relationship Id="rId19" Type="http://schemas.openxmlformats.org/officeDocument/2006/relationships/tags" Target="../tags/tag334.xml"/><Relationship Id="rId31" Type="http://schemas.openxmlformats.org/officeDocument/2006/relationships/slideLayout" Target="../slideLayouts/slideLayout5.xml"/><Relationship Id="rId4" Type="http://schemas.openxmlformats.org/officeDocument/2006/relationships/tags" Target="../tags/tag319.xml"/><Relationship Id="rId9" Type="http://schemas.openxmlformats.org/officeDocument/2006/relationships/tags" Target="../tags/tag324.xml"/><Relationship Id="rId14" Type="http://schemas.openxmlformats.org/officeDocument/2006/relationships/tags" Target="../tags/tag329.xml"/><Relationship Id="rId22" Type="http://schemas.openxmlformats.org/officeDocument/2006/relationships/tags" Target="../tags/tag337.xml"/><Relationship Id="rId27" Type="http://schemas.openxmlformats.org/officeDocument/2006/relationships/tags" Target="../tags/tag342.xml"/><Relationship Id="rId30" Type="http://schemas.openxmlformats.org/officeDocument/2006/relationships/tags" Target="../tags/tag34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353.xml"/><Relationship Id="rId13" Type="http://schemas.openxmlformats.org/officeDocument/2006/relationships/tags" Target="../tags/tag358.xml"/><Relationship Id="rId18" Type="http://schemas.openxmlformats.org/officeDocument/2006/relationships/tags" Target="../tags/tag363.xml"/><Relationship Id="rId26" Type="http://schemas.openxmlformats.org/officeDocument/2006/relationships/tags" Target="../tags/tag371.xml"/><Relationship Id="rId3" Type="http://schemas.openxmlformats.org/officeDocument/2006/relationships/tags" Target="../tags/tag348.xml"/><Relationship Id="rId21" Type="http://schemas.openxmlformats.org/officeDocument/2006/relationships/tags" Target="../tags/tag366.xml"/><Relationship Id="rId7" Type="http://schemas.openxmlformats.org/officeDocument/2006/relationships/tags" Target="../tags/tag352.xml"/><Relationship Id="rId12" Type="http://schemas.openxmlformats.org/officeDocument/2006/relationships/tags" Target="../tags/tag357.xml"/><Relationship Id="rId17" Type="http://schemas.openxmlformats.org/officeDocument/2006/relationships/tags" Target="../tags/tag362.xml"/><Relationship Id="rId25" Type="http://schemas.openxmlformats.org/officeDocument/2006/relationships/tags" Target="../tags/tag370.xml"/><Relationship Id="rId2" Type="http://schemas.openxmlformats.org/officeDocument/2006/relationships/tags" Target="../tags/tag347.xml"/><Relationship Id="rId16" Type="http://schemas.openxmlformats.org/officeDocument/2006/relationships/tags" Target="../tags/tag361.xml"/><Relationship Id="rId20" Type="http://schemas.openxmlformats.org/officeDocument/2006/relationships/tags" Target="../tags/tag365.xml"/><Relationship Id="rId29" Type="http://schemas.openxmlformats.org/officeDocument/2006/relationships/tags" Target="../tags/tag374.xml"/><Relationship Id="rId1" Type="http://schemas.openxmlformats.org/officeDocument/2006/relationships/tags" Target="../tags/tag346.xml"/><Relationship Id="rId6" Type="http://schemas.openxmlformats.org/officeDocument/2006/relationships/tags" Target="../tags/tag351.xml"/><Relationship Id="rId11" Type="http://schemas.openxmlformats.org/officeDocument/2006/relationships/tags" Target="../tags/tag356.xml"/><Relationship Id="rId24" Type="http://schemas.openxmlformats.org/officeDocument/2006/relationships/tags" Target="../tags/tag369.xml"/><Relationship Id="rId32" Type="http://schemas.openxmlformats.org/officeDocument/2006/relationships/image" Target="../media/image1.tmp"/><Relationship Id="rId5" Type="http://schemas.openxmlformats.org/officeDocument/2006/relationships/tags" Target="../tags/tag350.xml"/><Relationship Id="rId15" Type="http://schemas.openxmlformats.org/officeDocument/2006/relationships/tags" Target="../tags/tag360.xml"/><Relationship Id="rId23" Type="http://schemas.openxmlformats.org/officeDocument/2006/relationships/tags" Target="../tags/tag368.xml"/><Relationship Id="rId28" Type="http://schemas.openxmlformats.org/officeDocument/2006/relationships/tags" Target="../tags/tag373.xml"/><Relationship Id="rId10" Type="http://schemas.openxmlformats.org/officeDocument/2006/relationships/tags" Target="../tags/tag355.xml"/><Relationship Id="rId19" Type="http://schemas.openxmlformats.org/officeDocument/2006/relationships/tags" Target="../tags/tag364.xml"/><Relationship Id="rId31" Type="http://schemas.openxmlformats.org/officeDocument/2006/relationships/slideLayout" Target="../slideLayouts/slideLayout5.xml"/><Relationship Id="rId4" Type="http://schemas.openxmlformats.org/officeDocument/2006/relationships/tags" Target="../tags/tag349.xml"/><Relationship Id="rId9" Type="http://schemas.openxmlformats.org/officeDocument/2006/relationships/tags" Target="../tags/tag354.xml"/><Relationship Id="rId14" Type="http://schemas.openxmlformats.org/officeDocument/2006/relationships/tags" Target="../tags/tag359.xml"/><Relationship Id="rId22" Type="http://schemas.openxmlformats.org/officeDocument/2006/relationships/tags" Target="../tags/tag367.xml"/><Relationship Id="rId27" Type="http://schemas.openxmlformats.org/officeDocument/2006/relationships/tags" Target="../tags/tag372.xml"/><Relationship Id="rId30" Type="http://schemas.openxmlformats.org/officeDocument/2006/relationships/tags" Target="../tags/tag37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383.xml"/><Relationship Id="rId13" Type="http://schemas.openxmlformats.org/officeDocument/2006/relationships/tags" Target="../tags/tag388.xml"/><Relationship Id="rId18" Type="http://schemas.openxmlformats.org/officeDocument/2006/relationships/tags" Target="../tags/tag393.xml"/><Relationship Id="rId26" Type="http://schemas.openxmlformats.org/officeDocument/2006/relationships/tags" Target="../tags/tag401.xml"/><Relationship Id="rId3" Type="http://schemas.openxmlformats.org/officeDocument/2006/relationships/tags" Target="../tags/tag378.xml"/><Relationship Id="rId21" Type="http://schemas.openxmlformats.org/officeDocument/2006/relationships/tags" Target="../tags/tag396.xml"/><Relationship Id="rId7" Type="http://schemas.openxmlformats.org/officeDocument/2006/relationships/tags" Target="../tags/tag382.xml"/><Relationship Id="rId12" Type="http://schemas.openxmlformats.org/officeDocument/2006/relationships/tags" Target="../tags/tag387.xml"/><Relationship Id="rId17" Type="http://schemas.openxmlformats.org/officeDocument/2006/relationships/tags" Target="../tags/tag392.xml"/><Relationship Id="rId25" Type="http://schemas.openxmlformats.org/officeDocument/2006/relationships/tags" Target="../tags/tag400.xml"/><Relationship Id="rId2" Type="http://schemas.openxmlformats.org/officeDocument/2006/relationships/tags" Target="../tags/tag377.xml"/><Relationship Id="rId16" Type="http://schemas.openxmlformats.org/officeDocument/2006/relationships/tags" Target="../tags/tag391.xml"/><Relationship Id="rId20" Type="http://schemas.openxmlformats.org/officeDocument/2006/relationships/tags" Target="../tags/tag395.xml"/><Relationship Id="rId29" Type="http://schemas.openxmlformats.org/officeDocument/2006/relationships/tags" Target="../tags/tag404.xml"/><Relationship Id="rId1" Type="http://schemas.openxmlformats.org/officeDocument/2006/relationships/tags" Target="../tags/tag376.xml"/><Relationship Id="rId6" Type="http://schemas.openxmlformats.org/officeDocument/2006/relationships/tags" Target="../tags/tag381.xml"/><Relationship Id="rId11" Type="http://schemas.openxmlformats.org/officeDocument/2006/relationships/tags" Target="../tags/tag386.xml"/><Relationship Id="rId24" Type="http://schemas.openxmlformats.org/officeDocument/2006/relationships/tags" Target="../tags/tag399.xml"/><Relationship Id="rId32" Type="http://schemas.openxmlformats.org/officeDocument/2006/relationships/image" Target="../media/image1.tmp"/><Relationship Id="rId5" Type="http://schemas.openxmlformats.org/officeDocument/2006/relationships/tags" Target="../tags/tag380.xml"/><Relationship Id="rId15" Type="http://schemas.openxmlformats.org/officeDocument/2006/relationships/tags" Target="../tags/tag390.xml"/><Relationship Id="rId23" Type="http://schemas.openxmlformats.org/officeDocument/2006/relationships/tags" Target="../tags/tag398.xml"/><Relationship Id="rId28" Type="http://schemas.openxmlformats.org/officeDocument/2006/relationships/tags" Target="../tags/tag403.xml"/><Relationship Id="rId10" Type="http://schemas.openxmlformats.org/officeDocument/2006/relationships/tags" Target="../tags/tag385.xml"/><Relationship Id="rId19" Type="http://schemas.openxmlformats.org/officeDocument/2006/relationships/tags" Target="../tags/tag394.xml"/><Relationship Id="rId31" Type="http://schemas.openxmlformats.org/officeDocument/2006/relationships/slideLayout" Target="../slideLayouts/slideLayout5.xml"/><Relationship Id="rId4" Type="http://schemas.openxmlformats.org/officeDocument/2006/relationships/tags" Target="../tags/tag379.xml"/><Relationship Id="rId9" Type="http://schemas.openxmlformats.org/officeDocument/2006/relationships/tags" Target="../tags/tag384.xml"/><Relationship Id="rId14" Type="http://schemas.openxmlformats.org/officeDocument/2006/relationships/tags" Target="../tags/tag389.xml"/><Relationship Id="rId22" Type="http://schemas.openxmlformats.org/officeDocument/2006/relationships/tags" Target="../tags/tag397.xml"/><Relationship Id="rId27" Type="http://schemas.openxmlformats.org/officeDocument/2006/relationships/tags" Target="../tags/tag402.xml"/><Relationship Id="rId30" Type="http://schemas.openxmlformats.org/officeDocument/2006/relationships/tags" Target="../tags/tag40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413.xml"/><Relationship Id="rId13" Type="http://schemas.openxmlformats.org/officeDocument/2006/relationships/tags" Target="../tags/tag418.xml"/><Relationship Id="rId18" Type="http://schemas.openxmlformats.org/officeDocument/2006/relationships/tags" Target="../tags/tag423.xml"/><Relationship Id="rId26" Type="http://schemas.openxmlformats.org/officeDocument/2006/relationships/tags" Target="../tags/tag431.xml"/><Relationship Id="rId3" Type="http://schemas.openxmlformats.org/officeDocument/2006/relationships/tags" Target="../tags/tag408.xml"/><Relationship Id="rId21" Type="http://schemas.openxmlformats.org/officeDocument/2006/relationships/tags" Target="../tags/tag426.xml"/><Relationship Id="rId7" Type="http://schemas.openxmlformats.org/officeDocument/2006/relationships/tags" Target="../tags/tag412.xml"/><Relationship Id="rId12" Type="http://schemas.openxmlformats.org/officeDocument/2006/relationships/tags" Target="../tags/tag417.xml"/><Relationship Id="rId17" Type="http://schemas.openxmlformats.org/officeDocument/2006/relationships/tags" Target="../tags/tag422.xml"/><Relationship Id="rId25" Type="http://schemas.openxmlformats.org/officeDocument/2006/relationships/tags" Target="../tags/tag430.xml"/><Relationship Id="rId2" Type="http://schemas.openxmlformats.org/officeDocument/2006/relationships/tags" Target="../tags/tag407.xml"/><Relationship Id="rId16" Type="http://schemas.openxmlformats.org/officeDocument/2006/relationships/tags" Target="../tags/tag421.xml"/><Relationship Id="rId20" Type="http://schemas.openxmlformats.org/officeDocument/2006/relationships/tags" Target="../tags/tag425.xml"/><Relationship Id="rId29" Type="http://schemas.openxmlformats.org/officeDocument/2006/relationships/image" Target="../media/image1.tmp"/><Relationship Id="rId1" Type="http://schemas.openxmlformats.org/officeDocument/2006/relationships/tags" Target="../tags/tag406.xml"/><Relationship Id="rId6" Type="http://schemas.openxmlformats.org/officeDocument/2006/relationships/tags" Target="../tags/tag411.xml"/><Relationship Id="rId11" Type="http://schemas.openxmlformats.org/officeDocument/2006/relationships/tags" Target="../tags/tag416.xml"/><Relationship Id="rId24" Type="http://schemas.openxmlformats.org/officeDocument/2006/relationships/tags" Target="../tags/tag429.xml"/><Relationship Id="rId5" Type="http://schemas.openxmlformats.org/officeDocument/2006/relationships/tags" Target="../tags/tag410.xml"/><Relationship Id="rId15" Type="http://schemas.openxmlformats.org/officeDocument/2006/relationships/tags" Target="../tags/tag420.xml"/><Relationship Id="rId23" Type="http://schemas.openxmlformats.org/officeDocument/2006/relationships/tags" Target="../tags/tag428.xml"/><Relationship Id="rId28" Type="http://schemas.openxmlformats.org/officeDocument/2006/relationships/image" Target="../media/image8.png"/><Relationship Id="rId10" Type="http://schemas.openxmlformats.org/officeDocument/2006/relationships/tags" Target="../tags/tag415.xml"/><Relationship Id="rId19" Type="http://schemas.openxmlformats.org/officeDocument/2006/relationships/tags" Target="../tags/tag424.xml"/><Relationship Id="rId4" Type="http://schemas.openxmlformats.org/officeDocument/2006/relationships/tags" Target="../tags/tag409.xml"/><Relationship Id="rId9" Type="http://schemas.openxmlformats.org/officeDocument/2006/relationships/tags" Target="../tags/tag414.xml"/><Relationship Id="rId14" Type="http://schemas.openxmlformats.org/officeDocument/2006/relationships/tags" Target="../tags/tag419.xml"/><Relationship Id="rId22" Type="http://schemas.openxmlformats.org/officeDocument/2006/relationships/tags" Target="../tags/tag427.xml"/><Relationship Id="rId27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439.xml"/><Relationship Id="rId13" Type="http://schemas.openxmlformats.org/officeDocument/2006/relationships/tags" Target="../tags/tag444.xml"/><Relationship Id="rId18" Type="http://schemas.openxmlformats.org/officeDocument/2006/relationships/tags" Target="../tags/tag449.xml"/><Relationship Id="rId26" Type="http://schemas.openxmlformats.org/officeDocument/2006/relationships/tags" Target="../tags/tag457.xml"/><Relationship Id="rId3" Type="http://schemas.openxmlformats.org/officeDocument/2006/relationships/tags" Target="../tags/tag434.xml"/><Relationship Id="rId21" Type="http://schemas.openxmlformats.org/officeDocument/2006/relationships/tags" Target="../tags/tag452.xml"/><Relationship Id="rId7" Type="http://schemas.openxmlformats.org/officeDocument/2006/relationships/tags" Target="../tags/tag438.xml"/><Relationship Id="rId12" Type="http://schemas.openxmlformats.org/officeDocument/2006/relationships/tags" Target="../tags/tag443.xml"/><Relationship Id="rId17" Type="http://schemas.openxmlformats.org/officeDocument/2006/relationships/tags" Target="../tags/tag448.xml"/><Relationship Id="rId25" Type="http://schemas.openxmlformats.org/officeDocument/2006/relationships/tags" Target="../tags/tag456.xml"/><Relationship Id="rId2" Type="http://schemas.openxmlformats.org/officeDocument/2006/relationships/tags" Target="../tags/tag433.xml"/><Relationship Id="rId16" Type="http://schemas.openxmlformats.org/officeDocument/2006/relationships/tags" Target="../tags/tag447.xml"/><Relationship Id="rId20" Type="http://schemas.openxmlformats.org/officeDocument/2006/relationships/tags" Target="../tags/tag451.xml"/><Relationship Id="rId29" Type="http://schemas.openxmlformats.org/officeDocument/2006/relationships/image" Target="../media/image1.tmp"/><Relationship Id="rId1" Type="http://schemas.openxmlformats.org/officeDocument/2006/relationships/tags" Target="../tags/tag432.xml"/><Relationship Id="rId6" Type="http://schemas.openxmlformats.org/officeDocument/2006/relationships/tags" Target="../tags/tag437.xml"/><Relationship Id="rId11" Type="http://schemas.openxmlformats.org/officeDocument/2006/relationships/tags" Target="../tags/tag442.xml"/><Relationship Id="rId24" Type="http://schemas.openxmlformats.org/officeDocument/2006/relationships/tags" Target="../tags/tag455.xml"/><Relationship Id="rId5" Type="http://schemas.openxmlformats.org/officeDocument/2006/relationships/tags" Target="../tags/tag436.xml"/><Relationship Id="rId15" Type="http://schemas.openxmlformats.org/officeDocument/2006/relationships/tags" Target="../tags/tag446.xml"/><Relationship Id="rId23" Type="http://schemas.openxmlformats.org/officeDocument/2006/relationships/tags" Target="../tags/tag454.xml"/><Relationship Id="rId28" Type="http://schemas.openxmlformats.org/officeDocument/2006/relationships/image" Target="../media/image9.png"/><Relationship Id="rId10" Type="http://schemas.openxmlformats.org/officeDocument/2006/relationships/tags" Target="../tags/tag441.xml"/><Relationship Id="rId19" Type="http://schemas.openxmlformats.org/officeDocument/2006/relationships/tags" Target="../tags/tag450.xml"/><Relationship Id="rId4" Type="http://schemas.openxmlformats.org/officeDocument/2006/relationships/tags" Target="../tags/tag435.xml"/><Relationship Id="rId9" Type="http://schemas.openxmlformats.org/officeDocument/2006/relationships/tags" Target="../tags/tag440.xml"/><Relationship Id="rId14" Type="http://schemas.openxmlformats.org/officeDocument/2006/relationships/tags" Target="../tags/tag445.xml"/><Relationship Id="rId22" Type="http://schemas.openxmlformats.org/officeDocument/2006/relationships/tags" Target="../tags/tag453.xml"/><Relationship Id="rId27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465.xml"/><Relationship Id="rId13" Type="http://schemas.openxmlformats.org/officeDocument/2006/relationships/tags" Target="../tags/tag470.xml"/><Relationship Id="rId18" Type="http://schemas.openxmlformats.org/officeDocument/2006/relationships/tags" Target="../tags/tag475.xml"/><Relationship Id="rId26" Type="http://schemas.openxmlformats.org/officeDocument/2006/relationships/slideLayout" Target="../slideLayouts/slideLayout5.xml"/><Relationship Id="rId3" Type="http://schemas.openxmlformats.org/officeDocument/2006/relationships/tags" Target="../tags/tag460.xml"/><Relationship Id="rId21" Type="http://schemas.openxmlformats.org/officeDocument/2006/relationships/tags" Target="../tags/tag478.xml"/><Relationship Id="rId7" Type="http://schemas.openxmlformats.org/officeDocument/2006/relationships/tags" Target="../tags/tag464.xml"/><Relationship Id="rId12" Type="http://schemas.openxmlformats.org/officeDocument/2006/relationships/tags" Target="../tags/tag469.xml"/><Relationship Id="rId17" Type="http://schemas.openxmlformats.org/officeDocument/2006/relationships/tags" Target="../tags/tag474.xml"/><Relationship Id="rId25" Type="http://schemas.openxmlformats.org/officeDocument/2006/relationships/tags" Target="../tags/tag482.xml"/><Relationship Id="rId2" Type="http://schemas.openxmlformats.org/officeDocument/2006/relationships/tags" Target="../tags/tag459.xml"/><Relationship Id="rId16" Type="http://schemas.openxmlformats.org/officeDocument/2006/relationships/tags" Target="../tags/tag473.xml"/><Relationship Id="rId20" Type="http://schemas.openxmlformats.org/officeDocument/2006/relationships/tags" Target="../tags/tag477.xml"/><Relationship Id="rId1" Type="http://schemas.openxmlformats.org/officeDocument/2006/relationships/tags" Target="../tags/tag458.xml"/><Relationship Id="rId6" Type="http://schemas.openxmlformats.org/officeDocument/2006/relationships/tags" Target="../tags/tag463.xml"/><Relationship Id="rId11" Type="http://schemas.openxmlformats.org/officeDocument/2006/relationships/tags" Target="../tags/tag468.xml"/><Relationship Id="rId24" Type="http://schemas.openxmlformats.org/officeDocument/2006/relationships/tags" Target="../tags/tag481.xml"/><Relationship Id="rId5" Type="http://schemas.openxmlformats.org/officeDocument/2006/relationships/tags" Target="../tags/tag462.xml"/><Relationship Id="rId15" Type="http://schemas.openxmlformats.org/officeDocument/2006/relationships/tags" Target="../tags/tag472.xml"/><Relationship Id="rId23" Type="http://schemas.openxmlformats.org/officeDocument/2006/relationships/tags" Target="../tags/tag480.xml"/><Relationship Id="rId28" Type="http://schemas.openxmlformats.org/officeDocument/2006/relationships/image" Target="../media/image1.tmp"/><Relationship Id="rId10" Type="http://schemas.openxmlformats.org/officeDocument/2006/relationships/tags" Target="../tags/tag467.xml"/><Relationship Id="rId19" Type="http://schemas.openxmlformats.org/officeDocument/2006/relationships/tags" Target="../tags/tag476.xml"/><Relationship Id="rId4" Type="http://schemas.openxmlformats.org/officeDocument/2006/relationships/tags" Target="../tags/tag461.xml"/><Relationship Id="rId9" Type="http://schemas.openxmlformats.org/officeDocument/2006/relationships/tags" Target="../tags/tag466.xml"/><Relationship Id="rId14" Type="http://schemas.openxmlformats.org/officeDocument/2006/relationships/tags" Target="../tags/tag471.xml"/><Relationship Id="rId22" Type="http://schemas.openxmlformats.org/officeDocument/2006/relationships/tags" Target="../tags/tag479.xml"/><Relationship Id="rId27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490.xml"/><Relationship Id="rId13" Type="http://schemas.openxmlformats.org/officeDocument/2006/relationships/tags" Target="../tags/tag495.xml"/><Relationship Id="rId18" Type="http://schemas.openxmlformats.org/officeDocument/2006/relationships/tags" Target="../tags/tag500.xml"/><Relationship Id="rId26" Type="http://schemas.openxmlformats.org/officeDocument/2006/relationships/tags" Target="../tags/tag508.xml"/><Relationship Id="rId3" Type="http://schemas.openxmlformats.org/officeDocument/2006/relationships/tags" Target="../tags/tag485.xml"/><Relationship Id="rId21" Type="http://schemas.openxmlformats.org/officeDocument/2006/relationships/tags" Target="../tags/tag503.xml"/><Relationship Id="rId7" Type="http://schemas.openxmlformats.org/officeDocument/2006/relationships/tags" Target="../tags/tag489.xml"/><Relationship Id="rId12" Type="http://schemas.openxmlformats.org/officeDocument/2006/relationships/tags" Target="../tags/tag494.xml"/><Relationship Id="rId17" Type="http://schemas.openxmlformats.org/officeDocument/2006/relationships/tags" Target="../tags/tag499.xml"/><Relationship Id="rId25" Type="http://schemas.openxmlformats.org/officeDocument/2006/relationships/tags" Target="../tags/tag507.xml"/><Relationship Id="rId2" Type="http://schemas.openxmlformats.org/officeDocument/2006/relationships/tags" Target="../tags/tag484.xml"/><Relationship Id="rId16" Type="http://schemas.openxmlformats.org/officeDocument/2006/relationships/tags" Target="../tags/tag498.xml"/><Relationship Id="rId20" Type="http://schemas.openxmlformats.org/officeDocument/2006/relationships/tags" Target="../tags/tag502.xml"/><Relationship Id="rId29" Type="http://schemas.openxmlformats.org/officeDocument/2006/relationships/image" Target="../media/image1.tmp"/><Relationship Id="rId1" Type="http://schemas.openxmlformats.org/officeDocument/2006/relationships/tags" Target="../tags/tag483.xml"/><Relationship Id="rId6" Type="http://schemas.openxmlformats.org/officeDocument/2006/relationships/tags" Target="../tags/tag488.xml"/><Relationship Id="rId11" Type="http://schemas.openxmlformats.org/officeDocument/2006/relationships/tags" Target="../tags/tag493.xml"/><Relationship Id="rId24" Type="http://schemas.openxmlformats.org/officeDocument/2006/relationships/tags" Target="../tags/tag506.xml"/><Relationship Id="rId5" Type="http://schemas.openxmlformats.org/officeDocument/2006/relationships/tags" Target="../tags/tag487.xml"/><Relationship Id="rId15" Type="http://schemas.openxmlformats.org/officeDocument/2006/relationships/tags" Target="../tags/tag497.xml"/><Relationship Id="rId23" Type="http://schemas.openxmlformats.org/officeDocument/2006/relationships/tags" Target="../tags/tag505.xml"/><Relationship Id="rId28" Type="http://schemas.openxmlformats.org/officeDocument/2006/relationships/image" Target="../media/image11.png"/><Relationship Id="rId10" Type="http://schemas.openxmlformats.org/officeDocument/2006/relationships/tags" Target="../tags/tag492.xml"/><Relationship Id="rId19" Type="http://schemas.openxmlformats.org/officeDocument/2006/relationships/tags" Target="../tags/tag501.xml"/><Relationship Id="rId4" Type="http://schemas.openxmlformats.org/officeDocument/2006/relationships/tags" Target="../tags/tag486.xml"/><Relationship Id="rId9" Type="http://schemas.openxmlformats.org/officeDocument/2006/relationships/tags" Target="../tags/tag491.xml"/><Relationship Id="rId14" Type="http://schemas.openxmlformats.org/officeDocument/2006/relationships/tags" Target="../tags/tag496.xml"/><Relationship Id="rId22" Type="http://schemas.openxmlformats.org/officeDocument/2006/relationships/tags" Target="../tags/tag504.xml"/><Relationship Id="rId27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516.xml"/><Relationship Id="rId13" Type="http://schemas.openxmlformats.org/officeDocument/2006/relationships/tags" Target="../tags/tag521.xml"/><Relationship Id="rId18" Type="http://schemas.openxmlformats.org/officeDocument/2006/relationships/tags" Target="../tags/tag526.xml"/><Relationship Id="rId26" Type="http://schemas.openxmlformats.org/officeDocument/2006/relationships/slideLayout" Target="../slideLayouts/slideLayout5.xml"/><Relationship Id="rId3" Type="http://schemas.openxmlformats.org/officeDocument/2006/relationships/tags" Target="../tags/tag511.xml"/><Relationship Id="rId21" Type="http://schemas.openxmlformats.org/officeDocument/2006/relationships/tags" Target="../tags/tag529.xml"/><Relationship Id="rId7" Type="http://schemas.openxmlformats.org/officeDocument/2006/relationships/tags" Target="../tags/tag515.xml"/><Relationship Id="rId12" Type="http://schemas.openxmlformats.org/officeDocument/2006/relationships/tags" Target="../tags/tag520.xml"/><Relationship Id="rId17" Type="http://schemas.openxmlformats.org/officeDocument/2006/relationships/tags" Target="../tags/tag525.xml"/><Relationship Id="rId25" Type="http://schemas.openxmlformats.org/officeDocument/2006/relationships/tags" Target="../tags/tag533.xml"/><Relationship Id="rId2" Type="http://schemas.openxmlformats.org/officeDocument/2006/relationships/tags" Target="../tags/tag510.xml"/><Relationship Id="rId16" Type="http://schemas.openxmlformats.org/officeDocument/2006/relationships/tags" Target="../tags/tag524.xml"/><Relationship Id="rId20" Type="http://schemas.openxmlformats.org/officeDocument/2006/relationships/tags" Target="../tags/tag528.xml"/><Relationship Id="rId1" Type="http://schemas.openxmlformats.org/officeDocument/2006/relationships/tags" Target="../tags/tag509.xml"/><Relationship Id="rId6" Type="http://schemas.openxmlformats.org/officeDocument/2006/relationships/tags" Target="../tags/tag514.xml"/><Relationship Id="rId11" Type="http://schemas.openxmlformats.org/officeDocument/2006/relationships/tags" Target="../tags/tag519.xml"/><Relationship Id="rId24" Type="http://schemas.openxmlformats.org/officeDocument/2006/relationships/tags" Target="../tags/tag532.xml"/><Relationship Id="rId5" Type="http://schemas.openxmlformats.org/officeDocument/2006/relationships/tags" Target="../tags/tag513.xml"/><Relationship Id="rId15" Type="http://schemas.openxmlformats.org/officeDocument/2006/relationships/tags" Target="../tags/tag523.xml"/><Relationship Id="rId23" Type="http://schemas.openxmlformats.org/officeDocument/2006/relationships/tags" Target="../tags/tag531.xml"/><Relationship Id="rId28" Type="http://schemas.openxmlformats.org/officeDocument/2006/relationships/image" Target="../media/image1.tmp"/><Relationship Id="rId10" Type="http://schemas.openxmlformats.org/officeDocument/2006/relationships/tags" Target="../tags/tag518.xml"/><Relationship Id="rId19" Type="http://schemas.openxmlformats.org/officeDocument/2006/relationships/tags" Target="../tags/tag527.xml"/><Relationship Id="rId4" Type="http://schemas.openxmlformats.org/officeDocument/2006/relationships/tags" Target="../tags/tag512.xml"/><Relationship Id="rId9" Type="http://schemas.openxmlformats.org/officeDocument/2006/relationships/tags" Target="../tags/tag517.xml"/><Relationship Id="rId14" Type="http://schemas.openxmlformats.org/officeDocument/2006/relationships/tags" Target="../tags/tag522.xml"/><Relationship Id="rId22" Type="http://schemas.openxmlformats.org/officeDocument/2006/relationships/tags" Target="../tags/tag530.xml"/><Relationship Id="rId27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6287" y="2857500"/>
            <a:ext cx="7591425" cy="762000"/>
          </a:xfrm>
        </p:spPr>
        <p:txBody>
          <a:bodyPr/>
          <a:lstStyle/>
          <a:p>
            <a:pPr algn="ctr"/>
            <a:r>
              <a:rPr lang="zh-CN" altLang="en-US" sz="3300" b="1" dirty="0"/>
              <a:t>第二章 习题</a:t>
            </a: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3810000" y="4381500"/>
            <a:ext cx="1524000" cy="381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1500">
                <a:solidFill>
                  <a:srgbClr val="000000"/>
                </a:solidFill>
              </a:rPr>
              <a:t>总分</a:t>
            </a:r>
            <a:r>
              <a:rPr lang="en-US" altLang="zh-CN" sz="1500">
                <a:solidFill>
                  <a:srgbClr val="000000"/>
                </a:solidFill>
              </a:rPr>
              <a:t>: 100</a:t>
            </a:r>
            <a:endParaRPr lang="zh-CN" altLang="en-US" sz="1500">
              <a:solidFill>
                <a:srgbClr val="00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38400" y="5715000"/>
            <a:ext cx="4095750" cy="762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15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FF7D85A-E5AD-4992-9076-C1C57B70F78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68301" y="694899"/>
            <a:ext cx="8545480" cy="18959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vert="horz" wrap="square" rtlCol="0" anchor="ctr" anchorCtr="0">
            <a:noAutofit/>
          </a:bodyPr>
          <a:lstStyle/>
          <a:p>
            <a:pPr>
              <a:spcBef>
                <a:spcPts val="475"/>
              </a:spcBef>
              <a:tabLst>
                <a:tab pos="1371600" algn="l"/>
                <a:tab pos="2286000" algn="l"/>
                <a:tab pos="1371600" algn="l"/>
                <a:tab pos="2286000" algn="l"/>
                <a:tab pos="1371600" algn="l"/>
                <a:tab pos="2286000" algn="l"/>
              </a:tabLst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、（</a:t>
            </a:r>
            <a:r>
              <a:rPr lang="zh-CN" altLang="en-US" sz="2600" b="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重点题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）已知</a:t>
            </a:r>
            <a:r>
              <a:rPr lang="en-US" altLang="zh-CN" sz="2800" b="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  <a:sym typeface="Monaco" charset="0"/>
              </a:rPr>
              <a:t>int x = …;float f = …;</a:t>
            </a:r>
          </a:p>
          <a:p>
            <a:pPr>
              <a:spcBef>
                <a:spcPts val="475"/>
              </a:spcBef>
              <a:tabLst>
                <a:tab pos="1371600" algn="l"/>
                <a:tab pos="2286000" algn="l"/>
                <a:tab pos="1371600" algn="l"/>
                <a:tab pos="2286000" algn="l"/>
                <a:tab pos="1371600" algn="l"/>
                <a:tab pos="2286000" algn="l"/>
              </a:tabLst>
            </a:pPr>
            <a:r>
              <a:rPr lang="en-US" altLang="zh-CN" sz="2800" b="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  <a:sym typeface="Monaco" charset="0"/>
              </a:rPr>
              <a:t>double d = …</a:t>
            </a: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  <a:sym typeface="Monaco" charset="0"/>
              </a:rPr>
              <a:t>。</a:t>
            </a: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假定</a:t>
            </a:r>
            <a:r>
              <a:rPr lang="en-US" altLang="zh-CN" sz="2800" b="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 Bold" charset="0"/>
                <a:sym typeface="Courier New Bold" charset="0"/>
              </a:rPr>
              <a:t>d</a:t>
            </a:r>
            <a:r>
              <a:rPr lang="en-US" altLang="zh-CN" sz="2800" b="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和</a:t>
            </a:r>
            <a:r>
              <a:rPr lang="en-US" altLang="zh-CN" sz="2800" b="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zh-CN" sz="2800" b="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 Bold" charset="0"/>
                <a:sym typeface="Courier New Bold" charset="0"/>
              </a:rPr>
              <a:t>f</a:t>
            </a: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 Bold" charset="0"/>
                <a:sym typeface="Courier New Bold" charset="0"/>
              </a:rPr>
              <a:t>都不是</a:t>
            </a:r>
            <a:r>
              <a:rPr lang="en-US" altLang="zh-CN" sz="2800" b="0" dirty="0" err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NaN</a:t>
            </a: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，</a:t>
            </a: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针对下列</a:t>
            </a:r>
            <a:r>
              <a:rPr lang="en-US" altLang="zh-CN" sz="28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</a:t>
            </a: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表达式，对所有参数值都成立的有（   ）。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4F0A75-9168-45FF-96FB-AF12A0739E3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093773" y="2687040"/>
            <a:ext cx="6400800" cy="642938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en-US" altLang="zh-CN" sz="2800" b="0" dirty="0">
                <a:latin typeface="Times New Roman" panose="02020603050405020304" pitchFamily="18" charset="0"/>
                <a:ea typeface="Monaco" charset="0"/>
                <a:cs typeface="Times New Roman" panose="02020603050405020304" pitchFamily="18" charset="0"/>
                <a:sym typeface="Monaco" charset="0"/>
              </a:rPr>
              <a:t>x == (int)(float) x</a:t>
            </a:r>
            <a:endParaRPr lang="zh-CN" altLang="en-US" sz="2600" b="0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03107FE-A654-4D1E-840D-2628F77F8F4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056418" y="3881035"/>
            <a:ext cx="6400800" cy="642938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pPr>
              <a:spcBef>
                <a:spcPts val="575"/>
              </a:spcBef>
              <a:buClr>
                <a:srgbClr val="000000"/>
              </a:buClr>
              <a:buSzPct val="100000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altLang="zh-CN" sz="2800" b="0" dirty="0">
                <a:latin typeface="Times New Roman" panose="02020603050405020304" pitchFamily="18" charset="0"/>
                <a:ea typeface="Monaco" charset="0"/>
                <a:cs typeface="Times New Roman" panose="02020603050405020304" pitchFamily="18" charset="0"/>
                <a:sym typeface="Monaco" charset="0"/>
              </a:rPr>
              <a:t>f == (float)(double) f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F644F25-5323-4A78-947A-E298812900E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042973" y="4497114"/>
            <a:ext cx="6400800" cy="642938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pPr>
              <a:spcBef>
                <a:spcPts val="575"/>
              </a:spcBef>
              <a:buClr>
                <a:srgbClr val="000000"/>
              </a:buClr>
              <a:buSzPct val="100000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altLang="zh-CN" sz="2800" b="0" dirty="0">
                <a:latin typeface="Times New Roman" panose="02020603050405020304" pitchFamily="18" charset="0"/>
                <a:ea typeface="Monaco" charset="0"/>
                <a:cs typeface="Times New Roman" panose="02020603050405020304" pitchFamily="18" charset="0"/>
                <a:sym typeface="Monaco" charset="0"/>
              </a:rPr>
              <a:t>d == (double)(float) d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B2560F-1126-4058-9657-B63B25157FDE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392098" y="2765946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4482C9D-ED32-4F91-9DBD-5EB8FCA59659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392098" y="3356496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AAEB32E-5989-4681-831A-CC8E433937E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392098" y="3974296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D44C64B-E807-4D02-854E-DA67B769B0D0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392098" y="4585749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C450841-5E5B-4327-896D-649513C56414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1077898" y="5151958"/>
            <a:ext cx="6400800" cy="642938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en-US" altLang="zh-CN" sz="2800" b="0" dirty="0">
                <a:latin typeface="Times New Roman" panose="02020603050405020304" pitchFamily="18" charset="0"/>
                <a:ea typeface="Monaco" charset="0"/>
                <a:cs typeface="Times New Roman" panose="02020603050405020304" pitchFamily="18" charset="0"/>
                <a:sym typeface="Monaco" charset="0"/>
              </a:rPr>
              <a:t>f == -(-f);</a:t>
            </a:r>
            <a:endParaRPr lang="zh-CN" altLang="en-US" sz="2800" b="0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27232C9-B8D4-4069-BAE6-F2E76457BCE6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 bwMode="auto">
          <a:xfrm>
            <a:off x="392098" y="5185296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B0A79E7-D81E-4EF0-9036-FCAFDC3E1FA4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77898" y="5718696"/>
            <a:ext cx="6400800" cy="642938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en-US" altLang="zh-CN" sz="2800" b="0" dirty="0">
                <a:latin typeface="Times New Roman" panose="02020603050405020304" pitchFamily="18" charset="0"/>
                <a:ea typeface="Monaco" charset="0"/>
                <a:cs typeface="Times New Roman" panose="02020603050405020304" pitchFamily="18" charset="0"/>
                <a:sym typeface="Monaco" charset="0"/>
              </a:rPr>
              <a:t>2/3 == 2/3.0</a:t>
            </a:r>
            <a:endParaRPr lang="zh-CN" altLang="en-US" sz="2800" b="0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5C76B93-3CDA-4BE4-918A-F5641CA49717}"/>
              </a:ext>
            </a:extLst>
          </p:cNvPr>
          <p:cNvSpPr>
            <a:spLocks noChangeAspect="1"/>
          </p:cNvSpPr>
          <p:nvPr>
            <p:custDataLst>
              <p:tags r:id="rId13"/>
            </p:custDataLst>
          </p:nvPr>
        </p:nvSpPr>
        <p:spPr bwMode="auto">
          <a:xfrm>
            <a:off x="392098" y="5794896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17A3756-E223-453E-AB54-FB252F0314F9}"/>
              </a:ext>
            </a:extLst>
          </p:cNvPr>
          <p:cNvSpPr>
            <a:spLocks noChangeAspect="1"/>
          </p:cNvSpPr>
          <p:nvPr>
            <p:custDataLst>
              <p:tags r:id="rId14"/>
            </p:custDataLst>
          </p:nvPr>
        </p:nvSpPr>
        <p:spPr bwMode="auto">
          <a:xfrm>
            <a:off x="5153164" y="2718886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G</a:t>
            </a: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5" name="文本框 24" hidden="1">
            <a:extLst>
              <a:ext uri="{FF2B5EF4-FFF2-40B4-BE49-F238E27FC236}">
                <a16:creationId xmlns:a16="http://schemas.microsoft.com/office/drawing/2014/main" id="{D4DAD810-BE74-4BBA-9478-DFBA128AFFAA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5689600" y="2621717"/>
            <a:ext cx="6400800" cy="642938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en-US" altLang="zh-CN" sz="2800" b="0" dirty="0">
                <a:latin typeface="Times New Roman" panose="02020603050405020304" pitchFamily="18" charset="0"/>
                <a:ea typeface="Monaco" charset="0"/>
                <a:cs typeface="Times New Roman" panose="02020603050405020304" pitchFamily="18" charset="0"/>
                <a:sym typeface="Monaco" charset="0"/>
              </a:rPr>
              <a:t>d &lt; 0.0  ⇒ (d*2) &lt; 0.0</a:t>
            </a:r>
            <a:endParaRPr lang="zh-CN" altLang="en-US" sz="2800" b="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EFE8327-4004-4C41-94E3-A98A8C4093EA}"/>
              </a:ext>
            </a:extLst>
          </p:cNvPr>
          <p:cNvSpPr>
            <a:spLocks noChangeAspect="1"/>
          </p:cNvSpPr>
          <p:nvPr>
            <p:custDataLst>
              <p:tags r:id="rId16"/>
            </p:custDataLst>
          </p:nvPr>
        </p:nvSpPr>
        <p:spPr bwMode="auto">
          <a:xfrm>
            <a:off x="5124450" y="3332359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H</a:t>
            </a: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EE46783-5DEE-4BF9-BFA7-5D28951E6D17}"/>
              </a:ext>
            </a:extLst>
          </p:cNvPr>
          <p:cNvSpPr>
            <a:spLocks noChangeAspect="1"/>
          </p:cNvSpPr>
          <p:nvPr>
            <p:custDataLst>
              <p:tags r:id="rId17"/>
            </p:custDataLst>
          </p:nvPr>
        </p:nvSpPr>
        <p:spPr bwMode="auto">
          <a:xfrm>
            <a:off x="5124450" y="3922909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9" name="文本框 28" hidden="1">
            <a:extLst>
              <a:ext uri="{FF2B5EF4-FFF2-40B4-BE49-F238E27FC236}">
                <a16:creationId xmlns:a16="http://schemas.microsoft.com/office/drawing/2014/main" id="{78BC03E1-F8DE-4862-8931-0549D1311A6D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5715000" y="3241271"/>
            <a:ext cx="6400800" cy="642938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en-US" altLang="zh-CN" sz="2800" b="0" dirty="0">
                <a:latin typeface="Times New Roman" panose="02020603050405020304" pitchFamily="18" charset="0"/>
                <a:ea typeface="Monaco" charset="0"/>
                <a:cs typeface="Times New Roman" panose="02020603050405020304" pitchFamily="18" charset="0"/>
                <a:sym typeface="Monaco" charset="0"/>
              </a:rPr>
              <a:t>d &gt; f	 ⇒ -f &gt; -d</a:t>
            </a:r>
            <a:endParaRPr lang="zh-CN" altLang="en-US" sz="2800" b="0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B000C9F-2ABE-450A-AAC8-319B88BDB2B4}"/>
              </a:ext>
            </a:extLst>
          </p:cNvPr>
          <p:cNvSpPr>
            <a:spLocks noChangeAspect="1"/>
          </p:cNvSpPr>
          <p:nvPr>
            <p:custDataLst>
              <p:tags r:id="rId19"/>
            </p:custDataLst>
          </p:nvPr>
        </p:nvSpPr>
        <p:spPr bwMode="auto">
          <a:xfrm>
            <a:off x="5105400" y="4551559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J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5C0BB32-8D13-421D-B652-A510817011E6}"/>
              </a:ext>
            </a:extLst>
          </p:cNvPr>
          <p:cNvSpPr>
            <a:spLocks noChangeAspect="1"/>
          </p:cNvSpPr>
          <p:nvPr>
            <p:custDataLst>
              <p:tags r:id="rId20"/>
            </p:custDataLst>
          </p:nvPr>
        </p:nvSpPr>
        <p:spPr bwMode="auto">
          <a:xfrm>
            <a:off x="5124450" y="5161159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K</a:t>
            </a: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85FD9E5-7605-499C-8A5A-A91ABDC69875}"/>
              </a:ext>
            </a:extLst>
          </p:cNvPr>
          <p:cNvSpPr/>
          <p:nvPr/>
        </p:nvSpPr>
        <p:spPr>
          <a:xfrm>
            <a:off x="1093773" y="3340770"/>
            <a:ext cx="31630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0" dirty="0">
                <a:latin typeface="Times New Roman" panose="02020603050405020304" pitchFamily="18" charset="0"/>
                <a:ea typeface="Monaco" charset="0"/>
                <a:cs typeface="Times New Roman" panose="02020603050405020304" pitchFamily="18" charset="0"/>
                <a:sym typeface="Monaco" charset="0"/>
              </a:rPr>
              <a:t>x == (int)(double) x</a:t>
            </a:r>
            <a:endParaRPr lang="zh-CN" altLang="en-US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78A3348-AA86-4197-994F-AE2FC475A802}"/>
              </a:ext>
            </a:extLst>
          </p:cNvPr>
          <p:cNvSpPr/>
          <p:nvPr/>
        </p:nvSpPr>
        <p:spPr>
          <a:xfrm>
            <a:off x="5715000" y="3962325"/>
            <a:ext cx="207300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0" dirty="0">
                <a:latin typeface="Times New Roman" panose="02020603050405020304" pitchFamily="18" charset="0"/>
                <a:ea typeface="Monaco" charset="0"/>
                <a:cs typeface="Times New Roman" panose="02020603050405020304" pitchFamily="18" charset="0"/>
                <a:sym typeface="Monaco" charset="0"/>
              </a:rPr>
              <a:t>d * d &gt;= 0.0 </a:t>
            </a:r>
            <a:endParaRPr lang="zh-CN" altLang="en-US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A504F22-73AF-4D61-BDAB-E881103F1710}"/>
              </a:ext>
            </a:extLst>
          </p:cNvPr>
          <p:cNvSpPr/>
          <p:nvPr/>
        </p:nvSpPr>
        <p:spPr>
          <a:xfrm>
            <a:off x="5715000" y="4542689"/>
            <a:ext cx="17620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Monaco" charset="0"/>
              </a:rPr>
              <a:t>x * x &gt;= 0 </a:t>
            </a:r>
            <a:endParaRPr lang="zh-CN" altLang="en-US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5BBE446-941A-4F55-8C23-5EAF9C213322}"/>
              </a:ext>
            </a:extLst>
          </p:cNvPr>
          <p:cNvSpPr/>
          <p:nvPr/>
        </p:nvSpPr>
        <p:spPr>
          <a:xfrm>
            <a:off x="5715000" y="5152289"/>
            <a:ext cx="20714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0" dirty="0">
                <a:latin typeface="Times New Roman" panose="02020603050405020304" pitchFamily="18" charset="0"/>
                <a:ea typeface="Monaco" charset="0"/>
                <a:cs typeface="Times New Roman" panose="02020603050405020304" pitchFamily="18" charset="0"/>
                <a:sym typeface="Monaco" charset="0"/>
              </a:rPr>
              <a:t>(</a:t>
            </a:r>
            <a:r>
              <a:rPr lang="en-US" altLang="zh-CN" sz="2800" b="0" dirty="0" err="1">
                <a:latin typeface="Times New Roman" panose="02020603050405020304" pitchFamily="18" charset="0"/>
                <a:ea typeface="Monaco" charset="0"/>
                <a:cs typeface="Times New Roman" panose="02020603050405020304" pitchFamily="18" charset="0"/>
                <a:sym typeface="Monaco" charset="0"/>
              </a:rPr>
              <a:t>d+f</a:t>
            </a:r>
            <a:r>
              <a:rPr lang="en-US" altLang="zh-CN" sz="2800" b="0" dirty="0">
                <a:latin typeface="Times New Roman" panose="02020603050405020304" pitchFamily="18" charset="0"/>
                <a:ea typeface="Monaco" charset="0"/>
                <a:cs typeface="Times New Roman" panose="02020603050405020304" pitchFamily="18" charset="0"/>
                <a:sym typeface="Monaco" charset="0"/>
              </a:rPr>
              <a:t>)-d == f </a:t>
            </a:r>
            <a:endParaRPr lang="zh-CN" altLang="en-US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矩形 43" hidden="1">
            <a:extLst>
              <a:ext uri="{FF2B5EF4-FFF2-40B4-BE49-F238E27FC236}">
                <a16:creationId xmlns:a16="http://schemas.microsoft.com/office/drawing/2014/main" id="{6A7005A0-3D3A-4B2D-AC0B-6BA390D0D857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51" name="文本框 50" hidden="1">
            <a:extLst>
              <a:ext uri="{FF2B5EF4-FFF2-40B4-BE49-F238E27FC236}">
                <a16:creationId xmlns:a16="http://schemas.microsoft.com/office/drawing/2014/main" id="{6F41F099-CD8A-4578-A828-28E0B1374ACD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9654459" y="635000"/>
            <a:ext cx="3624580" cy="341632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algn="l">
              <a:buNone/>
            </a:pP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x == (int)(float) x	 </a:t>
            </a:r>
            <a:r>
              <a:rPr lang="en-US" altLang="zh-CN" sz="1800" dirty="0">
                <a:solidFill>
                  <a:srgbClr val="0000FF"/>
                </a:solidFill>
                <a:ea typeface="宋体" panose="02010600030101010101" pitchFamily="2" charset="-122"/>
                <a:sym typeface="+mn-ea"/>
              </a:rPr>
              <a:t>No</a:t>
            </a: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 24 </a:t>
            </a:r>
            <a:r>
              <a:rPr lang="zh-CN" altLang="en-US" sz="1800" dirty="0">
                <a:ea typeface="宋体" panose="02010600030101010101" pitchFamily="2" charset="-122"/>
                <a:sym typeface="+mn-ea"/>
              </a:rPr>
              <a:t>位尾数</a:t>
            </a:r>
            <a:endParaRPr lang="en-US" altLang="zh-CN" sz="1800" dirty="0">
              <a:ea typeface="宋体" panose="02010600030101010101" pitchFamily="2" charset="-122"/>
            </a:endParaRPr>
          </a:p>
          <a:p>
            <a:pPr lvl="0" algn="l">
              <a:buNone/>
            </a:pPr>
            <a:r>
              <a:rPr lang="en-US" altLang="zh-CN" sz="180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x == (int)(double) x	</a:t>
            </a: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 Yes</a:t>
            </a:r>
            <a:r>
              <a:rPr lang="en-US" altLang="zh-CN" sz="180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 53</a:t>
            </a:r>
            <a:r>
              <a:rPr lang="zh-CN" altLang="en-US" sz="180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位尾数</a:t>
            </a:r>
            <a:endParaRPr lang="en-US" altLang="zh-CN" sz="1800" dirty="0">
              <a:highlight>
                <a:srgbClr val="FFFF00"/>
              </a:highlight>
              <a:ea typeface="宋体" panose="02010600030101010101" pitchFamily="2" charset="-122"/>
            </a:endParaRPr>
          </a:p>
          <a:p>
            <a:pPr lvl="0" algn="l">
              <a:buNone/>
            </a:pPr>
            <a:r>
              <a:rPr lang="en-US" altLang="zh-CN" sz="180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f == (float)(double) f  </a:t>
            </a: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Yes</a:t>
            </a:r>
            <a:r>
              <a:rPr lang="en-US" altLang="zh-CN" sz="180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sz="180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增加精度</a:t>
            </a:r>
            <a:endParaRPr lang="en-US" altLang="zh-CN" sz="1800" dirty="0">
              <a:highlight>
                <a:srgbClr val="FFFF00"/>
              </a:highlight>
              <a:ea typeface="宋体" panose="02010600030101010101" pitchFamily="2" charset="-122"/>
            </a:endParaRPr>
          </a:p>
          <a:p>
            <a:r>
              <a:rPr lang="en-US" altLang="zh-CN" sz="1800" dirty="0">
                <a:ea typeface="宋体" panose="02010600030101010101" pitchFamily="2" charset="-122"/>
                <a:sym typeface="+mn-ea"/>
              </a:rPr>
              <a:t>d ==(double) (float) d  </a:t>
            </a:r>
            <a:r>
              <a:rPr lang="en-US" altLang="zh-CN" sz="1800" dirty="0">
                <a:solidFill>
                  <a:srgbClr val="0000FF"/>
                </a:solidFill>
                <a:ea typeface="宋体" panose="02010600030101010101" pitchFamily="2" charset="-122"/>
                <a:sym typeface="+mn-ea"/>
              </a:rPr>
              <a:t>No </a:t>
            </a:r>
            <a:r>
              <a:rPr lang="zh-CN" altLang="en-US" sz="1200" dirty="0">
                <a:ea typeface="宋体" panose="02010600030101010101" pitchFamily="2" charset="-122"/>
                <a:sym typeface="+mn-ea"/>
              </a:rPr>
              <a:t>溢出或损失精度</a:t>
            </a:r>
            <a:endParaRPr lang="en-US" altLang="zh-CN" sz="1800" dirty="0">
              <a:ea typeface="宋体" panose="02010600030101010101" pitchFamily="2" charset="-122"/>
            </a:endParaRPr>
          </a:p>
          <a:p>
            <a:pPr lvl="0" algn="l">
              <a:buNone/>
            </a:pPr>
            <a:r>
              <a:rPr lang="en-US" altLang="zh-CN" sz="180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f == - (-f);	      </a:t>
            </a: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Yes</a:t>
            </a:r>
            <a:r>
              <a:rPr lang="en-US" altLang="zh-CN" sz="180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sz="180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仅仅改变符号位</a:t>
            </a:r>
            <a:endParaRPr lang="en-US" altLang="zh-CN" sz="1800" dirty="0">
              <a:highlight>
                <a:srgbClr val="FFFF00"/>
              </a:highlight>
              <a:ea typeface="宋体" panose="02010600030101010101" pitchFamily="2" charset="-122"/>
            </a:endParaRPr>
          </a:p>
          <a:p>
            <a:pPr lvl="0" algn="l">
              <a:buNone/>
            </a:pP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2/3 == 2/3.0	  </a:t>
            </a:r>
            <a:r>
              <a:rPr lang="en-US" altLang="zh-CN" sz="1800" dirty="0">
                <a:solidFill>
                  <a:srgbClr val="0000FF"/>
                </a:solidFill>
                <a:ea typeface="宋体" panose="02010600030101010101" pitchFamily="2" charset="-122"/>
                <a:sym typeface="+mn-ea"/>
              </a:rPr>
              <a:t>No </a:t>
            </a: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2/3 == 0</a:t>
            </a:r>
            <a:endParaRPr lang="en-US" altLang="zh-CN" sz="1800" dirty="0">
              <a:ea typeface="宋体" panose="02010600030101010101" pitchFamily="2" charset="-122"/>
            </a:endParaRPr>
          </a:p>
          <a:p>
            <a:pPr lvl="0">
              <a:buNone/>
            </a:pPr>
            <a:r>
              <a:rPr lang="en-US" altLang="zh-CN" sz="180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d &lt; 0.0</a:t>
            </a:r>
            <a:r>
              <a:rPr lang="en-US" altLang="zh-CN" sz="1800" dirty="0">
                <a:highlight>
                  <a:srgbClr val="FFFF00"/>
                </a:highlight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sz="180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((d*2) &lt; 0.0)  </a:t>
            </a: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Yes!</a:t>
            </a:r>
            <a:endParaRPr lang="en-US" altLang="zh-CN" sz="1800" dirty="0">
              <a:solidFill>
                <a:srgbClr val="FF0000"/>
              </a:solidFill>
              <a:highlight>
                <a:srgbClr val="FFFF00"/>
              </a:highlight>
              <a:ea typeface="宋体" panose="02010600030101010101" pitchFamily="2" charset="-122"/>
            </a:endParaRPr>
          </a:p>
          <a:p>
            <a:pPr lvl="0" algn="l">
              <a:buNone/>
            </a:pPr>
            <a:r>
              <a:rPr lang="en-US" altLang="zh-CN" sz="180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d &gt; f </a:t>
            </a:r>
            <a:r>
              <a:rPr lang="en-US" altLang="zh-CN" sz="1800" dirty="0">
                <a:highlight>
                  <a:srgbClr val="FFFF00"/>
                </a:highlight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sz="180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-f &lt; -d	   </a:t>
            </a: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Yes</a:t>
            </a:r>
            <a:r>
              <a:rPr lang="zh-CN" altLang="en-US" sz="18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！</a:t>
            </a:r>
            <a:endParaRPr lang="en-US" altLang="zh-CN" sz="1800" dirty="0">
              <a:solidFill>
                <a:srgbClr val="FF0000"/>
              </a:solidFill>
              <a:highlight>
                <a:srgbClr val="FFFF00"/>
              </a:highlight>
              <a:ea typeface="宋体" panose="02010600030101010101" pitchFamily="2" charset="-122"/>
            </a:endParaRPr>
          </a:p>
          <a:p>
            <a:r>
              <a:rPr lang="en-US" altLang="zh-CN" sz="180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d *d &gt;= 0.0	   </a:t>
            </a: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Yes!</a:t>
            </a:r>
            <a:endParaRPr lang="en-US" altLang="zh-CN" sz="1800" dirty="0">
              <a:solidFill>
                <a:srgbClr val="FF0000"/>
              </a:solidFill>
              <a:highlight>
                <a:srgbClr val="FFFF00"/>
              </a:highlight>
              <a:ea typeface="宋体" panose="02010600030101010101" pitchFamily="2" charset="-122"/>
            </a:endParaRPr>
          </a:p>
          <a:p>
            <a:pPr lvl="0" algn="l">
              <a:buNone/>
            </a:pP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x *x &gt;= 0	         </a:t>
            </a:r>
            <a:r>
              <a:rPr lang="en-US" altLang="zh-CN" sz="1800" dirty="0">
                <a:solidFill>
                  <a:srgbClr val="0000FF"/>
                </a:solidFill>
                <a:ea typeface="宋体" panose="02010600030101010101" pitchFamily="2" charset="-122"/>
                <a:sym typeface="+mn-ea"/>
              </a:rPr>
              <a:t>No</a:t>
            </a: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  </a:t>
            </a:r>
            <a:r>
              <a:rPr lang="zh-CN" altLang="en-US" sz="1800" dirty="0">
                <a:ea typeface="宋体" panose="02010600030101010101" pitchFamily="2" charset="-122"/>
                <a:sym typeface="+mn-ea"/>
              </a:rPr>
              <a:t>例如</a:t>
            </a: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50000</a:t>
            </a:r>
            <a:r>
              <a:rPr lang="zh-CN" altLang="en-US" sz="1800" dirty="0">
                <a:ea typeface="宋体" panose="02010600030101010101" pitchFamily="2" charset="-122"/>
                <a:sym typeface="+mn-ea"/>
              </a:rPr>
              <a:t>*</a:t>
            </a: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50000</a:t>
            </a:r>
            <a:endParaRPr lang="en-US" altLang="zh-CN" sz="1800" dirty="0">
              <a:ea typeface="宋体" panose="02010600030101010101" pitchFamily="2" charset="-122"/>
            </a:endParaRPr>
          </a:p>
          <a:p>
            <a:pPr lvl="0" algn="l">
              <a:buNone/>
            </a:pP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sz="1800" dirty="0" err="1">
                <a:ea typeface="宋体" panose="02010600030101010101" pitchFamily="2" charset="-122"/>
                <a:sym typeface="+mn-ea"/>
              </a:rPr>
              <a:t>d+f</a:t>
            </a:r>
            <a:r>
              <a:rPr lang="en-US" altLang="zh-CN" sz="1800" dirty="0">
                <a:ea typeface="宋体" panose="02010600030101010101" pitchFamily="2" charset="-122"/>
                <a:sym typeface="+mn-ea"/>
              </a:rPr>
              <a:t>)-d == f        </a:t>
            </a:r>
            <a:r>
              <a:rPr lang="en-US" altLang="zh-CN" sz="1800" dirty="0">
                <a:solidFill>
                  <a:srgbClr val="0000FF"/>
                </a:solidFill>
                <a:ea typeface="宋体" panose="02010600030101010101" pitchFamily="2" charset="-122"/>
                <a:sym typeface="+mn-ea"/>
              </a:rPr>
              <a:t>No </a:t>
            </a:r>
            <a:r>
              <a:rPr lang="zh-CN" altLang="en-US" sz="1800" dirty="0">
                <a:ea typeface="宋体" panose="02010600030101010101" pitchFamily="2" charset="-122"/>
                <a:sym typeface="+mn-ea"/>
              </a:rPr>
              <a:t>不具备结合性</a:t>
            </a:r>
            <a:endParaRPr lang="en-US" altLang="zh-CN" sz="1800" dirty="0">
              <a:ea typeface="宋体" panose="02010600030101010101" pitchFamily="2" charset="-122"/>
            </a:endParaRPr>
          </a:p>
          <a:p>
            <a:pPr lvl="0" algn="l">
              <a:buNone/>
            </a:pPr>
            <a:endParaRPr lang="zh-CN" altLang="en-US" sz="18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8" name="组合 47" hidden="1">
            <a:extLst>
              <a:ext uri="{FF2B5EF4-FFF2-40B4-BE49-F238E27FC236}">
                <a16:creationId xmlns:a16="http://schemas.microsoft.com/office/drawing/2014/main" id="{AC7E1F8E-86FF-4378-ACFD-017B68599A2D}"/>
              </a:ext>
            </a:extLst>
          </p:cNvPr>
          <p:cNvGrpSpPr/>
          <p:nvPr>
            <p:custDataLst>
              <p:tags r:id="rId23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45" name="RemarkBack" hidden="1">
              <a:extLst>
                <a:ext uri="{FF2B5EF4-FFF2-40B4-BE49-F238E27FC236}">
                  <a16:creationId xmlns:a16="http://schemas.microsoft.com/office/drawing/2014/main" id="{BFAE57ED-0A9A-482B-A07C-D027949BD02E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 bwMode="auto"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46" name="RemarkBlock" hidden="1">
              <a:extLst>
                <a:ext uri="{FF2B5EF4-FFF2-40B4-BE49-F238E27FC236}">
                  <a16:creationId xmlns:a16="http://schemas.microsoft.com/office/drawing/2014/main" id="{A59FEFF6-AD11-4FED-A280-D860D161900F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 bwMode="auto"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47" name="RemarkTitleText" hidden="1">
              <a:extLst>
                <a:ext uri="{FF2B5EF4-FFF2-40B4-BE49-F238E27FC236}">
                  <a16:creationId xmlns:a16="http://schemas.microsoft.com/office/drawing/2014/main" id="{F5963E55-8125-4A64-ACB3-45B58124B3EC}"/>
                </a:ext>
              </a:extLst>
            </p:cNvPr>
            <p:cNvSpPr txBox="1"/>
            <p:nvPr>
              <p:custDataLst>
                <p:tags r:id="rId35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  <a:endParaRPr lang="zh-CN" altLang="en-US" sz="1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sp>
        <p:nvSpPr>
          <p:cNvPr id="2" name="RemarkBack" hidden="1">
            <a:extLst>
              <a:ext uri="{FF2B5EF4-FFF2-40B4-BE49-F238E27FC236}">
                <a16:creationId xmlns:a16="http://schemas.microsoft.com/office/drawing/2014/main" id="{4C108E58-4939-49B4-88AA-C5182E52109B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9537700" y="12700"/>
            <a:ext cx="3815080" cy="635000"/>
          </a:xfrm>
          <a:prstGeom prst="rect">
            <a:avLst/>
          </a:prstGeom>
          <a:solidFill>
            <a:srgbClr val="F6F7F8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8" name="RemarkBlock" hidden="1">
            <a:extLst>
              <a:ext uri="{FF2B5EF4-FFF2-40B4-BE49-F238E27FC236}">
                <a16:creationId xmlns:a16="http://schemas.microsoft.com/office/drawing/2014/main" id="{450A6997-BF30-4FC7-A7CD-23E5B9CBA74D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18" name="RemarkTitleText" hidden="1">
            <a:extLst>
              <a:ext uri="{FF2B5EF4-FFF2-40B4-BE49-F238E27FC236}">
                <a16:creationId xmlns:a16="http://schemas.microsoft.com/office/drawing/2014/main" id="{758B128A-01B4-466A-BA48-83F574CF0F40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  <a:endParaRPr lang="zh-CN" altLang="en-US" sz="1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6E669BD-0500-4484-AD95-8C04B2F73CE1}"/>
              </a:ext>
            </a:extLst>
          </p:cNvPr>
          <p:cNvSpPr/>
          <p:nvPr/>
        </p:nvSpPr>
        <p:spPr>
          <a:xfrm>
            <a:off x="5715000" y="2742815"/>
            <a:ext cx="279275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dirty="0">
                <a:ea typeface="宋体" panose="02010600030101010101" pitchFamily="2" charset="-122"/>
                <a:sym typeface="+mn-ea"/>
              </a:rPr>
              <a:t>d &lt; 0.0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dirty="0">
                <a:ea typeface="宋体" panose="02010600030101010101" pitchFamily="2" charset="-122"/>
                <a:sym typeface="+mn-ea"/>
              </a:rPr>
              <a:t>((d*2) &lt; 0.0) </a:t>
            </a:r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DD8F1D1-464D-48CC-8923-9CFB8E0D2FE2}"/>
              </a:ext>
            </a:extLst>
          </p:cNvPr>
          <p:cNvSpPr/>
          <p:nvPr/>
        </p:nvSpPr>
        <p:spPr>
          <a:xfrm>
            <a:off x="5746017" y="3327746"/>
            <a:ext cx="18485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ea typeface="宋体" panose="02010600030101010101" pitchFamily="2" charset="-122"/>
                <a:sym typeface="+mn-ea"/>
              </a:rPr>
              <a:t>d &gt; f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dirty="0">
                <a:ea typeface="宋体" panose="02010600030101010101" pitchFamily="2" charset="-122"/>
                <a:sym typeface="+mn-ea"/>
              </a:rPr>
              <a:t>-f &lt; -d</a:t>
            </a:r>
            <a:endParaRPr lang="zh-CN" alt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95F9B9D-1326-4CFB-A535-8E991B5AFBE5}"/>
              </a:ext>
            </a:extLst>
          </p:cNvPr>
          <p:cNvGrpSpPr/>
          <p:nvPr>
            <p:custDataLst>
              <p:tags r:id="rId27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6F1DBC78-E63B-46EF-9688-2490BA031187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925FF477-6BF8-4C15-8D34-5311C841297C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202873DA-5AFC-45BA-91DE-3BF2B73CD2A7}"/>
                </a:ext>
              </a:extLst>
            </p:cNvPr>
            <p:cNvSpPr txBox="1"/>
            <p:nvPr>
              <p:custDataLst>
                <p:tags r:id="rId31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  <a:endPara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AC35B65C-2FAC-41A5-A3F3-4C9F0A475F57}"/>
                </a:ext>
              </a:extLst>
            </p:cNvPr>
            <p:cNvSpPr txBox="1"/>
            <p:nvPr>
              <p:custDataLst>
                <p:tags r:id="rId32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F11F68D8-CDD3-4CCE-A7BB-3B6798EAE991}"/>
              </a:ext>
            </a:extLst>
          </p:cNvPr>
          <p:cNvPicPr>
            <a:picLocks/>
          </p:cNvPicPr>
          <p:nvPr>
            <p:custDataLst>
              <p:tags r:id="rId28"/>
            </p:custDataLst>
          </p:nvPr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61939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89709" y="914400"/>
            <a:ext cx="7848600" cy="52629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just">
              <a:buNone/>
            </a:pPr>
            <a:r>
              <a:rPr lang="zh-CN" altLang="en-US" sz="2800" dirty="0">
                <a:ea typeface="宋体" panose="02010600030101010101" pitchFamily="2" charset="-122"/>
                <a:sym typeface="+mn-ea"/>
              </a:rPr>
              <a:t>解答：</a:t>
            </a:r>
            <a:endParaRPr lang="en-US" altLang="zh-CN" sz="2800" dirty="0">
              <a:ea typeface="宋体" panose="02010600030101010101" pitchFamily="2" charset="-122"/>
              <a:sym typeface="+mn-ea"/>
            </a:endParaRPr>
          </a:p>
          <a:p>
            <a:pPr lvl="0" algn="just">
              <a:buNone/>
            </a:pPr>
            <a:r>
              <a:rPr lang="en-US" altLang="zh-CN" sz="2800" dirty="0">
                <a:ea typeface="宋体" panose="02010600030101010101" pitchFamily="2" charset="-122"/>
                <a:sym typeface="+mn-ea"/>
              </a:rPr>
              <a:t>x == (int)(float) x	     </a:t>
            </a:r>
            <a:r>
              <a:rPr lang="en-US" altLang="zh-CN" sz="2800" dirty="0">
                <a:solidFill>
                  <a:srgbClr val="0000FF"/>
                </a:solidFill>
                <a:ea typeface="宋体" panose="02010600030101010101" pitchFamily="2" charset="-122"/>
                <a:sym typeface="+mn-ea"/>
              </a:rPr>
              <a:t>No</a:t>
            </a:r>
            <a:r>
              <a:rPr lang="en-US" altLang="zh-CN" sz="2800" dirty="0">
                <a:ea typeface="宋体" panose="02010600030101010101" pitchFamily="2" charset="-122"/>
                <a:sym typeface="+mn-ea"/>
              </a:rPr>
              <a:t> 24 </a:t>
            </a:r>
            <a:r>
              <a:rPr lang="zh-CN" altLang="en-US" sz="2800" dirty="0">
                <a:ea typeface="宋体" panose="02010600030101010101" pitchFamily="2" charset="-122"/>
                <a:sym typeface="+mn-ea"/>
              </a:rPr>
              <a:t>位尾数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0" algn="just">
              <a:buNone/>
            </a:pPr>
            <a:r>
              <a:rPr lang="en-US" altLang="zh-CN" sz="280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x == (int)(double) x	</a:t>
            </a:r>
            <a:r>
              <a:rPr lang="en-US" altLang="zh-CN" sz="28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     Yes</a:t>
            </a:r>
            <a:r>
              <a:rPr lang="en-US" altLang="zh-CN" sz="280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 53</a:t>
            </a:r>
            <a:r>
              <a:rPr lang="zh-CN" altLang="en-US" sz="280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位尾数</a:t>
            </a:r>
            <a:endParaRPr lang="en-US" altLang="zh-CN" sz="2800" dirty="0">
              <a:highlight>
                <a:srgbClr val="FFFF00"/>
              </a:highlight>
              <a:ea typeface="宋体" panose="02010600030101010101" pitchFamily="2" charset="-122"/>
            </a:endParaRPr>
          </a:p>
          <a:p>
            <a:pPr lvl="0" algn="just">
              <a:buNone/>
            </a:pPr>
            <a:r>
              <a:rPr lang="en-US" altLang="zh-CN" sz="280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f == (float)(double) f     </a:t>
            </a:r>
            <a:r>
              <a:rPr lang="en-US" altLang="zh-CN" sz="28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Yes</a:t>
            </a:r>
            <a:r>
              <a:rPr lang="en-US" altLang="zh-CN" sz="280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sz="280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增加精度</a:t>
            </a:r>
            <a:endParaRPr lang="en-US" altLang="zh-CN" sz="2800" dirty="0">
              <a:highlight>
                <a:srgbClr val="FFFF00"/>
              </a:highlight>
              <a:ea typeface="宋体" panose="02010600030101010101" pitchFamily="2" charset="-122"/>
            </a:endParaRPr>
          </a:p>
          <a:p>
            <a:pPr algn="just"/>
            <a:r>
              <a:rPr lang="en-US" altLang="zh-CN" sz="2800" dirty="0">
                <a:ea typeface="宋体" panose="02010600030101010101" pitchFamily="2" charset="-122"/>
                <a:sym typeface="+mn-ea"/>
              </a:rPr>
              <a:t>d ==(double) (float) d    </a:t>
            </a:r>
            <a:r>
              <a:rPr lang="en-US" altLang="zh-CN" sz="2800" dirty="0">
                <a:solidFill>
                  <a:srgbClr val="0000FF"/>
                </a:solidFill>
                <a:ea typeface="宋体" panose="02010600030101010101" pitchFamily="2" charset="-122"/>
                <a:sym typeface="+mn-ea"/>
              </a:rPr>
              <a:t>No </a:t>
            </a:r>
            <a:r>
              <a:rPr lang="zh-CN" altLang="en-US" sz="1800" dirty="0">
                <a:ea typeface="宋体" panose="02010600030101010101" pitchFamily="2" charset="-122"/>
                <a:sym typeface="+mn-ea"/>
              </a:rPr>
              <a:t>溢出或损失精度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0" algn="just">
              <a:buNone/>
            </a:pPr>
            <a:r>
              <a:rPr lang="en-US" altLang="zh-CN" sz="280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f == - (-f);	                 </a:t>
            </a:r>
            <a:r>
              <a:rPr lang="en-US" altLang="zh-CN" sz="28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Yes</a:t>
            </a:r>
            <a:r>
              <a:rPr lang="en-US" altLang="zh-CN" sz="280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sz="280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仅仅改变符号位</a:t>
            </a:r>
            <a:endParaRPr lang="en-US" altLang="zh-CN" sz="2800" dirty="0">
              <a:highlight>
                <a:srgbClr val="FFFF00"/>
              </a:highlight>
              <a:ea typeface="宋体" panose="02010600030101010101" pitchFamily="2" charset="-122"/>
            </a:endParaRPr>
          </a:p>
          <a:p>
            <a:pPr lvl="0" algn="just">
              <a:buNone/>
            </a:pPr>
            <a:r>
              <a:rPr lang="en-US" altLang="zh-CN" sz="2800" dirty="0">
                <a:ea typeface="宋体" panose="02010600030101010101" pitchFamily="2" charset="-122"/>
                <a:sym typeface="+mn-ea"/>
              </a:rPr>
              <a:t>2/3 == 2/3.0	                 </a:t>
            </a:r>
            <a:r>
              <a:rPr lang="en-US" altLang="zh-CN" sz="2800" dirty="0">
                <a:solidFill>
                  <a:srgbClr val="0000FF"/>
                </a:solidFill>
                <a:ea typeface="宋体" panose="02010600030101010101" pitchFamily="2" charset="-122"/>
                <a:sym typeface="+mn-ea"/>
              </a:rPr>
              <a:t>No </a:t>
            </a:r>
            <a:r>
              <a:rPr lang="en-US" altLang="zh-CN" sz="2800" dirty="0">
                <a:ea typeface="宋体" panose="02010600030101010101" pitchFamily="2" charset="-122"/>
                <a:sym typeface="+mn-ea"/>
              </a:rPr>
              <a:t>2/3 == 0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0" algn="just">
              <a:buNone/>
            </a:pPr>
            <a:r>
              <a:rPr lang="en-US" altLang="zh-CN" sz="280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d &lt; 0.0</a:t>
            </a:r>
            <a:r>
              <a:rPr lang="en-US" altLang="zh-CN" sz="2800" dirty="0">
                <a:highlight>
                  <a:srgbClr val="FFFF00"/>
                </a:highlight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sz="280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((d*2) &lt; 0.0)    </a:t>
            </a:r>
            <a:r>
              <a:rPr lang="en-US" altLang="zh-CN" sz="28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Yes!</a:t>
            </a:r>
            <a:endParaRPr lang="en-US" altLang="zh-CN" sz="2800" dirty="0">
              <a:solidFill>
                <a:srgbClr val="FF0000"/>
              </a:solidFill>
              <a:highlight>
                <a:srgbClr val="FFFF00"/>
              </a:highlight>
              <a:ea typeface="宋体" panose="02010600030101010101" pitchFamily="2" charset="-122"/>
            </a:endParaRPr>
          </a:p>
          <a:p>
            <a:pPr lvl="0" algn="just">
              <a:buNone/>
            </a:pPr>
            <a:r>
              <a:rPr lang="en-US" altLang="zh-CN" sz="280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d &gt; f </a:t>
            </a:r>
            <a:r>
              <a:rPr lang="en-US" altLang="zh-CN" sz="2800" dirty="0">
                <a:highlight>
                  <a:srgbClr val="FFFF00"/>
                </a:highlight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sz="280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-f &lt; -d	      </a:t>
            </a:r>
            <a:r>
              <a:rPr lang="en-US" altLang="zh-CN" sz="28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Yes</a:t>
            </a:r>
            <a:r>
              <a:rPr lang="zh-CN" altLang="en-US" sz="28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！</a:t>
            </a:r>
            <a:endParaRPr lang="en-US" altLang="zh-CN" sz="2800" dirty="0">
              <a:solidFill>
                <a:srgbClr val="FF0000"/>
              </a:solidFill>
              <a:highlight>
                <a:srgbClr val="FFFF00"/>
              </a:highlight>
              <a:ea typeface="宋体" panose="02010600030101010101" pitchFamily="2" charset="-122"/>
            </a:endParaRPr>
          </a:p>
          <a:p>
            <a:pPr algn="just"/>
            <a:r>
              <a:rPr lang="en-US" altLang="zh-CN" sz="2800" dirty="0"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d *d &gt;= 0.0	                 </a:t>
            </a:r>
            <a:r>
              <a:rPr lang="en-US" altLang="zh-CN" sz="2800" dirty="0">
                <a:solidFill>
                  <a:srgbClr val="FF0000"/>
                </a:solidFill>
                <a:highlight>
                  <a:srgbClr val="FFFF00"/>
                </a:highlight>
                <a:ea typeface="宋体" panose="02010600030101010101" pitchFamily="2" charset="-122"/>
                <a:sym typeface="+mn-ea"/>
              </a:rPr>
              <a:t>Yes!</a:t>
            </a:r>
            <a:endParaRPr lang="en-US" altLang="zh-CN" sz="2800" dirty="0">
              <a:solidFill>
                <a:srgbClr val="FF0000"/>
              </a:solidFill>
              <a:highlight>
                <a:srgbClr val="FFFF00"/>
              </a:highlight>
              <a:ea typeface="宋体" panose="02010600030101010101" pitchFamily="2" charset="-122"/>
            </a:endParaRPr>
          </a:p>
          <a:p>
            <a:pPr lvl="0" algn="just">
              <a:buNone/>
            </a:pPr>
            <a:r>
              <a:rPr lang="en-US" altLang="zh-CN" sz="2800" dirty="0">
                <a:ea typeface="宋体" panose="02010600030101010101" pitchFamily="2" charset="-122"/>
                <a:sym typeface="+mn-ea"/>
              </a:rPr>
              <a:t>x *x &gt;= 0	                 </a:t>
            </a:r>
            <a:r>
              <a:rPr lang="en-US" altLang="zh-CN" sz="2800" dirty="0">
                <a:solidFill>
                  <a:srgbClr val="0000FF"/>
                </a:solidFill>
                <a:ea typeface="宋体" panose="02010600030101010101" pitchFamily="2" charset="-122"/>
                <a:sym typeface="+mn-ea"/>
              </a:rPr>
              <a:t>No</a:t>
            </a:r>
            <a:r>
              <a:rPr lang="en-US" altLang="zh-CN" sz="2800" dirty="0">
                <a:ea typeface="宋体" panose="02010600030101010101" pitchFamily="2" charset="-122"/>
                <a:sym typeface="+mn-ea"/>
              </a:rPr>
              <a:t>  </a:t>
            </a:r>
            <a:r>
              <a:rPr lang="zh-CN" altLang="en-US" sz="2800" dirty="0">
                <a:ea typeface="宋体" panose="02010600030101010101" pitchFamily="2" charset="-122"/>
                <a:sym typeface="+mn-ea"/>
              </a:rPr>
              <a:t>例如</a:t>
            </a:r>
            <a:r>
              <a:rPr lang="en-US" altLang="zh-CN" sz="2800" dirty="0">
                <a:ea typeface="宋体" panose="02010600030101010101" pitchFamily="2" charset="-122"/>
                <a:sym typeface="+mn-ea"/>
              </a:rPr>
              <a:t>50000</a:t>
            </a:r>
            <a:r>
              <a:rPr lang="zh-CN" altLang="en-US" sz="2800" dirty="0">
                <a:ea typeface="宋体" panose="02010600030101010101" pitchFamily="2" charset="-122"/>
                <a:sym typeface="+mn-ea"/>
              </a:rPr>
              <a:t>*</a:t>
            </a:r>
            <a:r>
              <a:rPr lang="en-US" altLang="zh-CN" sz="2800" dirty="0">
                <a:ea typeface="宋体" panose="02010600030101010101" pitchFamily="2" charset="-122"/>
                <a:sym typeface="+mn-ea"/>
              </a:rPr>
              <a:t>50000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0" algn="just">
              <a:buNone/>
            </a:pPr>
            <a:r>
              <a:rPr lang="en-US" altLang="zh-CN" sz="2800" dirty="0"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sz="2800" dirty="0" err="1">
                <a:ea typeface="宋体" panose="02010600030101010101" pitchFamily="2" charset="-122"/>
                <a:sym typeface="+mn-ea"/>
              </a:rPr>
              <a:t>d+f</a:t>
            </a:r>
            <a:r>
              <a:rPr lang="en-US" altLang="zh-CN" sz="2800" dirty="0">
                <a:ea typeface="宋体" panose="02010600030101010101" pitchFamily="2" charset="-122"/>
                <a:sym typeface="+mn-ea"/>
              </a:rPr>
              <a:t>)-d == f   </a:t>
            </a:r>
            <a:r>
              <a:rPr lang="en-US" altLang="zh-CN" sz="2800" dirty="0">
                <a:solidFill>
                  <a:srgbClr val="0000FF"/>
                </a:solidFill>
                <a:ea typeface="宋体" panose="02010600030101010101" pitchFamily="2" charset="-122"/>
                <a:sym typeface="+mn-ea"/>
              </a:rPr>
              <a:t>No </a:t>
            </a:r>
            <a:r>
              <a:rPr lang="zh-CN" altLang="en-US" sz="2800" dirty="0">
                <a:ea typeface="宋体" panose="02010600030101010101" pitchFamily="2" charset="-122"/>
                <a:sym typeface="+mn-ea"/>
              </a:rPr>
              <a:t>不具备结合性，比如</a:t>
            </a:r>
            <a:r>
              <a:rPr lang="en-US" altLang="zh-CN" sz="2800" dirty="0">
                <a:ea typeface="宋体" panose="02010600030101010101" pitchFamily="2" charset="-122"/>
                <a:sym typeface="+mn-ea"/>
              </a:rPr>
              <a:t>1e20+3.14-1e20</a:t>
            </a:r>
            <a:endParaRPr lang="zh-CN" altLang="en-US" sz="2800" dirty="0">
              <a:latin typeface="Calibri" panose="020F0502020204030204" pitchFamily="34" charset="0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5438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/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 【20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3年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408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统考真题】</a:t>
            </a:r>
            <a:endParaRPr lang="en-US" altLang="zh-CN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若short型变量x=-8190，则x的机器数为（）。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02H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29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01H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2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9FFFH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4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9FFEH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1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38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16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2" name="矩形 11" hidden="1"/>
          <p:cNvSpPr/>
          <p:nvPr>
            <p:custDataLst>
              <p:tags r:id="rId11"/>
            </p:custDataLst>
          </p:nvPr>
        </p:nvSpPr>
        <p:spPr bwMode="auto"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3" name="文本框 22" hidden="1"/>
          <p:cNvSpPr txBox="1"/>
          <p:nvPr>
            <p:custDataLst>
              <p:tags r:id="rId12"/>
            </p:custDataLst>
          </p:nvPr>
        </p:nvSpPr>
        <p:spPr>
          <a:xfrm>
            <a:off x="9779000" y="635000"/>
            <a:ext cx="3403600" cy="2246769"/>
          </a:xfrm>
          <a:prstGeom prst="rect">
            <a:avLst/>
          </a:prstGeom>
          <a:noFill/>
        </p:spPr>
        <p:txBody>
          <a:bodyPr vert="horz" wrap="square" rtlCol="0" anchor="t" anchorCtr="0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本题考查补码加法，先写出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-8192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的补码和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的补码，再用补码加法计算即可。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[-8192]</a:t>
            </a:r>
            <a:r>
              <a:rPr lang="zh-CN" altLang="en-US" sz="16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补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=1,110000000000000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      [2]</a:t>
            </a:r>
            <a:r>
              <a:rPr lang="zh-CN" altLang="en-US" sz="16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补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=0,000000000000010</a:t>
            </a:r>
          </a:p>
          <a:p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[-8190]</a:t>
            </a:r>
            <a:r>
              <a:rPr lang="zh-CN" altLang="en-US" sz="16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补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=1,110000000000010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转成十六进制为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E002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1" name="组合 20" hidden="1"/>
          <p:cNvGrpSpPr/>
          <p:nvPr>
            <p:custDataLst>
              <p:tags r:id="rId13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18" name="RemarkBack" hidden="1"/>
            <p:cNvSpPr/>
            <p:nvPr>
              <p:custDataLst>
                <p:tags r:id="rId27"/>
              </p:custDataLst>
            </p:nvPr>
          </p:nvSpPr>
          <p:spPr bwMode="auto"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9" name="RemarkBlock" hidden="1"/>
            <p:cNvSpPr/>
            <p:nvPr>
              <p:custDataLst>
                <p:tags r:id="rId28"/>
              </p:custDataLst>
            </p:nvPr>
          </p:nvSpPr>
          <p:spPr bwMode="auto"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0" name="RemarkTitleText" hidden="1"/>
            <p:cNvSpPr txBox="1"/>
            <p:nvPr>
              <p:custDataLst>
                <p:tags r:id="rId29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答案解析</a:t>
              </a:r>
              <a:endPara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26" name="组合 25" hidden="1"/>
          <p:cNvGrpSpPr/>
          <p:nvPr>
            <p:custDataLst>
              <p:tags r:id="rId14"/>
            </p:custDataLst>
          </p:nvPr>
        </p:nvGrpSpPr>
        <p:grpSpPr>
          <a:xfrm>
            <a:off x="9537700" y="0"/>
            <a:ext cx="3815080" cy="647700"/>
            <a:chOff x="15020" y="0"/>
            <a:chExt cx="6008" cy="1020"/>
          </a:xfrm>
        </p:grpSpPr>
        <p:sp>
          <p:nvSpPr>
            <p:cNvPr id="22" name="RemarkBack" hidden="1"/>
            <p:cNvSpPr/>
            <p:nvPr>
              <p:custDataLst>
                <p:tags r:id="rId24"/>
              </p:custDataLst>
            </p:nvPr>
          </p:nvSpPr>
          <p:spPr bwMode="auto">
            <a:xfrm>
              <a:off x="15020" y="20"/>
              <a:ext cx="6008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4" name="RemarkBlock" hidden="1"/>
            <p:cNvSpPr/>
            <p:nvPr>
              <p:custDataLst>
                <p:tags r:id="rId25"/>
              </p:custDataLst>
            </p:nvPr>
          </p:nvSpPr>
          <p:spPr bwMode="auto">
            <a:xfrm>
              <a:off x="15020" y="2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5" name="RemarkTitleText" hidden="1"/>
            <p:cNvSpPr txBox="1"/>
            <p:nvPr>
              <p:custDataLst>
                <p:tags r:id="rId26"/>
              </p:custDataLst>
            </p:nvPr>
          </p:nvSpPr>
          <p:spPr>
            <a:xfrm>
              <a:off x="15400" y="0"/>
              <a:ext cx="3000" cy="1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7" name="RemarkBack" hidden="1">
            <a:extLst>
              <a:ext uri="{FF2B5EF4-FFF2-40B4-BE49-F238E27FC236}">
                <a16:creationId xmlns:a16="http://schemas.microsoft.com/office/drawing/2014/main" id="{A641C19B-384D-4B65-A593-9E3E2D3C1FE4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9537700" y="12700"/>
            <a:ext cx="3815080" cy="635000"/>
          </a:xfrm>
          <a:prstGeom prst="rect">
            <a:avLst/>
          </a:prstGeom>
          <a:solidFill>
            <a:srgbClr val="F6F7F8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8" name="RemarkBlock" hidden="1">
            <a:extLst>
              <a:ext uri="{FF2B5EF4-FFF2-40B4-BE49-F238E27FC236}">
                <a16:creationId xmlns:a16="http://schemas.microsoft.com/office/drawing/2014/main" id="{5CEC0044-591C-461B-9D84-0A966E7289FC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9" name="RemarkTitleText" hidden="1">
            <a:extLst>
              <a:ext uri="{FF2B5EF4-FFF2-40B4-BE49-F238E27FC236}">
                <a16:creationId xmlns:a16="http://schemas.microsoft.com/office/drawing/2014/main" id="{B4B78C99-E7C1-4D7A-9F79-D533F253906B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  <a:endParaRPr lang="zh-CN" altLang="en-US" sz="1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4A970CC-5005-45FB-A880-C5981DFAD4AE}"/>
              </a:ext>
            </a:extLst>
          </p:cNvPr>
          <p:cNvSpPr txBox="1"/>
          <p:nvPr/>
        </p:nvSpPr>
        <p:spPr>
          <a:xfrm>
            <a:off x="4024745" y="2443629"/>
            <a:ext cx="4572000" cy="193899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本题考查补码加法，先写出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-8192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的补码和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的补码，再用补码加法计算即。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[-8192]</a:t>
            </a:r>
            <a:r>
              <a:rPr lang="zh-CN" altLang="en-US" sz="1600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补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=1,110000000000000</a:t>
            </a:r>
          </a:p>
          <a:p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      [2]</a:t>
            </a:r>
            <a:r>
              <a:rPr lang="zh-CN" altLang="en-US" sz="1600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补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=0,000000000000010</a:t>
            </a:r>
          </a:p>
          <a:p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[-8190]</a:t>
            </a:r>
            <a:r>
              <a:rPr lang="zh-CN" altLang="en-US" sz="1600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补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=1,110000000000010</a:t>
            </a:r>
          </a:p>
          <a:p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转成十六进制为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E002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</a:p>
        </p:txBody>
      </p:sp>
      <p:grpSp>
        <p:nvGrpSpPr>
          <p:cNvPr id="17" name="组合 16"/>
          <p:cNvGrpSpPr/>
          <p:nvPr>
            <p:custDataLst>
              <p:tags r:id="rId18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3" name="TitleBackground"/>
            <p:cNvSpPr/>
            <p:nvPr>
              <p:custDataLst>
                <p:tags r:id="rId20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21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22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 b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23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b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5</a:t>
              </a:r>
              <a:r>
                <a:rPr lang="zh-CN" altLang="en-US" sz="2000" b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 b="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 descr="tmp47DC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914400" y="744220"/>
            <a:ext cx="75438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just"/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【20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3年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408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统考真题】</a:t>
            </a:r>
            <a:endParaRPr lang="en-US" altLang="zh-CN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已知 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float 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型变量用 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IEEE754 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单精度浮点数格式表示。若 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float 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型变量 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的机器数为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8020 0000H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 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的值（）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790700" y="3643313"/>
                <a:ext cx="6400800" cy="642938"/>
              </a:xfrm>
              <a:prstGeom prst="rect">
                <a:avLst/>
              </a:prstGeom>
              <a:noFill/>
            </p:spPr>
            <p:txBody>
              <a:bodyPr vert="horz" wrap="none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6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微软雅黑" panose="020B0503020204020204" pitchFamily="34" charset="-122"/>
                        </a:rPr>
                        <m:t>−</m:t>
                      </m:r>
                      <m:r>
                        <a:rPr lang="en-US" altLang="zh-CN" sz="2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微软雅黑" panose="020B0503020204020204" pitchFamily="34" charset="-122"/>
                        </a:rPr>
                        <m:t>𝟏</m:t>
                      </m:r>
                      <m:r>
                        <a:rPr lang="en-US" altLang="zh-C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微软雅黑" panose="020B0503020204020204" pitchFamily="34" charset="-122"/>
                        </a:rPr>
                        <m:t>.</m:t>
                      </m:r>
                      <m:r>
                        <a:rPr lang="en-US" altLang="zh-C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微软雅黑" panose="020B0503020204020204" pitchFamily="34" charset="-122"/>
                        </a:rPr>
                        <m:t>𝟎𝟏</m:t>
                      </m:r>
                      <m:r>
                        <a:rPr lang="en-US" altLang="zh-CN" sz="26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微软雅黑" panose="020B0503020204020204" pitchFamily="34" charset="-122"/>
                        </a:rPr>
                        <m:t>×</m:t>
                      </m:r>
                      <m:sSup>
                        <m:sSupPr>
                          <m:ctrlPr>
                            <a:rPr lang="en-US" altLang="zh-CN" sz="2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微软雅黑" panose="020B0503020204020204" pitchFamily="34" charset="-122"/>
                            </a:rPr>
                            <m:t>𝟐</m:t>
                          </m:r>
                        </m:e>
                        <m:sup>
                          <m:r>
                            <a:rPr lang="en-US" altLang="zh-CN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微软雅黑" panose="020B0503020204020204" pitchFamily="34" charset="-122"/>
                            </a:rPr>
                            <m:t>−</m:t>
                          </m:r>
                          <m:r>
                            <a:rPr lang="en-US" altLang="zh-CN" sz="2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微软雅黑" panose="020B0503020204020204" pitchFamily="34" charset="-122"/>
                            </a:rPr>
                            <m:t>𝟏𝟐𝟕</m:t>
                          </m:r>
                        </m:sup>
                      </m:sSup>
                    </m:oMath>
                  </m:oMathPara>
                </a14:m>
                <a:endParaRPr lang="zh-CN" altLang="en-US" sz="2600" dirty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5"/>
                </p:custDataLst>
              </p:nvPr>
            </p:nvSpPr>
            <p:spPr>
              <a:xfrm>
                <a:off x="1790700" y="3643313"/>
                <a:ext cx="6400800" cy="642938"/>
              </a:xfrm>
              <a:prstGeom prst="rect">
                <a:avLst/>
              </a:prstGeom>
              <a:blipFill rotWithShape="1">
                <a:blip r:embed="rId26"/>
                <a:stretch>
                  <a:fillRect t="-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非数（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NAN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1790700" y="2786062"/>
                <a:ext cx="6400800" cy="642938"/>
              </a:xfrm>
              <a:prstGeom prst="rect">
                <a:avLst/>
              </a:prstGeom>
              <a:noFill/>
            </p:spPr>
            <p:txBody>
              <a:bodyPr vert="horz" wrap="none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6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微软雅黑" panose="020B0503020204020204" pitchFamily="34" charset="-122"/>
                        </a:rPr>
                        <m:t>−</m:t>
                      </m:r>
                      <m:sSup>
                        <m:sSupPr>
                          <m:ctrlPr>
                            <a:rPr lang="en-US" altLang="zh-CN" sz="2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微软雅黑" panose="020B0503020204020204" pitchFamily="34" charset="-122"/>
                            </a:rPr>
                            <m:t>𝟐</m:t>
                          </m:r>
                        </m:e>
                        <m:sup>
                          <m:r>
                            <a:rPr lang="en-US" altLang="zh-CN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微软雅黑" panose="020B0503020204020204" pitchFamily="34" charset="-122"/>
                            </a:rPr>
                            <m:t>−</m:t>
                          </m:r>
                          <m:r>
                            <a:rPr lang="en-US" altLang="zh-CN" sz="2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微软雅黑" panose="020B0503020204020204" pitchFamily="34" charset="-122"/>
                            </a:rPr>
                            <m:t>𝟏𝟐𝟖</m:t>
                          </m:r>
                        </m:sup>
                      </m:sSup>
                    </m:oMath>
                  </m:oMathPara>
                </a14:m>
                <a:endParaRPr lang="zh-CN" altLang="en-US" sz="2600" dirty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7"/>
                </p:custDataLst>
              </p:nvPr>
            </p:nvSpPr>
            <p:spPr>
              <a:xfrm>
                <a:off x="1790700" y="2786062"/>
                <a:ext cx="6400800" cy="642938"/>
              </a:xfrm>
              <a:prstGeom prst="rect">
                <a:avLst/>
              </a:prstGeom>
              <a:blipFill rotWithShape="1">
                <a:blip r:embed="rId28"/>
                <a:stretch>
                  <a:fillRect t="-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790700" y="4537075"/>
                <a:ext cx="6400800" cy="642938"/>
              </a:xfrm>
              <a:prstGeom prst="rect">
                <a:avLst/>
              </a:prstGeom>
              <a:noFill/>
            </p:spPr>
            <p:txBody>
              <a:bodyPr vert="horz" wrap="none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6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微软雅黑" panose="020B0503020204020204" pitchFamily="34" charset="-122"/>
                        </a:rPr>
                        <m:t>−</m:t>
                      </m:r>
                      <m:r>
                        <a:rPr lang="en-US" altLang="zh-CN" sz="2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微软雅黑" panose="020B0503020204020204" pitchFamily="34" charset="-122"/>
                        </a:rPr>
                        <m:t>𝟏</m:t>
                      </m:r>
                      <m:r>
                        <a:rPr lang="en-US" altLang="zh-C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微软雅黑" panose="020B0503020204020204" pitchFamily="34" charset="-122"/>
                        </a:rPr>
                        <m:t>.</m:t>
                      </m:r>
                      <m:r>
                        <a:rPr lang="en-US" altLang="zh-C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微软雅黑" panose="020B0503020204020204" pitchFamily="34" charset="-122"/>
                        </a:rPr>
                        <m:t>𝟎𝟏</m:t>
                      </m:r>
                      <m:r>
                        <a:rPr lang="en-US" altLang="zh-CN" sz="26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微软雅黑" panose="020B0503020204020204" pitchFamily="34" charset="-122"/>
                        </a:rPr>
                        <m:t>×</m:t>
                      </m:r>
                      <m:sSup>
                        <m:sSupPr>
                          <m:ctrlPr>
                            <a:rPr lang="en-US" altLang="zh-CN" sz="2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微软雅黑" panose="020B0503020204020204" pitchFamily="34" charset="-122"/>
                            </a:rPr>
                            <m:t>𝟐</m:t>
                          </m:r>
                        </m:e>
                        <m:sup>
                          <m:r>
                            <a:rPr lang="en-US" altLang="zh-CN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微软雅黑" panose="020B0503020204020204" pitchFamily="34" charset="-122"/>
                            </a:rPr>
                            <m:t>−</m:t>
                          </m:r>
                          <m:r>
                            <a:rPr lang="en-US" altLang="zh-CN" sz="2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微软雅黑" panose="020B0503020204020204" pitchFamily="34" charset="-122"/>
                            </a:rPr>
                            <m:t>𝟏𝟐𝟔</m:t>
                          </m:r>
                        </m:sup>
                      </m:sSup>
                    </m:oMath>
                  </m:oMathPara>
                </a14:m>
                <a:endParaRPr lang="zh-CN" altLang="en-US" sz="2600" dirty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9"/>
                </p:custDataLst>
              </p:nvPr>
            </p:nvSpPr>
            <p:spPr>
              <a:xfrm>
                <a:off x="1790700" y="4537075"/>
                <a:ext cx="6400800" cy="642938"/>
              </a:xfrm>
              <a:prstGeom prst="rect">
                <a:avLst/>
              </a:prstGeom>
              <a:blipFill rotWithShape="1">
                <a:blip r:embed="rId30"/>
                <a:stretch>
                  <a:fillRect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 hidden="1"/>
          <p:cNvSpPr/>
          <p:nvPr>
            <p:custDataLst>
              <p:tags r:id="rId11"/>
            </p:custDataLst>
          </p:nvPr>
        </p:nvSpPr>
        <p:spPr bwMode="auto"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6" name="文本框 25" hidden="1"/>
          <p:cNvSpPr txBox="1"/>
          <p:nvPr>
            <p:custDataLst>
              <p:tags r:id="rId12"/>
            </p:custDataLst>
          </p:nvPr>
        </p:nvSpPr>
        <p:spPr>
          <a:xfrm>
            <a:off x="9613900" y="6188333"/>
            <a:ext cx="6692858" cy="276999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wrap="none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</a:t>
            </a:r>
            <a:endParaRPr lang="zh-CN" altLang="en-US" sz="1200" dirty="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9" name="文本框 28" hidden="1"/>
          <p:cNvSpPr txBox="1"/>
          <p:nvPr>
            <p:custDataLst>
              <p:tags r:id="rId13"/>
            </p:custDataLst>
          </p:nvPr>
        </p:nvSpPr>
        <p:spPr>
          <a:xfrm>
            <a:off x="9779000" y="1270000"/>
            <a:ext cx="2236510" cy="1905000"/>
          </a:xfrm>
          <a:prstGeom prst="rect">
            <a:avLst/>
          </a:prstGeom>
          <a:noFill/>
        </p:spPr>
        <p:txBody>
          <a:bodyPr vert="horz" wrap="none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此处添加答案解析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5" name="组合 24" hidden="1"/>
          <p:cNvGrpSpPr/>
          <p:nvPr>
            <p:custDataLst>
              <p:tags r:id="rId14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22" name="RemarkBack" hidden="1"/>
            <p:cNvSpPr/>
            <p:nvPr>
              <p:custDataLst>
                <p:tags r:id="rId21"/>
              </p:custDataLst>
            </p:nvPr>
          </p:nvSpPr>
          <p:spPr bwMode="auto"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3" name="RemarkBlock" hidden="1"/>
            <p:cNvSpPr/>
            <p:nvPr>
              <p:custDataLst>
                <p:tags r:id="rId22"/>
              </p:custDataLst>
            </p:nvPr>
          </p:nvSpPr>
          <p:spPr bwMode="auto"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4" name="RemarkTitleText" hidden="1"/>
            <p:cNvSpPr txBox="1"/>
            <p:nvPr>
              <p:custDataLst>
                <p:tags r:id="rId23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答案解析</a:t>
              </a:r>
              <a:endPara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7" name="组合 16"/>
          <p:cNvGrpSpPr/>
          <p:nvPr>
            <p:custDataLst>
              <p:tags r:id="rId15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7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8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2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6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696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0" indent="0">
              <a:buNone/>
            </a:pPr>
            <a:r>
              <a:rPr lang="en-US" altLang="zh-CN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r>
              <a:rPr lang="zh-CN" altLang="en-US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、计算机常用信息编码标准中，字符</a:t>
            </a:r>
            <a:r>
              <a:rPr lang="en-US" altLang="zh-CN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lang="zh-CN" altLang="en-US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的编码不可能是</a:t>
            </a:r>
            <a:r>
              <a:rPr lang="en-US" altLang="zh-CN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</a:t>
            </a:r>
            <a:r>
              <a:rPr lang="zh-CN" altLang="en-US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进制数（）</a:t>
            </a:r>
            <a:endParaRPr lang="en-US" altLang="zh-CN" sz="2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zh-CN" altLang="en-US" sz="2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30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828800" y="36429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30 00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828800" y="45002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00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1828800" y="53574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00 30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4988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1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16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grpSp>
        <p:nvGrpSpPr>
          <p:cNvPr id="19" name="组合 1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5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4" name="图片 3" descr="tmp47DC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772" y="685800"/>
            <a:ext cx="8811855" cy="51156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0" indent="0">
              <a:buNone/>
            </a:pPr>
            <a:r>
              <a:rPr lang="en-US" altLang="zh-CN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</a:t>
            </a:r>
            <a:r>
              <a:rPr lang="zh-CN" altLang="en-US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32</a:t>
            </a:r>
            <a:r>
              <a:rPr lang="zh-CN" altLang="zh-CN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位系统中</a:t>
            </a:r>
            <a:r>
              <a:rPr lang="en-US" altLang="zh-CN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</a:t>
            </a:r>
            <a:r>
              <a:rPr lang="zh-CN" altLang="zh-CN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</a:t>
            </a:r>
            <a:r>
              <a:rPr lang="en-US" altLang="zh-CN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-2 </a:t>
            </a:r>
            <a:r>
              <a:rPr lang="zh-CN" altLang="zh-CN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的机器数</a:t>
            </a:r>
            <a:r>
              <a:rPr lang="zh-CN" altLang="en-US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十六进制</a:t>
            </a:r>
            <a:r>
              <a:rPr lang="zh-CN" altLang="zh-CN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表示</a:t>
            </a:r>
            <a:r>
              <a:rPr lang="zh-CN" altLang="en-US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为：</a:t>
            </a:r>
            <a:r>
              <a:rPr lang="en-US" altLang="zh-CN" sz="2600" b="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[填空1] </a:t>
            </a:r>
            <a:r>
              <a:rPr lang="en-US" altLang="zh-CN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</a:t>
            </a:r>
            <a:r>
              <a:rPr lang="zh-CN" altLang="en-US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2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 hidden="1"/>
          <p:cNvSpPr/>
          <p:nvPr>
            <p:custDataLst>
              <p:tags r:id="rId3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16" name="文本框 15" hidden="1"/>
          <p:cNvSpPr txBox="1"/>
          <p:nvPr>
            <p:custDataLst>
              <p:tags r:id="rId4"/>
            </p:custDataLst>
          </p:nvPr>
        </p:nvSpPr>
        <p:spPr>
          <a:xfrm>
            <a:off x="9613900" y="646525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buNone/>
            </a:pPr>
            <a:r>
              <a:rPr lang="zh-CN" altLang="en-US" sz="1200" dirty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可为此题添加文本、图片、公式等解析，且需将内容全部放在本区域内。</a:t>
            </a:r>
          </a:p>
        </p:txBody>
      </p:sp>
      <p:grpSp>
        <p:nvGrpSpPr>
          <p:cNvPr id="15" name="组合 14" hidden="1"/>
          <p:cNvGrpSpPr/>
          <p:nvPr>
            <p:custDataLst>
              <p:tags r:id="rId5"/>
            </p:custDataLst>
          </p:nvPr>
        </p:nvGrpSpPr>
        <p:grpSpPr>
          <a:xfrm>
            <a:off x="9537700" y="0"/>
            <a:ext cx="3813810" cy="647700"/>
            <a:chOff x="15020" y="0"/>
            <a:chExt cx="6006" cy="1020"/>
          </a:xfrm>
        </p:grpSpPr>
        <p:sp>
          <p:nvSpPr>
            <p:cNvPr id="12" name="RemarkBack" hidden="1"/>
            <p:cNvSpPr/>
            <p:nvPr>
              <p:custDataLst>
                <p:tags r:id="rId16"/>
              </p:custDataLst>
            </p:nvPr>
          </p:nvSpPr>
          <p:spPr>
            <a:xfrm>
              <a:off x="150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3" name="RemarkBlock" hidden="1"/>
            <p:cNvSpPr/>
            <p:nvPr>
              <p:custDataLst>
                <p:tags r:id="rId17"/>
              </p:custDataLst>
            </p:nvPr>
          </p:nvSpPr>
          <p:spPr>
            <a:xfrm>
              <a:off x="15020" y="2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4" name="RemarkTitleText" hidden="1"/>
            <p:cNvSpPr txBox="1"/>
            <p:nvPr>
              <p:custDataLst>
                <p:tags r:id="rId18"/>
              </p:custDataLst>
            </p:nvPr>
          </p:nvSpPr>
          <p:spPr>
            <a:xfrm>
              <a:off x="15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18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4" name="RemarkBack" hidden="1"/>
          <p:cNvSpPr/>
          <p:nvPr>
            <p:custDataLst>
              <p:tags r:id="rId6"/>
            </p:custDataLst>
          </p:nvPr>
        </p:nvSpPr>
        <p:spPr bwMode="auto">
          <a:xfrm>
            <a:off x="9537700" y="12700"/>
            <a:ext cx="3815080" cy="635000"/>
          </a:xfrm>
          <a:prstGeom prst="rect">
            <a:avLst/>
          </a:prstGeom>
          <a:solidFill>
            <a:srgbClr val="F6F7F8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10" name="RemarkBlock" hidden="1"/>
          <p:cNvSpPr/>
          <p:nvPr>
            <p:custDataLst>
              <p:tags r:id="rId7"/>
            </p:custDataLst>
          </p:nvPr>
        </p:nvSpPr>
        <p:spPr bwMode="auto"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18" name="RemarkTitleText" hidden="1"/>
          <p:cNvSpPr txBox="1"/>
          <p:nvPr>
            <p:custDataLst>
              <p:tags r:id="rId8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答案解析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2" name="文本框 21" hidden="1"/>
          <p:cNvSpPr txBox="1"/>
          <p:nvPr>
            <p:custDataLst>
              <p:tags r:id="rId9"/>
            </p:custDataLst>
          </p:nvPr>
        </p:nvSpPr>
        <p:spPr>
          <a:xfrm>
            <a:off x="9906000" y="1270000"/>
            <a:ext cx="261610" cy="400110"/>
          </a:xfrm>
          <a:prstGeom prst="rect">
            <a:avLst/>
          </a:prstGeom>
          <a:noFill/>
        </p:spPr>
        <p:txBody>
          <a:bodyPr vert="horz" wrap="none" rtlCol="0" anchor="t" anchorCtr="0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14400" y="2362200"/>
            <a:ext cx="4572000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  <a:latin typeface="Calibri" panose="020F0502020204030204" pitchFamily="34" charset="0"/>
              </a:rPr>
              <a:t>答案：FFFFFFFE</a:t>
            </a:r>
          </a:p>
        </p:txBody>
      </p:sp>
      <p:grpSp>
        <p:nvGrpSpPr>
          <p:cNvPr id="9" name="组合 8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填空题</a:t>
              </a: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en-US" altLang="zh-CN" sz="20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 descr="tmp47DC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0" indent="0">
              <a:buNone/>
            </a:pPr>
            <a:r>
              <a:rPr lang="en-US" altLang="zh-CN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</a:t>
            </a:r>
            <a:r>
              <a:rPr lang="zh-CN" altLang="en-US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Intel X86-64 CPU</a:t>
            </a:r>
            <a:r>
              <a:rPr lang="zh-CN" altLang="en-US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采用 </a:t>
            </a:r>
            <a:r>
              <a:rPr lang="en-US" altLang="zh-CN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600" b="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[填空1]  </a:t>
            </a:r>
            <a:r>
              <a:rPr lang="zh-CN" altLang="en-US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端模式。</a:t>
            </a:r>
            <a:endParaRPr lang="en-US" altLang="zh-CN" sz="2600" b="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（填“大”或“小”）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 hidden="1"/>
          <p:cNvSpPr/>
          <p:nvPr>
            <p:custDataLst>
              <p:tags r:id="rId3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16" name="文本框 15" hidden="1"/>
          <p:cNvSpPr txBox="1"/>
          <p:nvPr>
            <p:custDataLst>
              <p:tags r:id="rId4"/>
            </p:custDataLst>
          </p:nvPr>
        </p:nvSpPr>
        <p:spPr>
          <a:xfrm>
            <a:off x="9613900" y="646525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buNone/>
            </a:pPr>
            <a:r>
              <a:rPr lang="zh-CN" altLang="en-US" sz="1200" dirty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可为此题添加文本、图片、公式等解析，且需将内容全部放在本区域内。</a:t>
            </a:r>
          </a:p>
        </p:txBody>
      </p:sp>
      <p:sp>
        <p:nvSpPr>
          <p:cNvPr id="17" name="文本框 16" hidden="1"/>
          <p:cNvSpPr txBox="1"/>
          <p:nvPr>
            <p:custDataLst>
              <p:tags r:id="rId5"/>
            </p:custDataLst>
          </p:nvPr>
        </p:nvSpPr>
        <p:spPr>
          <a:xfrm>
            <a:off x="9779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algn="l">
              <a:buNone/>
            </a:pPr>
            <a:r>
              <a:rPr lang="zh-CN" altLang="en-US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组合 14" hidden="1"/>
          <p:cNvGrpSpPr/>
          <p:nvPr>
            <p:custDataLst>
              <p:tags r:id="rId6"/>
            </p:custDataLst>
          </p:nvPr>
        </p:nvGrpSpPr>
        <p:grpSpPr>
          <a:xfrm>
            <a:off x="9537700" y="0"/>
            <a:ext cx="3813810" cy="647700"/>
            <a:chOff x="15020" y="0"/>
            <a:chExt cx="6006" cy="1020"/>
          </a:xfrm>
        </p:grpSpPr>
        <p:sp>
          <p:nvSpPr>
            <p:cNvPr id="12" name="RemarkBack" hidden="1"/>
            <p:cNvSpPr/>
            <p:nvPr>
              <p:custDataLst>
                <p:tags r:id="rId20"/>
              </p:custDataLst>
            </p:nvPr>
          </p:nvSpPr>
          <p:spPr>
            <a:xfrm>
              <a:off x="150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3" name="RemarkBlock" hidden="1"/>
            <p:cNvSpPr/>
            <p:nvPr>
              <p:custDataLst>
                <p:tags r:id="rId21"/>
              </p:custDataLst>
            </p:nvPr>
          </p:nvSpPr>
          <p:spPr>
            <a:xfrm>
              <a:off x="15020" y="2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4" name="RemarkTitleText" hidden="1"/>
            <p:cNvSpPr txBox="1"/>
            <p:nvPr>
              <p:custDataLst>
                <p:tags r:id="rId22"/>
              </p:custDataLst>
            </p:nvPr>
          </p:nvSpPr>
          <p:spPr>
            <a:xfrm>
              <a:off x="15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18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9" name="组合 18" hidden="1"/>
          <p:cNvGrpSpPr/>
          <p:nvPr>
            <p:custDataLst>
              <p:tags r:id="rId7"/>
            </p:custDataLst>
          </p:nvPr>
        </p:nvGrpSpPr>
        <p:grpSpPr>
          <a:xfrm>
            <a:off x="9537700" y="0"/>
            <a:ext cx="3815080" cy="647700"/>
            <a:chOff x="15020" y="0"/>
            <a:chExt cx="6008" cy="1020"/>
          </a:xfrm>
        </p:grpSpPr>
        <p:sp>
          <p:nvSpPr>
            <p:cNvPr id="4" name="RemarkBack" hidden="1"/>
            <p:cNvSpPr/>
            <p:nvPr>
              <p:custDataLst>
                <p:tags r:id="rId17"/>
              </p:custDataLst>
            </p:nvPr>
          </p:nvSpPr>
          <p:spPr bwMode="auto">
            <a:xfrm>
              <a:off x="15020" y="20"/>
              <a:ext cx="6008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0" name="RemarkBlock" hidden="1"/>
            <p:cNvSpPr/>
            <p:nvPr>
              <p:custDataLst>
                <p:tags r:id="rId18"/>
              </p:custDataLst>
            </p:nvPr>
          </p:nvSpPr>
          <p:spPr bwMode="auto">
            <a:xfrm>
              <a:off x="15020" y="2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8" name="RemarkTitleText" hidden="1"/>
            <p:cNvSpPr txBox="1"/>
            <p:nvPr>
              <p:custDataLst>
                <p:tags r:id="rId19"/>
              </p:custDataLst>
            </p:nvPr>
          </p:nvSpPr>
          <p:spPr>
            <a:xfrm>
              <a:off x="15400" y="0"/>
              <a:ext cx="3000" cy="1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4953000" y="2286635"/>
            <a:ext cx="4572000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答案：小</a:t>
            </a:r>
          </a:p>
        </p:txBody>
      </p:sp>
      <p:sp>
        <p:nvSpPr>
          <p:cNvPr id="21" name="RemarkBack" hidden="1">
            <a:extLst>
              <a:ext uri="{FF2B5EF4-FFF2-40B4-BE49-F238E27FC236}">
                <a16:creationId xmlns:a16="http://schemas.microsoft.com/office/drawing/2014/main" id="{57653760-1D10-4A60-A5F5-4C5EB2D2ADE7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9537700" y="12700"/>
            <a:ext cx="3815080" cy="635000"/>
          </a:xfrm>
          <a:prstGeom prst="rect">
            <a:avLst/>
          </a:prstGeom>
          <a:solidFill>
            <a:srgbClr val="F6F7F8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2" name="RemarkBlock" hidden="1">
            <a:extLst>
              <a:ext uri="{FF2B5EF4-FFF2-40B4-BE49-F238E27FC236}">
                <a16:creationId xmlns:a16="http://schemas.microsoft.com/office/drawing/2014/main" id="{067BA24E-70E5-4076-A60D-6DE65D819A4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3" name="RemarkTitleText" hidden="1">
            <a:extLst>
              <a:ext uri="{FF2B5EF4-FFF2-40B4-BE49-F238E27FC236}">
                <a16:creationId xmlns:a16="http://schemas.microsoft.com/office/drawing/2014/main" id="{7E432A3F-B5CE-4614-BD50-487EA5A076F6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  <a:endParaRPr lang="zh-CN" altLang="en-US" sz="1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5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6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7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填空题</a:t>
              </a:r>
            </a:p>
          </p:txBody>
        </p:sp>
        <p:sp>
          <p:nvSpPr>
            <p:cNvPr id="8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 descr="tmp47DC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467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</a:t>
            </a:r>
            <a:r>
              <a:rPr lang="zh-CN" altLang="en-US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</a:t>
            </a:r>
            <a:r>
              <a:rPr lang="zh-CN" altLang="en-US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语言中</a:t>
            </a:r>
            <a:r>
              <a:rPr lang="en-US" altLang="zh-CN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float</a:t>
            </a:r>
            <a:r>
              <a:rPr lang="zh-CN" altLang="en-US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类型的数据</a:t>
            </a:r>
            <a:r>
              <a:rPr lang="en-US" altLang="zh-CN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0.1</a:t>
            </a:r>
            <a:r>
              <a:rPr lang="zh-CN" altLang="en-US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的机器数表示，错误的是（ </a:t>
            </a:r>
            <a:r>
              <a:rPr lang="en-US" altLang="zh-CN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规格化数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828800" y="36429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不能精确表示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828800" y="45002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与</a:t>
            </a:r>
            <a:r>
              <a:rPr lang="en-US" altLang="zh-CN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0.2</a:t>
            </a:r>
            <a:r>
              <a:rPr lang="zh-CN" altLang="en-US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</a:t>
            </a:r>
            <a:r>
              <a:rPr lang="en-US" altLang="zh-CN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个二进制位不同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1828800" y="53574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唯一的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4988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1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16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grpSp>
        <p:nvGrpSpPr>
          <p:cNvPr id="19" name="组合 1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5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4" name="图片 3" descr="tmp47DC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80391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zh-CN" sz="2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、【2013统考真题】</a:t>
            </a:r>
            <a:endParaRPr lang="en-US" altLang="zh-CN" sz="2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某字长为8位的计算机中，已知整型变量x、y的机器数分别为[x]</a:t>
            </a:r>
            <a:r>
              <a:rPr lang="zh-CN" altLang="en-US" sz="26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</a:t>
            </a:r>
            <a:r>
              <a:rPr lang="zh-CN" altLang="en-US" sz="2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=1 1110100，[</a:t>
            </a:r>
            <a:r>
              <a:rPr lang="en-US" altLang="zh-CN" sz="2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26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</a:t>
            </a:r>
            <a:r>
              <a:rPr lang="zh-CN" altLang="en-US" sz="2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1 0110000。若整型变量z=2x+y/2，则z的机器数为（  )。</a:t>
            </a:r>
          </a:p>
          <a:p>
            <a:pPr lvl="0" algn="l">
              <a:buNone/>
            </a:pPr>
            <a:endParaRPr lang="zh-CN" altLang="en-US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1 1000000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29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0 0100100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2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1 0101010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4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溢出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1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38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16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9" name="矩形 18" hidden="1"/>
          <p:cNvSpPr/>
          <p:nvPr>
            <p:custDataLst>
              <p:tags r:id="rId11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 hidden="1"/>
          <p:cNvSpPr txBox="1"/>
          <p:nvPr>
            <p:custDataLst>
              <p:tags r:id="rId12"/>
            </p:custDataLst>
          </p:nvPr>
        </p:nvSpPr>
        <p:spPr>
          <a:xfrm>
            <a:off x="9613900" y="646525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buNone/>
            </a:pPr>
            <a:r>
              <a:rPr lang="zh-CN" altLang="en-US" sz="1200" b="0" dirty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可为此题添加文本、图片、公式等解析，且需将内容全部放在本区域内。</a:t>
            </a:r>
          </a:p>
        </p:txBody>
      </p:sp>
      <p:sp>
        <p:nvSpPr>
          <p:cNvPr id="25" name="文本框 24" hidden="1"/>
          <p:cNvSpPr txBox="1"/>
          <p:nvPr>
            <p:custDataLst>
              <p:tags r:id="rId13"/>
            </p:custDataLst>
          </p:nvPr>
        </p:nvSpPr>
        <p:spPr>
          <a:xfrm>
            <a:off x="9779000" y="1270000"/>
            <a:ext cx="3331845" cy="2246769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algn="l">
              <a:buNone/>
            </a:pP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x*2，将x算术左移一位为11101000;y/2，将y算术右移一位为11011000，均无溢出或丢失精度。补码相加为1 1101000+ 1 1011000= 1 1000000，亦无溢出。</a:t>
            </a:r>
          </a:p>
        </p:txBody>
      </p:sp>
      <p:grpSp>
        <p:nvGrpSpPr>
          <p:cNvPr id="23" name="组合 22" hidden="1"/>
          <p:cNvGrpSpPr/>
          <p:nvPr>
            <p:custDataLst>
              <p:tags r:id="rId14"/>
            </p:custDataLst>
          </p:nvPr>
        </p:nvGrpSpPr>
        <p:grpSpPr>
          <a:xfrm>
            <a:off x="9537700" y="0"/>
            <a:ext cx="3813810" cy="647700"/>
            <a:chOff x="15020" y="0"/>
            <a:chExt cx="6006" cy="1020"/>
          </a:xfrm>
        </p:grpSpPr>
        <p:sp>
          <p:nvSpPr>
            <p:cNvPr id="20" name="RemarkBack" hidden="1"/>
            <p:cNvSpPr/>
            <p:nvPr>
              <p:custDataLst>
                <p:tags r:id="rId28"/>
              </p:custDataLst>
            </p:nvPr>
          </p:nvSpPr>
          <p:spPr>
            <a:xfrm>
              <a:off x="150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RemarkBlock" hidden="1"/>
            <p:cNvSpPr/>
            <p:nvPr>
              <p:custDataLst>
                <p:tags r:id="rId29"/>
              </p:custDataLst>
            </p:nvPr>
          </p:nvSpPr>
          <p:spPr>
            <a:xfrm>
              <a:off x="15020" y="2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RemarkTitleText" hidden="1"/>
            <p:cNvSpPr txBox="1"/>
            <p:nvPr>
              <p:custDataLst>
                <p:tags r:id="rId30"/>
              </p:custDataLst>
            </p:nvPr>
          </p:nvSpPr>
          <p:spPr>
            <a:xfrm>
              <a:off x="15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1800" b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27" name="组合 26" hidden="1"/>
          <p:cNvGrpSpPr/>
          <p:nvPr>
            <p:custDataLst>
              <p:tags r:id="rId15"/>
            </p:custDataLst>
          </p:nvPr>
        </p:nvGrpSpPr>
        <p:grpSpPr>
          <a:xfrm>
            <a:off x="9537700" y="0"/>
            <a:ext cx="3815080" cy="647700"/>
            <a:chOff x="15020" y="0"/>
            <a:chExt cx="6008" cy="1020"/>
          </a:xfrm>
        </p:grpSpPr>
        <p:sp>
          <p:nvSpPr>
            <p:cNvPr id="12" name="RemarkBack" hidden="1"/>
            <p:cNvSpPr/>
            <p:nvPr>
              <p:custDataLst>
                <p:tags r:id="rId25"/>
              </p:custDataLst>
            </p:nvPr>
          </p:nvSpPr>
          <p:spPr bwMode="auto">
            <a:xfrm>
              <a:off x="15020" y="20"/>
              <a:ext cx="6008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RemarkBlock" hidden="1"/>
            <p:cNvSpPr/>
            <p:nvPr>
              <p:custDataLst>
                <p:tags r:id="rId26"/>
              </p:custDataLst>
            </p:nvPr>
          </p:nvSpPr>
          <p:spPr bwMode="auto">
            <a:xfrm>
              <a:off x="15020" y="2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RemarkTitleText" hidden="1"/>
            <p:cNvSpPr txBox="1"/>
            <p:nvPr>
              <p:custDataLst>
                <p:tags r:id="rId27"/>
              </p:custDataLst>
            </p:nvPr>
          </p:nvSpPr>
          <p:spPr>
            <a:xfrm>
              <a:off x="15400" y="0"/>
              <a:ext cx="3000" cy="1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 b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8" name="RemarkBack" hidden="1">
            <a:extLst>
              <a:ext uri="{FF2B5EF4-FFF2-40B4-BE49-F238E27FC236}">
                <a16:creationId xmlns:a16="http://schemas.microsoft.com/office/drawing/2014/main" id="{68A61DB1-4888-4D04-A554-78BAF1B5E2D6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9537700" y="12700"/>
            <a:ext cx="3815080" cy="635000"/>
          </a:xfrm>
          <a:prstGeom prst="rect">
            <a:avLst/>
          </a:prstGeom>
          <a:solidFill>
            <a:srgbClr val="F6F7F8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9" name="RemarkBlock" hidden="1">
            <a:extLst>
              <a:ext uri="{FF2B5EF4-FFF2-40B4-BE49-F238E27FC236}">
                <a16:creationId xmlns:a16="http://schemas.microsoft.com/office/drawing/2014/main" id="{A795BBE7-A05D-49A3-A77A-C795017C0F43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30" name="RemarkTitleText" hidden="1">
            <a:extLst>
              <a:ext uri="{FF2B5EF4-FFF2-40B4-BE49-F238E27FC236}">
                <a16:creationId xmlns:a16="http://schemas.microsoft.com/office/drawing/2014/main" id="{5C78617A-A1F3-4C35-A416-50AD1B0752F6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  <a:endParaRPr lang="zh-CN" altLang="en-US" sz="1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1F87122-C561-44FE-A5AF-0C6508D0CFAA}"/>
              </a:ext>
            </a:extLst>
          </p:cNvPr>
          <p:cNvSpPr txBox="1"/>
          <p:nvPr/>
        </p:nvSpPr>
        <p:spPr>
          <a:xfrm>
            <a:off x="3886200" y="2608811"/>
            <a:ext cx="5181601" cy="107721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buNone/>
            </a:pPr>
            <a:r>
              <a:rPr lang="zh-CN" altLang="en-US" sz="16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答案：x*2，将x算术左移一位为11101000;y/2，</a:t>
            </a:r>
            <a:endParaRPr lang="en-US" altLang="zh-CN" sz="1600" b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r>
              <a:rPr lang="zh-CN" altLang="en-US" sz="16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将y算术右移一位为11011000，均无溢出或丢失精度。</a:t>
            </a:r>
            <a:endParaRPr lang="en-US" altLang="zh-CN" sz="1600" b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r>
              <a:rPr lang="zh-CN" altLang="en-US" sz="16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补码相加为1 1101000+ 1 1011000= 1 1000000，亦无溢出。</a:t>
            </a:r>
          </a:p>
        </p:txBody>
      </p:sp>
      <p:grpSp>
        <p:nvGrpSpPr>
          <p:cNvPr id="17" name="组合 16"/>
          <p:cNvGrpSpPr/>
          <p:nvPr>
            <p:custDataLst>
              <p:tags r:id="rId19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3" name="TitleBackground"/>
            <p:cNvSpPr/>
            <p:nvPr>
              <p:custDataLst>
                <p:tags r:id="rId21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22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23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 b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24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b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5</a:t>
              </a:r>
              <a:r>
                <a:rPr lang="zh-CN" altLang="en-US" sz="2000" b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 b="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 descr="tmp47DC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2014统考真题】</a:t>
            </a:r>
            <a:endParaRPr lang="en-US" altLang="zh-CN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若x= 103，y = -25，则下列表达式采用8位定点补码运算实现时，会发生溢出的是（ )。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+y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29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-x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+y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2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x-y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4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-x-y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4988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1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16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9" name="矩形 18" hidden="1"/>
          <p:cNvSpPr/>
          <p:nvPr>
            <p:custDataLst>
              <p:tags r:id="rId11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4" name="文本框 23" hidden="1"/>
          <p:cNvSpPr txBox="1"/>
          <p:nvPr>
            <p:custDataLst>
              <p:tags r:id="rId12"/>
            </p:custDataLst>
          </p:nvPr>
        </p:nvSpPr>
        <p:spPr>
          <a:xfrm>
            <a:off x="9613900" y="646525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buNone/>
            </a:pPr>
            <a:r>
              <a:rPr lang="zh-CN" altLang="en-US" sz="1200" b="0" dirty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可为此题添加文本、图片、公式等解析，且需将内容全部放在本区域内。</a:t>
            </a:r>
          </a:p>
        </p:txBody>
      </p:sp>
      <p:sp>
        <p:nvSpPr>
          <p:cNvPr id="25" name="文本框 24" hidden="1"/>
          <p:cNvSpPr txBox="1"/>
          <p:nvPr>
            <p:custDataLst>
              <p:tags r:id="rId13"/>
            </p:custDataLst>
          </p:nvPr>
        </p:nvSpPr>
        <p:spPr>
          <a:xfrm>
            <a:off x="9779000" y="1270000"/>
            <a:ext cx="3331845" cy="347662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algn="l">
              <a:buNone/>
            </a:pP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8位定点补码表示的数据范围为-128～127，若运算结果超出这个范围则会溢出，A选项x+y = 103 -25=78，符合范围，A排除;B选项--x+y =-103 - 25=-128，符合范围，B排除;D选项--x-y=-103+25=—78，符合范围，D排除;C选项x-y=103+ 25 =128，超过127.</a:t>
            </a:r>
          </a:p>
        </p:txBody>
      </p:sp>
      <p:grpSp>
        <p:nvGrpSpPr>
          <p:cNvPr id="23" name="组合 22" hidden="1"/>
          <p:cNvGrpSpPr/>
          <p:nvPr>
            <p:custDataLst>
              <p:tags r:id="rId14"/>
            </p:custDataLst>
          </p:nvPr>
        </p:nvGrpSpPr>
        <p:grpSpPr>
          <a:xfrm>
            <a:off x="9537700" y="0"/>
            <a:ext cx="3813810" cy="647700"/>
            <a:chOff x="15020" y="0"/>
            <a:chExt cx="6006" cy="1020"/>
          </a:xfrm>
        </p:grpSpPr>
        <p:sp>
          <p:nvSpPr>
            <p:cNvPr id="20" name="RemarkBack" hidden="1"/>
            <p:cNvSpPr/>
            <p:nvPr>
              <p:custDataLst>
                <p:tags r:id="rId28"/>
              </p:custDataLst>
            </p:nvPr>
          </p:nvSpPr>
          <p:spPr>
            <a:xfrm>
              <a:off x="150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1" name="RemarkBlock" hidden="1"/>
            <p:cNvSpPr/>
            <p:nvPr>
              <p:custDataLst>
                <p:tags r:id="rId29"/>
              </p:custDataLst>
            </p:nvPr>
          </p:nvSpPr>
          <p:spPr>
            <a:xfrm>
              <a:off x="15020" y="2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2" name="RemarkTitleText" hidden="1"/>
            <p:cNvSpPr txBox="1"/>
            <p:nvPr>
              <p:custDataLst>
                <p:tags r:id="rId30"/>
              </p:custDataLst>
            </p:nvPr>
          </p:nvSpPr>
          <p:spPr>
            <a:xfrm>
              <a:off x="15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18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27" name="组合 26" hidden="1"/>
          <p:cNvGrpSpPr/>
          <p:nvPr>
            <p:custDataLst>
              <p:tags r:id="rId15"/>
            </p:custDataLst>
          </p:nvPr>
        </p:nvGrpSpPr>
        <p:grpSpPr>
          <a:xfrm>
            <a:off x="9537700" y="0"/>
            <a:ext cx="3815080" cy="647700"/>
            <a:chOff x="15020" y="0"/>
            <a:chExt cx="6008" cy="1020"/>
          </a:xfrm>
        </p:grpSpPr>
        <p:sp>
          <p:nvSpPr>
            <p:cNvPr id="12" name="RemarkBack" hidden="1"/>
            <p:cNvSpPr/>
            <p:nvPr>
              <p:custDataLst>
                <p:tags r:id="rId25"/>
              </p:custDataLst>
            </p:nvPr>
          </p:nvSpPr>
          <p:spPr bwMode="auto">
            <a:xfrm>
              <a:off x="15020" y="20"/>
              <a:ext cx="6008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8" name="RemarkBlock" hidden="1"/>
            <p:cNvSpPr/>
            <p:nvPr>
              <p:custDataLst>
                <p:tags r:id="rId26"/>
              </p:custDataLst>
            </p:nvPr>
          </p:nvSpPr>
          <p:spPr bwMode="auto">
            <a:xfrm>
              <a:off x="15020" y="2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6" name="RemarkTitleText" hidden="1"/>
            <p:cNvSpPr txBox="1"/>
            <p:nvPr>
              <p:custDataLst>
                <p:tags r:id="rId27"/>
              </p:custDataLst>
            </p:nvPr>
          </p:nvSpPr>
          <p:spPr>
            <a:xfrm>
              <a:off x="15400" y="0"/>
              <a:ext cx="3000" cy="1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8" name="RemarkBack" hidden="1">
            <a:extLst>
              <a:ext uri="{FF2B5EF4-FFF2-40B4-BE49-F238E27FC236}">
                <a16:creationId xmlns:a16="http://schemas.microsoft.com/office/drawing/2014/main" id="{14EDCDB6-058D-4A51-96E4-BE02AECB2161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9537700" y="12700"/>
            <a:ext cx="3815080" cy="635000"/>
          </a:xfrm>
          <a:prstGeom prst="rect">
            <a:avLst/>
          </a:prstGeom>
          <a:solidFill>
            <a:srgbClr val="F6F7F8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9" name="RemarkBlock" hidden="1">
            <a:extLst>
              <a:ext uri="{FF2B5EF4-FFF2-40B4-BE49-F238E27FC236}">
                <a16:creationId xmlns:a16="http://schemas.microsoft.com/office/drawing/2014/main" id="{A3C9A983-259E-47CA-8D45-94E0B26D0509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30" name="RemarkTitleText" hidden="1">
            <a:extLst>
              <a:ext uri="{FF2B5EF4-FFF2-40B4-BE49-F238E27FC236}">
                <a16:creationId xmlns:a16="http://schemas.microsoft.com/office/drawing/2014/main" id="{3F643668-6C60-4AC3-9D70-E99D26304D15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  <a:endParaRPr lang="zh-CN" altLang="en-US" sz="1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B6B72E0-9B6B-4126-A0E1-0FFE869BEDFE}"/>
              </a:ext>
            </a:extLst>
          </p:cNvPr>
          <p:cNvSpPr txBox="1"/>
          <p:nvPr/>
        </p:nvSpPr>
        <p:spPr>
          <a:xfrm>
            <a:off x="3581400" y="2687637"/>
            <a:ext cx="5435599" cy="193899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buNone/>
            </a:pPr>
            <a:r>
              <a:rPr lang="zh-CN" altLang="en-US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8位定点补码表示的数据范围为-128～127，若运算结果超出这个范围则会溢出，A选项x+y = 103 -25=78，符合范围，A排除;B选项--x+y =-103 - 25=-128，符合范围，B排除;D选项--x-y=-103+25=—78，符合范围，D排除;C选项x-y=103+ 25 =128，超过127.</a:t>
            </a:r>
          </a:p>
        </p:txBody>
      </p:sp>
      <p:grpSp>
        <p:nvGrpSpPr>
          <p:cNvPr id="17" name="组合 16"/>
          <p:cNvGrpSpPr/>
          <p:nvPr>
            <p:custDataLst>
              <p:tags r:id="rId19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3" name="TitleBackground"/>
            <p:cNvSpPr/>
            <p:nvPr>
              <p:custDataLst>
                <p:tags r:id="rId21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22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23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24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 descr="tmp47DC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696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2015统考真题】</a:t>
            </a:r>
            <a:endParaRPr lang="en-US" altLang="zh-CN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由3个“1”和5个“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”组成的8位二进制补码，能表示的最小整数是()。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-126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29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-125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2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-32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4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-3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4988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38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16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9" name="矩形 18" hidden="1"/>
          <p:cNvSpPr/>
          <p:nvPr>
            <p:custDataLst>
              <p:tags r:id="rId11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4" name="文本框 23" hidden="1"/>
          <p:cNvSpPr txBox="1"/>
          <p:nvPr>
            <p:custDataLst>
              <p:tags r:id="rId12"/>
            </p:custDataLst>
          </p:nvPr>
        </p:nvSpPr>
        <p:spPr>
          <a:xfrm>
            <a:off x="9613900" y="646525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buNone/>
            </a:pPr>
            <a:r>
              <a:rPr lang="zh-CN" altLang="en-US" sz="1200" b="0" dirty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可为此题添加文本、图片、公式等解析，且需将内容全部放在本区域内。</a:t>
            </a:r>
          </a:p>
        </p:txBody>
      </p:sp>
      <p:sp>
        <p:nvSpPr>
          <p:cNvPr id="25" name="文本框 24" hidden="1"/>
          <p:cNvSpPr txBox="1"/>
          <p:nvPr>
            <p:custDataLst>
              <p:tags r:id="rId13"/>
            </p:custDataLst>
          </p:nvPr>
        </p:nvSpPr>
        <p:spPr>
          <a:xfrm>
            <a:off x="9613900" y="1270000"/>
            <a:ext cx="3496945" cy="1938992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algn="l">
              <a:buNone/>
            </a:pP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补码整数表示时，负数的符号位为1，数值位按位取反，末位加 1，因此剩下的2个“1”在最低位时，表示的是最小整数，为10000011，转换成真值为-125。</a:t>
            </a:r>
          </a:p>
        </p:txBody>
      </p:sp>
      <p:grpSp>
        <p:nvGrpSpPr>
          <p:cNvPr id="23" name="组合 22" hidden="1"/>
          <p:cNvGrpSpPr/>
          <p:nvPr>
            <p:custDataLst>
              <p:tags r:id="rId14"/>
            </p:custDataLst>
          </p:nvPr>
        </p:nvGrpSpPr>
        <p:grpSpPr>
          <a:xfrm>
            <a:off x="9537700" y="0"/>
            <a:ext cx="3813810" cy="647700"/>
            <a:chOff x="15020" y="0"/>
            <a:chExt cx="6006" cy="1020"/>
          </a:xfrm>
        </p:grpSpPr>
        <p:sp>
          <p:nvSpPr>
            <p:cNvPr id="20" name="RemarkBack" hidden="1"/>
            <p:cNvSpPr/>
            <p:nvPr>
              <p:custDataLst>
                <p:tags r:id="rId28"/>
              </p:custDataLst>
            </p:nvPr>
          </p:nvSpPr>
          <p:spPr>
            <a:xfrm>
              <a:off x="150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1" name="RemarkBlock" hidden="1"/>
            <p:cNvSpPr/>
            <p:nvPr>
              <p:custDataLst>
                <p:tags r:id="rId29"/>
              </p:custDataLst>
            </p:nvPr>
          </p:nvSpPr>
          <p:spPr>
            <a:xfrm>
              <a:off x="15020" y="2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2" name="RemarkTitleText" hidden="1"/>
            <p:cNvSpPr txBox="1"/>
            <p:nvPr>
              <p:custDataLst>
                <p:tags r:id="rId30"/>
              </p:custDataLst>
            </p:nvPr>
          </p:nvSpPr>
          <p:spPr>
            <a:xfrm>
              <a:off x="15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1800" b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27" name="组合 26" hidden="1"/>
          <p:cNvGrpSpPr/>
          <p:nvPr>
            <p:custDataLst>
              <p:tags r:id="rId15"/>
            </p:custDataLst>
          </p:nvPr>
        </p:nvGrpSpPr>
        <p:grpSpPr>
          <a:xfrm>
            <a:off x="9537700" y="0"/>
            <a:ext cx="3815080" cy="647700"/>
            <a:chOff x="15020" y="0"/>
            <a:chExt cx="6008" cy="1020"/>
          </a:xfrm>
        </p:grpSpPr>
        <p:sp>
          <p:nvSpPr>
            <p:cNvPr id="12" name="RemarkBack" hidden="1"/>
            <p:cNvSpPr/>
            <p:nvPr>
              <p:custDataLst>
                <p:tags r:id="rId25"/>
              </p:custDataLst>
            </p:nvPr>
          </p:nvSpPr>
          <p:spPr bwMode="auto">
            <a:xfrm>
              <a:off x="15020" y="20"/>
              <a:ext cx="6008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8" name="RemarkBlock" hidden="1"/>
            <p:cNvSpPr/>
            <p:nvPr>
              <p:custDataLst>
                <p:tags r:id="rId26"/>
              </p:custDataLst>
            </p:nvPr>
          </p:nvSpPr>
          <p:spPr bwMode="auto">
            <a:xfrm>
              <a:off x="15020" y="2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6" name="RemarkTitleText" hidden="1"/>
            <p:cNvSpPr txBox="1"/>
            <p:nvPr>
              <p:custDataLst>
                <p:tags r:id="rId27"/>
              </p:custDataLst>
            </p:nvPr>
          </p:nvSpPr>
          <p:spPr>
            <a:xfrm>
              <a:off x="15400" y="0"/>
              <a:ext cx="3000" cy="1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 b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8" name="RemarkBack" hidden="1">
            <a:extLst>
              <a:ext uri="{FF2B5EF4-FFF2-40B4-BE49-F238E27FC236}">
                <a16:creationId xmlns:a16="http://schemas.microsoft.com/office/drawing/2014/main" id="{C0B41224-90DE-45FD-8BB2-3F697E037309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9537700" y="12700"/>
            <a:ext cx="3815080" cy="635000"/>
          </a:xfrm>
          <a:prstGeom prst="rect">
            <a:avLst/>
          </a:prstGeom>
          <a:solidFill>
            <a:srgbClr val="F6F7F8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9" name="RemarkBlock" hidden="1">
            <a:extLst>
              <a:ext uri="{FF2B5EF4-FFF2-40B4-BE49-F238E27FC236}">
                <a16:creationId xmlns:a16="http://schemas.microsoft.com/office/drawing/2014/main" id="{CBFBD9FE-4124-45F8-BDB4-B112E07CEAF1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30" name="RemarkTitleText" hidden="1">
            <a:extLst>
              <a:ext uri="{FF2B5EF4-FFF2-40B4-BE49-F238E27FC236}">
                <a16:creationId xmlns:a16="http://schemas.microsoft.com/office/drawing/2014/main" id="{E60D2CEA-6B16-4977-AFB8-897F1B05070D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  <a:endParaRPr lang="zh-CN" altLang="en-US" sz="1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10216F5-686F-4CC2-8BC8-4CEADFA4FB86}"/>
              </a:ext>
            </a:extLst>
          </p:cNvPr>
          <p:cNvSpPr/>
          <p:nvPr/>
        </p:nvSpPr>
        <p:spPr>
          <a:xfrm>
            <a:off x="3279774" y="3413125"/>
            <a:ext cx="502602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zh-CN" altLang="en-US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补码整数表示时，负数的符号位为1，数值位按位取反，末位加 1，因此剩下的2个“1”在最低位时，表示的是最小整数，为10000011，转换成真值为-125。</a:t>
            </a:r>
          </a:p>
        </p:txBody>
      </p:sp>
      <p:grpSp>
        <p:nvGrpSpPr>
          <p:cNvPr id="17" name="组合 16"/>
          <p:cNvGrpSpPr/>
          <p:nvPr>
            <p:custDataLst>
              <p:tags r:id="rId19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3" name="TitleBackground"/>
            <p:cNvSpPr/>
            <p:nvPr>
              <p:custDataLst>
                <p:tags r:id="rId21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22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23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 b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24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b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5</a:t>
              </a:r>
              <a:r>
                <a:rPr lang="zh-CN" altLang="en-US" sz="2000" b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 b="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 descr="tmp47DC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、【2016统考真题】某计算机字长为32位，按字节编址，采用小端方式存放数据。假定有一个double型变量，其机器数表示为 1122 3344 5566 7788H，存放在0000 8040H开始的连续存储单元中，则存储单元0000 8046H中存放的是(  )。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22H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29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33H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2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77H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4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66H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1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38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16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24" name="文本框 23" hidden="1"/>
          <p:cNvSpPr txBox="1"/>
          <p:nvPr>
            <p:custDataLst>
              <p:tags r:id="rId11"/>
            </p:custDataLst>
          </p:nvPr>
        </p:nvSpPr>
        <p:spPr>
          <a:xfrm>
            <a:off x="9613900" y="646525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buNone/>
            </a:pPr>
            <a:r>
              <a:rPr lang="zh-CN" altLang="en-US" sz="1200" b="0" dirty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可为此题添加文本、图片、公式等解析，且需将内容全部放在本区域内。</a:t>
            </a:r>
          </a:p>
        </p:txBody>
      </p:sp>
      <p:pic>
        <p:nvPicPr>
          <p:cNvPr id="26" name="图片 25" hidden="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5"/>
          <a:stretch>
            <a:fillRect/>
          </a:stretch>
        </p:blipFill>
        <p:spPr>
          <a:xfrm>
            <a:off x="9779000" y="1815465"/>
            <a:ext cx="3496945" cy="1014730"/>
          </a:xfrm>
          <a:prstGeom prst="rect">
            <a:avLst/>
          </a:prstGeom>
        </p:spPr>
      </p:pic>
      <p:sp>
        <p:nvSpPr>
          <p:cNvPr id="27" name="矩形 26" hidden="1"/>
          <p:cNvSpPr/>
          <p:nvPr>
            <p:custDataLst>
              <p:tags r:id="rId13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8" name="文本框 27" hidden="1"/>
          <p:cNvSpPr txBox="1"/>
          <p:nvPr>
            <p:custDataLst>
              <p:tags r:id="rId14"/>
            </p:custDataLst>
          </p:nvPr>
        </p:nvSpPr>
        <p:spPr>
          <a:xfrm>
            <a:off x="9613900" y="646525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buNone/>
            </a:pPr>
            <a:r>
              <a:rPr lang="zh-CN" altLang="en-US" sz="1200" b="0" dirty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可为此题添加文本、图片、公式等解析，且需将内容全部放在本区域内。</a:t>
            </a:r>
          </a:p>
        </p:txBody>
      </p:sp>
      <p:pic>
        <p:nvPicPr>
          <p:cNvPr id="30" name="图片 29" hidden="1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6"/>
          <a:stretch>
            <a:fillRect/>
          </a:stretch>
        </p:blipFill>
        <p:spPr>
          <a:xfrm>
            <a:off x="9577070" y="2667000"/>
            <a:ext cx="3683000" cy="1252220"/>
          </a:xfrm>
          <a:prstGeom prst="rect">
            <a:avLst/>
          </a:prstGeom>
        </p:spPr>
      </p:pic>
      <p:grpSp>
        <p:nvGrpSpPr>
          <p:cNvPr id="23" name="组合 22" hidden="1"/>
          <p:cNvGrpSpPr/>
          <p:nvPr>
            <p:custDataLst>
              <p:tags r:id="rId16"/>
            </p:custDataLst>
          </p:nvPr>
        </p:nvGrpSpPr>
        <p:grpSpPr>
          <a:xfrm>
            <a:off x="9537700" y="0"/>
            <a:ext cx="3813810" cy="647700"/>
            <a:chOff x="15020" y="0"/>
            <a:chExt cx="6006" cy="1020"/>
          </a:xfrm>
        </p:grpSpPr>
        <p:sp>
          <p:nvSpPr>
            <p:cNvPr id="20" name="RemarkBack" hidden="1"/>
            <p:cNvSpPr/>
            <p:nvPr>
              <p:custDataLst>
                <p:tags r:id="rId31"/>
              </p:custDataLst>
            </p:nvPr>
          </p:nvSpPr>
          <p:spPr>
            <a:xfrm>
              <a:off x="150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1" name="RemarkBlock" hidden="1"/>
            <p:cNvSpPr/>
            <p:nvPr>
              <p:custDataLst>
                <p:tags r:id="rId32"/>
              </p:custDataLst>
            </p:nvPr>
          </p:nvSpPr>
          <p:spPr>
            <a:xfrm>
              <a:off x="15020" y="2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2" name="RemarkTitleText" hidden="1"/>
            <p:cNvSpPr txBox="1"/>
            <p:nvPr>
              <p:custDataLst>
                <p:tags r:id="rId33"/>
              </p:custDataLst>
            </p:nvPr>
          </p:nvSpPr>
          <p:spPr>
            <a:xfrm>
              <a:off x="15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1800" b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25" name="组合 24" hidden="1"/>
          <p:cNvGrpSpPr/>
          <p:nvPr>
            <p:custDataLst>
              <p:tags r:id="rId17"/>
            </p:custDataLst>
          </p:nvPr>
        </p:nvGrpSpPr>
        <p:grpSpPr>
          <a:xfrm>
            <a:off x="9537700" y="0"/>
            <a:ext cx="3815080" cy="647700"/>
            <a:chOff x="15020" y="0"/>
            <a:chExt cx="6008" cy="1020"/>
          </a:xfrm>
        </p:grpSpPr>
        <p:sp>
          <p:nvSpPr>
            <p:cNvPr id="12" name="RemarkBack" hidden="1"/>
            <p:cNvSpPr/>
            <p:nvPr>
              <p:custDataLst>
                <p:tags r:id="rId28"/>
              </p:custDataLst>
            </p:nvPr>
          </p:nvSpPr>
          <p:spPr bwMode="auto">
            <a:xfrm>
              <a:off x="15020" y="20"/>
              <a:ext cx="6008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8" name="RemarkBlock" hidden="1"/>
            <p:cNvSpPr/>
            <p:nvPr>
              <p:custDataLst>
                <p:tags r:id="rId29"/>
              </p:custDataLst>
            </p:nvPr>
          </p:nvSpPr>
          <p:spPr bwMode="auto">
            <a:xfrm>
              <a:off x="15020" y="2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9" name="RemarkTitleText" hidden="1"/>
            <p:cNvSpPr txBox="1"/>
            <p:nvPr>
              <p:custDataLst>
                <p:tags r:id="rId30"/>
              </p:custDataLst>
            </p:nvPr>
          </p:nvSpPr>
          <p:spPr>
            <a:xfrm>
              <a:off x="15400" y="0"/>
              <a:ext cx="3000" cy="1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 b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9" name="RemarkBack" hidden="1">
            <a:extLst>
              <a:ext uri="{FF2B5EF4-FFF2-40B4-BE49-F238E27FC236}">
                <a16:creationId xmlns:a16="http://schemas.microsoft.com/office/drawing/2014/main" id="{8F6B228E-3437-4EFF-837B-863FA4121483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9537700" y="12700"/>
            <a:ext cx="3815080" cy="635000"/>
          </a:xfrm>
          <a:prstGeom prst="rect">
            <a:avLst/>
          </a:prstGeom>
          <a:solidFill>
            <a:srgbClr val="F6F7F8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31" name="RemarkBlock" hidden="1">
            <a:extLst>
              <a:ext uri="{FF2B5EF4-FFF2-40B4-BE49-F238E27FC236}">
                <a16:creationId xmlns:a16="http://schemas.microsoft.com/office/drawing/2014/main" id="{666882E6-DE12-48EB-A79F-9DAE5894E754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32" name="RemarkTitleText" hidden="1">
            <a:extLst>
              <a:ext uri="{FF2B5EF4-FFF2-40B4-BE49-F238E27FC236}">
                <a16:creationId xmlns:a16="http://schemas.microsoft.com/office/drawing/2014/main" id="{87477C0C-986C-4FA7-B4B3-96821593EDCA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  <a:endParaRPr lang="zh-CN" altLang="en-US" sz="1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F3A2BBFC-C785-47A6-A44C-BA108D64FFE1}"/>
              </a:ext>
            </a:extLst>
          </p:cNvPr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36"/>
          <a:stretch>
            <a:fillRect/>
          </a:stretch>
        </p:blipFill>
        <p:spPr>
          <a:xfrm>
            <a:off x="3200400" y="2771239"/>
            <a:ext cx="5399116" cy="1735893"/>
          </a:xfrm>
          <a:prstGeom prst="rect">
            <a:avLst/>
          </a:prstGeom>
        </p:spPr>
      </p:pic>
      <p:grpSp>
        <p:nvGrpSpPr>
          <p:cNvPr id="17" name="组合 16"/>
          <p:cNvGrpSpPr/>
          <p:nvPr>
            <p:custDataLst>
              <p:tags r:id="rId22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3" name="TitleBackground"/>
            <p:cNvSpPr/>
            <p:nvPr>
              <p:custDataLst>
                <p:tags r:id="rId24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2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2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 b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27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b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5</a:t>
              </a:r>
              <a:r>
                <a:rPr lang="zh-CN" altLang="en-US" sz="2000" b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 b="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 descr="tmp47DC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7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848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、【2018统考真题】</a:t>
            </a:r>
            <a:endParaRPr lang="en-US" altLang="zh-CN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假定有符号整数采用补码表示，若int型变量x和y 的机器数分别是FFFF FFDFH和0000 0041H,则x、y的值及x-y的机器数分别是(  )。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x=-65, y =41,x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y的</a:t>
            </a:r>
            <a:r>
              <a:rPr lang="zh-CN" altLang="en-US" sz="26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机器数溢出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2995"/>
            <a:ext cx="68580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=-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33, y = 65, x-y的机器数为FFFF FF9DH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245"/>
            <a:ext cx="68580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=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33, y = 65, x-y 的机器数为FFFF FF9EH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495"/>
            <a:ext cx="67056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x=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65, y = 41,x -y的机器数为FFFF FF96H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4988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1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16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9" name="矩形 18" hidden="1"/>
          <p:cNvSpPr/>
          <p:nvPr>
            <p:custDataLst>
              <p:tags r:id="rId11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4" name="文本框 23" hidden="1"/>
          <p:cNvSpPr txBox="1"/>
          <p:nvPr>
            <p:custDataLst>
              <p:tags r:id="rId12"/>
            </p:custDataLst>
          </p:nvPr>
        </p:nvSpPr>
        <p:spPr>
          <a:xfrm>
            <a:off x="9613900" y="646525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buNone/>
            </a:pPr>
            <a:r>
              <a:rPr lang="zh-CN" altLang="en-US" sz="1200" b="0" dirty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可为此题添加文本、图片、公式等解析，且需将内容全部放在本区域内。</a:t>
            </a:r>
          </a:p>
        </p:txBody>
      </p:sp>
      <p:sp>
        <p:nvSpPr>
          <p:cNvPr id="27" name="文本框 26" hidden="1"/>
          <p:cNvSpPr txBox="1"/>
          <p:nvPr>
            <p:custDataLst>
              <p:tags r:id="rId13"/>
            </p:custDataLst>
          </p:nvPr>
        </p:nvSpPr>
        <p:spPr>
          <a:xfrm>
            <a:off x="9779000" y="1270000"/>
            <a:ext cx="3331845" cy="439991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algn="l">
              <a:buNone/>
            </a:pP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利用补码转换成原码的规则:负数符号位不变数值位取反加一;正数补码等于原码。两个机器数对应的原码是[x]（原）= 80000021H，对应的数值是-33，[y]（原）</a:t>
            </a:r>
            <a:r>
              <a:rPr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[y</a:t>
            </a:r>
            <a:r>
              <a:rPr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（补）= 00000041H = 65。排除A、D。x ―y直接利用补码减法准则，[x]（补）</a:t>
            </a:r>
            <a:r>
              <a:rPr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[y</a:t>
            </a:r>
            <a:r>
              <a:rPr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（补）=[x]（补）+[-y</a:t>
            </a:r>
            <a:r>
              <a:rPr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](</a:t>
            </a: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补），-y的补码是连同符号位取反加一，最终减法变成加法,得出结果为FFFFFF9EH。</a:t>
            </a:r>
          </a:p>
        </p:txBody>
      </p:sp>
      <p:grpSp>
        <p:nvGrpSpPr>
          <p:cNvPr id="23" name="组合 22" hidden="1"/>
          <p:cNvGrpSpPr/>
          <p:nvPr>
            <p:custDataLst>
              <p:tags r:id="rId14"/>
            </p:custDataLst>
          </p:nvPr>
        </p:nvGrpSpPr>
        <p:grpSpPr>
          <a:xfrm>
            <a:off x="9537700" y="0"/>
            <a:ext cx="3813810" cy="647700"/>
            <a:chOff x="15020" y="0"/>
            <a:chExt cx="6006" cy="1020"/>
          </a:xfrm>
        </p:grpSpPr>
        <p:sp>
          <p:nvSpPr>
            <p:cNvPr id="20" name="RemarkBack" hidden="1"/>
            <p:cNvSpPr/>
            <p:nvPr>
              <p:custDataLst>
                <p:tags r:id="rId28"/>
              </p:custDataLst>
            </p:nvPr>
          </p:nvSpPr>
          <p:spPr>
            <a:xfrm>
              <a:off x="150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1" name="RemarkBlock" hidden="1"/>
            <p:cNvSpPr/>
            <p:nvPr>
              <p:custDataLst>
                <p:tags r:id="rId29"/>
              </p:custDataLst>
            </p:nvPr>
          </p:nvSpPr>
          <p:spPr>
            <a:xfrm>
              <a:off x="15020" y="2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2" name="RemarkTitleText" hidden="1"/>
            <p:cNvSpPr txBox="1"/>
            <p:nvPr>
              <p:custDataLst>
                <p:tags r:id="rId30"/>
              </p:custDataLst>
            </p:nvPr>
          </p:nvSpPr>
          <p:spPr>
            <a:xfrm>
              <a:off x="15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1800" b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26" name="组合 25" hidden="1"/>
          <p:cNvGrpSpPr/>
          <p:nvPr>
            <p:custDataLst>
              <p:tags r:id="rId15"/>
            </p:custDataLst>
          </p:nvPr>
        </p:nvGrpSpPr>
        <p:grpSpPr>
          <a:xfrm>
            <a:off x="9537700" y="0"/>
            <a:ext cx="3815080" cy="647700"/>
            <a:chOff x="15020" y="0"/>
            <a:chExt cx="6008" cy="1020"/>
          </a:xfrm>
        </p:grpSpPr>
        <p:sp>
          <p:nvSpPr>
            <p:cNvPr id="12" name="RemarkBack" hidden="1"/>
            <p:cNvSpPr/>
            <p:nvPr>
              <p:custDataLst>
                <p:tags r:id="rId25"/>
              </p:custDataLst>
            </p:nvPr>
          </p:nvSpPr>
          <p:spPr bwMode="auto">
            <a:xfrm>
              <a:off x="15020" y="20"/>
              <a:ext cx="6008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8" name="RemarkBlock" hidden="1"/>
            <p:cNvSpPr/>
            <p:nvPr>
              <p:custDataLst>
                <p:tags r:id="rId26"/>
              </p:custDataLst>
            </p:nvPr>
          </p:nvSpPr>
          <p:spPr bwMode="auto">
            <a:xfrm>
              <a:off x="15020" y="2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5" name="RemarkTitleText" hidden="1"/>
            <p:cNvSpPr txBox="1"/>
            <p:nvPr>
              <p:custDataLst>
                <p:tags r:id="rId27"/>
              </p:custDataLst>
            </p:nvPr>
          </p:nvSpPr>
          <p:spPr>
            <a:xfrm>
              <a:off x="15400" y="0"/>
              <a:ext cx="3000" cy="1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 b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8" name="RemarkBack" hidden="1">
            <a:extLst>
              <a:ext uri="{FF2B5EF4-FFF2-40B4-BE49-F238E27FC236}">
                <a16:creationId xmlns:a16="http://schemas.microsoft.com/office/drawing/2014/main" id="{DF3CB2AE-62ED-4A38-98D0-A0BB80465133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9537700" y="12700"/>
            <a:ext cx="3815080" cy="635000"/>
          </a:xfrm>
          <a:prstGeom prst="rect">
            <a:avLst/>
          </a:prstGeom>
          <a:solidFill>
            <a:srgbClr val="F6F7F8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9" name="RemarkBlock" hidden="1">
            <a:extLst>
              <a:ext uri="{FF2B5EF4-FFF2-40B4-BE49-F238E27FC236}">
                <a16:creationId xmlns:a16="http://schemas.microsoft.com/office/drawing/2014/main" id="{F9420011-57FB-4CE9-9824-7E29E10184B1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30" name="RemarkTitleText" hidden="1">
            <a:extLst>
              <a:ext uri="{FF2B5EF4-FFF2-40B4-BE49-F238E27FC236}">
                <a16:creationId xmlns:a16="http://schemas.microsoft.com/office/drawing/2014/main" id="{CFB1CE3D-3398-4BF2-A866-DEB65905D13D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  <a:endParaRPr lang="zh-CN" altLang="en-US" sz="1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9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3" name="TitleBackground"/>
            <p:cNvSpPr/>
            <p:nvPr>
              <p:custDataLst>
                <p:tags r:id="rId21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22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23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 b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24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b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5</a:t>
              </a:r>
              <a:r>
                <a:rPr lang="zh-CN" altLang="en-US" sz="2000" b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 b="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 descr="tmp47DC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62000" y="1844040"/>
            <a:ext cx="7848600" cy="193899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buNone/>
            </a:pP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利用补码转换成原码的规则:负数符号位不变数值位取反加一;正数补码等于原码。两个机器数对应的原码是[x]（原）= 80000021H，对应的数值是-33，[y]（原）</a:t>
            </a:r>
            <a:r>
              <a:rPr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</a:t>
            </a: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[y</a:t>
            </a:r>
            <a:r>
              <a:rPr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]</a:t>
            </a: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（补）= 00000041H = 65。排除A、D。x ―y直接利用补码减法准则，[x]（补）</a:t>
            </a:r>
            <a:r>
              <a:rPr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[y</a:t>
            </a:r>
            <a:r>
              <a:rPr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]</a:t>
            </a: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（补）=[x]（补）+[-y</a:t>
            </a:r>
            <a:r>
              <a:rPr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](</a:t>
            </a: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补），-y的补码是连同符号位取反加一，最终减法变成加法,得出结果为FFFFFF9EH。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、【2018统考真题】（</a:t>
            </a:r>
            <a:r>
              <a:rPr lang="zh-CN" altLang="en-US" sz="2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见</a:t>
            </a:r>
            <a:r>
              <a:rPr lang="en-US" altLang="zh-CN" sz="2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CSAPP</a:t>
            </a:r>
            <a:r>
              <a:rPr lang="zh-CN" altLang="en-US" sz="2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2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某32位计算机按字节编址，采用小端方式。若语句“int i = 0;”对应指令的机器代码为“C7 45 FC 00 00 00 0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”，则语句“int i =-64;”对应指令的机器代码是( ).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C7 45 FC C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FF FFFF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29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C7 45 FC 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 FF FF FF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2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C7 45 FC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FF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FF FF C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4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C7 45 FC FF FF FF 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1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38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16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9" name="矩形 18" hidden="1"/>
          <p:cNvSpPr/>
          <p:nvPr>
            <p:custDataLst>
              <p:tags r:id="rId11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4" name="文本框 23" hidden="1"/>
          <p:cNvSpPr txBox="1"/>
          <p:nvPr>
            <p:custDataLst>
              <p:tags r:id="rId12"/>
            </p:custDataLst>
          </p:nvPr>
        </p:nvSpPr>
        <p:spPr>
          <a:xfrm>
            <a:off x="9613900" y="646525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buNone/>
            </a:pPr>
            <a:r>
              <a:rPr lang="zh-CN" altLang="en-US" sz="1200" b="0" dirty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可为此题添加文本、图片、公式等解析，且需将内容全部放在本区域内。</a:t>
            </a:r>
          </a:p>
        </p:txBody>
      </p:sp>
      <p:sp>
        <p:nvSpPr>
          <p:cNvPr id="25" name="文本框 24" hidden="1"/>
          <p:cNvSpPr txBox="1"/>
          <p:nvPr>
            <p:custDataLst>
              <p:tags r:id="rId13"/>
            </p:custDataLst>
          </p:nvPr>
        </p:nvSpPr>
        <p:spPr>
          <a:xfrm>
            <a:off x="9779000" y="1270000"/>
            <a:ext cx="3331845" cy="409257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algn="l">
              <a:buNone/>
            </a:pP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按字节编址，采用小端方式，低位的数据存储在低地址位、高位的数据存储在高地址位，并且按照一字节相对不变的顺序存储。由题意，存储</a:t>
            </a:r>
            <a:r>
              <a:rPr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的位数是后32位，则我们只需要把-64的补码按字节存储在其中即可，而-64表示成32位的十六进制是FFFFFF C</a:t>
            </a:r>
            <a:r>
              <a:rPr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，根据小端方式特点，低字节存储在低地址,就是C</a:t>
            </a:r>
            <a:r>
              <a:rPr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FFFFFF，答案选A。</a:t>
            </a:r>
          </a:p>
        </p:txBody>
      </p:sp>
      <p:grpSp>
        <p:nvGrpSpPr>
          <p:cNvPr id="23" name="组合 22" hidden="1"/>
          <p:cNvGrpSpPr/>
          <p:nvPr>
            <p:custDataLst>
              <p:tags r:id="rId14"/>
            </p:custDataLst>
          </p:nvPr>
        </p:nvGrpSpPr>
        <p:grpSpPr>
          <a:xfrm>
            <a:off x="9537700" y="0"/>
            <a:ext cx="3813810" cy="647700"/>
            <a:chOff x="15020" y="0"/>
            <a:chExt cx="6006" cy="1020"/>
          </a:xfrm>
        </p:grpSpPr>
        <p:sp>
          <p:nvSpPr>
            <p:cNvPr id="20" name="RemarkBack" hidden="1"/>
            <p:cNvSpPr/>
            <p:nvPr>
              <p:custDataLst>
                <p:tags r:id="rId28"/>
              </p:custDataLst>
            </p:nvPr>
          </p:nvSpPr>
          <p:spPr>
            <a:xfrm>
              <a:off x="150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1" name="RemarkBlock" hidden="1"/>
            <p:cNvSpPr/>
            <p:nvPr>
              <p:custDataLst>
                <p:tags r:id="rId29"/>
              </p:custDataLst>
            </p:nvPr>
          </p:nvSpPr>
          <p:spPr>
            <a:xfrm>
              <a:off x="15020" y="2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2" name="RemarkTitleText" hidden="1"/>
            <p:cNvSpPr txBox="1"/>
            <p:nvPr>
              <p:custDataLst>
                <p:tags r:id="rId30"/>
              </p:custDataLst>
            </p:nvPr>
          </p:nvSpPr>
          <p:spPr>
            <a:xfrm>
              <a:off x="15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1800" b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27" name="组合 26" hidden="1"/>
          <p:cNvGrpSpPr/>
          <p:nvPr>
            <p:custDataLst>
              <p:tags r:id="rId15"/>
            </p:custDataLst>
          </p:nvPr>
        </p:nvGrpSpPr>
        <p:grpSpPr>
          <a:xfrm>
            <a:off x="9537700" y="0"/>
            <a:ext cx="3815080" cy="647700"/>
            <a:chOff x="15020" y="0"/>
            <a:chExt cx="6008" cy="1020"/>
          </a:xfrm>
        </p:grpSpPr>
        <p:sp>
          <p:nvSpPr>
            <p:cNvPr id="12" name="RemarkBack" hidden="1"/>
            <p:cNvSpPr/>
            <p:nvPr>
              <p:custDataLst>
                <p:tags r:id="rId25"/>
              </p:custDataLst>
            </p:nvPr>
          </p:nvSpPr>
          <p:spPr bwMode="auto">
            <a:xfrm>
              <a:off x="15020" y="20"/>
              <a:ext cx="6008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8" name="RemarkBlock" hidden="1"/>
            <p:cNvSpPr/>
            <p:nvPr>
              <p:custDataLst>
                <p:tags r:id="rId26"/>
              </p:custDataLst>
            </p:nvPr>
          </p:nvSpPr>
          <p:spPr bwMode="auto">
            <a:xfrm>
              <a:off x="15020" y="2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6" name="RemarkTitleText" hidden="1"/>
            <p:cNvSpPr txBox="1"/>
            <p:nvPr>
              <p:custDataLst>
                <p:tags r:id="rId27"/>
              </p:custDataLst>
            </p:nvPr>
          </p:nvSpPr>
          <p:spPr>
            <a:xfrm>
              <a:off x="15400" y="0"/>
              <a:ext cx="3000" cy="1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 b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8" name="RemarkBack" hidden="1">
            <a:extLst>
              <a:ext uri="{FF2B5EF4-FFF2-40B4-BE49-F238E27FC236}">
                <a16:creationId xmlns:a16="http://schemas.microsoft.com/office/drawing/2014/main" id="{973363F3-9B37-4C42-8524-E4333F9B439C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9537700" y="12700"/>
            <a:ext cx="3815080" cy="635000"/>
          </a:xfrm>
          <a:prstGeom prst="rect">
            <a:avLst/>
          </a:prstGeom>
          <a:solidFill>
            <a:srgbClr val="F6F7F8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9" name="RemarkBlock" hidden="1">
            <a:extLst>
              <a:ext uri="{FF2B5EF4-FFF2-40B4-BE49-F238E27FC236}">
                <a16:creationId xmlns:a16="http://schemas.microsoft.com/office/drawing/2014/main" id="{A9908193-0009-42C2-A059-CB1BB30D75B7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30" name="RemarkTitleText" hidden="1">
            <a:extLst>
              <a:ext uri="{FF2B5EF4-FFF2-40B4-BE49-F238E27FC236}">
                <a16:creationId xmlns:a16="http://schemas.microsoft.com/office/drawing/2014/main" id="{18941871-78AE-4B88-9B84-B6158FCA9F97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  <a:endParaRPr lang="zh-CN" altLang="en-US" sz="1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4AD2C60-6CCA-457D-AF4C-9F8DABA5604A}"/>
              </a:ext>
            </a:extLst>
          </p:cNvPr>
          <p:cNvSpPr txBox="1"/>
          <p:nvPr/>
        </p:nvSpPr>
        <p:spPr>
          <a:xfrm>
            <a:off x="5486400" y="2588320"/>
            <a:ext cx="3276600" cy="2554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buNone/>
            </a:pPr>
            <a:r>
              <a:rPr lang="zh-CN" altLang="en-US" sz="16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按字节编址，采用小端方式，低位的数据存储在低地址位、高位的数据存储在高地址位，并且按照一字节相对不变的顺序存储。由题意，存储</a:t>
            </a:r>
            <a:r>
              <a:rPr lang="en-US" altLang="zh-CN" sz="16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lang="zh-CN" altLang="en-US" sz="16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的位数是后32位，则我们只需要把-64的补码按字节存储在其中即可，而-64表示成32位的十六进制是FFFFFF C</a:t>
            </a:r>
            <a:r>
              <a:rPr lang="en-US" altLang="zh-CN" sz="16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lang="zh-CN" altLang="en-US" sz="16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，根据小端方式特点，低字节存储在低地址,就是C</a:t>
            </a:r>
            <a:r>
              <a:rPr lang="en-US" altLang="zh-CN" sz="16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lang="zh-CN" altLang="en-US" sz="16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FFFFFF，答案选A。</a:t>
            </a:r>
          </a:p>
        </p:txBody>
      </p:sp>
      <p:grpSp>
        <p:nvGrpSpPr>
          <p:cNvPr id="17" name="组合 16"/>
          <p:cNvGrpSpPr/>
          <p:nvPr>
            <p:custDataLst>
              <p:tags r:id="rId19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3" name="TitleBackground"/>
            <p:cNvSpPr/>
            <p:nvPr>
              <p:custDataLst>
                <p:tags r:id="rId21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22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23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 b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24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b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5</a:t>
              </a:r>
              <a:r>
                <a:rPr lang="zh-CN" altLang="en-US" sz="2000" b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 b="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 descr="tmp47DC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696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、【2018统考真题】</a:t>
            </a:r>
            <a:endParaRPr lang="en-US" altLang="zh-CN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整数x的机器数为1101 1000，分别对x进行逻辑右移1位和算术右移1位操作，得到的机器数各是(  )。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1110 1100、1110 1100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29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110 1100、1110 1100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2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1110 1100、0110 1100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4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0110 110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、0110 1100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4988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38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16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9" name="矩形 18" hidden="1"/>
          <p:cNvSpPr/>
          <p:nvPr>
            <p:custDataLst>
              <p:tags r:id="rId11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4" name="文本框 23" hidden="1"/>
          <p:cNvSpPr txBox="1"/>
          <p:nvPr>
            <p:custDataLst>
              <p:tags r:id="rId12"/>
            </p:custDataLst>
          </p:nvPr>
        </p:nvSpPr>
        <p:spPr>
          <a:xfrm>
            <a:off x="9613900" y="646525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buNone/>
            </a:pPr>
            <a:r>
              <a:rPr lang="zh-CN" altLang="en-US" sz="1200" b="0" dirty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可为此题添加文本、图片、公式等解析，且需将内容全部放在本区域内。</a:t>
            </a:r>
          </a:p>
        </p:txBody>
      </p:sp>
      <p:sp>
        <p:nvSpPr>
          <p:cNvPr id="25" name="文本框 24" hidden="1"/>
          <p:cNvSpPr txBox="1"/>
          <p:nvPr>
            <p:custDataLst>
              <p:tags r:id="rId13"/>
            </p:custDataLst>
          </p:nvPr>
        </p:nvSpPr>
        <p:spPr>
          <a:xfrm>
            <a:off x="9779000" y="1270000"/>
            <a:ext cx="3331845" cy="193802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algn="l">
              <a:buNone/>
            </a:pP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逻辑移位:左移和右移空位都补0，且所有数字参与移动;算术移位:符号位不参与移动，右移空位补符号位,左移空位补0。根据该规则，轻松选出B。</a:t>
            </a:r>
          </a:p>
        </p:txBody>
      </p:sp>
      <p:grpSp>
        <p:nvGrpSpPr>
          <p:cNvPr id="23" name="组合 22" hidden="1"/>
          <p:cNvGrpSpPr/>
          <p:nvPr>
            <p:custDataLst>
              <p:tags r:id="rId14"/>
            </p:custDataLst>
          </p:nvPr>
        </p:nvGrpSpPr>
        <p:grpSpPr>
          <a:xfrm>
            <a:off x="9537700" y="0"/>
            <a:ext cx="3813810" cy="647700"/>
            <a:chOff x="15020" y="0"/>
            <a:chExt cx="6006" cy="1020"/>
          </a:xfrm>
        </p:grpSpPr>
        <p:sp>
          <p:nvSpPr>
            <p:cNvPr id="20" name="RemarkBack" hidden="1"/>
            <p:cNvSpPr/>
            <p:nvPr>
              <p:custDataLst>
                <p:tags r:id="rId28"/>
              </p:custDataLst>
            </p:nvPr>
          </p:nvSpPr>
          <p:spPr>
            <a:xfrm>
              <a:off x="150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1" name="RemarkBlock" hidden="1"/>
            <p:cNvSpPr/>
            <p:nvPr>
              <p:custDataLst>
                <p:tags r:id="rId29"/>
              </p:custDataLst>
            </p:nvPr>
          </p:nvSpPr>
          <p:spPr>
            <a:xfrm>
              <a:off x="15020" y="2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2" name="RemarkTitleText" hidden="1"/>
            <p:cNvSpPr txBox="1"/>
            <p:nvPr>
              <p:custDataLst>
                <p:tags r:id="rId30"/>
              </p:custDataLst>
            </p:nvPr>
          </p:nvSpPr>
          <p:spPr>
            <a:xfrm>
              <a:off x="15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1800" b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27" name="组合 26" hidden="1"/>
          <p:cNvGrpSpPr/>
          <p:nvPr>
            <p:custDataLst>
              <p:tags r:id="rId15"/>
            </p:custDataLst>
          </p:nvPr>
        </p:nvGrpSpPr>
        <p:grpSpPr>
          <a:xfrm>
            <a:off x="9537700" y="0"/>
            <a:ext cx="3815080" cy="647700"/>
            <a:chOff x="15020" y="0"/>
            <a:chExt cx="6008" cy="1020"/>
          </a:xfrm>
        </p:grpSpPr>
        <p:sp>
          <p:nvSpPr>
            <p:cNvPr id="12" name="RemarkBack" hidden="1"/>
            <p:cNvSpPr/>
            <p:nvPr>
              <p:custDataLst>
                <p:tags r:id="rId25"/>
              </p:custDataLst>
            </p:nvPr>
          </p:nvSpPr>
          <p:spPr bwMode="auto">
            <a:xfrm>
              <a:off x="15020" y="20"/>
              <a:ext cx="6008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8" name="RemarkBlock" hidden="1"/>
            <p:cNvSpPr/>
            <p:nvPr>
              <p:custDataLst>
                <p:tags r:id="rId26"/>
              </p:custDataLst>
            </p:nvPr>
          </p:nvSpPr>
          <p:spPr bwMode="auto">
            <a:xfrm>
              <a:off x="15020" y="2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6" name="RemarkTitleText" hidden="1"/>
            <p:cNvSpPr txBox="1"/>
            <p:nvPr>
              <p:custDataLst>
                <p:tags r:id="rId27"/>
              </p:custDataLst>
            </p:nvPr>
          </p:nvSpPr>
          <p:spPr>
            <a:xfrm>
              <a:off x="15400" y="0"/>
              <a:ext cx="3000" cy="1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 b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8" name="RemarkBack" hidden="1">
            <a:extLst>
              <a:ext uri="{FF2B5EF4-FFF2-40B4-BE49-F238E27FC236}">
                <a16:creationId xmlns:a16="http://schemas.microsoft.com/office/drawing/2014/main" id="{FB6CAAD7-10D8-46BC-A958-1414F9CBCEBB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9537700" y="12700"/>
            <a:ext cx="3815080" cy="635000"/>
          </a:xfrm>
          <a:prstGeom prst="rect">
            <a:avLst/>
          </a:prstGeom>
          <a:solidFill>
            <a:srgbClr val="F6F7F8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9" name="RemarkBlock" hidden="1">
            <a:extLst>
              <a:ext uri="{FF2B5EF4-FFF2-40B4-BE49-F238E27FC236}">
                <a16:creationId xmlns:a16="http://schemas.microsoft.com/office/drawing/2014/main" id="{9D962F5C-5323-4E5E-8FCF-20FF7FF3C9AF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30" name="RemarkTitleText" hidden="1">
            <a:extLst>
              <a:ext uri="{FF2B5EF4-FFF2-40B4-BE49-F238E27FC236}">
                <a16:creationId xmlns:a16="http://schemas.microsoft.com/office/drawing/2014/main" id="{4B771428-7DF6-46E6-A62B-A5B27D54183D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  <a:endParaRPr lang="zh-CN" altLang="en-US" sz="1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852656B-C591-4169-B5F3-76C0FCE979D1}"/>
              </a:ext>
            </a:extLst>
          </p:cNvPr>
          <p:cNvSpPr txBox="1"/>
          <p:nvPr/>
        </p:nvSpPr>
        <p:spPr>
          <a:xfrm>
            <a:off x="5715000" y="2767965"/>
            <a:ext cx="3302000" cy="193899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buNone/>
            </a:pPr>
            <a:r>
              <a:rPr lang="zh-CN" altLang="en-US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逻辑移位:左移和右移空位都补0，且所有数字参与移动;算术移位:符号位不参与移动，右移空位补符号位,左移空位补0。根据该规则，轻松选出B。</a:t>
            </a:r>
          </a:p>
        </p:txBody>
      </p:sp>
      <p:grpSp>
        <p:nvGrpSpPr>
          <p:cNvPr id="17" name="组合 16"/>
          <p:cNvGrpSpPr/>
          <p:nvPr>
            <p:custDataLst>
              <p:tags r:id="rId19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3" name="TitleBackground"/>
            <p:cNvSpPr/>
            <p:nvPr>
              <p:custDataLst>
                <p:tags r:id="rId21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22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23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 b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24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b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5</a:t>
              </a:r>
              <a:r>
                <a:rPr lang="zh-CN" altLang="en-US" sz="2000" b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 b="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 descr="tmp47DC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2019统考真题】考虑以下C语言代码:</a:t>
            </a:r>
          </a:p>
          <a:p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unsigned short usi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65535;</a:t>
            </a:r>
          </a:p>
          <a:p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short si = usi;</a:t>
            </a:r>
          </a:p>
          <a:p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执行上述程序段后，si的值是（   ).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29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-32767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2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-32768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4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-65535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1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38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16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9" name="矩形 18" hidden="1"/>
          <p:cNvSpPr/>
          <p:nvPr>
            <p:custDataLst>
              <p:tags r:id="rId11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4" name="文本框 23" hidden="1"/>
          <p:cNvSpPr txBox="1"/>
          <p:nvPr>
            <p:custDataLst>
              <p:tags r:id="rId12"/>
            </p:custDataLst>
          </p:nvPr>
        </p:nvSpPr>
        <p:spPr>
          <a:xfrm>
            <a:off x="9613900" y="646525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buNone/>
            </a:pPr>
            <a:r>
              <a:rPr lang="zh-CN" altLang="en-US" sz="1200" b="0" dirty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可为此题添加文本、图片、公式等解析，且需将内容全部放在本区域内。</a:t>
            </a:r>
          </a:p>
        </p:txBody>
      </p:sp>
      <p:sp>
        <p:nvSpPr>
          <p:cNvPr id="25" name="文本框 24" hidden="1"/>
          <p:cNvSpPr txBox="1"/>
          <p:nvPr>
            <p:custDataLst>
              <p:tags r:id="rId13"/>
            </p:custDataLst>
          </p:nvPr>
        </p:nvSpPr>
        <p:spPr>
          <a:xfrm>
            <a:off x="9779000" y="1270000"/>
            <a:ext cx="3331845" cy="3170099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lvl="0" algn="l">
              <a:buNone/>
            </a:pP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unsigned short类型为无符号短整型，长度为2字节，因此unsigned short usi转换为二进制代码即1111 1111 1111 1111。short类型为短整型，长度为2字节，在采用补码的机器上， short si的二进制代码为1111 1111 1111 1111，因此si的值为-1，所以选A。</a:t>
            </a:r>
          </a:p>
        </p:txBody>
      </p:sp>
      <p:grpSp>
        <p:nvGrpSpPr>
          <p:cNvPr id="23" name="组合 22" hidden="1"/>
          <p:cNvGrpSpPr/>
          <p:nvPr>
            <p:custDataLst>
              <p:tags r:id="rId14"/>
            </p:custDataLst>
          </p:nvPr>
        </p:nvGrpSpPr>
        <p:grpSpPr>
          <a:xfrm>
            <a:off x="9537700" y="0"/>
            <a:ext cx="3813810" cy="647700"/>
            <a:chOff x="15020" y="0"/>
            <a:chExt cx="6006" cy="1020"/>
          </a:xfrm>
        </p:grpSpPr>
        <p:sp>
          <p:nvSpPr>
            <p:cNvPr id="20" name="RemarkBack" hidden="1"/>
            <p:cNvSpPr/>
            <p:nvPr>
              <p:custDataLst>
                <p:tags r:id="rId28"/>
              </p:custDataLst>
            </p:nvPr>
          </p:nvSpPr>
          <p:spPr>
            <a:xfrm>
              <a:off x="150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1" name="RemarkBlock" hidden="1"/>
            <p:cNvSpPr/>
            <p:nvPr>
              <p:custDataLst>
                <p:tags r:id="rId29"/>
              </p:custDataLst>
            </p:nvPr>
          </p:nvSpPr>
          <p:spPr>
            <a:xfrm>
              <a:off x="15020" y="2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2" name="RemarkTitleText" hidden="1"/>
            <p:cNvSpPr txBox="1"/>
            <p:nvPr>
              <p:custDataLst>
                <p:tags r:id="rId30"/>
              </p:custDataLst>
            </p:nvPr>
          </p:nvSpPr>
          <p:spPr>
            <a:xfrm>
              <a:off x="15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1800" b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27" name="组合 26" hidden="1"/>
          <p:cNvGrpSpPr/>
          <p:nvPr>
            <p:custDataLst>
              <p:tags r:id="rId15"/>
            </p:custDataLst>
          </p:nvPr>
        </p:nvGrpSpPr>
        <p:grpSpPr>
          <a:xfrm>
            <a:off x="9537700" y="0"/>
            <a:ext cx="3815080" cy="647700"/>
            <a:chOff x="15020" y="0"/>
            <a:chExt cx="6008" cy="1020"/>
          </a:xfrm>
        </p:grpSpPr>
        <p:sp>
          <p:nvSpPr>
            <p:cNvPr id="12" name="RemarkBack" hidden="1"/>
            <p:cNvSpPr/>
            <p:nvPr>
              <p:custDataLst>
                <p:tags r:id="rId25"/>
              </p:custDataLst>
            </p:nvPr>
          </p:nvSpPr>
          <p:spPr bwMode="auto">
            <a:xfrm>
              <a:off x="15020" y="20"/>
              <a:ext cx="6008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8" name="RemarkBlock" hidden="1"/>
            <p:cNvSpPr/>
            <p:nvPr>
              <p:custDataLst>
                <p:tags r:id="rId26"/>
              </p:custDataLst>
            </p:nvPr>
          </p:nvSpPr>
          <p:spPr bwMode="auto">
            <a:xfrm>
              <a:off x="15020" y="2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6" name="RemarkTitleText" hidden="1"/>
            <p:cNvSpPr txBox="1"/>
            <p:nvPr>
              <p:custDataLst>
                <p:tags r:id="rId27"/>
              </p:custDataLst>
            </p:nvPr>
          </p:nvSpPr>
          <p:spPr>
            <a:xfrm>
              <a:off x="15400" y="0"/>
              <a:ext cx="3000" cy="1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 b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8" name="RemarkBack" hidden="1">
            <a:extLst>
              <a:ext uri="{FF2B5EF4-FFF2-40B4-BE49-F238E27FC236}">
                <a16:creationId xmlns:a16="http://schemas.microsoft.com/office/drawing/2014/main" id="{2F8317B1-B6B6-4362-9184-49AFCF64FF4D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9537700" y="12700"/>
            <a:ext cx="3815080" cy="635000"/>
          </a:xfrm>
          <a:prstGeom prst="rect">
            <a:avLst/>
          </a:prstGeom>
          <a:solidFill>
            <a:srgbClr val="F6F7F8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9" name="RemarkBlock" hidden="1">
            <a:extLst>
              <a:ext uri="{FF2B5EF4-FFF2-40B4-BE49-F238E27FC236}">
                <a16:creationId xmlns:a16="http://schemas.microsoft.com/office/drawing/2014/main" id="{A0732D5A-9CDD-4177-A523-F4C450B3FB7C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30" name="RemarkTitleText" hidden="1">
            <a:extLst>
              <a:ext uri="{FF2B5EF4-FFF2-40B4-BE49-F238E27FC236}">
                <a16:creationId xmlns:a16="http://schemas.microsoft.com/office/drawing/2014/main" id="{DA3A6C82-D794-43D9-898A-BC5FD859E6B4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  <a:endParaRPr lang="zh-CN" altLang="en-US" sz="1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35AB192-ADB6-4887-A85F-ACD4C3A0F013}"/>
              </a:ext>
            </a:extLst>
          </p:cNvPr>
          <p:cNvSpPr txBox="1"/>
          <p:nvPr/>
        </p:nvSpPr>
        <p:spPr>
          <a:xfrm>
            <a:off x="3657600" y="2542486"/>
            <a:ext cx="5359400" cy="132343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buNone/>
            </a:pPr>
            <a:r>
              <a:rPr lang="zh-CN" altLang="en-US" sz="16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unsigned short类型为无符号短整型，长度为2字节，因此unsigned short usi转换为二进制代码即1111 1111 1111 1111。short类型为短整型，长度为2字节，在采用补码的机器上， short si的二进制代码为1111 1111 1111 1111，因此si的值为-1，所以选A。</a:t>
            </a:r>
          </a:p>
        </p:txBody>
      </p:sp>
      <p:grpSp>
        <p:nvGrpSpPr>
          <p:cNvPr id="17" name="组合 16"/>
          <p:cNvGrpSpPr/>
          <p:nvPr>
            <p:custDataLst>
              <p:tags r:id="rId19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3" name="TitleBackground"/>
            <p:cNvSpPr/>
            <p:nvPr>
              <p:custDataLst>
                <p:tags r:id="rId21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22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23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 b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24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b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5</a:t>
              </a:r>
              <a:r>
                <a:rPr lang="zh-CN" altLang="en-US" sz="2000" b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 b="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 descr="tmp47DC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just">
              <a:buNone/>
            </a:pPr>
            <a:r>
              <a:rPr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、【2010统考真题】</a:t>
            </a:r>
            <a:endParaRPr lang="en-US" altLang="zh-CN" sz="20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buNone/>
            </a:pP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假定变量i、f和d的数据类型分别为int、float 和double ( int用补码表示，float和double分别用IEEE 754单精度和双精度浮点数格式表示)，已知i =785、f = 1.5678E3、d = 1.5E100，若在32位机器中执行下列关系表达式，则结果为“真”的是().</a:t>
            </a:r>
          </a:p>
          <a:p>
            <a:pPr lvl="0" algn="just">
              <a:buNone/>
            </a:pP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I. i=(int)(float)i</a:t>
            </a:r>
            <a:r>
              <a:rPr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	</a:t>
            </a: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II. f=(float)(int)f</a:t>
            </a:r>
            <a:r>
              <a:rPr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</a:p>
          <a:p>
            <a:pPr lvl="0" algn="just">
              <a:buNone/>
            </a:pP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III. f=(float)(double)f</a:t>
            </a:r>
            <a:r>
              <a:rPr lang="en-US" altLang="zh-CN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</a:t>
            </a:r>
            <a:r>
              <a:rPr lang="zh-CN" altLang="en-US" sz="2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IV. (d+f)-d=f</a:t>
            </a:r>
            <a:endParaRPr lang="zh-CN" altLang="en-US" sz="20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仅I和Ⅱ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29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仅I和Ⅲ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2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仅Ⅱ和Ⅲ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4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仅Ⅲ和Ⅳ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4988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38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16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2" name="矩形 11" hidden="1"/>
          <p:cNvSpPr/>
          <p:nvPr>
            <p:custDataLst>
              <p:tags r:id="rId11"/>
            </p:custDataLst>
          </p:nvPr>
        </p:nvSpPr>
        <p:spPr bwMode="auto"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2" name="文本框 21" hidden="1"/>
          <p:cNvSpPr txBox="1"/>
          <p:nvPr>
            <p:custDataLst>
              <p:tags r:id="rId12"/>
            </p:custDataLst>
          </p:nvPr>
        </p:nvSpPr>
        <p:spPr>
          <a:xfrm>
            <a:off x="9613900" y="6188333"/>
            <a:ext cx="6692858" cy="276999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wrap="none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</a:t>
            </a:r>
            <a:endParaRPr lang="zh-CN" altLang="en-US" sz="1200" dirty="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6" name="图片 25" hidden="1"/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8350" y="914400"/>
            <a:ext cx="3705952" cy="1066800"/>
          </a:xfrm>
          <a:prstGeom prst="rect">
            <a:avLst/>
          </a:prstGeom>
        </p:spPr>
      </p:pic>
      <p:grpSp>
        <p:nvGrpSpPr>
          <p:cNvPr id="21" name="组合 20" hidden="1"/>
          <p:cNvGrpSpPr/>
          <p:nvPr>
            <p:custDataLst>
              <p:tags r:id="rId13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18" name="RemarkBack" hidden="1"/>
            <p:cNvSpPr/>
            <p:nvPr>
              <p:custDataLst>
                <p:tags r:id="rId24"/>
              </p:custDataLst>
            </p:nvPr>
          </p:nvSpPr>
          <p:spPr bwMode="auto"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9" name="RemarkBlock" hidden="1"/>
            <p:cNvSpPr/>
            <p:nvPr>
              <p:custDataLst>
                <p:tags r:id="rId25"/>
              </p:custDataLst>
            </p:nvPr>
          </p:nvSpPr>
          <p:spPr bwMode="auto"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0" name="RemarkTitleText" hidden="1"/>
            <p:cNvSpPr txBox="1"/>
            <p:nvPr>
              <p:custDataLst>
                <p:tags r:id="rId26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3" name="RemarkBack" hidden="1">
            <a:extLst>
              <a:ext uri="{FF2B5EF4-FFF2-40B4-BE49-F238E27FC236}">
                <a16:creationId xmlns:a16="http://schemas.microsoft.com/office/drawing/2014/main" id="{FA836FE6-8C2E-445C-A168-CB40B316C471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537700" y="12700"/>
            <a:ext cx="3815080" cy="635000"/>
          </a:xfrm>
          <a:prstGeom prst="rect">
            <a:avLst/>
          </a:prstGeom>
          <a:solidFill>
            <a:srgbClr val="F6F7F8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4" name="RemarkBlock" hidden="1">
            <a:extLst>
              <a:ext uri="{FF2B5EF4-FFF2-40B4-BE49-F238E27FC236}">
                <a16:creationId xmlns:a16="http://schemas.microsoft.com/office/drawing/2014/main" id="{6AA1409E-1EF4-4856-BBFC-63DB03E7ED4A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5" name="RemarkTitleText" hidden="1">
            <a:extLst>
              <a:ext uri="{FF2B5EF4-FFF2-40B4-BE49-F238E27FC236}">
                <a16:creationId xmlns:a16="http://schemas.microsoft.com/office/drawing/2014/main" id="{94EFF17B-D583-4E28-9AC4-8B727CC44FB6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  <a:endParaRPr lang="zh-CN" altLang="en-US" sz="1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E752456F-8A42-4BBB-B5A7-4B407D98D0B8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7519" y="3135947"/>
            <a:ext cx="5459481" cy="1571625"/>
          </a:xfrm>
          <a:prstGeom prst="rect">
            <a:avLst/>
          </a:prstGeom>
          <a:ln w="28575">
            <a:solidFill>
              <a:srgbClr val="0000FF"/>
            </a:solidFill>
          </a:ln>
        </p:spPr>
      </p:pic>
      <p:grpSp>
        <p:nvGrpSpPr>
          <p:cNvPr id="17" name="组合 16"/>
          <p:cNvGrpSpPr/>
          <p:nvPr>
            <p:custDataLst>
              <p:tags r:id="rId18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3" name="TitleBackground"/>
            <p:cNvSpPr/>
            <p:nvPr>
              <p:custDataLst>
                <p:tags r:id="rId20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21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22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 b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23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b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5</a:t>
              </a:r>
              <a:r>
                <a:rPr lang="zh-CN" altLang="en-US" sz="2000" b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 b="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 descr="tmp47DC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6200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just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、【2011统考真题】</a:t>
            </a:r>
            <a:endParaRPr lang="en-US" altLang="zh-CN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float型数据通常用IEEE 754单精度浮点数格式表示。若编译器将float型变量x分配在一个32位浮点寄存器FR1中，且x =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8.25，则FR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的内容是（)。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C104 0000H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29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C242 0000H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2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C184 0000H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4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C1C2 0000H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1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38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16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2" name="矩形 11" hidden="1"/>
          <p:cNvSpPr/>
          <p:nvPr>
            <p:custDataLst>
              <p:tags r:id="rId11"/>
            </p:custDataLst>
          </p:nvPr>
        </p:nvSpPr>
        <p:spPr bwMode="auto"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2" name="文本框 21" hidden="1"/>
          <p:cNvSpPr txBox="1"/>
          <p:nvPr>
            <p:custDataLst>
              <p:tags r:id="rId12"/>
            </p:custDataLst>
          </p:nvPr>
        </p:nvSpPr>
        <p:spPr>
          <a:xfrm>
            <a:off x="9613900" y="6188333"/>
            <a:ext cx="6692858" cy="276999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wrap="none" rtlCol="0" anchor="ctr">
            <a:spAutoFit/>
          </a:bodyPr>
          <a:lstStyle/>
          <a:p>
            <a:r>
              <a:rPr lang="zh-CN" altLang="en-US" sz="1200" b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 b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200" b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</a:t>
            </a:r>
            <a:endParaRPr lang="zh-CN" altLang="en-US" sz="1200" b="0" dirty="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7" name="图片 26" hidden="1"/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949" y="1830380"/>
            <a:ext cx="3598489" cy="760420"/>
          </a:xfrm>
          <a:prstGeom prst="rect">
            <a:avLst/>
          </a:prstGeom>
        </p:spPr>
      </p:pic>
      <p:grpSp>
        <p:nvGrpSpPr>
          <p:cNvPr id="21" name="组合 20" hidden="1"/>
          <p:cNvGrpSpPr/>
          <p:nvPr>
            <p:custDataLst>
              <p:tags r:id="rId13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18" name="RemarkBack" hidden="1"/>
            <p:cNvSpPr/>
            <p:nvPr>
              <p:custDataLst>
                <p:tags r:id="rId24"/>
              </p:custDataLst>
            </p:nvPr>
          </p:nvSpPr>
          <p:spPr bwMode="auto"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9" name="RemarkBlock" hidden="1"/>
            <p:cNvSpPr/>
            <p:nvPr>
              <p:custDataLst>
                <p:tags r:id="rId25"/>
              </p:custDataLst>
            </p:nvPr>
          </p:nvSpPr>
          <p:spPr bwMode="auto"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0" name="RemarkTitleText" hidden="1"/>
            <p:cNvSpPr txBox="1"/>
            <p:nvPr>
              <p:custDataLst>
                <p:tags r:id="rId26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 b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3" name="RemarkBack" hidden="1">
            <a:extLst>
              <a:ext uri="{FF2B5EF4-FFF2-40B4-BE49-F238E27FC236}">
                <a16:creationId xmlns:a16="http://schemas.microsoft.com/office/drawing/2014/main" id="{83303EF1-C928-46EC-9ECA-7EF5B606B9BC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537700" y="12700"/>
            <a:ext cx="3815080" cy="635000"/>
          </a:xfrm>
          <a:prstGeom prst="rect">
            <a:avLst/>
          </a:prstGeom>
          <a:solidFill>
            <a:srgbClr val="F6F7F8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4" name="RemarkBlock" hidden="1">
            <a:extLst>
              <a:ext uri="{FF2B5EF4-FFF2-40B4-BE49-F238E27FC236}">
                <a16:creationId xmlns:a16="http://schemas.microsoft.com/office/drawing/2014/main" id="{DAC94A24-2F44-4EE3-91EC-32BA3F6CD7B0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5" name="RemarkTitleText" hidden="1">
            <a:extLst>
              <a:ext uri="{FF2B5EF4-FFF2-40B4-BE49-F238E27FC236}">
                <a16:creationId xmlns:a16="http://schemas.microsoft.com/office/drawing/2014/main" id="{5DF14C77-0684-4E80-B9A9-FEF46842F037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  <a:endParaRPr lang="zh-CN" altLang="en-US" sz="1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729343B4-2283-486B-8461-4B3B75048003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7067" y="2675009"/>
            <a:ext cx="4953000" cy="1047067"/>
          </a:xfrm>
          <a:prstGeom prst="rect">
            <a:avLst/>
          </a:prstGeom>
          <a:ln w="38100">
            <a:solidFill>
              <a:srgbClr val="0000FF"/>
            </a:solidFill>
          </a:ln>
        </p:spPr>
      </p:pic>
      <p:grpSp>
        <p:nvGrpSpPr>
          <p:cNvPr id="17" name="组合 16"/>
          <p:cNvGrpSpPr/>
          <p:nvPr>
            <p:custDataLst>
              <p:tags r:id="rId18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3" name="TitleBackground"/>
            <p:cNvSpPr/>
            <p:nvPr>
              <p:custDataLst>
                <p:tags r:id="rId20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21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22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 b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23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b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5</a:t>
              </a:r>
              <a:r>
                <a:rPr lang="zh-CN" altLang="en-US" sz="2000" b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 b="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 descr="tmp47DC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、【2012统考真题】</a:t>
            </a:r>
            <a:endParaRPr lang="en-US" altLang="zh-CN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float类型（即 IEEE 754单精度浮点数格式）能表示的最大正整数是( )。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600" b="0" baseline="30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126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</a:t>
            </a:r>
            <a:r>
              <a:rPr lang="en-US" altLang="zh-CN" sz="2600" b="0" baseline="30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103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29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en-US" altLang="zh-CN" sz="2600" b="0" baseline="30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127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-2</a:t>
            </a:r>
            <a:r>
              <a:rPr lang="en-US" altLang="zh-CN" sz="2600" b="0" baseline="30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104</a:t>
            </a:r>
            <a:endParaRPr lang="zh-CN" altLang="en-US" sz="2600" b="0" baseline="30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2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en-US" altLang="zh-CN" sz="2600" b="0" baseline="30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127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- 2</a:t>
            </a:r>
            <a:r>
              <a:rPr lang="en-US" altLang="zh-CN" sz="2600" b="0" baseline="30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103</a:t>
            </a:r>
            <a:endParaRPr lang="zh-CN" altLang="en-US" sz="2600" b="0" baseline="30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4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en-US" altLang="zh-CN" sz="2600" b="0" baseline="30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128-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en-US" altLang="zh-CN" sz="2600" b="0" baseline="30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104</a:t>
            </a:r>
            <a:endParaRPr lang="zh-CN" altLang="en-US" sz="2600" b="0" baseline="30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4988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1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38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1630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2" name="矩形 11" hidden="1"/>
          <p:cNvSpPr/>
          <p:nvPr>
            <p:custDataLst>
              <p:tags r:id="rId11"/>
            </p:custDataLst>
          </p:nvPr>
        </p:nvSpPr>
        <p:spPr bwMode="auto"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 Narrow" panose="020B0606020202030204" pitchFamily="34" charset="0"/>
            </a:endParaRPr>
          </a:p>
        </p:txBody>
      </p:sp>
      <p:pic>
        <p:nvPicPr>
          <p:cNvPr id="25" name="图片 24" hidden="1"/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5325" y="1867480"/>
            <a:ext cx="3760531" cy="1161470"/>
          </a:xfrm>
          <a:prstGeom prst="rect">
            <a:avLst/>
          </a:prstGeom>
        </p:spPr>
      </p:pic>
      <p:grpSp>
        <p:nvGrpSpPr>
          <p:cNvPr id="21" name="组合 20" hidden="1"/>
          <p:cNvGrpSpPr/>
          <p:nvPr>
            <p:custDataLst>
              <p:tags r:id="rId12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18" name="RemarkBack" hidden="1"/>
            <p:cNvSpPr/>
            <p:nvPr>
              <p:custDataLst>
                <p:tags r:id="rId23"/>
              </p:custDataLst>
            </p:nvPr>
          </p:nvSpPr>
          <p:spPr bwMode="auto"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9" name="RemarkBlock" hidden="1"/>
            <p:cNvSpPr/>
            <p:nvPr>
              <p:custDataLst>
                <p:tags r:id="rId24"/>
              </p:custDataLst>
            </p:nvPr>
          </p:nvSpPr>
          <p:spPr bwMode="auto"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0" name="RemarkTitleText" hidden="1"/>
            <p:cNvSpPr txBox="1"/>
            <p:nvPr>
              <p:custDataLst>
                <p:tags r:id="rId25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2" name="RemarkBack" hidden="1">
            <a:extLst>
              <a:ext uri="{FF2B5EF4-FFF2-40B4-BE49-F238E27FC236}">
                <a16:creationId xmlns:a16="http://schemas.microsoft.com/office/drawing/2014/main" id="{9657FA0F-844F-4A5B-B991-66508B9718F9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9537700" y="12700"/>
            <a:ext cx="3815080" cy="635000"/>
          </a:xfrm>
          <a:prstGeom prst="rect">
            <a:avLst/>
          </a:prstGeom>
          <a:solidFill>
            <a:srgbClr val="F6F7F8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3" name="RemarkBlock" hidden="1">
            <a:extLst>
              <a:ext uri="{FF2B5EF4-FFF2-40B4-BE49-F238E27FC236}">
                <a16:creationId xmlns:a16="http://schemas.microsoft.com/office/drawing/2014/main" id="{99F27A99-D06A-4949-88F3-512D8B543588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4" name="RemarkTitleText" hidden="1">
            <a:extLst>
              <a:ext uri="{FF2B5EF4-FFF2-40B4-BE49-F238E27FC236}">
                <a16:creationId xmlns:a16="http://schemas.microsoft.com/office/drawing/2014/main" id="{C8E24501-1C85-41F3-BB62-8FF4323C7E48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  <a:endParaRPr lang="zh-CN" altLang="en-US" sz="1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320CB191-999A-442F-9B82-3F4D3340423F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400" y="4564380"/>
            <a:ext cx="5562600" cy="1718064"/>
          </a:xfrm>
          <a:prstGeom prst="rect">
            <a:avLst/>
          </a:prstGeom>
          <a:ln w="38100">
            <a:solidFill>
              <a:srgbClr val="0000FF"/>
            </a:solidFill>
          </a:ln>
        </p:spPr>
      </p:pic>
      <p:grpSp>
        <p:nvGrpSpPr>
          <p:cNvPr id="17" name="组合 16"/>
          <p:cNvGrpSpPr/>
          <p:nvPr>
            <p:custDataLst>
              <p:tags r:id="rId17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3" name="TitleBackground"/>
            <p:cNvSpPr/>
            <p:nvPr>
              <p:custDataLst>
                <p:tags r:id="rId19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20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21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 b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22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b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5</a:t>
              </a:r>
              <a:r>
                <a:rPr lang="zh-CN" altLang="en-US" sz="2000" b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 b="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 descr="tmp47DC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467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、【2018统考真题】</a:t>
            </a:r>
            <a:endParaRPr lang="en-US" altLang="zh-CN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IEEE 754单精度浮点格式表示的数中，最小的规格化正数是（)。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1.0×2</a:t>
            </a:r>
            <a:r>
              <a:rPr lang="zh-CN" altLang="en-US" sz="2600" b="0" baseline="30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-126</a:t>
            </a:r>
            <a:endParaRPr lang="en-US" altLang="zh-CN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29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1.0×2</a:t>
            </a:r>
            <a:r>
              <a:rPr lang="zh-CN" altLang="en-US" sz="2600" b="0" baseline="30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-12</a:t>
            </a:r>
            <a:r>
              <a:rPr lang="en-US" altLang="zh-CN" sz="2600" b="0" baseline="30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2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1.0×2</a:t>
            </a:r>
            <a:r>
              <a:rPr lang="zh-CN" altLang="en-US" sz="2600" b="0" baseline="30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-12</a:t>
            </a:r>
            <a:r>
              <a:rPr lang="en-US" altLang="zh-CN" sz="2600" b="0" baseline="30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4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1.0×2</a:t>
            </a:r>
            <a:r>
              <a:rPr lang="zh-CN" altLang="en-US" sz="2600" b="0" baseline="30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-1</a:t>
            </a:r>
            <a:r>
              <a:rPr lang="en-US" altLang="zh-CN" sz="2600" b="0" baseline="30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49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1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38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16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2" name="矩形 11" hidden="1"/>
          <p:cNvSpPr/>
          <p:nvPr>
            <p:custDataLst>
              <p:tags r:id="rId11"/>
            </p:custDataLst>
          </p:nvPr>
        </p:nvSpPr>
        <p:spPr bwMode="auto"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2" name="文本框 21" hidden="1"/>
          <p:cNvSpPr txBox="1"/>
          <p:nvPr>
            <p:custDataLst>
              <p:tags r:id="rId12"/>
            </p:custDataLst>
          </p:nvPr>
        </p:nvSpPr>
        <p:spPr>
          <a:xfrm>
            <a:off x="9613900" y="6188333"/>
            <a:ext cx="6692858" cy="276999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wrap="none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</a:t>
            </a:r>
            <a:endParaRPr lang="zh-CN" altLang="en-US" sz="1200" dirty="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5" name="图片 24" hidden="1"/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6347" y="1981200"/>
            <a:ext cx="3748653" cy="409665"/>
          </a:xfrm>
          <a:prstGeom prst="rect">
            <a:avLst/>
          </a:prstGeom>
        </p:spPr>
      </p:pic>
      <p:grpSp>
        <p:nvGrpSpPr>
          <p:cNvPr id="21" name="组合 20" hidden="1"/>
          <p:cNvGrpSpPr/>
          <p:nvPr>
            <p:custDataLst>
              <p:tags r:id="rId13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18" name="RemarkBack" hidden="1"/>
            <p:cNvSpPr/>
            <p:nvPr>
              <p:custDataLst>
                <p:tags r:id="rId24"/>
              </p:custDataLst>
            </p:nvPr>
          </p:nvSpPr>
          <p:spPr bwMode="auto"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9" name="RemarkBlock" hidden="1"/>
            <p:cNvSpPr/>
            <p:nvPr>
              <p:custDataLst>
                <p:tags r:id="rId25"/>
              </p:custDataLst>
            </p:nvPr>
          </p:nvSpPr>
          <p:spPr bwMode="auto"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0" name="RemarkTitleText" hidden="1"/>
            <p:cNvSpPr txBox="1"/>
            <p:nvPr>
              <p:custDataLst>
                <p:tags r:id="rId26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3" name="RemarkBack" hidden="1">
            <a:extLst>
              <a:ext uri="{FF2B5EF4-FFF2-40B4-BE49-F238E27FC236}">
                <a16:creationId xmlns:a16="http://schemas.microsoft.com/office/drawing/2014/main" id="{C1A40CB2-9C7F-4634-8DBB-B47C36E32759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537700" y="12700"/>
            <a:ext cx="3815080" cy="635000"/>
          </a:xfrm>
          <a:prstGeom prst="rect">
            <a:avLst/>
          </a:prstGeom>
          <a:solidFill>
            <a:srgbClr val="F6F7F8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4" name="RemarkBlock" hidden="1">
            <a:extLst>
              <a:ext uri="{FF2B5EF4-FFF2-40B4-BE49-F238E27FC236}">
                <a16:creationId xmlns:a16="http://schemas.microsoft.com/office/drawing/2014/main" id="{E55844E3-B981-4F59-A2F3-E3E83EFAC1A8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6" name="RemarkTitleText" hidden="1">
            <a:extLst>
              <a:ext uri="{FF2B5EF4-FFF2-40B4-BE49-F238E27FC236}">
                <a16:creationId xmlns:a16="http://schemas.microsoft.com/office/drawing/2014/main" id="{1E5CDC19-CB07-44D9-8611-F9B238689A68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  <a:endParaRPr lang="zh-CN" altLang="en-US" sz="1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76F97CEE-D57A-42F3-8751-8CBA802A05EB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6460" y="2841625"/>
            <a:ext cx="5590540" cy="610901"/>
          </a:xfrm>
          <a:prstGeom prst="rect">
            <a:avLst/>
          </a:prstGeom>
          <a:ln w="38100">
            <a:solidFill>
              <a:srgbClr val="0000FF"/>
            </a:solidFill>
          </a:ln>
        </p:spPr>
      </p:pic>
      <p:grpSp>
        <p:nvGrpSpPr>
          <p:cNvPr id="17" name="组合 16"/>
          <p:cNvGrpSpPr/>
          <p:nvPr>
            <p:custDataLst>
              <p:tags r:id="rId18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3" name="TitleBackground"/>
            <p:cNvSpPr/>
            <p:nvPr>
              <p:custDataLst>
                <p:tags r:id="rId20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21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22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 b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23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b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5</a:t>
              </a:r>
              <a:r>
                <a:rPr lang="zh-CN" altLang="en-US" sz="2000" b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 b="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 descr="tmp47DC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、【2020统考真题】</a:t>
            </a:r>
            <a:endParaRPr lang="en-US" altLang="zh-CN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buNone/>
            </a:pPr>
            <a:r>
              <a: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已知带符号整数用补码表示，float型数据用IEEE 754标准表示，假定变量x的类型只可能是int或float，当 x的机器数为C800 0000H 时，x的值可能是()。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-7×2</a:t>
            </a:r>
            <a:r>
              <a:rPr lang="en-US" altLang="zh-CN" sz="2600" b="0" baseline="30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endParaRPr lang="en-US" altLang="zh-CN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29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</a:t>
            </a:r>
            <a:r>
              <a:rPr lang="en-US" altLang="zh-CN" sz="2600" b="0" baseline="30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2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/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600" b="0" baseline="30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4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en-US" altLang="zh-CN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×2</a:t>
            </a:r>
            <a:r>
              <a:rPr lang="en-US" altLang="zh-CN" sz="2600" b="0" baseline="30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27</a:t>
            </a:r>
            <a:endParaRPr lang="en-US" altLang="zh-CN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1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38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1630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2" name="矩形 11" hidden="1"/>
          <p:cNvSpPr/>
          <p:nvPr>
            <p:custDataLst>
              <p:tags r:id="rId11"/>
            </p:custDataLst>
          </p:nvPr>
        </p:nvSpPr>
        <p:spPr bwMode="auto"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 Narrow" panose="020B0606020202030204" pitchFamily="34" charset="0"/>
            </a:endParaRPr>
          </a:p>
        </p:txBody>
      </p:sp>
      <p:pic>
        <p:nvPicPr>
          <p:cNvPr id="25" name="图片 24" hidden="1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00" y="1864460"/>
            <a:ext cx="3256749" cy="716080"/>
          </a:xfrm>
          <a:prstGeom prst="rect">
            <a:avLst/>
          </a:prstGeom>
        </p:spPr>
      </p:pic>
      <p:grpSp>
        <p:nvGrpSpPr>
          <p:cNvPr id="21" name="组合 20" hidden="1"/>
          <p:cNvGrpSpPr/>
          <p:nvPr>
            <p:custDataLst>
              <p:tags r:id="rId12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18" name="RemarkBack" hidden="1"/>
            <p:cNvSpPr/>
            <p:nvPr>
              <p:custDataLst>
                <p:tags r:id="rId23"/>
              </p:custDataLst>
            </p:nvPr>
          </p:nvSpPr>
          <p:spPr bwMode="auto"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9" name="RemarkBlock" hidden="1"/>
            <p:cNvSpPr/>
            <p:nvPr>
              <p:custDataLst>
                <p:tags r:id="rId24"/>
              </p:custDataLst>
            </p:nvPr>
          </p:nvSpPr>
          <p:spPr bwMode="auto"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0" name="RemarkTitleText" hidden="1"/>
            <p:cNvSpPr txBox="1"/>
            <p:nvPr>
              <p:custDataLst>
                <p:tags r:id="rId25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2" name="RemarkBack" hidden="1">
            <a:extLst>
              <a:ext uri="{FF2B5EF4-FFF2-40B4-BE49-F238E27FC236}">
                <a16:creationId xmlns:a16="http://schemas.microsoft.com/office/drawing/2014/main" id="{3574EE1C-D0E2-499E-9768-4041498242E8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9537700" y="12700"/>
            <a:ext cx="3815080" cy="635000"/>
          </a:xfrm>
          <a:prstGeom prst="rect">
            <a:avLst/>
          </a:prstGeom>
          <a:solidFill>
            <a:srgbClr val="F6F7F8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3" name="RemarkBlock" hidden="1">
            <a:extLst>
              <a:ext uri="{FF2B5EF4-FFF2-40B4-BE49-F238E27FC236}">
                <a16:creationId xmlns:a16="http://schemas.microsoft.com/office/drawing/2014/main" id="{3DE5E01F-EB9B-4F1D-80BB-BF0BDCEE2F28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24" name="RemarkTitleText" hidden="1">
            <a:extLst>
              <a:ext uri="{FF2B5EF4-FFF2-40B4-BE49-F238E27FC236}">
                <a16:creationId xmlns:a16="http://schemas.microsoft.com/office/drawing/2014/main" id="{40F92992-0305-493A-B14C-F7EE89801E85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9779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  <a:endParaRPr lang="zh-CN" altLang="en-US" sz="1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A7398706-8420-408A-A97F-20809BCFD46F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0" y="2523018"/>
            <a:ext cx="5410200" cy="1189942"/>
          </a:xfrm>
          <a:prstGeom prst="rect">
            <a:avLst/>
          </a:prstGeom>
          <a:ln w="38100">
            <a:solidFill>
              <a:srgbClr val="0000FF"/>
            </a:solidFill>
          </a:ln>
        </p:spPr>
      </p:pic>
      <p:grpSp>
        <p:nvGrpSpPr>
          <p:cNvPr id="17" name="组合 16"/>
          <p:cNvGrpSpPr/>
          <p:nvPr>
            <p:custDataLst>
              <p:tags r:id="rId17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3" name="TitleBackground"/>
            <p:cNvSpPr/>
            <p:nvPr>
              <p:custDataLst>
                <p:tags r:id="rId19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20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triangl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21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 b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22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b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5</a:t>
              </a:r>
              <a:r>
                <a:rPr lang="zh-CN" altLang="en-US" sz="2000" b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 b="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 descr="tmp47DC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WM0NTNhZmI3YWRlOWJiYzlmODE1NzExYjA5ODcyZjIifQ=="/>
  <p:tag name="KSO_WPP_MARK_KEY" val="b3f5592f-94b0-4d0f-9c10-7a226428f40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Titl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Scor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5.0"/>
  <p:tag name="PROBLEMREMARK" val="x == (int)(float) x  No 24 位尾数&#10;x == (int)(double) x  Yes 53位尾数&#10;f == (float)(double) f  Yes 增加精度&#10;d ==(double) (float) d  No 溢出或损失精度&#10;f == - (-f);       Yes 仅仅改变符号位&#10;2/3 == 2/3.0   No 2/3 == 0&#10;d &lt; 0.0 ((d*2) &lt; 0.0)  Yes!&#10;d &gt; f  -f &lt; -d    Yes！&#10;d *d &gt;= 0.0    Yes!&#10;x *x &gt;= 0          No  例如50000*50000&#10;(d+f)-d == f        No 不具备结合性&#10;"/>
  <p:tag name="PROBLEMHASREMARK" val="Fals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REMARK" val="本题考查补码加法，先写出-8192的补码和2的补码，再用补码加法计算即可。&#10;[-8192]补=1,110000000000000&#10;        [2]补=0,000000000000010&#10;&#10;[-8190]补=1,110000000000010&#10;转成十六进制为E002。 "/>
  <p:tag name="PROBLEMSCORE" val="5.0"/>
  <p:tag name="PROBLEMHASREMARK" val="Fals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False"/>
  <p:tag name="PROBLEMSCORE" val="5.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5.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ORDER" val="false"/>
  <p:tag name="PROBLEMBLANKKEYWORD" val="填空"/>
  <p:tag name="PROBLEMREMARK" val=" "/>
  <p:tag name="PROBLEMHASREMARK" val="False"/>
  <p:tag name="PROBLEMSCORE" val="5.0"/>
  <p:tag name="PROBLEMBLANK" val="[{&quot;Num&quot;:1,&quot;Score&quot;:5.0,&quot;Answers&quot;:[&quot;FFFFFFFE&quot;],&quot;CaseSensitive&quot;:false,&quot;FuzzyMatch&quot;:true}]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REMARK" val="小"/>
  <p:tag name="PROBLEMBLANKKEYWORD" val="填空"/>
  <p:tag name="PROBLEMHASREMARK" val="False"/>
  <p:tag name="PROBLEMSCORE" val="5.0"/>
  <p:tag name="PROBLEMBLANK" val="[{&quot;Num&quot;:1,&quot;Score&quot;:5.0,&quot;Answers&quot;:[&quot;小&quot;],&quot;CaseSensitive&quot;:false,&quot;FuzzyMatch&quot;:false}]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5.0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REMARK" val="x*2，将x算术左移一位为11101000;y/2，将y算术右移一位为11011000，均无溢出或丢失精度。补码相加为1 1101000+ 1 1011000= 1 1000000，亦无溢出。"/>
  <p:tag name="PROBLEMSCORE" val="5.0"/>
  <p:tag name="PROBLEMHASREMARK" val="Fals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REMARK" val="8位定点补码表示的数据范围为-128～127，若运算结果超出这个范围则会溢出，A选项x+y = 103 -25=78，符合范围，A排除;B选项--x+y =-103 - 25=-128，符合范围，B排除;D选项--x-y=-103+25=—78，符合范围，D排除;C选项x-y=103+ 25 =128，超过127."/>
  <p:tag name="PROBLEMSCORE" val="5.0"/>
  <p:tag name="PROBLEMHASREMARK" val="Fals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REMARK" val="补码整数表示时，负数的符号位为1，数值位按位取反，末位加 1，因此剩下的2个“1”在最低位时，表示的是最小整数，为10000011，转换成真值为-125。"/>
  <p:tag name="PROBLEMSCORE" val="5.0"/>
  <p:tag name="PROBLEMHASREMARK" val="Fals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5.0"/>
  <p:tag name="PROBLEMHASREMARK" val="Fals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REMARK" val="利用补码转换成原码的规则:负数符号位不变数值位取反加一;正数补码等于原码。两个机器数对应的原码是[x]（原）= 80000021H，对应的数值是-33，[y]（原）= [y]（补）= 00000041H = 65。排除A、D。x ―y直接利用补码减法准则，[x]（补）- [y]（补）=[x]（补）+[-y](补），-y的补码是连同符号位取反加一，最终减法变成加法,得出结果为FFFFFF9EH。"/>
  <p:tag name="PROBLEMSCORE" val="5.0"/>
  <p:tag name="PROBLEMHASREMARK" val="Fals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REMARK" val="按字节编址，采用小端方式，低位的数据存储在低地址位、高位的数据存储在高地址位，并且按照一字节相对不变的顺序存储。由题意，存储0的位数是后32位，则我们只需要把-64的补码按字节存储在其中即可，而-64表示成32位的十六进制是FFFFFF C0，根据小端方式特点，低字节存储在低地址,就是C0 FFFFFF，答案选A。"/>
  <p:tag name="PROBLEMSCORE" val="5.0"/>
  <p:tag name="PROBLEMHASREMARK" val="False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REMARK" val="逻辑移位:左移和右移空位都补0，且所有数字参与移动;算术移位:符号位不参与移动，右移空位补符号位,左移空位补0。根据该规则，轻松选出B。"/>
  <p:tag name="PROBLEMSCORE" val="5.0"/>
  <p:tag name="PROBLEMHASREMARK" val="False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REMARK" val="unsigned short类型为无符号短整型，长度为2字节，因此unsigned short usi转换为二进制代码即1111 1111 1111 1111。short类型为短整型，长度为2字节，在采用补码的机器上， short si的二进制代码为1111 1111 1111 1111，因此si的值为-1，所以选A。"/>
  <p:tag name="PROBLEMSCORE" val="5.0"/>
  <p:tag name="PROBLEMHASREMARK" val="False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5.0"/>
  <p:tag name="PROBLEMHASREMARK" val="False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5.0"/>
  <p:tag name="PROBLEMHASREMARK" val="False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5.0"/>
  <p:tag name="PROBLEMHASREMARK" val="False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5.0"/>
  <p:tag name="PROBLEMHASREMARK" val="False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5.0"/>
  <p:tag name="PROBLEMHASREMARK" val="False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70.xml><?xml version="1.0" encoding="utf-8"?>
<p:tagLst xmlns:p="http://schemas.openxmlformats.org/presentationml/2006/main">
  <p:tag name="RAINPROBLEM" val="ProblemItem"/>
</p:tagLst>
</file>

<file path=ppt/tags/tag740.xml><?xml version="1.0" encoding="utf-8"?>
<p:tagLst xmlns:p="http://schemas.openxmlformats.org/presentationml/2006/main">
  <p:tag name="RAINPROBLEM" val="ProblemItem"/>
</p:tagLst>
</file>

<file path=ppt/tags/tag760.xml><?xml version="1.0" encoding="utf-8"?>
<p:tagLst xmlns:p="http://schemas.openxmlformats.org/presentationml/2006/main">
  <p:tag name="RAINPROBLEM" val="ProblemItem"/>
</p:tagLst>
</file>

<file path=ppt/theme/theme1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CC0000"/>
          </a:solidFill>
          <a:prstDash val="solid"/>
          <a:round/>
          <a:headEnd type="none" w="med" len="med"/>
          <a:tailEnd type="triangl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anose="020B060602020203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CC0000"/>
          </a:solidFill>
          <a:prstDash val="solid"/>
          <a:round/>
          <a:headEnd type="none" w="med" len="med"/>
          <a:tailEnd type="triangl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anose="020B0606020202030204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smtClean="0">
            <a:latin typeface="Calibri" panose="020F0502020204030204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template2007</Template>
  <TotalTime>71</TotalTime>
  <Words>3030</Words>
  <Application>Microsoft Office PowerPoint</Application>
  <PresentationFormat>全屏显示(4:3)</PresentationFormat>
  <Paragraphs>359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41" baseType="lpstr">
      <vt:lpstr>Microsoft Yahei</vt:lpstr>
      <vt:lpstr>Monaco</vt:lpstr>
      <vt:lpstr>MS PGothic</vt:lpstr>
      <vt:lpstr>黑体</vt:lpstr>
      <vt:lpstr>宋体</vt:lpstr>
      <vt:lpstr>微软雅黑</vt:lpstr>
      <vt:lpstr>Arial</vt:lpstr>
      <vt:lpstr>Arial Narrow</vt:lpstr>
      <vt:lpstr>Calibri</vt:lpstr>
      <vt:lpstr>Cambria Math</vt:lpstr>
      <vt:lpstr>Courier New</vt:lpstr>
      <vt:lpstr>Courier New Bold</vt:lpstr>
      <vt:lpstr>Symbol</vt:lpstr>
      <vt:lpstr>Times New Roman</vt:lpstr>
      <vt:lpstr>Wingdings</vt:lpstr>
      <vt:lpstr>Wingdings 2</vt:lpstr>
      <vt:lpstr>template2007</vt:lpstr>
      <vt:lpstr>第二章 习题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 1st Lecture, Jan. 12th</dc:title>
  <dc:creator>Markus Pueschel</dc:creator>
  <dc:description>Redesign of slides created by Randal E. Bryant and David R. O'Hallaron</dc:description>
  <cp:lastModifiedBy>Lenovo</cp:lastModifiedBy>
  <cp:revision>519</cp:revision>
  <cp:lastPrinted>2020-06-27T14:45:00Z</cp:lastPrinted>
  <dcterms:created xsi:type="dcterms:W3CDTF">2012-09-04T17:29:00Z</dcterms:created>
  <dcterms:modified xsi:type="dcterms:W3CDTF">2023-03-29T09:23:46Z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2052-11.1.0.13703</vt:lpwstr>
  </property>
  <property fmtid="{D5CDD505-2E9C-101B-9397-08002B2CF9AE}" pid="3" name="ICV">
    <vt:lpwstr>BA6CD1CC47A74002A84574270C4B29BC</vt:lpwstr>
  </property>
</Properties>
</file>