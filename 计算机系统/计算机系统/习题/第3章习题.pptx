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55" r:id="rId2"/>
    <p:sldId id="948" r:id="rId3"/>
  </p:sldIdLst>
  <p:sldSz cx="9144000" cy="6858000" type="screen4x3"/>
  <p:notesSz cx="9928225" cy="6797675"/>
  <p:custDataLst>
    <p:tags r:id="rId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祺 陈" initials="祺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FFCC"/>
    <a:srgbClr val="0033CC"/>
    <a:srgbClr val="003300"/>
    <a:srgbClr val="006600"/>
    <a:srgbClr val="00682F"/>
    <a:srgbClr val="FF9999"/>
    <a:srgbClr val="A8E799"/>
    <a:srgbClr val="E0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6" autoAdjust="0"/>
    <p:restoredTop sz="92958" autoAdjust="0"/>
  </p:normalViewPr>
  <p:slideViewPr>
    <p:cSldViewPr snapToObjects="1" showGuides="1">
      <p:cViewPr varScale="1">
        <p:scale>
          <a:sx n="113" d="100"/>
          <a:sy n="113" d="100"/>
        </p:scale>
        <p:origin x="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2" d="100"/>
          <a:sy n="62" d="100"/>
        </p:scale>
        <p:origin x="3139" y="67"/>
      </p:cViewPr>
      <p:guideLst>
        <p:guide orient="horz" pos="2141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72038" y="0"/>
            <a:ext cx="4256187" cy="342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72038" y="6446479"/>
            <a:ext cx="4256187" cy="342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4339" y="0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41675" y="485775"/>
            <a:ext cx="3459163" cy="2593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46785" y="3241812"/>
            <a:ext cx="7251921" cy="30256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83624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4339" y="6483624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anose="020F0502020204030204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786982" cy="762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594725" cy="4972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869371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8590546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" y="-26988"/>
            <a:ext cx="9144000" cy="276999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School of Computer Science and Technology,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HITSZ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MS PGothic" panose="020B0600070205080204" pitchFamily="-96" charset="-128"/>
                <a:cs typeface="MS PGothic" panose="020B0600070205080204" pitchFamily="-96" charset="-128"/>
              </a:rPr>
              <a:t>‹#›</a:t>
            </a:fld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800" b="1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image" Target="../media/image2.tmp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image" Target="../media/image1.png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6287" y="2857500"/>
            <a:ext cx="7591425" cy="762000"/>
          </a:xfrm>
        </p:spPr>
        <p:txBody>
          <a:bodyPr/>
          <a:lstStyle/>
          <a:p>
            <a:pPr algn="ctr"/>
            <a:r>
              <a:rPr lang="zh-CN" altLang="en-US" sz="3300" b="1" dirty="0"/>
              <a:t>第三章 习题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810000" y="4381500"/>
            <a:ext cx="1524000" cy="381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1500">
                <a:solidFill>
                  <a:srgbClr val="000000"/>
                </a:solidFill>
              </a:rPr>
              <a:t>总分</a:t>
            </a:r>
            <a:r>
              <a:rPr lang="en-US" altLang="zh-CN" sz="1500">
                <a:solidFill>
                  <a:srgbClr val="000000"/>
                </a:solidFill>
              </a:rPr>
              <a:t>: 1</a:t>
            </a: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4125" y="5905500"/>
            <a:ext cx="4095750" cy="762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15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760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872808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、【2020统考真题】</a:t>
            </a:r>
            <a:endParaRPr lang="en-US" altLang="zh-CN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在按字节编址，采用小端方式的32位计算机中，按边界对齐方式为以下C语言结构型变量a分配存储空间。</a:t>
            </a:r>
          </a:p>
          <a:p>
            <a:pPr lvl="0" algn="l"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struct record(</a:t>
            </a:r>
          </a:p>
          <a:p>
            <a:pPr lvl="0" indent="457200" algn="l"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short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x1;</a:t>
            </a:r>
          </a:p>
          <a:p>
            <a:pPr lvl="0" indent="457200" algn="l"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x2;</a:t>
            </a:r>
          </a:p>
          <a:p>
            <a:pPr lvl="0" indent="457200" algn="l"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)a;</a:t>
            </a:r>
          </a:p>
          <a:p>
            <a:pPr lvl="0" indent="457200" algn="l"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若a的首地址为2020 FEO0H，a的成员变量x2的机器数为1234 0000H，则其中34H所在存储单元的地址是（)。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905000" y="3416646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2020 FE03H 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905000" y="4273896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2020 FE04H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905000" y="5131146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2020 FE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5H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905000" y="5988396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2020 FE06H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90625" y="348078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90625" y="433803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90625" y="519528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90625" y="6052531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9602470" y="2133600"/>
            <a:ext cx="3763010" cy="1177290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F0994E9A-8768-4783-9B2C-58961DD064E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2681CE2F-274D-4559-A285-95B8ADED4E8A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>
            <a:extLst>
              <a:ext uri="{FF2B5EF4-FFF2-40B4-BE49-F238E27FC236}">
                <a16:creationId xmlns:a16="http://schemas.microsoft.com/office/drawing/2014/main" id="{D908924F-0129-4031-89D8-DD3A37AA5C9B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607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QxMjQ0OTc2MTkyZDFkZDllZmM2ZmQyYjBhNDUxY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199</TotalTime>
  <Words>178</Words>
  <Application>Microsoft Office PowerPoint</Application>
  <PresentationFormat>全屏显示(4:3)</PresentationFormat>
  <Paragraphs>23</Paragraphs>
  <Slides>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Microsoft Yahei</vt:lpstr>
      <vt:lpstr>MS PGothic</vt:lpstr>
      <vt:lpstr>黑体</vt:lpstr>
      <vt:lpstr>微软雅黑</vt:lpstr>
      <vt:lpstr>Arial</vt:lpstr>
      <vt:lpstr>Arial Narrow</vt:lpstr>
      <vt:lpstr>Calibri</vt:lpstr>
      <vt:lpstr>Times New Roman</vt:lpstr>
      <vt:lpstr>Wingdings</vt:lpstr>
      <vt:lpstr>Wingdings 2</vt:lpstr>
      <vt:lpstr>template2007</vt:lpstr>
      <vt:lpstr>第三章 习题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Lenovo</cp:lastModifiedBy>
  <cp:revision>478</cp:revision>
  <cp:lastPrinted>2020-06-27T14:45:00Z</cp:lastPrinted>
  <dcterms:created xsi:type="dcterms:W3CDTF">2012-09-04T17:29:00Z</dcterms:created>
  <dcterms:modified xsi:type="dcterms:W3CDTF">2023-03-20T12:06:32Z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2052-11.1.0.14018</vt:lpwstr>
  </property>
  <property fmtid="{D5CDD505-2E9C-101B-9397-08002B2CF9AE}" pid="3" name="ICV">
    <vt:lpwstr>89A0349300944EDDB8BAD06CD32E6188_13</vt:lpwstr>
  </property>
</Properties>
</file>