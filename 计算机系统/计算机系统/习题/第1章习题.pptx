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932" r:id="rId3"/>
    <p:sldId id="938" r:id="rId4"/>
    <p:sldId id="939" r:id="rId5"/>
    <p:sldId id="937" r:id="rId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75F39-3317-4294-B892-82376603E0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300011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14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51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1.tmp"/><Relationship Id="rId5" Type="http://schemas.openxmlformats.org/officeDocument/2006/relationships/tags" Target="../tags/tag5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4.xml"/><Relationship Id="rId9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8B29A-D6FC-45DC-8EDE-87615642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/>
              <a:t>第一章 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489E69-8A0C-4F8A-ABC7-35A95999FED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BDCD15-8707-423F-A1CB-3133DA606395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115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B1004F2-E145-4200-A5B8-A0543E3EC5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、计算机操作系统抽象表示时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  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是对处理器、主存和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设备的抽象表示。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A8CCB7-F9EC-44A9-8A42-6F1CAA91DB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BDD89E-018A-442B-9A9F-878DB4C105C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虚拟存储器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6BA456-53A3-4272-A527-FC212A1E4C5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CB6AF2-E9A4-48AB-ACC3-D8106182E60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虚拟机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6FE6A2-AA58-40C7-82FC-5FB52046211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05C1546-40A3-4013-BE44-D180B3A8E6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029983D-F457-4A39-AB12-EF4F6BF4D5A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878622D-0251-4E57-BA61-93067E0E30E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331C86-54E0-479F-907E-7D9ED08AA1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D35299D5-C37B-4B90-B745-FF876CD751F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DEB8FE1-575E-4FAE-9731-54E1E3FCD4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E1F7265-FF43-4D88-9C7B-F8243D974CB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F5A4D4E-4D21-4D0C-ADB4-ACC771FE753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2A891A3-E739-4E94-8636-74C8E8D55FB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045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AD0637A-901D-4EED-88B3-2433782522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、位于存储器层次结构中的最顶部的是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		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153C00-D276-447A-8DB1-26B20FC5C5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C3EAB8-1EEB-406A-84B7-652B8ADC060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64442-AB34-4D5A-BC1E-0C646006F8F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磁盘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FDCC78-C941-4A64-9C42-4E60DBFF5FF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高速缓存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E07030-3F2D-4986-B860-E1E2BBE9803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5F65C11-CE81-44B1-B599-7D142D4228C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EFF6D2E-6898-43FA-9B14-E6548B866B9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881FE50-6EC8-4AEB-AACE-3ED580FF128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3EB64E6-9033-43B2-AB97-907322EDEB6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A0C66C6E-40AD-4514-9BE7-19D4FC35F23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355903C4-79CA-453C-9369-2DDEFCC5DB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62812A56-C9D0-41F2-9342-E2CCE38CFF8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8ED952AB-C1F7-4D73-B59B-3640B700E18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33DFB1D-89D7-470D-9875-77110E932F0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76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91D9BC-6D9E-4FDF-8AEC-C0A39BA18C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公司的市场部向你的客户承诺，下一个版本的软件性能将改进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2X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。这项任务被分配给你。你巳经确认只有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80%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的系统能够被改进，那么，这部分需要被改进多少（即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取何值）才能达到整体性能目标？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9BE02-D080-4AA9-9D31-6466C4D9A84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1.53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D3C237-FA38-4098-B336-AB787721DED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5BBDED-DB77-45F1-992C-5B5CCD1741F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2.67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7197FF-C650-489B-81E7-F1B07BFA8F4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4FCB718-0938-4F1A-B461-364E8CD90D9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3299DE1-504F-42C5-83BF-12C04DB954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3F20EA7-F67C-48B4-8BFA-CBC56E5AC87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4DEB098-E290-4222-B878-9D1DACBC5FA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F28923E-1424-4EDF-8564-CD915FBC766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E0B2D50D-4A89-405B-8196-78A52CEC102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E4DE523-6C8C-43CE-9C1F-D66155B2CA0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85DBF672-B476-4450-9128-99A4A087B7CC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A0550B9F-6BF8-4A3D-A5D3-A553AC492A8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6972E82-66FB-4E88-95C0-2FBF603411DD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431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7092F5-9D0F-4187-95D7-2FDF43DC3DE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587829" y="2224313"/>
            <a:ext cx="6175829" cy="37301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635000" lvl="2" algn="just">
              <a:lnSpc>
                <a:spcPct val="150000"/>
              </a:lnSpc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3200" dirty="0">
                <a:latin typeface="+mn-ea"/>
                <a:sym typeface="Calibri" panose="020F0502020204030204" charset="0"/>
              </a:rPr>
              <a:t>4</a:t>
            </a:r>
            <a:r>
              <a:rPr lang="zh-CN" altLang="en-US" sz="3200" dirty="0">
                <a:latin typeface="+mn-ea"/>
                <a:sym typeface="Calibri" panose="020F0502020204030204" charset="0"/>
              </a:rPr>
              <a:t>、计算机系统的几种抽象：</a:t>
            </a:r>
            <a:endParaRPr lang="en-US" altLang="zh-CN" sz="3200" dirty="0">
              <a:latin typeface="+mn-ea"/>
              <a:sym typeface="Calibri" panose="020F0502020204030204" charset="0"/>
            </a:endParaRPr>
          </a:p>
          <a:p>
            <a:pPr marL="635000" lvl="2" algn="just">
              <a:lnSpc>
                <a:spcPct val="150000"/>
              </a:lnSpc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dirty="0">
                <a:latin typeface="+mn-ea"/>
                <a:sym typeface="Calibri" panose="020F0502020204030204" charset="0"/>
              </a:rPr>
              <a:t>1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）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[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填空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1] 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提供了对实际处理器硬件的抽象。</a:t>
            </a:r>
            <a:endParaRPr lang="en-US" altLang="zh-CN" sz="2000" dirty="0">
              <a:latin typeface="+mn-ea"/>
              <a:sym typeface="Calibri" panose="020F0502020204030204" charset="0"/>
            </a:endParaRPr>
          </a:p>
          <a:p>
            <a:pPr marL="635000" lvl="2" algn="just">
              <a:lnSpc>
                <a:spcPct val="150000"/>
              </a:lnSpc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dirty="0">
                <a:latin typeface="+mn-ea"/>
                <a:sym typeface="Calibri" panose="020F0502020204030204" charset="0"/>
              </a:rPr>
              <a:t>2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）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[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填空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2] 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 是对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I/O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设备的抽象。</a:t>
            </a:r>
          </a:p>
          <a:p>
            <a:pPr marL="635000" lvl="2" algn="just">
              <a:lnSpc>
                <a:spcPct val="150000"/>
              </a:lnSpc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dirty="0">
                <a:latin typeface="+mn-ea"/>
                <a:sym typeface="Calibri" panose="020F0502020204030204" charset="0"/>
              </a:rPr>
              <a:t>3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）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[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填空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3] 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 是对主存和硬盘的抽象。</a:t>
            </a:r>
          </a:p>
          <a:p>
            <a:pPr marL="635000" lvl="2" algn="just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altLang="zh-CN" sz="2000" dirty="0">
                <a:latin typeface="+mn-ea"/>
                <a:sym typeface="Calibri" panose="020F0502020204030204" charset="0"/>
              </a:rPr>
              <a:t>4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）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[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填空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4] 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是对一个</a:t>
            </a:r>
            <a:r>
              <a:rPr lang="zh-CN" altLang="en-US" sz="2000" u="sng" dirty="0">
                <a:latin typeface="+mn-ea"/>
                <a:sym typeface="Calibri" panose="020F0502020204030204" charset="0"/>
              </a:rPr>
              <a:t>正在运行的程序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（或处理器、主存和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IO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设备）的抽象。</a:t>
            </a:r>
          </a:p>
          <a:p>
            <a:pPr marL="635000" lvl="2" algn="just">
              <a:spcBef>
                <a:spcPts val="500"/>
              </a:spcBef>
              <a:buClr>
                <a:schemeClr val="accent1"/>
              </a:buClr>
              <a:buSzPct val="80000"/>
            </a:pPr>
            <a:r>
              <a:rPr lang="en-US" altLang="zh-CN" sz="2000" dirty="0">
                <a:latin typeface="+mn-ea"/>
                <a:sym typeface="Calibri" panose="020F0502020204030204" charset="0"/>
              </a:rPr>
              <a:t>5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）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[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填空</a:t>
            </a:r>
            <a:r>
              <a:rPr lang="en-US" altLang="zh-CN" sz="2000" dirty="0">
                <a:latin typeface="+mn-ea"/>
                <a:sym typeface="Calibri" panose="020F0502020204030204" charset="0"/>
              </a:rPr>
              <a:t>5] </a:t>
            </a:r>
            <a:r>
              <a:rPr lang="zh-CN" altLang="en-US" sz="2000" dirty="0">
                <a:latin typeface="+mn-ea"/>
                <a:sym typeface="Calibri" panose="020F0502020204030204" charset="0"/>
              </a:rPr>
              <a:t>是对整个计算机的抽象，包括操作系统、处理器和程序。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40C987-1695-416D-BC24-F77584302A0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97F6650-10A9-46F9-A256-6C77DAB0E770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F2D6EFF-04B1-4579-BFED-79ADE70BFE3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5CB5CB6D-4F20-455D-A9C4-5F2C88D4280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F978EB6E-89BC-497C-8520-BA70C64642F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0EDD9629-B81B-46D6-8278-4F6AEB9F653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A7B5EFD6-AAC0-4FB8-9BE8-6A7C71E7965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583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5.0"/>
  <p:tag name="PROBLEMBLANK" val="[{&quot;Num&quot;:1,&quot;Score&quot;:1.0,&quot;Answers&quot;:[&quot;指令集架构&quot;,&quot;ISA&quot;,&quot;指令集体系结构&quot;],&quot;CaseSensitive&quot;:false,&quot;FuzzyMatch&quot;:false},{&quot;Num&quot;:2,&quot;Score&quot;:1.0,&quot;Answers&quot;:[&quot;文件&quot;],&quot;CaseSensitive&quot;:false,&quot;FuzzyMatch&quot;:false},{&quot;Num&quot;:3,&quot;Score&quot;:1.0,&quot;Answers&quot;:[&quot;虚拟内存&quot;],&quot;CaseSensitive&quot;:false,&quot;FuzzyMatch&quot;:false},{&quot;Num&quot;:4,&quot;Score&quot;:1.0,&quot;Answers&quot;:[&quot;进程&quot;],&quot;CaseSensitive&quot;:false,&quot;FuzzyMatch&quot;:false},{&quot;Num&quot;:5,&quot;Score&quot;:1.0,&quot;Answers&quot;:[&quot;虚拟机&quot;],&quot;CaseSensitive&quot;:false,&quot;FuzzyMatch&quot;:false}]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222</Words>
  <Application>Microsoft Office PowerPoint</Application>
  <PresentationFormat>全屏显示(16:10)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Microsoft Yahei</vt:lpstr>
      <vt:lpstr>等线</vt:lpstr>
      <vt:lpstr>等线 Light</vt:lpstr>
      <vt:lpstr>微软雅黑</vt:lpstr>
      <vt:lpstr>Arial</vt:lpstr>
      <vt:lpstr>Calibri</vt:lpstr>
      <vt:lpstr>Office 主题​​</vt:lpstr>
      <vt:lpstr>第一章 习题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第一、二章 习题</dc:title>
  <dc:creator>Lenovo</dc:creator>
  <cp:lastModifiedBy>Lenovo</cp:lastModifiedBy>
  <cp:revision>16</cp:revision>
  <dcterms:created xsi:type="dcterms:W3CDTF">2023-03-20T00:48:31Z</dcterms:created>
  <dcterms:modified xsi:type="dcterms:W3CDTF">2023-03-20T01:19:47Z</dcterms:modified>
</cp:coreProperties>
</file>