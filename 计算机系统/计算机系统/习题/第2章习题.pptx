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955" r:id="rId2"/>
    <p:sldId id="959" r:id="rId3"/>
    <p:sldId id="954" r:id="rId4"/>
    <p:sldId id="957" r:id="rId5"/>
    <p:sldId id="935" r:id="rId6"/>
    <p:sldId id="958" r:id="rId7"/>
    <p:sldId id="936" r:id="rId8"/>
    <p:sldId id="937" r:id="rId9"/>
    <p:sldId id="939" r:id="rId10"/>
    <p:sldId id="940" r:id="rId11"/>
    <p:sldId id="941" r:id="rId12"/>
    <p:sldId id="942" r:id="rId13"/>
    <p:sldId id="943" r:id="rId14"/>
    <p:sldId id="944" r:id="rId15"/>
    <p:sldId id="945" r:id="rId16"/>
    <p:sldId id="946" r:id="rId17"/>
    <p:sldId id="947" r:id="rId18"/>
    <p:sldId id="949" r:id="rId19"/>
    <p:sldId id="950" r:id="rId20"/>
    <p:sldId id="951" r:id="rId21"/>
    <p:sldId id="952" r:id="rId22"/>
    <p:sldId id="953" r:id="rId23"/>
  </p:sldIdLst>
  <p:sldSz cx="9144000" cy="6858000" type="screen4x3"/>
  <p:notesSz cx="9928225" cy="6797675"/>
  <p:custDataLst>
    <p:tags r:id="rId2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祺 陈" initials="祺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FFFFCC"/>
    <a:srgbClr val="0033CC"/>
    <a:srgbClr val="003300"/>
    <a:srgbClr val="006600"/>
    <a:srgbClr val="00682F"/>
    <a:srgbClr val="FF9999"/>
    <a:srgbClr val="A8E799"/>
    <a:srgbClr val="E0F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86" autoAdjust="0"/>
    <p:restoredTop sz="92958" autoAdjust="0"/>
  </p:normalViewPr>
  <p:slideViewPr>
    <p:cSldViewPr snapToObjects="1" showGuides="1">
      <p:cViewPr varScale="1">
        <p:scale>
          <a:sx n="113" d="100"/>
          <a:sy n="113" d="100"/>
        </p:scale>
        <p:origin x="8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62" d="100"/>
          <a:sy n="62" d="100"/>
        </p:scale>
        <p:origin x="3139" y="67"/>
      </p:cViewPr>
      <p:guideLst>
        <p:guide orient="horz" pos="2141"/>
        <p:guide pos="312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72038" y="0"/>
            <a:ext cx="4256187" cy="3421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t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72038" y="6446479"/>
            <a:ext cx="4256187" cy="3421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b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51153" cy="32418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94339" y="0"/>
            <a:ext cx="4351153" cy="32418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41675" y="485775"/>
            <a:ext cx="3459163" cy="2593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46785" y="3241812"/>
            <a:ext cx="7251921" cy="30256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83624"/>
            <a:ext cx="4351153" cy="32418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94339" y="6483624"/>
            <a:ext cx="4351153" cy="32418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anose="020F0502020204030204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786982" cy="762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8594725" cy="49720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869371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8590546" cy="4972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anose="02020603050405020304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" y="-26988"/>
            <a:ext cx="9144000" cy="276999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</a:rPr>
              <a:t>School of Computer Science and Technology,</a:t>
            </a:r>
            <a:r>
              <a:rPr lang="en-US" altLang="zh-CN" sz="1200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</a:rPr>
              <a:t>HITSZ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MS PGothic" panose="020B0600070205080204" pitchFamily="-96" charset="-128"/>
                <a:cs typeface="MS PGothic" panose="020B0600070205080204" pitchFamily="-96" charset="-128"/>
              </a:rPr>
              <a:t>‹#›</a:t>
            </a:fld>
            <a:endParaRPr lang="en-US" sz="1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1pPr>
      <a:lvl2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2pPr>
      <a:lvl3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3pPr>
      <a:lvl4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4pPr>
      <a:lvl5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5pPr>
      <a:lvl6pPr marL="5765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6pPr>
      <a:lvl7pPr marL="10337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7pPr>
      <a:lvl8pPr marL="14909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8pPr>
      <a:lvl9pPr marL="19481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anose="05020102010507070707" pitchFamily="18" charset="2"/>
        <a:buChar char="¢"/>
        <a:defRPr sz="2800" b="1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26" Type="http://schemas.openxmlformats.org/officeDocument/2006/relationships/tags" Target="../tags/tag29.xml"/><Relationship Id="rId21" Type="http://schemas.openxmlformats.org/officeDocument/2006/relationships/tags" Target="../tags/tag24.xml"/><Relationship Id="rId34" Type="http://schemas.openxmlformats.org/officeDocument/2006/relationships/tags" Target="../tags/tag37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5" Type="http://schemas.openxmlformats.org/officeDocument/2006/relationships/tags" Target="../tags/tag28.xml"/><Relationship Id="rId33" Type="http://schemas.openxmlformats.org/officeDocument/2006/relationships/tags" Target="../tags/tag36.xml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0" Type="http://schemas.openxmlformats.org/officeDocument/2006/relationships/tags" Target="../tags/tag23.xml"/><Relationship Id="rId29" Type="http://schemas.openxmlformats.org/officeDocument/2006/relationships/tags" Target="../tags/tag32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24" Type="http://schemas.openxmlformats.org/officeDocument/2006/relationships/tags" Target="../tags/tag27.xml"/><Relationship Id="rId32" Type="http://schemas.openxmlformats.org/officeDocument/2006/relationships/tags" Target="../tags/tag35.xml"/><Relationship Id="rId37" Type="http://schemas.openxmlformats.org/officeDocument/2006/relationships/image" Target="../media/image1.tmp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23" Type="http://schemas.openxmlformats.org/officeDocument/2006/relationships/tags" Target="../tags/tag26.xml"/><Relationship Id="rId28" Type="http://schemas.openxmlformats.org/officeDocument/2006/relationships/tags" Target="../tags/tag31.xml"/><Relationship Id="rId36" Type="http://schemas.openxmlformats.org/officeDocument/2006/relationships/slideLayout" Target="../slideLayouts/slideLayout5.xml"/><Relationship Id="rId10" Type="http://schemas.openxmlformats.org/officeDocument/2006/relationships/tags" Target="../tags/tag13.xml"/><Relationship Id="rId19" Type="http://schemas.openxmlformats.org/officeDocument/2006/relationships/tags" Target="../tags/tag22.xml"/><Relationship Id="rId31" Type="http://schemas.openxmlformats.org/officeDocument/2006/relationships/tags" Target="../tags/tag34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tags" Target="../tags/tag25.xml"/><Relationship Id="rId27" Type="http://schemas.openxmlformats.org/officeDocument/2006/relationships/tags" Target="../tags/tag30.xml"/><Relationship Id="rId30" Type="http://schemas.openxmlformats.org/officeDocument/2006/relationships/tags" Target="../tags/tag33.xml"/><Relationship Id="rId35" Type="http://schemas.openxmlformats.org/officeDocument/2006/relationships/tags" Target="../tags/tag38.xml"/><Relationship Id="rId8" Type="http://schemas.openxmlformats.org/officeDocument/2006/relationships/tags" Target="../tags/tag11.xml"/><Relationship Id="rId3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tags" Target="../tags/tag51.xml"/><Relationship Id="rId18" Type="http://schemas.openxmlformats.org/officeDocument/2006/relationships/tags" Target="../tags/tag56.xml"/><Relationship Id="rId26" Type="http://schemas.openxmlformats.org/officeDocument/2006/relationships/slideLayout" Target="../slideLayouts/slideLayout5.xml"/><Relationship Id="rId3" Type="http://schemas.openxmlformats.org/officeDocument/2006/relationships/tags" Target="../tags/tag41.xml"/><Relationship Id="rId21" Type="http://schemas.openxmlformats.org/officeDocument/2006/relationships/tags" Target="../tags/tag59.xml"/><Relationship Id="rId7" Type="http://schemas.openxmlformats.org/officeDocument/2006/relationships/tags" Target="../tags/tag45.xml"/><Relationship Id="rId12" Type="http://schemas.openxmlformats.org/officeDocument/2006/relationships/tags" Target="../tags/tag50.xml"/><Relationship Id="rId17" Type="http://schemas.openxmlformats.org/officeDocument/2006/relationships/tags" Target="../tags/tag55.xml"/><Relationship Id="rId25" Type="http://schemas.openxmlformats.org/officeDocument/2006/relationships/tags" Target="../tags/tag63.xml"/><Relationship Id="rId2" Type="http://schemas.openxmlformats.org/officeDocument/2006/relationships/tags" Target="../tags/tag40.xml"/><Relationship Id="rId16" Type="http://schemas.openxmlformats.org/officeDocument/2006/relationships/tags" Target="../tags/tag54.xml"/><Relationship Id="rId20" Type="http://schemas.openxmlformats.org/officeDocument/2006/relationships/tags" Target="../tags/tag58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tags" Target="../tags/tag49.xml"/><Relationship Id="rId24" Type="http://schemas.openxmlformats.org/officeDocument/2006/relationships/tags" Target="../tags/tag62.xml"/><Relationship Id="rId5" Type="http://schemas.openxmlformats.org/officeDocument/2006/relationships/tags" Target="../tags/tag43.xml"/><Relationship Id="rId15" Type="http://schemas.openxmlformats.org/officeDocument/2006/relationships/tags" Target="../tags/tag53.xml"/><Relationship Id="rId23" Type="http://schemas.openxmlformats.org/officeDocument/2006/relationships/tags" Target="../tags/tag61.xml"/><Relationship Id="rId10" Type="http://schemas.openxmlformats.org/officeDocument/2006/relationships/tags" Target="../tags/tag48.xml"/><Relationship Id="rId19" Type="http://schemas.openxmlformats.org/officeDocument/2006/relationships/tags" Target="../tags/tag57.xml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tags" Target="../tags/tag52.xml"/><Relationship Id="rId22" Type="http://schemas.openxmlformats.org/officeDocument/2006/relationships/tags" Target="../tags/tag60.xml"/><Relationship Id="rId27" Type="http://schemas.openxmlformats.org/officeDocument/2006/relationships/image" Target="../media/image1.tm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26" Type="http://schemas.openxmlformats.org/officeDocument/2006/relationships/image" Target="../media/image2.png"/><Relationship Id="rId3" Type="http://schemas.openxmlformats.org/officeDocument/2006/relationships/tags" Target="../tags/tag66.xml"/><Relationship Id="rId21" Type="http://schemas.openxmlformats.org/officeDocument/2006/relationships/tags" Target="../tags/tag84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25" Type="http://schemas.openxmlformats.org/officeDocument/2006/relationships/tags" Target="../tags/tag66.xml"/><Relationship Id="rId2" Type="http://schemas.openxmlformats.org/officeDocument/2006/relationships/tags" Target="../tags/tag65.xml"/><Relationship Id="rId16" Type="http://schemas.openxmlformats.org/officeDocument/2006/relationships/tags" Target="../tags/tag79.xml"/><Relationship Id="rId20" Type="http://schemas.openxmlformats.org/officeDocument/2006/relationships/tags" Target="../tags/tag83.xml"/><Relationship Id="rId29" Type="http://schemas.openxmlformats.org/officeDocument/2006/relationships/tags" Target="../tags/tag73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24" Type="http://schemas.openxmlformats.org/officeDocument/2006/relationships/slideLayout" Target="../slideLayouts/slideLayout5.xml"/><Relationship Id="rId5" Type="http://schemas.openxmlformats.org/officeDocument/2006/relationships/tags" Target="../tags/tag68.xml"/><Relationship Id="rId15" Type="http://schemas.openxmlformats.org/officeDocument/2006/relationships/tags" Target="../tags/tag78.xml"/><Relationship Id="rId23" Type="http://schemas.openxmlformats.org/officeDocument/2006/relationships/tags" Target="../tags/tag86.xml"/><Relationship Id="rId28" Type="http://schemas.openxmlformats.org/officeDocument/2006/relationships/image" Target="../media/image3.png"/><Relationship Id="rId10" Type="http://schemas.openxmlformats.org/officeDocument/2006/relationships/tags" Target="../tags/tag73.xml"/><Relationship Id="rId19" Type="http://schemas.openxmlformats.org/officeDocument/2006/relationships/tags" Target="../tags/tag82.xml"/><Relationship Id="rId31" Type="http://schemas.openxmlformats.org/officeDocument/2006/relationships/image" Target="../media/image1.tmp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Relationship Id="rId22" Type="http://schemas.openxmlformats.org/officeDocument/2006/relationships/tags" Target="../tags/tag85.xml"/><Relationship Id="rId27" Type="http://schemas.openxmlformats.org/officeDocument/2006/relationships/tags" Target="../tags/tag72.xml"/><Relationship Id="rId30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tags" Target="../tags/tag99.xml"/><Relationship Id="rId18" Type="http://schemas.openxmlformats.org/officeDocument/2006/relationships/image" Target="../media/image1.tmp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tags" Target="../tags/tag98.xml"/><Relationship Id="rId17" Type="http://schemas.openxmlformats.org/officeDocument/2006/relationships/slideLayout" Target="../slideLayouts/slideLayout5.xml"/><Relationship Id="rId2" Type="http://schemas.openxmlformats.org/officeDocument/2006/relationships/tags" Target="../tags/tag88.xml"/><Relationship Id="rId16" Type="http://schemas.openxmlformats.org/officeDocument/2006/relationships/tags" Target="../tags/tag102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tags" Target="../tags/tag97.xml"/><Relationship Id="rId5" Type="http://schemas.openxmlformats.org/officeDocument/2006/relationships/tags" Target="../tags/tag91.xml"/><Relationship Id="rId15" Type="http://schemas.openxmlformats.org/officeDocument/2006/relationships/tags" Target="../tags/tag101.xml"/><Relationship Id="rId10" Type="http://schemas.openxmlformats.org/officeDocument/2006/relationships/tags" Target="../tags/tag96.xml"/><Relationship Id="rId4" Type="http://schemas.openxmlformats.org/officeDocument/2006/relationships/tags" Target="../tags/tag90.xml"/><Relationship Id="rId9" Type="http://schemas.openxmlformats.org/officeDocument/2006/relationships/tags" Target="../tags/tag95.xml"/><Relationship Id="rId14" Type="http://schemas.openxmlformats.org/officeDocument/2006/relationships/tags" Target="../tags/tag10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tags" Target="../tags/tag12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20" Type="http://schemas.openxmlformats.org/officeDocument/2006/relationships/image" Target="../media/image1.tmp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10" Type="http://schemas.openxmlformats.org/officeDocument/2006/relationships/tags" Target="../tags/tag112.xml"/><Relationship Id="rId19" Type="http://schemas.openxmlformats.org/officeDocument/2006/relationships/slideLayout" Target="../slideLayouts/slideLayout5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tags" Target="../tags/tag133.xml"/><Relationship Id="rId18" Type="http://schemas.openxmlformats.org/officeDocument/2006/relationships/tags" Target="../tags/tag138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tags" Target="../tags/tag132.xml"/><Relationship Id="rId17" Type="http://schemas.openxmlformats.org/officeDocument/2006/relationships/tags" Target="../tags/tag137.xml"/><Relationship Id="rId2" Type="http://schemas.openxmlformats.org/officeDocument/2006/relationships/tags" Target="../tags/tag122.xml"/><Relationship Id="rId16" Type="http://schemas.openxmlformats.org/officeDocument/2006/relationships/tags" Target="../tags/tag136.xml"/><Relationship Id="rId20" Type="http://schemas.openxmlformats.org/officeDocument/2006/relationships/image" Target="../media/image1.tmp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5" Type="http://schemas.openxmlformats.org/officeDocument/2006/relationships/tags" Target="../tags/tag125.xml"/><Relationship Id="rId15" Type="http://schemas.openxmlformats.org/officeDocument/2006/relationships/tags" Target="../tags/tag135.xml"/><Relationship Id="rId10" Type="http://schemas.openxmlformats.org/officeDocument/2006/relationships/tags" Target="../tags/tag130.xml"/><Relationship Id="rId19" Type="http://schemas.openxmlformats.org/officeDocument/2006/relationships/slideLayout" Target="../slideLayouts/slideLayout5.xml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tags" Target="../tags/tag13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tags" Target="../tags/tag151.xml"/><Relationship Id="rId18" Type="http://schemas.openxmlformats.org/officeDocument/2006/relationships/image" Target="../media/image1.tmp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tags" Target="../tags/tag150.xml"/><Relationship Id="rId17" Type="http://schemas.openxmlformats.org/officeDocument/2006/relationships/slideLayout" Target="../slideLayouts/slideLayout5.xml"/><Relationship Id="rId2" Type="http://schemas.openxmlformats.org/officeDocument/2006/relationships/tags" Target="../tags/tag140.xml"/><Relationship Id="rId16" Type="http://schemas.openxmlformats.org/officeDocument/2006/relationships/tags" Target="../tags/tag154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tags" Target="../tags/tag149.xml"/><Relationship Id="rId5" Type="http://schemas.openxmlformats.org/officeDocument/2006/relationships/tags" Target="../tags/tag143.xml"/><Relationship Id="rId15" Type="http://schemas.openxmlformats.org/officeDocument/2006/relationships/tags" Target="../tags/tag153.xml"/><Relationship Id="rId10" Type="http://schemas.openxmlformats.org/officeDocument/2006/relationships/tags" Target="../tags/tag148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tags" Target="../tags/tag15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62.xml"/><Relationship Id="rId13" Type="http://schemas.openxmlformats.org/officeDocument/2006/relationships/tags" Target="../tags/tag167.xml"/><Relationship Id="rId18" Type="http://schemas.openxmlformats.org/officeDocument/2006/relationships/tags" Target="../tags/tag172.xml"/><Relationship Id="rId26" Type="http://schemas.openxmlformats.org/officeDocument/2006/relationships/tags" Target="../tags/tag180.xml"/><Relationship Id="rId3" Type="http://schemas.openxmlformats.org/officeDocument/2006/relationships/tags" Target="../tags/tag157.xml"/><Relationship Id="rId21" Type="http://schemas.openxmlformats.org/officeDocument/2006/relationships/tags" Target="../tags/tag175.xml"/><Relationship Id="rId7" Type="http://schemas.openxmlformats.org/officeDocument/2006/relationships/tags" Target="../tags/tag161.xml"/><Relationship Id="rId12" Type="http://schemas.openxmlformats.org/officeDocument/2006/relationships/tags" Target="../tags/tag166.xml"/><Relationship Id="rId17" Type="http://schemas.openxmlformats.org/officeDocument/2006/relationships/tags" Target="../tags/tag171.xml"/><Relationship Id="rId25" Type="http://schemas.openxmlformats.org/officeDocument/2006/relationships/tags" Target="../tags/tag179.xml"/><Relationship Id="rId2" Type="http://schemas.openxmlformats.org/officeDocument/2006/relationships/tags" Target="../tags/tag156.xml"/><Relationship Id="rId16" Type="http://schemas.openxmlformats.org/officeDocument/2006/relationships/tags" Target="../tags/tag170.xml"/><Relationship Id="rId20" Type="http://schemas.openxmlformats.org/officeDocument/2006/relationships/tags" Target="../tags/tag174.xml"/><Relationship Id="rId1" Type="http://schemas.openxmlformats.org/officeDocument/2006/relationships/tags" Target="../tags/tag155.xml"/><Relationship Id="rId6" Type="http://schemas.openxmlformats.org/officeDocument/2006/relationships/tags" Target="../tags/tag160.xml"/><Relationship Id="rId11" Type="http://schemas.openxmlformats.org/officeDocument/2006/relationships/tags" Target="../tags/tag165.xml"/><Relationship Id="rId24" Type="http://schemas.openxmlformats.org/officeDocument/2006/relationships/tags" Target="../tags/tag178.xml"/><Relationship Id="rId5" Type="http://schemas.openxmlformats.org/officeDocument/2006/relationships/tags" Target="../tags/tag159.xml"/><Relationship Id="rId15" Type="http://schemas.openxmlformats.org/officeDocument/2006/relationships/tags" Target="../tags/tag169.xml"/><Relationship Id="rId23" Type="http://schemas.openxmlformats.org/officeDocument/2006/relationships/tags" Target="../tags/tag177.xml"/><Relationship Id="rId28" Type="http://schemas.openxmlformats.org/officeDocument/2006/relationships/image" Target="../media/image1.tmp"/><Relationship Id="rId10" Type="http://schemas.openxmlformats.org/officeDocument/2006/relationships/tags" Target="../tags/tag164.xml"/><Relationship Id="rId19" Type="http://schemas.openxmlformats.org/officeDocument/2006/relationships/tags" Target="../tags/tag173.xml"/><Relationship Id="rId4" Type="http://schemas.openxmlformats.org/officeDocument/2006/relationships/tags" Target="../tags/tag158.xml"/><Relationship Id="rId9" Type="http://schemas.openxmlformats.org/officeDocument/2006/relationships/tags" Target="../tags/tag163.xml"/><Relationship Id="rId14" Type="http://schemas.openxmlformats.org/officeDocument/2006/relationships/tags" Target="../tags/tag168.xml"/><Relationship Id="rId22" Type="http://schemas.openxmlformats.org/officeDocument/2006/relationships/tags" Target="../tags/tag176.xml"/><Relationship Id="rId27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88.xml"/><Relationship Id="rId13" Type="http://schemas.openxmlformats.org/officeDocument/2006/relationships/tags" Target="../tags/tag193.xml"/><Relationship Id="rId18" Type="http://schemas.openxmlformats.org/officeDocument/2006/relationships/tags" Target="../tags/tag198.xml"/><Relationship Id="rId26" Type="http://schemas.openxmlformats.org/officeDocument/2006/relationships/tags" Target="../tags/tag206.xml"/><Relationship Id="rId3" Type="http://schemas.openxmlformats.org/officeDocument/2006/relationships/tags" Target="../tags/tag183.xml"/><Relationship Id="rId21" Type="http://schemas.openxmlformats.org/officeDocument/2006/relationships/tags" Target="../tags/tag201.xml"/><Relationship Id="rId7" Type="http://schemas.openxmlformats.org/officeDocument/2006/relationships/tags" Target="../tags/tag187.xml"/><Relationship Id="rId12" Type="http://schemas.openxmlformats.org/officeDocument/2006/relationships/tags" Target="../tags/tag192.xml"/><Relationship Id="rId17" Type="http://schemas.openxmlformats.org/officeDocument/2006/relationships/tags" Target="../tags/tag197.xml"/><Relationship Id="rId25" Type="http://schemas.openxmlformats.org/officeDocument/2006/relationships/tags" Target="../tags/tag205.xml"/><Relationship Id="rId2" Type="http://schemas.openxmlformats.org/officeDocument/2006/relationships/tags" Target="../tags/tag182.xml"/><Relationship Id="rId16" Type="http://schemas.openxmlformats.org/officeDocument/2006/relationships/tags" Target="../tags/tag196.xml"/><Relationship Id="rId20" Type="http://schemas.openxmlformats.org/officeDocument/2006/relationships/tags" Target="../tags/tag200.xml"/><Relationship Id="rId1" Type="http://schemas.openxmlformats.org/officeDocument/2006/relationships/tags" Target="../tags/tag181.xml"/><Relationship Id="rId6" Type="http://schemas.openxmlformats.org/officeDocument/2006/relationships/tags" Target="../tags/tag186.xml"/><Relationship Id="rId11" Type="http://schemas.openxmlformats.org/officeDocument/2006/relationships/tags" Target="../tags/tag191.xml"/><Relationship Id="rId24" Type="http://schemas.openxmlformats.org/officeDocument/2006/relationships/tags" Target="../tags/tag204.xml"/><Relationship Id="rId5" Type="http://schemas.openxmlformats.org/officeDocument/2006/relationships/tags" Target="../tags/tag185.xml"/><Relationship Id="rId15" Type="http://schemas.openxmlformats.org/officeDocument/2006/relationships/tags" Target="../tags/tag195.xml"/><Relationship Id="rId23" Type="http://schemas.openxmlformats.org/officeDocument/2006/relationships/tags" Target="../tags/tag203.xml"/><Relationship Id="rId28" Type="http://schemas.openxmlformats.org/officeDocument/2006/relationships/image" Target="../media/image1.tmp"/><Relationship Id="rId10" Type="http://schemas.openxmlformats.org/officeDocument/2006/relationships/tags" Target="../tags/tag190.xml"/><Relationship Id="rId19" Type="http://schemas.openxmlformats.org/officeDocument/2006/relationships/tags" Target="../tags/tag199.xml"/><Relationship Id="rId4" Type="http://schemas.openxmlformats.org/officeDocument/2006/relationships/tags" Target="../tags/tag184.xml"/><Relationship Id="rId9" Type="http://schemas.openxmlformats.org/officeDocument/2006/relationships/tags" Target="../tags/tag189.xml"/><Relationship Id="rId14" Type="http://schemas.openxmlformats.org/officeDocument/2006/relationships/tags" Target="../tags/tag194.xml"/><Relationship Id="rId22" Type="http://schemas.openxmlformats.org/officeDocument/2006/relationships/tags" Target="../tags/tag202.xml"/><Relationship Id="rId27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14.xml"/><Relationship Id="rId13" Type="http://schemas.openxmlformats.org/officeDocument/2006/relationships/tags" Target="../tags/tag219.xml"/><Relationship Id="rId18" Type="http://schemas.openxmlformats.org/officeDocument/2006/relationships/tags" Target="../tags/tag224.xml"/><Relationship Id="rId26" Type="http://schemas.openxmlformats.org/officeDocument/2006/relationships/tags" Target="../tags/tag232.xml"/><Relationship Id="rId3" Type="http://schemas.openxmlformats.org/officeDocument/2006/relationships/tags" Target="../tags/tag209.xml"/><Relationship Id="rId21" Type="http://schemas.openxmlformats.org/officeDocument/2006/relationships/tags" Target="../tags/tag227.xml"/><Relationship Id="rId7" Type="http://schemas.openxmlformats.org/officeDocument/2006/relationships/tags" Target="../tags/tag213.xml"/><Relationship Id="rId12" Type="http://schemas.openxmlformats.org/officeDocument/2006/relationships/tags" Target="../tags/tag218.xml"/><Relationship Id="rId17" Type="http://schemas.openxmlformats.org/officeDocument/2006/relationships/tags" Target="../tags/tag223.xml"/><Relationship Id="rId25" Type="http://schemas.openxmlformats.org/officeDocument/2006/relationships/tags" Target="../tags/tag231.xml"/><Relationship Id="rId2" Type="http://schemas.openxmlformats.org/officeDocument/2006/relationships/tags" Target="../tags/tag208.xml"/><Relationship Id="rId16" Type="http://schemas.openxmlformats.org/officeDocument/2006/relationships/tags" Target="../tags/tag222.xml"/><Relationship Id="rId20" Type="http://schemas.openxmlformats.org/officeDocument/2006/relationships/tags" Target="../tags/tag226.xml"/><Relationship Id="rId1" Type="http://schemas.openxmlformats.org/officeDocument/2006/relationships/tags" Target="../tags/tag207.xml"/><Relationship Id="rId6" Type="http://schemas.openxmlformats.org/officeDocument/2006/relationships/tags" Target="../tags/tag212.xml"/><Relationship Id="rId11" Type="http://schemas.openxmlformats.org/officeDocument/2006/relationships/tags" Target="../tags/tag217.xml"/><Relationship Id="rId24" Type="http://schemas.openxmlformats.org/officeDocument/2006/relationships/tags" Target="../tags/tag230.xml"/><Relationship Id="rId5" Type="http://schemas.openxmlformats.org/officeDocument/2006/relationships/tags" Target="../tags/tag211.xml"/><Relationship Id="rId15" Type="http://schemas.openxmlformats.org/officeDocument/2006/relationships/tags" Target="../tags/tag221.xml"/><Relationship Id="rId23" Type="http://schemas.openxmlformats.org/officeDocument/2006/relationships/tags" Target="../tags/tag229.xml"/><Relationship Id="rId28" Type="http://schemas.openxmlformats.org/officeDocument/2006/relationships/image" Target="../media/image1.tmp"/><Relationship Id="rId10" Type="http://schemas.openxmlformats.org/officeDocument/2006/relationships/tags" Target="../tags/tag216.xml"/><Relationship Id="rId19" Type="http://schemas.openxmlformats.org/officeDocument/2006/relationships/tags" Target="../tags/tag225.xml"/><Relationship Id="rId4" Type="http://schemas.openxmlformats.org/officeDocument/2006/relationships/tags" Target="../tags/tag210.xml"/><Relationship Id="rId9" Type="http://schemas.openxmlformats.org/officeDocument/2006/relationships/tags" Target="../tags/tag215.xml"/><Relationship Id="rId14" Type="http://schemas.openxmlformats.org/officeDocument/2006/relationships/tags" Target="../tags/tag220.xml"/><Relationship Id="rId22" Type="http://schemas.openxmlformats.org/officeDocument/2006/relationships/tags" Target="../tags/tag228.xml"/><Relationship Id="rId27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40.xml"/><Relationship Id="rId13" Type="http://schemas.openxmlformats.org/officeDocument/2006/relationships/tags" Target="../tags/tag245.xml"/><Relationship Id="rId18" Type="http://schemas.openxmlformats.org/officeDocument/2006/relationships/tags" Target="../tags/tag250.xml"/><Relationship Id="rId26" Type="http://schemas.openxmlformats.org/officeDocument/2006/relationships/tags" Target="../tags/tag258.xml"/><Relationship Id="rId3" Type="http://schemas.openxmlformats.org/officeDocument/2006/relationships/tags" Target="../tags/tag235.xml"/><Relationship Id="rId21" Type="http://schemas.openxmlformats.org/officeDocument/2006/relationships/tags" Target="../tags/tag253.xml"/><Relationship Id="rId7" Type="http://schemas.openxmlformats.org/officeDocument/2006/relationships/tags" Target="../tags/tag239.xml"/><Relationship Id="rId12" Type="http://schemas.openxmlformats.org/officeDocument/2006/relationships/tags" Target="../tags/tag244.xml"/><Relationship Id="rId17" Type="http://schemas.openxmlformats.org/officeDocument/2006/relationships/tags" Target="../tags/tag249.xml"/><Relationship Id="rId25" Type="http://schemas.openxmlformats.org/officeDocument/2006/relationships/tags" Target="../tags/tag257.xml"/><Relationship Id="rId2" Type="http://schemas.openxmlformats.org/officeDocument/2006/relationships/tags" Target="../tags/tag234.xml"/><Relationship Id="rId16" Type="http://schemas.openxmlformats.org/officeDocument/2006/relationships/tags" Target="../tags/tag248.xml"/><Relationship Id="rId20" Type="http://schemas.openxmlformats.org/officeDocument/2006/relationships/tags" Target="../tags/tag252.xml"/><Relationship Id="rId29" Type="http://schemas.openxmlformats.org/officeDocument/2006/relationships/slideLayout" Target="../slideLayouts/slideLayout5.xml"/><Relationship Id="rId1" Type="http://schemas.openxmlformats.org/officeDocument/2006/relationships/tags" Target="../tags/tag233.xml"/><Relationship Id="rId6" Type="http://schemas.openxmlformats.org/officeDocument/2006/relationships/tags" Target="../tags/tag238.xml"/><Relationship Id="rId11" Type="http://schemas.openxmlformats.org/officeDocument/2006/relationships/tags" Target="../tags/tag243.xml"/><Relationship Id="rId24" Type="http://schemas.openxmlformats.org/officeDocument/2006/relationships/tags" Target="../tags/tag256.xml"/><Relationship Id="rId32" Type="http://schemas.openxmlformats.org/officeDocument/2006/relationships/image" Target="../media/image1.tmp"/><Relationship Id="rId5" Type="http://schemas.openxmlformats.org/officeDocument/2006/relationships/tags" Target="../tags/tag237.xml"/><Relationship Id="rId15" Type="http://schemas.openxmlformats.org/officeDocument/2006/relationships/tags" Target="../tags/tag247.xml"/><Relationship Id="rId23" Type="http://schemas.openxmlformats.org/officeDocument/2006/relationships/tags" Target="../tags/tag255.xml"/><Relationship Id="rId28" Type="http://schemas.openxmlformats.org/officeDocument/2006/relationships/tags" Target="../tags/tag260.xml"/><Relationship Id="rId10" Type="http://schemas.openxmlformats.org/officeDocument/2006/relationships/tags" Target="../tags/tag242.xml"/><Relationship Id="rId19" Type="http://schemas.openxmlformats.org/officeDocument/2006/relationships/tags" Target="../tags/tag251.xml"/><Relationship Id="rId31" Type="http://schemas.openxmlformats.org/officeDocument/2006/relationships/image" Target="../media/image7.png"/><Relationship Id="rId4" Type="http://schemas.openxmlformats.org/officeDocument/2006/relationships/tags" Target="../tags/tag236.xml"/><Relationship Id="rId9" Type="http://schemas.openxmlformats.org/officeDocument/2006/relationships/tags" Target="../tags/tag241.xml"/><Relationship Id="rId14" Type="http://schemas.openxmlformats.org/officeDocument/2006/relationships/tags" Target="../tags/tag246.xml"/><Relationship Id="rId22" Type="http://schemas.openxmlformats.org/officeDocument/2006/relationships/tags" Target="../tags/tag254.xml"/><Relationship Id="rId27" Type="http://schemas.openxmlformats.org/officeDocument/2006/relationships/tags" Target="../tags/tag259.xml"/><Relationship Id="rId30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68.xml"/><Relationship Id="rId13" Type="http://schemas.openxmlformats.org/officeDocument/2006/relationships/tags" Target="../tags/tag273.xml"/><Relationship Id="rId18" Type="http://schemas.openxmlformats.org/officeDocument/2006/relationships/tags" Target="../tags/tag278.xml"/><Relationship Id="rId26" Type="http://schemas.openxmlformats.org/officeDocument/2006/relationships/tags" Target="../tags/tag286.xml"/><Relationship Id="rId3" Type="http://schemas.openxmlformats.org/officeDocument/2006/relationships/tags" Target="../tags/tag263.xml"/><Relationship Id="rId21" Type="http://schemas.openxmlformats.org/officeDocument/2006/relationships/tags" Target="../tags/tag281.xml"/><Relationship Id="rId7" Type="http://schemas.openxmlformats.org/officeDocument/2006/relationships/tags" Target="../tags/tag267.xml"/><Relationship Id="rId12" Type="http://schemas.openxmlformats.org/officeDocument/2006/relationships/tags" Target="../tags/tag272.xml"/><Relationship Id="rId17" Type="http://schemas.openxmlformats.org/officeDocument/2006/relationships/tags" Target="../tags/tag277.xml"/><Relationship Id="rId25" Type="http://schemas.openxmlformats.org/officeDocument/2006/relationships/tags" Target="../tags/tag285.xml"/><Relationship Id="rId2" Type="http://schemas.openxmlformats.org/officeDocument/2006/relationships/tags" Target="../tags/tag262.xml"/><Relationship Id="rId16" Type="http://schemas.openxmlformats.org/officeDocument/2006/relationships/tags" Target="../tags/tag276.xml"/><Relationship Id="rId20" Type="http://schemas.openxmlformats.org/officeDocument/2006/relationships/tags" Target="../tags/tag280.xml"/><Relationship Id="rId1" Type="http://schemas.openxmlformats.org/officeDocument/2006/relationships/tags" Target="../tags/tag261.xml"/><Relationship Id="rId6" Type="http://schemas.openxmlformats.org/officeDocument/2006/relationships/tags" Target="../tags/tag266.xml"/><Relationship Id="rId11" Type="http://schemas.openxmlformats.org/officeDocument/2006/relationships/tags" Target="../tags/tag271.xml"/><Relationship Id="rId24" Type="http://schemas.openxmlformats.org/officeDocument/2006/relationships/tags" Target="../tags/tag284.xml"/><Relationship Id="rId5" Type="http://schemas.openxmlformats.org/officeDocument/2006/relationships/tags" Target="../tags/tag265.xml"/><Relationship Id="rId15" Type="http://schemas.openxmlformats.org/officeDocument/2006/relationships/tags" Target="../tags/tag275.xml"/><Relationship Id="rId23" Type="http://schemas.openxmlformats.org/officeDocument/2006/relationships/tags" Target="../tags/tag283.xml"/><Relationship Id="rId28" Type="http://schemas.openxmlformats.org/officeDocument/2006/relationships/image" Target="../media/image1.tmp"/><Relationship Id="rId10" Type="http://schemas.openxmlformats.org/officeDocument/2006/relationships/tags" Target="../tags/tag270.xml"/><Relationship Id="rId19" Type="http://schemas.openxmlformats.org/officeDocument/2006/relationships/tags" Target="../tags/tag279.xml"/><Relationship Id="rId4" Type="http://schemas.openxmlformats.org/officeDocument/2006/relationships/tags" Target="../tags/tag264.xml"/><Relationship Id="rId9" Type="http://schemas.openxmlformats.org/officeDocument/2006/relationships/tags" Target="../tags/tag269.xml"/><Relationship Id="rId14" Type="http://schemas.openxmlformats.org/officeDocument/2006/relationships/tags" Target="../tags/tag274.xml"/><Relationship Id="rId22" Type="http://schemas.openxmlformats.org/officeDocument/2006/relationships/tags" Target="../tags/tag282.xml"/><Relationship Id="rId27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94.xml"/><Relationship Id="rId13" Type="http://schemas.openxmlformats.org/officeDocument/2006/relationships/tags" Target="../tags/tag299.xml"/><Relationship Id="rId18" Type="http://schemas.openxmlformats.org/officeDocument/2006/relationships/tags" Target="../tags/tag304.xml"/><Relationship Id="rId26" Type="http://schemas.openxmlformats.org/officeDocument/2006/relationships/tags" Target="../tags/tag312.xml"/><Relationship Id="rId3" Type="http://schemas.openxmlformats.org/officeDocument/2006/relationships/tags" Target="../tags/tag289.xml"/><Relationship Id="rId21" Type="http://schemas.openxmlformats.org/officeDocument/2006/relationships/tags" Target="../tags/tag307.xml"/><Relationship Id="rId7" Type="http://schemas.openxmlformats.org/officeDocument/2006/relationships/tags" Target="../tags/tag293.xml"/><Relationship Id="rId12" Type="http://schemas.openxmlformats.org/officeDocument/2006/relationships/tags" Target="../tags/tag298.xml"/><Relationship Id="rId17" Type="http://schemas.openxmlformats.org/officeDocument/2006/relationships/tags" Target="../tags/tag303.xml"/><Relationship Id="rId25" Type="http://schemas.openxmlformats.org/officeDocument/2006/relationships/tags" Target="../tags/tag311.xml"/><Relationship Id="rId2" Type="http://schemas.openxmlformats.org/officeDocument/2006/relationships/tags" Target="../tags/tag288.xml"/><Relationship Id="rId16" Type="http://schemas.openxmlformats.org/officeDocument/2006/relationships/tags" Target="../tags/tag302.xml"/><Relationship Id="rId20" Type="http://schemas.openxmlformats.org/officeDocument/2006/relationships/tags" Target="../tags/tag306.xml"/><Relationship Id="rId1" Type="http://schemas.openxmlformats.org/officeDocument/2006/relationships/tags" Target="../tags/tag287.xml"/><Relationship Id="rId6" Type="http://schemas.openxmlformats.org/officeDocument/2006/relationships/tags" Target="../tags/tag292.xml"/><Relationship Id="rId11" Type="http://schemas.openxmlformats.org/officeDocument/2006/relationships/tags" Target="../tags/tag297.xml"/><Relationship Id="rId24" Type="http://schemas.openxmlformats.org/officeDocument/2006/relationships/tags" Target="../tags/tag310.xml"/><Relationship Id="rId5" Type="http://schemas.openxmlformats.org/officeDocument/2006/relationships/tags" Target="../tags/tag291.xml"/><Relationship Id="rId15" Type="http://schemas.openxmlformats.org/officeDocument/2006/relationships/tags" Target="../tags/tag301.xml"/><Relationship Id="rId23" Type="http://schemas.openxmlformats.org/officeDocument/2006/relationships/tags" Target="../tags/tag309.xml"/><Relationship Id="rId28" Type="http://schemas.openxmlformats.org/officeDocument/2006/relationships/image" Target="../media/image1.tmp"/><Relationship Id="rId10" Type="http://schemas.openxmlformats.org/officeDocument/2006/relationships/tags" Target="../tags/tag296.xml"/><Relationship Id="rId19" Type="http://schemas.openxmlformats.org/officeDocument/2006/relationships/tags" Target="../tags/tag305.xml"/><Relationship Id="rId4" Type="http://schemas.openxmlformats.org/officeDocument/2006/relationships/tags" Target="../tags/tag290.xml"/><Relationship Id="rId9" Type="http://schemas.openxmlformats.org/officeDocument/2006/relationships/tags" Target="../tags/tag295.xml"/><Relationship Id="rId14" Type="http://schemas.openxmlformats.org/officeDocument/2006/relationships/tags" Target="../tags/tag300.xml"/><Relationship Id="rId22" Type="http://schemas.openxmlformats.org/officeDocument/2006/relationships/tags" Target="../tags/tag308.xml"/><Relationship Id="rId27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320.xml"/><Relationship Id="rId13" Type="http://schemas.openxmlformats.org/officeDocument/2006/relationships/tags" Target="../tags/tag325.xml"/><Relationship Id="rId18" Type="http://schemas.openxmlformats.org/officeDocument/2006/relationships/tags" Target="../tags/tag330.xml"/><Relationship Id="rId26" Type="http://schemas.openxmlformats.org/officeDocument/2006/relationships/tags" Target="../tags/tag338.xml"/><Relationship Id="rId3" Type="http://schemas.openxmlformats.org/officeDocument/2006/relationships/tags" Target="../tags/tag315.xml"/><Relationship Id="rId21" Type="http://schemas.openxmlformats.org/officeDocument/2006/relationships/tags" Target="../tags/tag333.xml"/><Relationship Id="rId7" Type="http://schemas.openxmlformats.org/officeDocument/2006/relationships/tags" Target="../tags/tag319.xml"/><Relationship Id="rId12" Type="http://schemas.openxmlformats.org/officeDocument/2006/relationships/tags" Target="../tags/tag324.xml"/><Relationship Id="rId17" Type="http://schemas.openxmlformats.org/officeDocument/2006/relationships/tags" Target="../tags/tag329.xml"/><Relationship Id="rId25" Type="http://schemas.openxmlformats.org/officeDocument/2006/relationships/tags" Target="../tags/tag337.xml"/><Relationship Id="rId2" Type="http://schemas.openxmlformats.org/officeDocument/2006/relationships/tags" Target="../tags/tag314.xml"/><Relationship Id="rId16" Type="http://schemas.openxmlformats.org/officeDocument/2006/relationships/tags" Target="../tags/tag328.xml"/><Relationship Id="rId20" Type="http://schemas.openxmlformats.org/officeDocument/2006/relationships/tags" Target="../tags/tag332.xml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11" Type="http://schemas.openxmlformats.org/officeDocument/2006/relationships/tags" Target="../tags/tag323.xml"/><Relationship Id="rId24" Type="http://schemas.openxmlformats.org/officeDocument/2006/relationships/tags" Target="../tags/tag336.xml"/><Relationship Id="rId5" Type="http://schemas.openxmlformats.org/officeDocument/2006/relationships/tags" Target="../tags/tag317.xml"/><Relationship Id="rId15" Type="http://schemas.openxmlformats.org/officeDocument/2006/relationships/tags" Target="../tags/tag327.xml"/><Relationship Id="rId23" Type="http://schemas.openxmlformats.org/officeDocument/2006/relationships/tags" Target="../tags/tag335.xml"/><Relationship Id="rId28" Type="http://schemas.openxmlformats.org/officeDocument/2006/relationships/image" Target="../media/image1.tmp"/><Relationship Id="rId10" Type="http://schemas.openxmlformats.org/officeDocument/2006/relationships/tags" Target="../tags/tag322.xml"/><Relationship Id="rId19" Type="http://schemas.openxmlformats.org/officeDocument/2006/relationships/tags" Target="../tags/tag331.xml"/><Relationship Id="rId4" Type="http://schemas.openxmlformats.org/officeDocument/2006/relationships/tags" Target="../tags/tag316.xml"/><Relationship Id="rId9" Type="http://schemas.openxmlformats.org/officeDocument/2006/relationships/tags" Target="../tags/tag321.xml"/><Relationship Id="rId14" Type="http://schemas.openxmlformats.org/officeDocument/2006/relationships/tags" Target="../tags/tag326.xml"/><Relationship Id="rId22" Type="http://schemas.openxmlformats.org/officeDocument/2006/relationships/tags" Target="../tags/tag334.xml"/><Relationship Id="rId27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346.xml"/><Relationship Id="rId13" Type="http://schemas.openxmlformats.org/officeDocument/2006/relationships/tags" Target="../tags/tag351.xml"/><Relationship Id="rId18" Type="http://schemas.openxmlformats.org/officeDocument/2006/relationships/tags" Target="../tags/tag356.xml"/><Relationship Id="rId26" Type="http://schemas.openxmlformats.org/officeDocument/2006/relationships/tags" Target="../tags/tag364.xml"/><Relationship Id="rId3" Type="http://schemas.openxmlformats.org/officeDocument/2006/relationships/tags" Target="../tags/tag341.xml"/><Relationship Id="rId21" Type="http://schemas.openxmlformats.org/officeDocument/2006/relationships/tags" Target="../tags/tag359.xml"/><Relationship Id="rId7" Type="http://schemas.openxmlformats.org/officeDocument/2006/relationships/tags" Target="../tags/tag345.xml"/><Relationship Id="rId12" Type="http://schemas.openxmlformats.org/officeDocument/2006/relationships/tags" Target="../tags/tag350.xml"/><Relationship Id="rId17" Type="http://schemas.openxmlformats.org/officeDocument/2006/relationships/tags" Target="../tags/tag355.xml"/><Relationship Id="rId25" Type="http://schemas.openxmlformats.org/officeDocument/2006/relationships/tags" Target="../tags/tag363.xml"/><Relationship Id="rId2" Type="http://schemas.openxmlformats.org/officeDocument/2006/relationships/tags" Target="../tags/tag340.xml"/><Relationship Id="rId16" Type="http://schemas.openxmlformats.org/officeDocument/2006/relationships/tags" Target="../tags/tag354.xml"/><Relationship Id="rId20" Type="http://schemas.openxmlformats.org/officeDocument/2006/relationships/tags" Target="../tags/tag358.xml"/><Relationship Id="rId1" Type="http://schemas.openxmlformats.org/officeDocument/2006/relationships/tags" Target="../tags/tag339.xml"/><Relationship Id="rId6" Type="http://schemas.openxmlformats.org/officeDocument/2006/relationships/tags" Target="../tags/tag344.xml"/><Relationship Id="rId11" Type="http://schemas.openxmlformats.org/officeDocument/2006/relationships/tags" Target="../tags/tag349.xml"/><Relationship Id="rId24" Type="http://schemas.openxmlformats.org/officeDocument/2006/relationships/tags" Target="../tags/tag362.xml"/><Relationship Id="rId5" Type="http://schemas.openxmlformats.org/officeDocument/2006/relationships/tags" Target="../tags/tag343.xml"/><Relationship Id="rId15" Type="http://schemas.openxmlformats.org/officeDocument/2006/relationships/tags" Target="../tags/tag353.xml"/><Relationship Id="rId23" Type="http://schemas.openxmlformats.org/officeDocument/2006/relationships/tags" Target="../tags/tag361.xml"/><Relationship Id="rId28" Type="http://schemas.openxmlformats.org/officeDocument/2006/relationships/image" Target="../media/image1.tmp"/><Relationship Id="rId10" Type="http://schemas.openxmlformats.org/officeDocument/2006/relationships/tags" Target="../tags/tag348.xml"/><Relationship Id="rId19" Type="http://schemas.openxmlformats.org/officeDocument/2006/relationships/tags" Target="../tags/tag357.xml"/><Relationship Id="rId4" Type="http://schemas.openxmlformats.org/officeDocument/2006/relationships/tags" Target="../tags/tag342.xml"/><Relationship Id="rId9" Type="http://schemas.openxmlformats.org/officeDocument/2006/relationships/tags" Target="../tags/tag347.xml"/><Relationship Id="rId14" Type="http://schemas.openxmlformats.org/officeDocument/2006/relationships/tags" Target="../tags/tag352.xml"/><Relationship Id="rId22" Type="http://schemas.openxmlformats.org/officeDocument/2006/relationships/tags" Target="../tags/tag360.xml"/><Relationship Id="rId27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372.xml"/><Relationship Id="rId13" Type="http://schemas.openxmlformats.org/officeDocument/2006/relationships/tags" Target="../tags/tag377.xml"/><Relationship Id="rId18" Type="http://schemas.openxmlformats.org/officeDocument/2006/relationships/tags" Target="../tags/tag382.xml"/><Relationship Id="rId26" Type="http://schemas.openxmlformats.org/officeDocument/2006/relationships/slideLayout" Target="../slideLayouts/slideLayout5.xml"/><Relationship Id="rId3" Type="http://schemas.openxmlformats.org/officeDocument/2006/relationships/tags" Target="../tags/tag367.xml"/><Relationship Id="rId21" Type="http://schemas.openxmlformats.org/officeDocument/2006/relationships/tags" Target="../tags/tag385.xml"/><Relationship Id="rId7" Type="http://schemas.openxmlformats.org/officeDocument/2006/relationships/tags" Target="../tags/tag371.xml"/><Relationship Id="rId12" Type="http://schemas.openxmlformats.org/officeDocument/2006/relationships/tags" Target="../tags/tag376.xml"/><Relationship Id="rId17" Type="http://schemas.openxmlformats.org/officeDocument/2006/relationships/tags" Target="../tags/tag381.xml"/><Relationship Id="rId25" Type="http://schemas.openxmlformats.org/officeDocument/2006/relationships/tags" Target="../tags/tag389.xml"/><Relationship Id="rId2" Type="http://schemas.openxmlformats.org/officeDocument/2006/relationships/tags" Target="../tags/tag366.xml"/><Relationship Id="rId16" Type="http://schemas.openxmlformats.org/officeDocument/2006/relationships/tags" Target="../tags/tag380.xml"/><Relationship Id="rId20" Type="http://schemas.openxmlformats.org/officeDocument/2006/relationships/tags" Target="../tags/tag384.xml"/><Relationship Id="rId1" Type="http://schemas.openxmlformats.org/officeDocument/2006/relationships/tags" Target="../tags/tag365.xml"/><Relationship Id="rId6" Type="http://schemas.openxmlformats.org/officeDocument/2006/relationships/tags" Target="../tags/tag370.xml"/><Relationship Id="rId11" Type="http://schemas.openxmlformats.org/officeDocument/2006/relationships/tags" Target="../tags/tag375.xml"/><Relationship Id="rId24" Type="http://schemas.openxmlformats.org/officeDocument/2006/relationships/tags" Target="../tags/tag388.xml"/><Relationship Id="rId5" Type="http://schemas.openxmlformats.org/officeDocument/2006/relationships/tags" Target="../tags/tag369.xml"/><Relationship Id="rId15" Type="http://schemas.openxmlformats.org/officeDocument/2006/relationships/tags" Target="../tags/tag379.xml"/><Relationship Id="rId23" Type="http://schemas.openxmlformats.org/officeDocument/2006/relationships/tags" Target="../tags/tag387.xml"/><Relationship Id="rId28" Type="http://schemas.openxmlformats.org/officeDocument/2006/relationships/image" Target="../media/image1.tmp"/><Relationship Id="rId10" Type="http://schemas.openxmlformats.org/officeDocument/2006/relationships/tags" Target="../tags/tag374.xml"/><Relationship Id="rId19" Type="http://schemas.openxmlformats.org/officeDocument/2006/relationships/tags" Target="../tags/tag383.xml"/><Relationship Id="rId4" Type="http://schemas.openxmlformats.org/officeDocument/2006/relationships/tags" Target="../tags/tag368.xml"/><Relationship Id="rId9" Type="http://schemas.openxmlformats.org/officeDocument/2006/relationships/tags" Target="../tags/tag373.xml"/><Relationship Id="rId14" Type="http://schemas.openxmlformats.org/officeDocument/2006/relationships/tags" Target="../tags/tag378.xml"/><Relationship Id="rId22" Type="http://schemas.openxmlformats.org/officeDocument/2006/relationships/tags" Target="../tags/tag386.xml"/><Relationship Id="rId27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397.xml"/><Relationship Id="rId13" Type="http://schemas.openxmlformats.org/officeDocument/2006/relationships/tags" Target="../tags/tag402.xml"/><Relationship Id="rId18" Type="http://schemas.openxmlformats.org/officeDocument/2006/relationships/tags" Target="../tags/tag407.xml"/><Relationship Id="rId26" Type="http://schemas.openxmlformats.org/officeDocument/2006/relationships/slideLayout" Target="../slideLayouts/slideLayout5.xml"/><Relationship Id="rId3" Type="http://schemas.openxmlformats.org/officeDocument/2006/relationships/tags" Target="../tags/tag392.xml"/><Relationship Id="rId21" Type="http://schemas.openxmlformats.org/officeDocument/2006/relationships/tags" Target="../tags/tag410.xml"/><Relationship Id="rId7" Type="http://schemas.openxmlformats.org/officeDocument/2006/relationships/tags" Target="../tags/tag396.xml"/><Relationship Id="rId12" Type="http://schemas.openxmlformats.org/officeDocument/2006/relationships/tags" Target="../tags/tag401.xml"/><Relationship Id="rId17" Type="http://schemas.openxmlformats.org/officeDocument/2006/relationships/tags" Target="../tags/tag406.xml"/><Relationship Id="rId25" Type="http://schemas.openxmlformats.org/officeDocument/2006/relationships/tags" Target="../tags/tag414.xml"/><Relationship Id="rId2" Type="http://schemas.openxmlformats.org/officeDocument/2006/relationships/tags" Target="../tags/tag391.xml"/><Relationship Id="rId16" Type="http://schemas.openxmlformats.org/officeDocument/2006/relationships/tags" Target="../tags/tag405.xml"/><Relationship Id="rId20" Type="http://schemas.openxmlformats.org/officeDocument/2006/relationships/tags" Target="../tags/tag409.xml"/><Relationship Id="rId1" Type="http://schemas.openxmlformats.org/officeDocument/2006/relationships/tags" Target="../tags/tag390.xml"/><Relationship Id="rId6" Type="http://schemas.openxmlformats.org/officeDocument/2006/relationships/tags" Target="../tags/tag395.xml"/><Relationship Id="rId11" Type="http://schemas.openxmlformats.org/officeDocument/2006/relationships/tags" Target="../tags/tag400.xml"/><Relationship Id="rId24" Type="http://schemas.openxmlformats.org/officeDocument/2006/relationships/tags" Target="../tags/tag413.xml"/><Relationship Id="rId5" Type="http://schemas.openxmlformats.org/officeDocument/2006/relationships/tags" Target="../tags/tag394.xml"/><Relationship Id="rId15" Type="http://schemas.openxmlformats.org/officeDocument/2006/relationships/tags" Target="../tags/tag404.xml"/><Relationship Id="rId23" Type="http://schemas.openxmlformats.org/officeDocument/2006/relationships/tags" Target="../tags/tag412.xml"/><Relationship Id="rId28" Type="http://schemas.openxmlformats.org/officeDocument/2006/relationships/image" Target="../media/image1.tmp"/><Relationship Id="rId10" Type="http://schemas.openxmlformats.org/officeDocument/2006/relationships/tags" Target="../tags/tag399.xml"/><Relationship Id="rId19" Type="http://schemas.openxmlformats.org/officeDocument/2006/relationships/tags" Target="../tags/tag408.xml"/><Relationship Id="rId4" Type="http://schemas.openxmlformats.org/officeDocument/2006/relationships/tags" Target="../tags/tag393.xml"/><Relationship Id="rId9" Type="http://schemas.openxmlformats.org/officeDocument/2006/relationships/tags" Target="../tags/tag398.xml"/><Relationship Id="rId14" Type="http://schemas.openxmlformats.org/officeDocument/2006/relationships/tags" Target="../tags/tag403.xml"/><Relationship Id="rId22" Type="http://schemas.openxmlformats.org/officeDocument/2006/relationships/tags" Target="../tags/tag411.xml"/><Relationship Id="rId27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422.xml"/><Relationship Id="rId13" Type="http://schemas.openxmlformats.org/officeDocument/2006/relationships/tags" Target="../tags/tag427.xml"/><Relationship Id="rId18" Type="http://schemas.openxmlformats.org/officeDocument/2006/relationships/tags" Target="../tags/tag432.xml"/><Relationship Id="rId26" Type="http://schemas.openxmlformats.org/officeDocument/2006/relationships/image" Target="../media/image10.png"/><Relationship Id="rId3" Type="http://schemas.openxmlformats.org/officeDocument/2006/relationships/tags" Target="../tags/tag417.xml"/><Relationship Id="rId21" Type="http://schemas.openxmlformats.org/officeDocument/2006/relationships/tags" Target="../tags/tag435.xml"/><Relationship Id="rId7" Type="http://schemas.openxmlformats.org/officeDocument/2006/relationships/tags" Target="../tags/tag421.xml"/><Relationship Id="rId12" Type="http://schemas.openxmlformats.org/officeDocument/2006/relationships/tags" Target="../tags/tag426.xml"/><Relationship Id="rId17" Type="http://schemas.openxmlformats.org/officeDocument/2006/relationships/tags" Target="../tags/tag431.xml"/><Relationship Id="rId25" Type="http://schemas.openxmlformats.org/officeDocument/2006/relationships/slideLayout" Target="../slideLayouts/slideLayout5.xml"/><Relationship Id="rId2" Type="http://schemas.openxmlformats.org/officeDocument/2006/relationships/tags" Target="../tags/tag416.xml"/><Relationship Id="rId16" Type="http://schemas.openxmlformats.org/officeDocument/2006/relationships/tags" Target="../tags/tag430.xml"/><Relationship Id="rId20" Type="http://schemas.openxmlformats.org/officeDocument/2006/relationships/tags" Target="../tags/tag434.xml"/><Relationship Id="rId1" Type="http://schemas.openxmlformats.org/officeDocument/2006/relationships/tags" Target="../tags/tag415.xml"/><Relationship Id="rId6" Type="http://schemas.openxmlformats.org/officeDocument/2006/relationships/tags" Target="../tags/tag420.xml"/><Relationship Id="rId11" Type="http://schemas.openxmlformats.org/officeDocument/2006/relationships/tags" Target="../tags/tag425.xml"/><Relationship Id="rId24" Type="http://schemas.openxmlformats.org/officeDocument/2006/relationships/tags" Target="../tags/tag438.xml"/><Relationship Id="rId5" Type="http://schemas.openxmlformats.org/officeDocument/2006/relationships/tags" Target="../tags/tag419.xml"/><Relationship Id="rId15" Type="http://schemas.openxmlformats.org/officeDocument/2006/relationships/tags" Target="../tags/tag429.xml"/><Relationship Id="rId23" Type="http://schemas.openxmlformats.org/officeDocument/2006/relationships/tags" Target="../tags/tag437.xml"/><Relationship Id="rId10" Type="http://schemas.openxmlformats.org/officeDocument/2006/relationships/tags" Target="../tags/tag424.xml"/><Relationship Id="rId19" Type="http://schemas.openxmlformats.org/officeDocument/2006/relationships/tags" Target="../tags/tag433.xml"/><Relationship Id="rId4" Type="http://schemas.openxmlformats.org/officeDocument/2006/relationships/tags" Target="../tags/tag418.xml"/><Relationship Id="rId9" Type="http://schemas.openxmlformats.org/officeDocument/2006/relationships/tags" Target="../tags/tag423.xml"/><Relationship Id="rId14" Type="http://schemas.openxmlformats.org/officeDocument/2006/relationships/tags" Target="../tags/tag428.xml"/><Relationship Id="rId22" Type="http://schemas.openxmlformats.org/officeDocument/2006/relationships/tags" Target="../tags/tag436.xml"/><Relationship Id="rId27" Type="http://schemas.openxmlformats.org/officeDocument/2006/relationships/image" Target="../media/image1.tmp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446.xml"/><Relationship Id="rId13" Type="http://schemas.openxmlformats.org/officeDocument/2006/relationships/tags" Target="../tags/tag451.xml"/><Relationship Id="rId18" Type="http://schemas.openxmlformats.org/officeDocument/2006/relationships/tags" Target="../tags/tag456.xml"/><Relationship Id="rId26" Type="http://schemas.openxmlformats.org/officeDocument/2006/relationships/slideLayout" Target="../slideLayouts/slideLayout5.xml"/><Relationship Id="rId3" Type="http://schemas.openxmlformats.org/officeDocument/2006/relationships/tags" Target="../tags/tag441.xml"/><Relationship Id="rId21" Type="http://schemas.openxmlformats.org/officeDocument/2006/relationships/tags" Target="../tags/tag459.xml"/><Relationship Id="rId7" Type="http://schemas.openxmlformats.org/officeDocument/2006/relationships/tags" Target="../tags/tag445.xml"/><Relationship Id="rId12" Type="http://schemas.openxmlformats.org/officeDocument/2006/relationships/tags" Target="../tags/tag450.xml"/><Relationship Id="rId17" Type="http://schemas.openxmlformats.org/officeDocument/2006/relationships/tags" Target="../tags/tag455.xml"/><Relationship Id="rId25" Type="http://schemas.openxmlformats.org/officeDocument/2006/relationships/tags" Target="../tags/tag463.xml"/><Relationship Id="rId2" Type="http://schemas.openxmlformats.org/officeDocument/2006/relationships/tags" Target="../tags/tag440.xml"/><Relationship Id="rId16" Type="http://schemas.openxmlformats.org/officeDocument/2006/relationships/tags" Target="../tags/tag454.xml"/><Relationship Id="rId20" Type="http://schemas.openxmlformats.org/officeDocument/2006/relationships/tags" Target="../tags/tag458.xml"/><Relationship Id="rId1" Type="http://schemas.openxmlformats.org/officeDocument/2006/relationships/tags" Target="../tags/tag439.xml"/><Relationship Id="rId6" Type="http://schemas.openxmlformats.org/officeDocument/2006/relationships/tags" Target="../tags/tag444.xml"/><Relationship Id="rId11" Type="http://schemas.openxmlformats.org/officeDocument/2006/relationships/tags" Target="../tags/tag449.xml"/><Relationship Id="rId24" Type="http://schemas.openxmlformats.org/officeDocument/2006/relationships/tags" Target="../tags/tag462.xml"/><Relationship Id="rId5" Type="http://schemas.openxmlformats.org/officeDocument/2006/relationships/tags" Target="../tags/tag443.xml"/><Relationship Id="rId15" Type="http://schemas.openxmlformats.org/officeDocument/2006/relationships/tags" Target="../tags/tag453.xml"/><Relationship Id="rId23" Type="http://schemas.openxmlformats.org/officeDocument/2006/relationships/tags" Target="../tags/tag461.xml"/><Relationship Id="rId28" Type="http://schemas.openxmlformats.org/officeDocument/2006/relationships/image" Target="../media/image1.tmp"/><Relationship Id="rId10" Type="http://schemas.openxmlformats.org/officeDocument/2006/relationships/tags" Target="../tags/tag448.xml"/><Relationship Id="rId19" Type="http://schemas.openxmlformats.org/officeDocument/2006/relationships/tags" Target="../tags/tag457.xml"/><Relationship Id="rId4" Type="http://schemas.openxmlformats.org/officeDocument/2006/relationships/tags" Target="../tags/tag442.xml"/><Relationship Id="rId9" Type="http://schemas.openxmlformats.org/officeDocument/2006/relationships/tags" Target="../tags/tag447.xml"/><Relationship Id="rId14" Type="http://schemas.openxmlformats.org/officeDocument/2006/relationships/tags" Target="../tags/tag452.xml"/><Relationship Id="rId22" Type="http://schemas.openxmlformats.org/officeDocument/2006/relationships/tags" Target="../tags/tag460.xml"/><Relationship Id="rId27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471.xml"/><Relationship Id="rId13" Type="http://schemas.openxmlformats.org/officeDocument/2006/relationships/tags" Target="../tags/tag476.xml"/><Relationship Id="rId18" Type="http://schemas.openxmlformats.org/officeDocument/2006/relationships/tags" Target="../tags/tag481.xml"/><Relationship Id="rId26" Type="http://schemas.openxmlformats.org/officeDocument/2006/relationships/image" Target="../media/image12.png"/><Relationship Id="rId3" Type="http://schemas.openxmlformats.org/officeDocument/2006/relationships/tags" Target="../tags/tag466.xml"/><Relationship Id="rId21" Type="http://schemas.openxmlformats.org/officeDocument/2006/relationships/tags" Target="../tags/tag484.xml"/><Relationship Id="rId7" Type="http://schemas.openxmlformats.org/officeDocument/2006/relationships/tags" Target="../tags/tag470.xml"/><Relationship Id="rId12" Type="http://schemas.openxmlformats.org/officeDocument/2006/relationships/tags" Target="../tags/tag475.xml"/><Relationship Id="rId17" Type="http://schemas.openxmlformats.org/officeDocument/2006/relationships/tags" Target="../tags/tag480.xml"/><Relationship Id="rId25" Type="http://schemas.openxmlformats.org/officeDocument/2006/relationships/slideLayout" Target="../slideLayouts/slideLayout5.xml"/><Relationship Id="rId2" Type="http://schemas.openxmlformats.org/officeDocument/2006/relationships/tags" Target="../tags/tag465.xml"/><Relationship Id="rId16" Type="http://schemas.openxmlformats.org/officeDocument/2006/relationships/tags" Target="../tags/tag479.xml"/><Relationship Id="rId20" Type="http://schemas.openxmlformats.org/officeDocument/2006/relationships/tags" Target="../tags/tag483.xml"/><Relationship Id="rId1" Type="http://schemas.openxmlformats.org/officeDocument/2006/relationships/tags" Target="../tags/tag464.xml"/><Relationship Id="rId6" Type="http://schemas.openxmlformats.org/officeDocument/2006/relationships/tags" Target="../tags/tag469.xml"/><Relationship Id="rId11" Type="http://schemas.openxmlformats.org/officeDocument/2006/relationships/tags" Target="../tags/tag474.xml"/><Relationship Id="rId24" Type="http://schemas.openxmlformats.org/officeDocument/2006/relationships/tags" Target="../tags/tag487.xml"/><Relationship Id="rId5" Type="http://schemas.openxmlformats.org/officeDocument/2006/relationships/tags" Target="../tags/tag468.xml"/><Relationship Id="rId15" Type="http://schemas.openxmlformats.org/officeDocument/2006/relationships/tags" Target="../tags/tag478.xml"/><Relationship Id="rId23" Type="http://schemas.openxmlformats.org/officeDocument/2006/relationships/tags" Target="../tags/tag486.xml"/><Relationship Id="rId10" Type="http://schemas.openxmlformats.org/officeDocument/2006/relationships/tags" Target="../tags/tag473.xml"/><Relationship Id="rId19" Type="http://schemas.openxmlformats.org/officeDocument/2006/relationships/tags" Target="../tags/tag482.xml"/><Relationship Id="rId4" Type="http://schemas.openxmlformats.org/officeDocument/2006/relationships/tags" Target="../tags/tag467.xml"/><Relationship Id="rId9" Type="http://schemas.openxmlformats.org/officeDocument/2006/relationships/tags" Target="../tags/tag472.xml"/><Relationship Id="rId14" Type="http://schemas.openxmlformats.org/officeDocument/2006/relationships/tags" Target="../tags/tag477.xml"/><Relationship Id="rId22" Type="http://schemas.openxmlformats.org/officeDocument/2006/relationships/tags" Target="../tags/tag485.xml"/><Relationship Id="rId27" Type="http://schemas.openxmlformats.org/officeDocument/2006/relationships/image" Target="../media/image1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6287" y="2857500"/>
            <a:ext cx="7591425" cy="762000"/>
          </a:xfrm>
        </p:spPr>
        <p:txBody>
          <a:bodyPr/>
          <a:lstStyle/>
          <a:p>
            <a:pPr algn="ctr"/>
            <a:r>
              <a:rPr lang="zh-CN" altLang="en-US" sz="3300" b="1" dirty="0"/>
              <a:t>第二章 习题</a:t>
            </a: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3810000" y="4381500"/>
            <a:ext cx="1524000" cy="381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1500">
                <a:solidFill>
                  <a:srgbClr val="000000"/>
                </a:solidFill>
              </a:rPr>
              <a:t>总分</a:t>
            </a:r>
            <a:r>
              <a:rPr lang="en-US" altLang="zh-CN" sz="1500">
                <a:solidFill>
                  <a:srgbClr val="000000"/>
                </a:solidFill>
              </a:rPr>
              <a:t>: 100</a:t>
            </a: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24125" y="5905500"/>
            <a:ext cx="4095750" cy="762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15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FF7D85A-E5AD-4992-9076-C1C57B70F7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8301" y="694899"/>
            <a:ext cx="8545480" cy="18959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vert="horz" wrap="square" rtlCol="0" anchor="ctr" anchorCtr="0">
            <a:noAutofit/>
          </a:bodyPr>
          <a:lstStyle/>
          <a:p>
            <a:pPr>
              <a:spcBef>
                <a:spcPts val="475"/>
              </a:spcBef>
              <a:tabLst>
                <a:tab pos="1371600" algn="l"/>
                <a:tab pos="2286000" algn="l"/>
                <a:tab pos="1371600" algn="l"/>
                <a:tab pos="2286000" algn="l"/>
                <a:tab pos="1371600" algn="l"/>
                <a:tab pos="2286000" algn="l"/>
              </a:tabLst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、（</a:t>
            </a:r>
            <a:r>
              <a:rPr lang="zh-CN" altLang="en-US" sz="2600" b="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重点题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）已知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  <a:sym typeface="Monaco" charset="0"/>
              </a:rPr>
              <a:t>int x = …;float f = …;</a:t>
            </a:r>
          </a:p>
          <a:p>
            <a:pPr>
              <a:spcBef>
                <a:spcPts val="475"/>
              </a:spcBef>
              <a:tabLst>
                <a:tab pos="1371600" algn="l"/>
                <a:tab pos="2286000" algn="l"/>
                <a:tab pos="1371600" algn="l"/>
                <a:tab pos="2286000" algn="l"/>
                <a:tab pos="1371600" algn="l"/>
                <a:tab pos="2286000" algn="l"/>
              </a:tabLst>
            </a:pP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  <a:sym typeface="Monaco" charset="0"/>
              </a:rPr>
              <a:t>double d = …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  <a:sym typeface="Monaco" charset="0"/>
              </a:rPr>
              <a:t>。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假定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 Bold" charset="0"/>
                <a:sym typeface="Courier New Bold" charset="0"/>
              </a:rPr>
              <a:t>d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和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 Bold" charset="0"/>
                <a:sym typeface="Courier New Bold" charset="0"/>
              </a:rPr>
              <a:t>f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 Bold" charset="0"/>
                <a:sym typeface="Courier New Bold" charset="0"/>
              </a:rPr>
              <a:t>都不是</a:t>
            </a:r>
            <a:r>
              <a:rPr lang="en-US" altLang="zh-CN" sz="2800" b="0" dirty="0" err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NaN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，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针对下列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表达式，对所有参数值都成立的有（   ）。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4F0A75-9168-45FF-96FB-AF12A0739E3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093773" y="2687040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en-US" altLang="zh-CN" sz="2800" b="0" dirty="0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x == (int)(float) x</a:t>
            </a:r>
            <a:endParaRPr lang="zh-CN" altLang="en-US" sz="2600" b="0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3107FE-A654-4D1E-840D-2628F77F8F4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056418" y="3881035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pPr>
              <a:spcBef>
                <a:spcPts val="575"/>
              </a:spcBef>
              <a:buClr>
                <a:srgbClr val="000000"/>
              </a:buClr>
              <a:buSzPct val="100000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altLang="zh-CN" sz="2800" b="0" dirty="0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f == (float)(double) f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F644F25-5323-4A78-947A-E298812900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42973" y="4497114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pPr>
              <a:spcBef>
                <a:spcPts val="575"/>
              </a:spcBef>
              <a:buClr>
                <a:srgbClr val="000000"/>
              </a:buClr>
              <a:buSzPct val="100000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altLang="zh-CN" sz="2800" b="0" dirty="0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d == (double)(float) 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B2560F-1126-4058-9657-B63B25157FD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392098" y="276594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482C9D-ED32-4F91-9DBD-5EB8FCA59659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392098" y="335649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AEB32E-5989-4681-831A-CC8E433937E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392098" y="397429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44C64B-E807-4D02-854E-DA67B769B0D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392098" y="4585749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C450841-5E5B-4327-896D-649513C5641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077898" y="5151958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en-US" altLang="zh-CN" sz="2800" b="0" dirty="0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f == -(-f);</a:t>
            </a:r>
            <a:endParaRPr lang="zh-CN" altLang="en-US" sz="2800" b="0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27232C9-B8D4-4069-BAE6-F2E76457BCE6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392098" y="518529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0A79E7-D81E-4EF0-9036-FCAFDC3E1FA4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77898" y="5718696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en-US" altLang="zh-CN" sz="2800" b="0" dirty="0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2/3 == 2/3.0</a:t>
            </a:r>
            <a:endParaRPr lang="zh-CN" altLang="en-US" sz="2800" b="0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5C76B93-3CDA-4BE4-918A-F5641CA49717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>
            <a:off x="392098" y="579489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17A3756-E223-453E-AB54-FB252F0314F9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 bwMode="auto">
          <a:xfrm>
            <a:off x="5153164" y="271888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4DAD810-BE74-4BBA-9478-DFBA128AFFAA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689600" y="2621717"/>
            <a:ext cx="34544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pPr lvl="0"/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D  &lt; 0.0  ⇒ (d*2) &lt; 0.0</a:t>
            </a:r>
            <a:endParaRPr lang="zh-CN" altLang="en-US" sz="2800" b="0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FE8327-4004-4C41-94E3-A98A8C4093EA}"/>
              </a:ext>
            </a:extLst>
          </p:cNvPr>
          <p:cNvSpPr>
            <a:spLocks noChangeAspect="1"/>
          </p:cNvSpPr>
          <p:nvPr>
            <p:custDataLst>
              <p:tags r:id="rId16"/>
            </p:custDataLst>
          </p:nvPr>
        </p:nvSpPr>
        <p:spPr bwMode="auto">
          <a:xfrm>
            <a:off x="5124450" y="3332359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EE46783-5DEE-4BF9-BFA7-5D28951E6D17}"/>
              </a:ext>
            </a:extLst>
          </p:cNvPr>
          <p:cNvSpPr>
            <a:spLocks noChangeAspect="1"/>
          </p:cNvSpPr>
          <p:nvPr>
            <p:custDataLst>
              <p:tags r:id="rId17"/>
            </p:custDataLst>
          </p:nvPr>
        </p:nvSpPr>
        <p:spPr bwMode="auto">
          <a:xfrm>
            <a:off x="5124450" y="3922909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8BC03E1-F8DE-4862-8931-0549D1311A6D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5715000" y="3241271"/>
            <a:ext cx="33020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pPr lvl="0"/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d &gt; f	 ⇒ -f &gt; -d</a:t>
            </a:r>
            <a:endParaRPr lang="zh-CN" altLang="en-US" sz="2800" b="0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B000C9F-2ABE-450A-AAC8-319B88BDB2B4}"/>
              </a:ext>
            </a:extLst>
          </p:cNvPr>
          <p:cNvSpPr>
            <a:spLocks noChangeAspect="1"/>
          </p:cNvSpPr>
          <p:nvPr>
            <p:custDataLst>
              <p:tags r:id="rId19"/>
            </p:custDataLst>
          </p:nvPr>
        </p:nvSpPr>
        <p:spPr bwMode="auto">
          <a:xfrm>
            <a:off x="5105400" y="4551559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J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5C0BB32-8D13-421D-B652-A510817011E6}"/>
              </a:ext>
            </a:extLst>
          </p:cNvPr>
          <p:cNvSpPr>
            <a:spLocks noChangeAspect="1"/>
          </p:cNvSpPr>
          <p:nvPr>
            <p:custDataLst>
              <p:tags r:id="rId20"/>
            </p:custDataLst>
          </p:nvPr>
        </p:nvSpPr>
        <p:spPr bwMode="auto">
          <a:xfrm>
            <a:off x="5124450" y="5161159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K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85FD9E5-7605-499C-8A5A-A91ABDC69875}"/>
              </a:ext>
            </a:extLst>
          </p:cNvPr>
          <p:cNvSpPr/>
          <p:nvPr/>
        </p:nvSpPr>
        <p:spPr>
          <a:xfrm>
            <a:off x="1093773" y="3340770"/>
            <a:ext cx="31630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0" dirty="0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x == (int)(double) x</a:t>
            </a:r>
            <a:endParaRPr lang="zh-CN" alt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78A3348-AA86-4197-994F-AE2FC475A802}"/>
              </a:ext>
            </a:extLst>
          </p:cNvPr>
          <p:cNvSpPr/>
          <p:nvPr/>
        </p:nvSpPr>
        <p:spPr>
          <a:xfrm>
            <a:off x="5715000" y="3962325"/>
            <a:ext cx="20730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0" dirty="0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d * d &gt;= 0.0 </a:t>
            </a:r>
            <a:endParaRPr lang="zh-CN" alt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A504F22-73AF-4D61-BDAB-E881103F1710}"/>
              </a:ext>
            </a:extLst>
          </p:cNvPr>
          <p:cNvSpPr/>
          <p:nvPr/>
        </p:nvSpPr>
        <p:spPr>
          <a:xfrm>
            <a:off x="5715000" y="4542689"/>
            <a:ext cx="17620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Monaco" charset="0"/>
              </a:rPr>
              <a:t>x * x &gt;= 0 </a:t>
            </a:r>
            <a:endParaRPr lang="zh-CN" alt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5BBE446-941A-4F55-8C23-5EAF9C213322}"/>
              </a:ext>
            </a:extLst>
          </p:cNvPr>
          <p:cNvSpPr/>
          <p:nvPr/>
        </p:nvSpPr>
        <p:spPr>
          <a:xfrm>
            <a:off x="5715000" y="5152289"/>
            <a:ext cx="20714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0" dirty="0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(</a:t>
            </a:r>
            <a:r>
              <a:rPr lang="en-US" altLang="zh-CN" sz="2800" b="0" dirty="0" err="1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d+f</a:t>
            </a:r>
            <a:r>
              <a:rPr lang="en-US" altLang="zh-CN" sz="2800" b="0" dirty="0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)-d == f </a:t>
            </a:r>
            <a:endParaRPr lang="zh-CN" alt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A7005A0-3D3A-4B2D-AC0B-6BA390D0D857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F41F099-CD8A-4578-A828-28E0B1374ACD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9654459" y="635000"/>
            <a:ext cx="3624580" cy="34163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algn="l">
              <a:buNone/>
            </a:pP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x == (int)(float) x	 </a:t>
            </a:r>
            <a:r>
              <a:rPr lang="en-US" altLang="zh-CN" sz="1800" dirty="0">
                <a:solidFill>
                  <a:srgbClr val="0000FF"/>
                </a:solidFill>
                <a:ea typeface="宋体" panose="02010600030101010101" pitchFamily="2" charset="-122"/>
                <a:sym typeface="+mn-ea"/>
              </a:rPr>
              <a:t>No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 24 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位尾数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lvl="0" algn="l">
              <a:buNone/>
            </a:pP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x == (int)(double) x	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 Yes</a:t>
            </a: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 53</a:t>
            </a:r>
            <a:r>
              <a:rPr lang="zh-CN" altLang="en-US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位尾数</a:t>
            </a:r>
            <a:endParaRPr lang="en-US" altLang="zh-CN" sz="1800" dirty="0"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lvl="0" algn="l">
              <a:buNone/>
            </a:pP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f == (float)(double) f  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Yes</a:t>
            </a: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增加精度</a:t>
            </a:r>
            <a:endParaRPr lang="en-US" altLang="zh-CN" sz="1800" dirty="0">
              <a:highlight>
                <a:srgbClr val="FFFF00"/>
              </a:highlight>
              <a:ea typeface="宋体" panose="02010600030101010101" pitchFamily="2" charset="-122"/>
            </a:endParaRPr>
          </a:p>
          <a:p>
            <a:r>
              <a:rPr lang="en-US" altLang="zh-CN" sz="1800" dirty="0">
                <a:ea typeface="宋体" panose="02010600030101010101" pitchFamily="2" charset="-122"/>
                <a:sym typeface="+mn-ea"/>
              </a:rPr>
              <a:t>d ==(double) (float) d  </a:t>
            </a:r>
            <a:r>
              <a:rPr lang="en-US" altLang="zh-CN" sz="1800" dirty="0">
                <a:solidFill>
                  <a:srgbClr val="0000FF"/>
                </a:solidFill>
                <a:ea typeface="宋体" panose="02010600030101010101" pitchFamily="2" charset="-122"/>
                <a:sym typeface="+mn-ea"/>
              </a:rPr>
              <a:t>No </a:t>
            </a:r>
            <a:r>
              <a:rPr lang="zh-CN" altLang="en-US" sz="1200" dirty="0">
                <a:ea typeface="宋体" panose="02010600030101010101" pitchFamily="2" charset="-122"/>
                <a:sym typeface="+mn-ea"/>
              </a:rPr>
              <a:t>溢出或损失精度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lvl="0" algn="l">
              <a:buNone/>
            </a:pP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f == - (-f);	      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Yes</a:t>
            </a: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仅仅改变符号位</a:t>
            </a:r>
            <a:endParaRPr lang="en-US" altLang="zh-CN" sz="1800" dirty="0"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lvl="0" algn="l">
              <a:buNone/>
            </a:pP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2/3 == 2/3.0	  </a:t>
            </a:r>
            <a:r>
              <a:rPr lang="en-US" altLang="zh-CN" sz="1800" dirty="0">
                <a:solidFill>
                  <a:srgbClr val="0000FF"/>
                </a:solidFill>
                <a:ea typeface="宋体" panose="02010600030101010101" pitchFamily="2" charset="-122"/>
                <a:sym typeface="+mn-ea"/>
              </a:rPr>
              <a:t>No 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2/3 == 0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lvl="0">
              <a:buNone/>
            </a:pP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d &lt; 0.0</a:t>
            </a: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((d*2) &lt; 0.0)  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Yes!</a:t>
            </a:r>
            <a:endParaRPr lang="en-US" altLang="zh-CN" sz="1800" dirty="0">
              <a:solidFill>
                <a:srgbClr val="FF0000"/>
              </a:solidFill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lvl="0" algn="l">
              <a:buNone/>
            </a:pP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d &gt; f </a:t>
            </a: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-f &lt; -d	   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Yes</a:t>
            </a:r>
            <a:r>
              <a:rPr lang="zh-CN" altLang="en-US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！</a:t>
            </a:r>
            <a:endParaRPr lang="en-US" altLang="zh-CN" sz="1800" dirty="0">
              <a:solidFill>
                <a:srgbClr val="FF0000"/>
              </a:solidFill>
              <a:highlight>
                <a:srgbClr val="FFFF00"/>
              </a:highlight>
              <a:ea typeface="宋体" panose="02010600030101010101" pitchFamily="2" charset="-122"/>
            </a:endParaRPr>
          </a:p>
          <a:p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d *d &gt;= 0.0	   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Yes!</a:t>
            </a:r>
            <a:endParaRPr lang="en-US" altLang="zh-CN" sz="1800" dirty="0">
              <a:solidFill>
                <a:srgbClr val="FF0000"/>
              </a:solidFill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lvl="0" algn="l">
              <a:buNone/>
            </a:pP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x *x &gt;= 0	         </a:t>
            </a:r>
            <a:r>
              <a:rPr lang="en-US" altLang="zh-CN" sz="1800" dirty="0">
                <a:solidFill>
                  <a:srgbClr val="0000FF"/>
                </a:solidFill>
                <a:ea typeface="宋体" panose="02010600030101010101" pitchFamily="2" charset="-122"/>
                <a:sym typeface="+mn-ea"/>
              </a:rPr>
              <a:t>No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  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例如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50000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*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50000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lvl="0" algn="l">
              <a:buNone/>
            </a:pP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1800" dirty="0" err="1">
                <a:ea typeface="宋体" panose="02010600030101010101" pitchFamily="2" charset="-122"/>
                <a:sym typeface="+mn-ea"/>
              </a:rPr>
              <a:t>d+f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)-d == f        </a:t>
            </a:r>
            <a:r>
              <a:rPr lang="en-US" altLang="zh-CN" sz="1800" dirty="0">
                <a:solidFill>
                  <a:srgbClr val="0000FF"/>
                </a:solidFill>
                <a:ea typeface="宋体" panose="02010600030101010101" pitchFamily="2" charset="-122"/>
                <a:sym typeface="+mn-ea"/>
              </a:rPr>
              <a:t>No 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不具备结合性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lvl="0" algn="l">
              <a:buNone/>
            </a:pPr>
            <a:endParaRPr lang="zh-CN" altLang="en-US" sz="1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C7E1F8E-86FF-4378-ACFD-017B68599A2D}"/>
              </a:ext>
            </a:extLst>
          </p:cNvPr>
          <p:cNvGrpSpPr/>
          <p:nvPr>
            <p:custDataLst>
              <p:tags r:id="rId23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45" name="RemarkBack">
              <a:extLst>
                <a:ext uri="{FF2B5EF4-FFF2-40B4-BE49-F238E27FC236}">
                  <a16:creationId xmlns:a16="http://schemas.microsoft.com/office/drawing/2014/main" id="{BFAE57ED-0A9A-482B-A07C-D027949BD02E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46" name="RemarkBlock">
              <a:extLst>
                <a:ext uri="{FF2B5EF4-FFF2-40B4-BE49-F238E27FC236}">
                  <a16:creationId xmlns:a16="http://schemas.microsoft.com/office/drawing/2014/main" id="{A59FEFF6-AD11-4FED-A280-D860D161900F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47" name="RemarkTitleText">
              <a:extLst>
                <a:ext uri="{FF2B5EF4-FFF2-40B4-BE49-F238E27FC236}">
                  <a16:creationId xmlns:a16="http://schemas.microsoft.com/office/drawing/2014/main" id="{F5963E55-8125-4A64-ACB3-45B58124B3EC}"/>
                </a:ext>
              </a:extLst>
            </p:cNvPr>
            <p:cNvSpPr txBox="1"/>
            <p:nvPr>
              <p:custDataLst>
                <p:tags r:id="rId35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 sz="1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4C108E58-4939-49B4-88AA-C5182E52109B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8" name="RemarkBlock">
            <a:extLst>
              <a:ext uri="{FF2B5EF4-FFF2-40B4-BE49-F238E27FC236}">
                <a16:creationId xmlns:a16="http://schemas.microsoft.com/office/drawing/2014/main" id="{450A6997-BF30-4FC7-A7CD-23E5B9CBA74D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8" name="RemarkTitleText">
            <a:extLst>
              <a:ext uri="{FF2B5EF4-FFF2-40B4-BE49-F238E27FC236}">
                <a16:creationId xmlns:a16="http://schemas.microsoft.com/office/drawing/2014/main" id="{758B128A-01B4-466A-BA48-83F574CF0F40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95F9B9D-1326-4CFB-A535-8E991B5AFBE5}"/>
              </a:ext>
            </a:extLst>
          </p:cNvPr>
          <p:cNvGrpSpPr/>
          <p:nvPr>
            <p:custDataLst>
              <p:tags r:id="rId27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6F1DBC78-E63B-46EF-9688-2490BA031187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25FF477-6BF8-4C15-8D34-5311C841297C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202873DA-5AFC-45BA-91DE-3BF2B73CD2A7}"/>
                </a:ext>
              </a:extLst>
            </p:cNvPr>
            <p:cNvSpPr txBox="1"/>
            <p:nvPr>
              <p:custDataLst>
                <p:tags r:id="rId3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AC35B65C-2FAC-41A5-A3F3-4C9F0A475F57}"/>
                </a:ext>
              </a:extLst>
            </p:cNvPr>
            <p:cNvSpPr txBox="1"/>
            <p:nvPr>
              <p:custDataLst>
                <p:tags r:id="rId32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11F68D8-CDD3-4CCE-A7BB-3B6798EAE991}"/>
              </a:ext>
            </a:extLst>
          </p:cNvPr>
          <p:cNvPicPr>
            <a:picLocks/>
          </p:cNvPicPr>
          <p:nvPr>
            <p:custDataLst>
              <p:tags r:id="rId28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61939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5438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/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 【20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3年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408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统考真题】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/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若short型变量x=-8190，则x的机器数为（）。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E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02H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E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01H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9FFFH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9FFEH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123595-B675-46CA-8364-BB4AA3D3716F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B2BB6B7-EF1F-4630-8DEC-98C6509CA86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9779000" y="635000"/>
            <a:ext cx="3403600" cy="2246769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pPr lvl="0"/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本题考查补码加法，先写出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-8192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的补码和</a:t>
            </a:r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的补码，再用补码加法计算即可。</a:t>
            </a:r>
            <a:endParaRPr lang="en-US" altLang="zh-CN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en-US" altLang="zh-CN" sz="1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[-8192]</a:t>
            </a:r>
            <a:r>
              <a:rPr lang="zh-CN" altLang="en-US" sz="1600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补</a:t>
            </a:r>
            <a:r>
              <a:rPr lang="en-US" altLang="zh-CN" sz="1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=1,110000000000000</a:t>
            </a:r>
          </a:p>
          <a:p>
            <a:pPr lvl="0"/>
            <a:r>
              <a:rPr lang="en-US" altLang="zh-CN" sz="1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[2]</a:t>
            </a:r>
            <a:r>
              <a:rPr lang="zh-CN" altLang="en-US" sz="1600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补</a:t>
            </a:r>
            <a:r>
              <a:rPr lang="en-US" altLang="zh-CN" sz="1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=0,000000000000010</a:t>
            </a:r>
          </a:p>
          <a:p>
            <a:pPr lvl="0"/>
            <a:endParaRPr lang="en-US" altLang="zh-CN" sz="1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0"/>
            <a:r>
              <a:rPr lang="en-US" altLang="zh-CN" sz="1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[-8190]</a:t>
            </a:r>
            <a:r>
              <a:rPr lang="zh-CN" altLang="en-US" sz="1600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补</a:t>
            </a:r>
            <a:r>
              <a:rPr lang="en-US" altLang="zh-CN" sz="1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=1,110000000000010</a:t>
            </a:r>
          </a:p>
          <a:p>
            <a:pPr lvl="0"/>
            <a:r>
              <a:rPr lang="zh-CN" altLang="en-US" sz="1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转成十六进制为</a:t>
            </a:r>
            <a:r>
              <a:rPr lang="en-US" altLang="zh-CN" sz="1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E002</a:t>
            </a:r>
            <a:r>
              <a:rPr lang="zh-CN" altLang="en-US" sz="1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r>
              <a:rPr lang="en-US" altLang="zh-CN" sz="1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1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DE04135-1900-4DD0-8A4A-A18C7E9EF64B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8" name="RemarkBack">
              <a:extLst>
                <a:ext uri="{FF2B5EF4-FFF2-40B4-BE49-F238E27FC236}">
                  <a16:creationId xmlns:a16="http://schemas.microsoft.com/office/drawing/2014/main" id="{ABE4F1FA-430C-415A-A09D-FC3AD6485811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9" name="RemarkBlock">
              <a:extLst>
                <a:ext uri="{FF2B5EF4-FFF2-40B4-BE49-F238E27FC236}">
                  <a16:creationId xmlns:a16="http://schemas.microsoft.com/office/drawing/2014/main" id="{13446DE7-FE1D-429B-A97B-B36058CCAF8A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0" name="RemarkTitleText">
              <a:extLst>
                <a:ext uri="{FF2B5EF4-FFF2-40B4-BE49-F238E27FC236}">
                  <a16:creationId xmlns:a16="http://schemas.microsoft.com/office/drawing/2014/main" id="{6F99B09B-47FB-4131-A1F8-E4C49152FC21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 sz="1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22" name="RemarkBack">
            <a:extLst>
              <a:ext uri="{FF2B5EF4-FFF2-40B4-BE49-F238E27FC236}">
                <a16:creationId xmlns:a16="http://schemas.microsoft.com/office/drawing/2014/main" id="{7893E9F9-B82E-4BDD-98C5-D3745084D7FC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RemarkBlock">
            <a:extLst>
              <a:ext uri="{FF2B5EF4-FFF2-40B4-BE49-F238E27FC236}">
                <a16:creationId xmlns:a16="http://schemas.microsoft.com/office/drawing/2014/main" id="{7D36A052-A672-40D5-A366-7D0305D429EE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5" name="RemarkTitleText">
            <a:extLst>
              <a:ext uri="{FF2B5EF4-FFF2-40B4-BE49-F238E27FC236}">
                <a16:creationId xmlns:a16="http://schemas.microsoft.com/office/drawing/2014/main" id="{D370A893-DE1D-4442-9E8D-56A8D321468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7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1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2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3601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F2AE907-5775-4C41-8D16-98B5CC5AE44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744220"/>
            <a:ext cx="75438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/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【20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3年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408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统考真题】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/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已知 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float 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型变量用 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IEEE754 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单精度浮点数格式表示。若 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float 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型变量 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 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的机器数为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8020 0000H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，则 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 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的值（）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1685B43-D2A4-48DC-98FF-093E44834CF0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790700" y="364331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wrap="none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−</m:t>
                      </m:r>
                      <m:r>
                        <a:rPr lang="en-US" altLang="zh-CN" sz="2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𝟏</m:t>
                      </m:r>
                      <m:r>
                        <a:rPr lang="en-US" altLang="zh-C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.</m:t>
                      </m:r>
                      <m:r>
                        <a:rPr lang="en-US" altLang="zh-C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𝟎𝟏</m:t>
                      </m:r>
                      <m:r>
                        <a:rPr lang="en-US" altLang="zh-CN" sz="2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×</m:t>
                      </m:r>
                      <m:sSup>
                        <m:sSupPr>
                          <m:ctrlPr>
                            <a:rPr lang="en-US" altLang="zh-CN" sz="2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𝟐</m:t>
                          </m:r>
                        </m:e>
                        <m:sup>
                          <m:r>
                            <a:rPr lang="en-US" altLang="zh-C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−</m:t>
                          </m:r>
                          <m:r>
                            <a:rPr lang="en-US" altLang="zh-CN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𝟏𝟐𝟕</m:t>
                          </m:r>
                        </m:sup>
                      </m:sSup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1685B43-D2A4-48DC-98FF-093E44834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1790700" y="3643313"/>
                <a:ext cx="6400800" cy="64293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D660D2D7-F692-42CF-824F-7BC2760BE77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600" b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非数（</a:t>
            </a:r>
            <a:r>
              <a:rPr lang="en-US" altLang="zh-CN" sz="2600" b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NAN</a:t>
            </a:r>
            <a:r>
              <a:rPr lang="zh-CN" altLang="en-US" sz="2600" b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B53E9B9-0478-4A0C-B06F-662E86F4173B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77F4E30-67F5-4878-8BA7-A359DD2DF463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ECB5676-0A97-452C-A330-0968EB595A3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C40B855-3BB4-41E0-9100-6EEB29876DF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F8617330-E8A2-43B9-B0CC-FBFD042B1B38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790700" y="2786062"/>
                <a:ext cx="6400800" cy="642938"/>
              </a:xfrm>
              <a:prstGeom prst="rect">
                <a:avLst/>
              </a:prstGeom>
              <a:noFill/>
            </p:spPr>
            <p:txBody>
              <a:bodyPr vert="horz" wrap="none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sz="2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𝟐</m:t>
                          </m:r>
                        </m:e>
                        <m:sup>
                          <m:r>
                            <a:rPr lang="en-US" altLang="zh-C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−</m:t>
                          </m:r>
                          <m:r>
                            <a:rPr lang="en-US" altLang="zh-CN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𝟏𝟐𝟖</m:t>
                          </m:r>
                        </m:sup>
                      </m:sSup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F8617330-E8A2-43B9-B0CC-FBFD042B1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1790700" y="2786062"/>
                <a:ext cx="6400800" cy="642938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FAB2AC1-76CC-499B-AE18-88E6846ADFA4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790700" y="4537075"/>
                <a:ext cx="6400800" cy="642938"/>
              </a:xfrm>
              <a:prstGeom prst="rect">
                <a:avLst/>
              </a:prstGeom>
              <a:noFill/>
            </p:spPr>
            <p:txBody>
              <a:bodyPr vert="horz" wrap="none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−</m:t>
                      </m:r>
                      <m:r>
                        <a:rPr lang="en-US" altLang="zh-CN" sz="2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𝟏</m:t>
                      </m:r>
                      <m:r>
                        <a:rPr lang="en-US" altLang="zh-C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.</m:t>
                      </m:r>
                      <m:r>
                        <a:rPr lang="en-US" altLang="zh-C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𝟎𝟏</m:t>
                      </m:r>
                      <m:r>
                        <a:rPr lang="en-US" altLang="zh-CN" sz="2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×</m:t>
                      </m:r>
                      <m:sSup>
                        <m:sSupPr>
                          <m:ctrlPr>
                            <a:rPr lang="en-US" altLang="zh-CN" sz="2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𝟐</m:t>
                          </m:r>
                        </m:e>
                        <m:sup>
                          <m:r>
                            <a:rPr lang="en-US" altLang="zh-C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−</m:t>
                          </m:r>
                          <m:r>
                            <a:rPr lang="en-US" altLang="zh-CN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𝟏𝟐𝟔</m:t>
                          </m:r>
                        </m:sup>
                      </m:sSup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FAB2AC1-76CC-499B-AE18-88E6846AD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9"/>
                </p:custDataLst>
              </p:nvPr>
            </p:nvSpPr>
            <p:spPr>
              <a:xfrm>
                <a:off x="1790700" y="4537075"/>
                <a:ext cx="6400800" cy="642938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 hidden="1">
            <a:extLst>
              <a:ext uri="{FF2B5EF4-FFF2-40B4-BE49-F238E27FC236}">
                <a16:creationId xmlns:a16="http://schemas.microsoft.com/office/drawing/2014/main" id="{B59DC604-F750-4886-B234-32FC690C36F2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6" name="文本框 25" hidden="1">
            <a:extLst>
              <a:ext uri="{FF2B5EF4-FFF2-40B4-BE49-F238E27FC236}">
                <a16:creationId xmlns:a16="http://schemas.microsoft.com/office/drawing/2014/main" id="{893EDEDE-0836-49FC-A8A2-E9F679F77B18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9613900" y="6188333"/>
            <a:ext cx="6692858" cy="276999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wrap="none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  <a:endParaRPr lang="zh-CN" altLang="en-US" sz="120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9" name="文本框 28" hidden="1">
            <a:extLst>
              <a:ext uri="{FF2B5EF4-FFF2-40B4-BE49-F238E27FC236}">
                <a16:creationId xmlns:a16="http://schemas.microsoft.com/office/drawing/2014/main" id="{1101E301-8F6D-4B6C-A36A-B4E4260ACE7B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9779000" y="1270000"/>
            <a:ext cx="2236510" cy="1905000"/>
          </a:xfrm>
          <a:prstGeom prst="rect">
            <a:avLst/>
          </a:prstGeom>
          <a:noFill/>
        </p:spPr>
        <p:txBody>
          <a:bodyPr vert="horz" wrap="none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5" name="组合 24" hidden="1">
            <a:extLst>
              <a:ext uri="{FF2B5EF4-FFF2-40B4-BE49-F238E27FC236}">
                <a16:creationId xmlns:a16="http://schemas.microsoft.com/office/drawing/2014/main" id="{0B760CA1-9303-45BD-877B-C3B0AE082C7D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22" name="RemarkBack" hidden="1">
              <a:extLst>
                <a:ext uri="{FF2B5EF4-FFF2-40B4-BE49-F238E27FC236}">
                  <a16:creationId xmlns:a16="http://schemas.microsoft.com/office/drawing/2014/main" id="{A8764831-B011-4B69-B2A0-D42792A684FC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3" name="RemarkBlock" hidden="1">
              <a:extLst>
                <a:ext uri="{FF2B5EF4-FFF2-40B4-BE49-F238E27FC236}">
                  <a16:creationId xmlns:a16="http://schemas.microsoft.com/office/drawing/2014/main" id="{7427D831-9C4D-49A6-B9E3-80BBB36B9947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4" name="RemarkTitleText" hidden="1">
              <a:extLst>
                <a:ext uri="{FF2B5EF4-FFF2-40B4-BE49-F238E27FC236}">
                  <a16:creationId xmlns:a16="http://schemas.microsoft.com/office/drawing/2014/main" id="{D2ED660F-6845-4EF5-8D2C-502C8ED38F5A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 sz="1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E311A30-888E-45D8-89F4-D93D5A9B9AA0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FBB526B8-D9D8-41B3-9003-0EBAA860D852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2C0FAF88-3D58-482E-ACD8-5332B7101E64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D309A225-1BE4-49A8-87D9-DC75F197479A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9B7CD339-8075-46E2-954C-93CA7BD38411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30F6BBD-0670-44D1-B35C-8D3B1492E199}"/>
              </a:ext>
            </a:extLst>
          </p:cNvPr>
          <p:cNvPicPr>
            <a:picLocks/>
          </p:cNvPicPr>
          <p:nvPr>
            <p:custDataLst>
              <p:tags r:id="rId16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9374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696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indent="0">
              <a:buNone/>
            </a:pP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、计算机常用信息编码标准中，字符</a:t>
            </a: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的编码不可能是</a:t>
            </a: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16</a:t>
            </a: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进制数（）</a:t>
            </a:r>
            <a:endParaRPr lang="en-US" altLang="zh-CN" sz="26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endParaRPr lang="zh-CN" altLang="en-US" sz="2600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30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30 00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00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00 30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D</a:t>
            </a: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5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 descr="tmp47DC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828D9B5-0CEB-440C-9ED6-3CFB12F1B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72" y="685800"/>
            <a:ext cx="8811855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594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indent="0">
              <a:buNone/>
            </a:pP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32</a:t>
            </a:r>
            <a:r>
              <a:rPr lang="zh-CN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位系统中</a:t>
            </a: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zh-CN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</a:t>
            </a: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-2 </a:t>
            </a:r>
            <a:r>
              <a:rPr lang="zh-CN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的机器数</a:t>
            </a: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十六进制</a:t>
            </a:r>
            <a:r>
              <a:rPr lang="zh-CN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表示</a:t>
            </a: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为：</a:t>
            </a:r>
            <a:r>
              <a:rPr lang="en-US" altLang="zh-CN" sz="2600" b="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[填空1] </a:t>
            </a: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H</a:t>
            </a: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600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 hidden="1"/>
          <p:cNvSpPr/>
          <p:nvPr>
            <p:custDataLst>
              <p:tags r:id="rId3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6" name="文本框 15" hidden="1"/>
          <p:cNvSpPr txBox="1"/>
          <p:nvPr>
            <p:custDataLst>
              <p:tags r:id="rId4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/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</a:p>
        </p:txBody>
      </p:sp>
      <p:grpSp>
        <p:nvGrpSpPr>
          <p:cNvPr id="15" name="组合 14" hidden="1"/>
          <p:cNvGrpSpPr/>
          <p:nvPr>
            <p:custDataLst>
              <p:tags r:id="rId5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12" name="RemarkBack" hidden="1"/>
            <p:cNvSpPr/>
            <p:nvPr>
              <p:custDataLst>
                <p:tags r:id="rId16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3" name="RemarkBlock" hidden="1"/>
            <p:cNvSpPr/>
            <p:nvPr>
              <p:custDataLst>
                <p:tags r:id="rId17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RemarkTitleText" hidden="1"/>
            <p:cNvSpPr txBox="1"/>
            <p:nvPr>
              <p:custDataLst>
                <p:tags r:id="rId18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</a:p>
          </p:txBody>
        </p:sp>
      </p:grpSp>
      <p:sp>
        <p:nvSpPr>
          <p:cNvPr id="4" name="RemarkBack" hidden="1">
            <a:extLst>
              <a:ext uri="{FF2B5EF4-FFF2-40B4-BE49-F238E27FC236}">
                <a16:creationId xmlns:a16="http://schemas.microsoft.com/office/drawing/2014/main" id="{B77E4222-ABA2-4B5F-B1AF-C565ECC13878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0" name="RemarkBlock" hidden="1">
            <a:extLst>
              <a:ext uri="{FF2B5EF4-FFF2-40B4-BE49-F238E27FC236}">
                <a16:creationId xmlns:a16="http://schemas.microsoft.com/office/drawing/2014/main" id="{3F193601-9140-4BA1-A212-8B2F8E7099B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8" name="RemarkTitleText" hidden="1">
            <a:extLst>
              <a:ext uri="{FF2B5EF4-FFF2-40B4-BE49-F238E27FC236}">
                <a16:creationId xmlns:a16="http://schemas.microsoft.com/office/drawing/2014/main" id="{1C5380EF-631B-43C2-AAAD-1E194626D631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文本框 21" hidden="1">
            <a:extLst>
              <a:ext uri="{FF2B5EF4-FFF2-40B4-BE49-F238E27FC236}">
                <a16:creationId xmlns:a16="http://schemas.microsoft.com/office/drawing/2014/main" id="{F0495FED-DA6A-41C4-B70B-5478FFCADED5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9906000" y="1270000"/>
            <a:ext cx="261610" cy="400110"/>
          </a:xfrm>
          <a:prstGeom prst="rect">
            <a:avLst/>
          </a:prstGeom>
          <a:noFill/>
        </p:spPr>
        <p:txBody>
          <a:bodyPr vert="horz" wrap="none" rtlCol="0" anchor="t" anchorCtr="0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填空题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分</a:t>
              </a:r>
              <a:endParaRPr lang="en-US" altLang="zh-CN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indent="0">
              <a:buNone/>
            </a:pP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Intel X86-64 CPU</a:t>
            </a: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采用 </a:t>
            </a: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600" b="0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[填空1]  </a:t>
            </a: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端模式。</a:t>
            </a:r>
            <a:endParaRPr lang="en-US" altLang="zh-CN" sz="26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（填“大”或“小”）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 hidden="1"/>
          <p:cNvSpPr/>
          <p:nvPr>
            <p:custDataLst>
              <p:tags r:id="rId3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6" name="文本框 15" hidden="1"/>
          <p:cNvSpPr txBox="1"/>
          <p:nvPr>
            <p:custDataLst>
              <p:tags r:id="rId4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/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17" name="文本框 16" hidden="1"/>
          <p:cNvSpPr txBox="1"/>
          <p:nvPr>
            <p:custDataLst>
              <p:tags r:id="rId5"/>
            </p:custDataLst>
          </p:nvPr>
        </p:nvSpPr>
        <p:spPr>
          <a:xfrm>
            <a:off x="9779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algn="l">
              <a:buNone/>
            </a:pP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小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 hidden="1"/>
          <p:cNvGrpSpPr/>
          <p:nvPr>
            <p:custDataLst>
              <p:tags r:id="rId6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12" name="RemarkBack" hidden="1"/>
            <p:cNvSpPr/>
            <p:nvPr>
              <p:custDataLst>
                <p:tags r:id="rId16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3" name="RemarkBlock" hidden="1"/>
            <p:cNvSpPr/>
            <p:nvPr>
              <p:custDataLst>
                <p:tags r:id="rId17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RemarkTitleText" hidden="1"/>
            <p:cNvSpPr txBox="1"/>
            <p:nvPr>
              <p:custDataLst>
                <p:tags r:id="rId18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</a:p>
          </p:txBody>
        </p:sp>
      </p:grpSp>
      <p:sp>
        <p:nvSpPr>
          <p:cNvPr id="4" name="RemarkBack" hidden="1">
            <a:extLst>
              <a:ext uri="{FF2B5EF4-FFF2-40B4-BE49-F238E27FC236}">
                <a16:creationId xmlns:a16="http://schemas.microsoft.com/office/drawing/2014/main" id="{FF15E5E5-1563-459C-9F51-1A24F64D95CE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0" name="RemarkBlock" hidden="1">
            <a:extLst>
              <a:ext uri="{FF2B5EF4-FFF2-40B4-BE49-F238E27FC236}">
                <a16:creationId xmlns:a16="http://schemas.microsoft.com/office/drawing/2014/main" id="{30C80D35-18F1-4617-96E8-1A57670A0154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8" name="RemarkTitleText" hidden="1">
            <a:extLst>
              <a:ext uri="{FF2B5EF4-FFF2-40B4-BE49-F238E27FC236}">
                <a16:creationId xmlns:a16="http://schemas.microsoft.com/office/drawing/2014/main" id="{05C3391A-5D11-4184-A212-EA53B4C0268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填空题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467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语言中</a:t>
            </a: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float</a:t>
            </a: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类型的数据</a:t>
            </a: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0.1</a:t>
            </a: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的机器数表示，错误的是（ </a:t>
            </a: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规格化数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不能精确表示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与</a:t>
            </a: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0.2</a:t>
            </a: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有</a:t>
            </a:r>
            <a:r>
              <a:rPr lang="en-US" altLang="zh-CN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个二进制位不同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唯一的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D</a:t>
            </a: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5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 descr="tmp47DC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80391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、【2013统考真题】</a:t>
            </a:r>
            <a:endParaRPr lang="en-US" altLang="zh-CN" sz="2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某字长为8位的计算机中，已知整型变量x、y的机器数分别为[x]</a:t>
            </a:r>
            <a:r>
              <a:rPr lang="zh-CN" altLang="en-US" sz="26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 1110100，[</a:t>
            </a: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6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1 0110000。若整型变量z=2x+y/2，则z的机器数为（  )。</a:t>
            </a:r>
          </a:p>
          <a:p>
            <a:pPr lvl="0" algn="l">
              <a:buNone/>
            </a:pP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1 1000000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0 0100100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1 0101010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溢出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9" name="矩形 18"/>
          <p:cNvSpPr/>
          <p:nvPr>
            <p:custDataLst>
              <p:tags r:id="rId1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/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b="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9779000" y="1270000"/>
            <a:ext cx="3331845" cy="2246769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/>
            <a:r>
              <a:rPr lang="zh-CN" altLang="en-US" sz="20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x*2，将x算术左移一位为11101000;y/2，将y算术右移一位为11011000，均无溢出或丢失精度。补码相加为1 1101000+ 1 1011000= 1 1000000，亦无溢出。</a:t>
            </a:r>
            <a:endParaRPr lang="zh-CN" altLang="en-US" sz="20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20" name="RemarkBack"/>
            <p:cNvSpPr/>
            <p:nvPr>
              <p:custDataLst>
                <p:tags r:id="rId24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RemarkBlock"/>
            <p:cNvSpPr/>
            <p:nvPr>
              <p:custDataLst>
                <p:tags r:id="rId25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RemarkTitleText"/>
            <p:cNvSpPr txBox="1"/>
            <p:nvPr>
              <p:custDataLst>
                <p:tags r:id="rId26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12" name="RemarkBack">
            <a:extLst>
              <a:ext uri="{FF2B5EF4-FFF2-40B4-BE49-F238E27FC236}">
                <a16:creationId xmlns:a16="http://schemas.microsoft.com/office/drawing/2014/main" id="{31297A48-6C80-4AE8-A15D-82DC839CA4FD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04E79DF9-236B-469F-9D25-4F1EA60A6B17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5E158DBE-F378-4142-B055-C9108D57F979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8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2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3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【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2014统考真题】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若x= 103，y = -25，则下列表达式采用8位定点补码运算实现时，会发生溢出的是（ )。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 +y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-x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+y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x-y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-x-y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D</a:t>
            </a:r>
          </a:p>
        </p:txBody>
      </p:sp>
      <p:sp>
        <p:nvSpPr>
          <p:cNvPr id="19" name="矩形 18"/>
          <p:cNvSpPr/>
          <p:nvPr>
            <p:custDataLst>
              <p:tags r:id="rId1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/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b="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9779000" y="1270000"/>
            <a:ext cx="3331845" cy="347787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/>
            <a:r>
              <a:rPr lang="zh-CN" altLang="en-US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8位定点补码表示的数据范围为-128～127，若运算结果超出这个范围则会溢出，A选项x+y = 103 -25=78，符合范围，A排除;B选项--x+y =-103 - 25=-128，符合范围，B排除;D选项--x-y=-103+25=—78，符合范围，D排除;C选项x-y=103+ 25 =128，超过127.</a:t>
            </a:r>
            <a:endParaRPr lang="zh-CN" altLang="en-US" sz="20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20" name="RemarkBack"/>
            <p:cNvSpPr/>
            <p:nvPr>
              <p:custDataLst>
                <p:tags r:id="rId24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1" name="RemarkBlock"/>
            <p:cNvSpPr/>
            <p:nvPr>
              <p:custDataLst>
                <p:tags r:id="rId25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2" name="RemarkTitleText"/>
            <p:cNvSpPr txBox="1"/>
            <p:nvPr>
              <p:custDataLst>
                <p:tags r:id="rId26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</a:p>
          </p:txBody>
        </p:sp>
      </p:grpSp>
      <p:sp>
        <p:nvSpPr>
          <p:cNvPr id="12" name="RemarkBack">
            <a:extLst>
              <a:ext uri="{FF2B5EF4-FFF2-40B4-BE49-F238E27FC236}">
                <a16:creationId xmlns:a16="http://schemas.microsoft.com/office/drawing/2014/main" id="{71800298-E803-4737-8AB0-A9E816BC64EB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40531652-122D-4E31-9D3D-C082D49DCCED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61023433-EA17-46B9-B6FB-FD4B8F14C7D0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8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2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3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696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【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2015统考真题】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由3个“1”和5个“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”组成的8位二进制补码，能表示的最小整数是()。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-126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-125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-32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-3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D</a:t>
            </a:r>
          </a:p>
        </p:txBody>
      </p:sp>
      <p:sp>
        <p:nvSpPr>
          <p:cNvPr id="19" name="矩形 18"/>
          <p:cNvSpPr/>
          <p:nvPr>
            <p:custDataLst>
              <p:tags r:id="rId1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/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b="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9613900" y="1270000"/>
            <a:ext cx="3496945" cy="193899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/>
            <a:r>
              <a:rPr lang="zh-CN" altLang="en-US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补码整数表示时，负数的符号位为1，数值位按位取反，末位加 1，因此剩下的2个“1”在最低位时，表示的是最小整数，为10000011，转换成真值为-125。</a:t>
            </a:r>
            <a:endParaRPr lang="zh-CN" altLang="en-US" sz="20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20" name="RemarkBack"/>
            <p:cNvSpPr/>
            <p:nvPr>
              <p:custDataLst>
                <p:tags r:id="rId24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1" name="RemarkBlock"/>
            <p:cNvSpPr/>
            <p:nvPr>
              <p:custDataLst>
                <p:tags r:id="rId25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2" name="RemarkTitleText"/>
            <p:cNvSpPr txBox="1"/>
            <p:nvPr>
              <p:custDataLst>
                <p:tags r:id="rId26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b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</a:p>
          </p:txBody>
        </p:sp>
      </p:grpSp>
      <p:sp>
        <p:nvSpPr>
          <p:cNvPr id="12" name="RemarkBack">
            <a:extLst>
              <a:ext uri="{FF2B5EF4-FFF2-40B4-BE49-F238E27FC236}">
                <a16:creationId xmlns:a16="http://schemas.microsoft.com/office/drawing/2014/main" id="{CB80361A-2D11-4097-BDA9-BC5F1FAC59F0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916A61E8-D78A-4104-97DB-48004724A56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E818DBA7-3A4C-4780-9F9D-7C9EFF0BE7B3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 b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b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8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2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3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r>
              <a:rPr lang="zh-CN" altLang="en-US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、【2016统考真题】某计算机字长为32位，按字节编址，采用小端方式存放数据。假定有一个double型变量，其机器数表示为 1122 3344 5566 7788H，存放在0000 8040H开始的连续存储单元中，则存储单元0000 8046H中存放的是(  )。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22H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33H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77H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66H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D</a:t>
            </a:r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/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b="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9779000" y="1815465"/>
            <a:ext cx="3496945" cy="1014730"/>
          </a:xfrm>
          <a:prstGeom prst="rect">
            <a:avLst/>
          </a:prstGeom>
        </p:spPr>
      </p:pic>
      <p:sp>
        <p:nvSpPr>
          <p:cNvPr id="27" name="矩形 26"/>
          <p:cNvSpPr/>
          <p:nvPr>
            <p:custDataLst>
              <p:tags r:id="rId13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14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/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b="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9577070" y="2667000"/>
            <a:ext cx="3683000" cy="1252220"/>
          </a:xfrm>
          <a:prstGeom prst="rect">
            <a:avLst/>
          </a:prstGeom>
        </p:spPr>
      </p:pic>
      <p:grpSp>
        <p:nvGrpSpPr>
          <p:cNvPr id="23" name="组合 22"/>
          <p:cNvGrpSpPr/>
          <p:nvPr>
            <p:custDataLst>
              <p:tags r:id="rId16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20" name="RemarkBack"/>
            <p:cNvSpPr/>
            <p:nvPr>
              <p:custDataLst>
                <p:tags r:id="rId26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1" name="RemarkBlock"/>
            <p:cNvSpPr/>
            <p:nvPr>
              <p:custDataLst>
                <p:tags r:id="rId27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2" name="RemarkTitleText"/>
            <p:cNvSpPr txBox="1"/>
            <p:nvPr>
              <p:custDataLst>
                <p:tags r:id="rId28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b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</a:p>
          </p:txBody>
        </p:sp>
      </p:grpSp>
      <p:sp>
        <p:nvSpPr>
          <p:cNvPr id="12" name="RemarkBack">
            <a:extLst>
              <a:ext uri="{FF2B5EF4-FFF2-40B4-BE49-F238E27FC236}">
                <a16:creationId xmlns:a16="http://schemas.microsoft.com/office/drawing/2014/main" id="{603591E0-6493-4F2F-8A80-1C3527AF35BF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C546E305-1C42-4D4C-9A97-6D2251E2173D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9" name="RemarkTitleText">
            <a:extLst>
              <a:ext uri="{FF2B5EF4-FFF2-40B4-BE49-F238E27FC236}">
                <a16:creationId xmlns:a16="http://schemas.microsoft.com/office/drawing/2014/main" id="{50047FCB-2331-4F57-A566-CB1D6484B435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 b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b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20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5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848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、【2018统考真题】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假定有符号整数采用补码表示，若int型变量x和y 的机器数分别是FFFF FFDFH和0000 0041H,则x、y的值及x-y的机器数分别是(  )。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x=-65, y =41,x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y的</a:t>
            </a:r>
            <a:r>
              <a:rPr lang="zh-CN" altLang="en-US" sz="2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机器数溢出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8580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=-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33, y = 65, x-y的机器数为FFFF FF9DH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8580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 =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33, y = 65, x-y 的机器数为FFFF FF9EH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7056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x=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65, y = 41,x -y的机器数为FFFF FF96H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D</a:t>
            </a:r>
          </a:p>
        </p:txBody>
      </p:sp>
      <p:sp>
        <p:nvSpPr>
          <p:cNvPr id="19" name="矩形 18"/>
          <p:cNvSpPr/>
          <p:nvPr>
            <p:custDataLst>
              <p:tags r:id="rId1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/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b="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9779000" y="1270000"/>
            <a:ext cx="3331845" cy="440120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/>
            <a:r>
              <a:rPr lang="zh-CN" altLang="en-US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利用补码转换成原码的规则:负数符号位不变数值位取反加一;正数补码等于原码。两个机器数对应的原码是[x]（原）= 80000021H，对应的数值是-33，[y]（原）</a:t>
            </a:r>
            <a:r>
              <a:rPr lang="en-US" altLang="zh-CN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altLang="en-US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[y</a:t>
            </a:r>
            <a:r>
              <a:rPr lang="en-US" altLang="zh-CN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]</a:t>
            </a:r>
            <a:r>
              <a:rPr lang="zh-CN" altLang="en-US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（补）= 00000041H = 65。排除A、D。x ―y直接利用补码减法准则，[x]（补）</a:t>
            </a:r>
            <a:r>
              <a:rPr lang="en-US" altLang="zh-CN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[y</a:t>
            </a:r>
            <a:r>
              <a:rPr lang="en-US" altLang="zh-CN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]</a:t>
            </a:r>
            <a:r>
              <a:rPr lang="zh-CN" altLang="en-US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（补）=[x]（补）+[-y</a:t>
            </a:r>
            <a:r>
              <a:rPr lang="en-US" altLang="zh-CN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](</a:t>
            </a:r>
            <a:r>
              <a:rPr lang="zh-CN" altLang="en-US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补），-y的补码是连同符号位取反加一，最终减法变成加法,得出结果为FFFFFF9EH。</a:t>
            </a:r>
            <a:endParaRPr lang="zh-CN" altLang="en-US" sz="20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20" name="RemarkBack"/>
            <p:cNvSpPr/>
            <p:nvPr>
              <p:custDataLst>
                <p:tags r:id="rId24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1" name="RemarkBlock"/>
            <p:cNvSpPr/>
            <p:nvPr>
              <p:custDataLst>
                <p:tags r:id="rId25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2" name="RemarkTitleText"/>
            <p:cNvSpPr txBox="1"/>
            <p:nvPr>
              <p:custDataLst>
                <p:tags r:id="rId26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b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</a:p>
          </p:txBody>
        </p:sp>
      </p:grpSp>
      <p:sp>
        <p:nvSpPr>
          <p:cNvPr id="12" name="RemarkBack">
            <a:extLst>
              <a:ext uri="{FF2B5EF4-FFF2-40B4-BE49-F238E27FC236}">
                <a16:creationId xmlns:a16="http://schemas.microsoft.com/office/drawing/2014/main" id="{A497FEA7-6AC4-4242-A301-CC3AE139FE2C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C165D1DF-342C-4435-8F2F-8122DA53A6D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5" name="RemarkTitleText">
            <a:extLst>
              <a:ext uri="{FF2B5EF4-FFF2-40B4-BE49-F238E27FC236}">
                <a16:creationId xmlns:a16="http://schemas.microsoft.com/office/drawing/2014/main" id="{5FF0088F-4780-4D24-AD23-C5353C79C77D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 b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b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8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2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3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、【2018统考真题】（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见</a:t>
            </a:r>
            <a:r>
              <a:rPr lang="en-US" altLang="zh-CN" sz="2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CSAPP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 sz="2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某32位计算机按字节编址，采用小端方式。若语句“int i = 0;”对应指令的机器代码为“C7 45 FC 00 00 00 0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”，则语句“int i =-64;”对应指令的机器代码是( ).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C7 45 FC C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FF FFFF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C7 45 FC 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 FF FF FF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C7 45 FC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FF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FF FF C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C7 45 FC FF FF FF 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D</a:t>
            </a:r>
          </a:p>
        </p:txBody>
      </p:sp>
      <p:sp>
        <p:nvSpPr>
          <p:cNvPr id="19" name="矩形 18"/>
          <p:cNvSpPr/>
          <p:nvPr>
            <p:custDataLst>
              <p:tags r:id="rId1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/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b="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9779000" y="1270000"/>
            <a:ext cx="3331845" cy="409342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/>
            <a:r>
              <a:rPr lang="zh-CN" altLang="en-US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按字节编址，采用小端方式，低位的数据存储在低地址位、高位的数据存储在高地址位，并且按照一字节相对不变的顺序存储。由题意，存储</a:t>
            </a:r>
            <a:r>
              <a:rPr lang="en-US" altLang="zh-CN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的位数是后32位，则我们只需要把-64的补码按字节存储在其中即可，而-64表示成32位的十六进制是FFFFFF C</a:t>
            </a:r>
            <a:r>
              <a:rPr lang="en-US" altLang="zh-CN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，根据小端方式特点，低字节存储在低地址,就是C</a:t>
            </a:r>
            <a:r>
              <a:rPr lang="en-US" altLang="zh-CN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FFFFFF，答案选A。</a:t>
            </a:r>
            <a:endParaRPr lang="zh-CN" altLang="en-US" sz="20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20" name="RemarkBack"/>
            <p:cNvSpPr/>
            <p:nvPr>
              <p:custDataLst>
                <p:tags r:id="rId24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1" name="RemarkBlock"/>
            <p:cNvSpPr/>
            <p:nvPr>
              <p:custDataLst>
                <p:tags r:id="rId25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2" name="RemarkTitleText"/>
            <p:cNvSpPr txBox="1"/>
            <p:nvPr>
              <p:custDataLst>
                <p:tags r:id="rId26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b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</a:p>
          </p:txBody>
        </p:sp>
      </p:grpSp>
      <p:sp>
        <p:nvSpPr>
          <p:cNvPr id="12" name="RemarkBack">
            <a:extLst>
              <a:ext uri="{FF2B5EF4-FFF2-40B4-BE49-F238E27FC236}">
                <a16:creationId xmlns:a16="http://schemas.microsoft.com/office/drawing/2014/main" id="{A10DDEDB-A90A-4156-A6C3-9DCDF7B1E5AC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0D2AB287-E2E6-421C-A41D-8C886E134EB4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73E741CF-790D-4A6B-836E-CF8CC8C982A6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 b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b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8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2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3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696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、【2018统考真题】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整数x的机器数为1101 1000，分别对x进行逻辑右移1位和算术右移1位操作，得到的机器数各是(  )。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1110 1100、1110 1100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110 1100、1110 1100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1110 1100、0110 1100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0110 110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、0110 1100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D</a:t>
            </a:r>
          </a:p>
        </p:txBody>
      </p:sp>
      <p:sp>
        <p:nvSpPr>
          <p:cNvPr id="19" name="矩形 18"/>
          <p:cNvSpPr/>
          <p:nvPr>
            <p:custDataLst>
              <p:tags r:id="rId1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/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b="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9779000" y="1270000"/>
            <a:ext cx="3331845" cy="193899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/>
            <a:r>
              <a:rPr lang="zh-CN" altLang="en-US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逻辑移位:左移和右移空位都补0，且所有数字参与移动;算术移位:符号位不参与移动，右移空位补符号位,左移空位补0。根据该规则，轻松选出B。</a:t>
            </a:r>
            <a:endParaRPr lang="zh-CN" altLang="en-US" sz="20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20" name="RemarkBack"/>
            <p:cNvSpPr/>
            <p:nvPr>
              <p:custDataLst>
                <p:tags r:id="rId24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1" name="RemarkBlock"/>
            <p:cNvSpPr/>
            <p:nvPr>
              <p:custDataLst>
                <p:tags r:id="rId25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2" name="RemarkTitleText"/>
            <p:cNvSpPr txBox="1"/>
            <p:nvPr>
              <p:custDataLst>
                <p:tags r:id="rId26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b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</a:p>
          </p:txBody>
        </p:sp>
      </p:grpSp>
      <p:sp>
        <p:nvSpPr>
          <p:cNvPr id="12" name="RemarkBack">
            <a:extLst>
              <a:ext uri="{FF2B5EF4-FFF2-40B4-BE49-F238E27FC236}">
                <a16:creationId xmlns:a16="http://schemas.microsoft.com/office/drawing/2014/main" id="{577D9FE3-5E59-496D-96D2-B627FA140172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E6CD5A55-FE0A-4724-AB94-05986922CAA7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CAFE3556-8D9F-4944-86A5-53161D0CDFFC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 b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b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8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2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3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【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2019统考真题】考虑以下C语言代码:</a:t>
            </a:r>
          </a:p>
          <a:p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unsigned short usi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65535;</a:t>
            </a:r>
          </a:p>
          <a:p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short si = usi;</a:t>
            </a:r>
          </a:p>
          <a:p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执行上述程序段后，si的值是（   ).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-1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-32767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-32768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-65535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D</a:t>
            </a:r>
          </a:p>
        </p:txBody>
      </p:sp>
      <p:sp>
        <p:nvSpPr>
          <p:cNvPr id="19" name="矩形 18"/>
          <p:cNvSpPr/>
          <p:nvPr>
            <p:custDataLst>
              <p:tags r:id="rId1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/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b="0" dirty="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9779000" y="1270000"/>
            <a:ext cx="3331845" cy="3170099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/>
            <a:r>
              <a:rPr lang="zh-CN" altLang="en-US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unsigned short类型为无符号短整型，长度为2字节，因此unsigned short usi转换为二进制代码即1111 1111 1111 1111。short类型为短整型，长度为2字节，在采用补码的机器上， short si的二进制代码为1111 1111 1111 1111，因此si的值为-1，所以选A。</a:t>
            </a:r>
            <a:endParaRPr lang="zh-CN" altLang="en-US" sz="20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20" name="RemarkBack"/>
            <p:cNvSpPr/>
            <p:nvPr>
              <p:custDataLst>
                <p:tags r:id="rId24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1" name="RemarkBlock"/>
            <p:cNvSpPr/>
            <p:nvPr>
              <p:custDataLst>
                <p:tags r:id="rId25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2" name="RemarkTitleText"/>
            <p:cNvSpPr txBox="1"/>
            <p:nvPr>
              <p:custDataLst>
                <p:tags r:id="rId26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b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</a:p>
          </p:txBody>
        </p:sp>
      </p:grpSp>
      <p:sp>
        <p:nvSpPr>
          <p:cNvPr id="12" name="RemarkBack">
            <a:extLst>
              <a:ext uri="{FF2B5EF4-FFF2-40B4-BE49-F238E27FC236}">
                <a16:creationId xmlns:a16="http://schemas.microsoft.com/office/drawing/2014/main" id="{C0E7D1DA-3C49-4A6D-9CB5-ADB05E7111C9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5474502B-4B2E-4D11-8BDF-72D94E7C0F31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F7A725DC-504F-499C-811B-1F2C10B51933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 b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b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8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2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3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just">
              <a:buNone/>
            </a:pP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、【2010统考真题】</a:t>
            </a:r>
            <a:endParaRPr lang="en-US" altLang="zh-CN" sz="20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just"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假定变量i、f和d的数据类型分别为int、float 和double ( int用补码表示，float和double分别用IEEE 754单精度和双精度浮点数格式表示)，已知i =785、f = 1.5678E3、d = 1.5E100，若在32位机器中执行下列关系表达式，则结果为“真”的是().</a:t>
            </a:r>
          </a:p>
          <a:p>
            <a:pPr lvl="0" algn="just"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I. i=(int)(float)i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II. f=(float)(int)f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</a:p>
          <a:p>
            <a:pPr lvl="0" algn="just"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III. f=(float)(double)f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IV. (d+f)-d=f</a:t>
            </a:r>
            <a:endParaRPr lang="zh-CN" altLang="en-US" sz="20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仅I和Ⅱ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仅I和Ⅲ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仅Ⅱ和Ⅲ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仅Ⅲ和Ⅳ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EA2438-D95F-415B-BB3F-2828082364CB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7014BFC-3816-4706-AEE1-73478D58CD13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9613900" y="6188333"/>
            <a:ext cx="6692858" cy="276999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wrap="none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  <a:endParaRPr lang="zh-CN" altLang="en-US" sz="120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37B591E5-5019-4987-9712-0B26790AAA4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8350" y="914400"/>
            <a:ext cx="3705952" cy="1066800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7813D4E2-D58A-4CAD-B28D-3BE26C5E9D22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8" name="RemarkBack">
              <a:extLst>
                <a:ext uri="{FF2B5EF4-FFF2-40B4-BE49-F238E27FC236}">
                  <a16:creationId xmlns:a16="http://schemas.microsoft.com/office/drawing/2014/main" id="{EB8C67F9-A07A-4F99-845E-A14342A78DBA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9" name="RemarkBlock">
              <a:extLst>
                <a:ext uri="{FF2B5EF4-FFF2-40B4-BE49-F238E27FC236}">
                  <a16:creationId xmlns:a16="http://schemas.microsoft.com/office/drawing/2014/main" id="{792EE0E4-4768-4DCB-8F21-0F6C8D68A464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0" name="RemarkTitleText">
              <a:extLst>
                <a:ext uri="{FF2B5EF4-FFF2-40B4-BE49-F238E27FC236}">
                  <a16:creationId xmlns:a16="http://schemas.microsoft.com/office/drawing/2014/main" id="{EF01CA98-AF41-4505-B17F-DA57A542AF60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 sz="1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23" name="RemarkBack">
            <a:extLst>
              <a:ext uri="{FF2B5EF4-FFF2-40B4-BE49-F238E27FC236}">
                <a16:creationId xmlns:a16="http://schemas.microsoft.com/office/drawing/2014/main" id="{EEF7FB46-039D-4B86-832E-752E46117682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RemarkBlock">
            <a:extLst>
              <a:ext uri="{FF2B5EF4-FFF2-40B4-BE49-F238E27FC236}">
                <a16:creationId xmlns:a16="http://schemas.microsoft.com/office/drawing/2014/main" id="{8F62C00A-1BBE-4AA6-A46C-732C37CD0533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5" name="RemarkTitleText">
            <a:extLst>
              <a:ext uri="{FF2B5EF4-FFF2-40B4-BE49-F238E27FC236}">
                <a16:creationId xmlns:a16="http://schemas.microsoft.com/office/drawing/2014/main" id="{ACDD9947-46AA-41D7-808F-9122DB124DC9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7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1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2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6200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just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17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、【2011统考真题】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just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float型数据通常用IEEE 754单精度浮点数格式表示。若编译器将float型变量x分配在一个32位浮点寄存器FR1中，且x =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8.25，则FR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的内容是（)。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C104 0000H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C242 0000H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C184 0000H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C1C2 0000H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53DC12-51BA-4195-9F03-5690BF20A1D4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E2118A7-56A4-4C20-B26B-E70839C57557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9613900" y="6188333"/>
            <a:ext cx="6692858" cy="276999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wrap="none" rtlCol="0" anchor="ctr">
            <a:spAutoFit/>
          </a:bodyPr>
          <a:lstStyle/>
          <a:p>
            <a:r>
              <a:rPr lang="zh-CN" altLang="en-US" sz="1200" b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b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b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  <a:endParaRPr lang="zh-CN" altLang="en-US" sz="1200" b="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1231E26B-7D8A-45DD-85F9-4C98D6BB68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949" y="1830380"/>
            <a:ext cx="3598489" cy="760420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15B126B3-48D9-4AB4-8A5B-4726F6D147D9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8" name="RemarkBack">
              <a:extLst>
                <a:ext uri="{FF2B5EF4-FFF2-40B4-BE49-F238E27FC236}">
                  <a16:creationId xmlns:a16="http://schemas.microsoft.com/office/drawing/2014/main" id="{685F9465-9B2B-448A-9EDC-7E46609BB138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9" name="RemarkBlock">
              <a:extLst>
                <a:ext uri="{FF2B5EF4-FFF2-40B4-BE49-F238E27FC236}">
                  <a16:creationId xmlns:a16="http://schemas.microsoft.com/office/drawing/2014/main" id="{3A999D63-ED23-44EB-B431-BDD63445AD5F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0" name="RemarkTitleText">
              <a:extLst>
                <a:ext uri="{FF2B5EF4-FFF2-40B4-BE49-F238E27FC236}">
                  <a16:creationId xmlns:a16="http://schemas.microsoft.com/office/drawing/2014/main" id="{9BD40B66-DB4F-4C31-BF7A-B141A25CFE96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 b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 sz="1800" b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23" name="RemarkBack">
            <a:extLst>
              <a:ext uri="{FF2B5EF4-FFF2-40B4-BE49-F238E27FC236}">
                <a16:creationId xmlns:a16="http://schemas.microsoft.com/office/drawing/2014/main" id="{C2211213-DE63-4382-8494-8108D22AD892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RemarkBlock">
            <a:extLst>
              <a:ext uri="{FF2B5EF4-FFF2-40B4-BE49-F238E27FC236}">
                <a16:creationId xmlns:a16="http://schemas.microsoft.com/office/drawing/2014/main" id="{C25F511F-B4DC-426E-847C-86E9AA6F6136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5" name="RemarkTitleText">
            <a:extLst>
              <a:ext uri="{FF2B5EF4-FFF2-40B4-BE49-F238E27FC236}">
                <a16:creationId xmlns:a16="http://schemas.microsoft.com/office/drawing/2014/main" id="{DFF0CCC4-BD2C-41D3-BEAF-591BAB06BCA3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7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1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2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18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、【2012统考真题】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float类型（即 IEEE 754单精度浮点数格式）能表示的最大正整数是( )。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126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103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127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104</a:t>
            </a:r>
            <a:endParaRPr lang="zh-CN" altLang="en-US" sz="2600" b="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127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- 2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103</a:t>
            </a:r>
            <a:endParaRPr lang="zh-CN" altLang="en-US" sz="2600" b="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128-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104</a:t>
            </a:r>
            <a:endParaRPr lang="zh-CN" altLang="en-US" sz="2600" b="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64897E-903E-4D96-B2C4-D8F96D4647F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FEB5023-1FCE-472C-AF0D-64169721AC7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325" y="1867480"/>
            <a:ext cx="3760531" cy="1161470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EA109C8A-1199-41DF-9F15-E16D15EE0CBA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8" name="RemarkBack">
              <a:extLst>
                <a:ext uri="{FF2B5EF4-FFF2-40B4-BE49-F238E27FC236}">
                  <a16:creationId xmlns:a16="http://schemas.microsoft.com/office/drawing/2014/main" id="{8A4403C8-85BB-43CC-909B-D8D5CE790F3F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9" name="RemarkBlock">
              <a:extLst>
                <a:ext uri="{FF2B5EF4-FFF2-40B4-BE49-F238E27FC236}">
                  <a16:creationId xmlns:a16="http://schemas.microsoft.com/office/drawing/2014/main" id="{02D985AB-54C7-41AB-9297-F83BBDFF2E9C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0" name="RemarkTitleText">
              <a:extLst>
                <a:ext uri="{FF2B5EF4-FFF2-40B4-BE49-F238E27FC236}">
                  <a16:creationId xmlns:a16="http://schemas.microsoft.com/office/drawing/2014/main" id="{08FF34AD-20F2-479A-A1A2-460591E3423C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 sz="1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22" name="RemarkBack">
            <a:extLst>
              <a:ext uri="{FF2B5EF4-FFF2-40B4-BE49-F238E27FC236}">
                <a16:creationId xmlns:a16="http://schemas.microsoft.com/office/drawing/2014/main" id="{9AA4EE82-B063-4760-A410-B3AD7104D77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3" name="RemarkBlock">
            <a:extLst>
              <a:ext uri="{FF2B5EF4-FFF2-40B4-BE49-F238E27FC236}">
                <a16:creationId xmlns:a16="http://schemas.microsoft.com/office/drawing/2014/main" id="{12543BEF-6FE7-4527-A90E-FDA03EF5C423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RemarkTitleText">
            <a:extLst>
              <a:ext uri="{FF2B5EF4-FFF2-40B4-BE49-F238E27FC236}">
                <a16:creationId xmlns:a16="http://schemas.microsoft.com/office/drawing/2014/main" id="{424E253F-54BB-4FD2-A775-585069B803AB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6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0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1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467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、【2018统考真题】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IEEE 754单精度浮点格式表示的数中，最小的规格化正数是（)。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1.0×2</a:t>
            </a:r>
            <a:r>
              <a:rPr lang="zh-CN" altLang="en-US" sz="2600" b="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-126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1.0×2</a:t>
            </a:r>
            <a:r>
              <a:rPr lang="zh-CN" altLang="en-US" sz="2600" b="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-12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1.0×2</a:t>
            </a:r>
            <a:r>
              <a:rPr lang="zh-CN" altLang="en-US" sz="2600" b="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-12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8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1.0×2</a:t>
            </a:r>
            <a:r>
              <a:rPr lang="zh-CN" altLang="en-US" sz="2600" b="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-1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49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992533-90D5-449E-BB5D-6DCFBD6A4A12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CC5BD1D-6032-4AB8-B243-7154F264C68F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9613900" y="6188333"/>
            <a:ext cx="6692858" cy="276999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wrap="none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  <a:endParaRPr lang="zh-CN" altLang="en-US" sz="120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D06FF879-B9B9-40E9-AC43-3D5F06B3225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6347" y="1981200"/>
            <a:ext cx="3748653" cy="409665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9AEC477B-7FFE-4473-BB15-8E6B328FBF40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8" name="RemarkBack">
              <a:extLst>
                <a:ext uri="{FF2B5EF4-FFF2-40B4-BE49-F238E27FC236}">
                  <a16:creationId xmlns:a16="http://schemas.microsoft.com/office/drawing/2014/main" id="{867D3029-E913-449D-83A7-2D08EF8CB3EF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9" name="RemarkBlock">
              <a:extLst>
                <a:ext uri="{FF2B5EF4-FFF2-40B4-BE49-F238E27FC236}">
                  <a16:creationId xmlns:a16="http://schemas.microsoft.com/office/drawing/2014/main" id="{3005F811-8042-4A27-8C34-7039EF1266D0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0" name="RemarkTitleText">
              <a:extLst>
                <a:ext uri="{FF2B5EF4-FFF2-40B4-BE49-F238E27FC236}">
                  <a16:creationId xmlns:a16="http://schemas.microsoft.com/office/drawing/2014/main" id="{0243D954-1A37-4307-9BF4-7EF0778BA6AD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 sz="1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23" name="RemarkBack">
            <a:extLst>
              <a:ext uri="{FF2B5EF4-FFF2-40B4-BE49-F238E27FC236}">
                <a16:creationId xmlns:a16="http://schemas.microsoft.com/office/drawing/2014/main" id="{45743A9B-6B72-495B-B66D-6A38F7B0D453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RemarkBlock">
            <a:extLst>
              <a:ext uri="{FF2B5EF4-FFF2-40B4-BE49-F238E27FC236}">
                <a16:creationId xmlns:a16="http://schemas.microsoft.com/office/drawing/2014/main" id="{765F39DF-4367-4EC3-9FF5-AA12DCFC0FAC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125DF5A7-94A5-40CE-9A2A-53F720E8313D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7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1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2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、【2020统考真题】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已知带符号整数用补码表示，float型数据用IEEE 754标准表示，假定变量x的类型只可能是int或float，当 x的机器数为C800 0000H 时，x的值可能是()。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-7×2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27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/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17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25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×2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27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B15320B-CE19-4FE7-860D-3D78F80EC420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8F01B77C-C666-4E63-9934-1234E1A74DE2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00" y="1864460"/>
            <a:ext cx="3256749" cy="716080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2E4CA427-1173-4E04-8767-CF47EADC01EE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8" name="RemarkBack">
              <a:extLst>
                <a:ext uri="{FF2B5EF4-FFF2-40B4-BE49-F238E27FC236}">
                  <a16:creationId xmlns:a16="http://schemas.microsoft.com/office/drawing/2014/main" id="{8D8AB145-A0FF-4E4A-8D0F-68F5F3AF1283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9" name="RemarkBlock">
              <a:extLst>
                <a:ext uri="{FF2B5EF4-FFF2-40B4-BE49-F238E27FC236}">
                  <a16:creationId xmlns:a16="http://schemas.microsoft.com/office/drawing/2014/main" id="{A1ED2A13-9677-4262-9049-0B529B34585E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0" name="RemarkTitleText">
              <a:extLst>
                <a:ext uri="{FF2B5EF4-FFF2-40B4-BE49-F238E27FC236}">
                  <a16:creationId xmlns:a16="http://schemas.microsoft.com/office/drawing/2014/main" id="{DE357422-249A-40B5-B6BF-704B8668F546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 sz="1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22" name="RemarkBack">
            <a:extLst>
              <a:ext uri="{FF2B5EF4-FFF2-40B4-BE49-F238E27FC236}">
                <a16:creationId xmlns:a16="http://schemas.microsoft.com/office/drawing/2014/main" id="{495A1915-5693-4537-B8DD-94CCED8D89A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3" name="RemarkBlock">
            <a:extLst>
              <a:ext uri="{FF2B5EF4-FFF2-40B4-BE49-F238E27FC236}">
                <a16:creationId xmlns:a16="http://schemas.microsoft.com/office/drawing/2014/main" id="{98F21AD1-71EA-490C-9F42-428327D30611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RemarkTitleText">
            <a:extLst>
              <a:ext uri="{FF2B5EF4-FFF2-40B4-BE49-F238E27FC236}">
                <a16:creationId xmlns:a16="http://schemas.microsoft.com/office/drawing/2014/main" id="{D72F831A-5E3D-45AD-BC74-20DC91BEC2B8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6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0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1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QxMjQ0OTc2MTkyZDFkZDllZmM2ZmQyYjBhNDUxYz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HASREMARK" val="True"/>
  <p:tag name="PROBLEMSCORE" val="5.0"/>
  <p:tag name="PROBLEMREMARK" val="x == (int)(float) x  No 24 位尾数&#10;x == (int)(double) x  Yes 53位尾数&#10;f == (float)(double) f  Yes 增加精度&#10;d ==(double) (float) d  No 溢出或损失精度&#10;f == - (-f);       Yes 仅仅改变符号位&#10;2/3 == 2/3.0   No 2/3 == 0&#10;d &lt; 0.0 ((d*2) &lt; 0.0)  Yes!&#10;d &gt; f  -f &lt; -d    Yes！&#10;d *d &gt;= 0.0    Yes!&#10;x *x &gt;= 0          No  例如50000*50000&#10;(d+f)-d == f        No 不具备结合性&#10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SCORE" val="5.0"/>
  <p:tag name="PROBLEMREMARK" val="本题考查补码加法，先写出-8192的补码和2的补码，再用补码加法计算即可。&#10;[-8192]补=1,110000000000000&#10;        [2]补=0,000000000000010&#10;&#10;[-8190]补=1,110000000000010&#10;转成十六进制为E002。 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False"/>
  <p:tag name="PROBLEMSCORE" val="5.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.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ORDER" val="false"/>
  <p:tag name="PROBLEMBLANKKEYWORD" val="填空"/>
  <p:tag name="PROBLEMREMARK" val=" "/>
  <p:tag name="PROBLEMHASREMARK" val="False"/>
  <p:tag name="PROBLEMSCORE" val="5.0"/>
  <p:tag name="PROBLEMBLANK" val="[{&quot;Num&quot;:1,&quot;Score&quot;:5.0,&quot;Answers&quot;:[&quot;FFFFFFFE&quot;],&quot;CaseSensitive&quot;:false,&quot;FuzzyMatch&quot;:true}]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REMARK" val="小"/>
  <p:tag name="PROBLEMBLANKKEYWORD" val="填空"/>
  <p:tag name="PROBLEMHASREMARK" val="False"/>
  <p:tag name="PROBLEMSCORE" val="5.0"/>
  <p:tag name="PROBLEMBLANK" val="[{&quot;Num&quot;:1,&quot;Score&quot;:5.0,&quot;Answers&quot;:[&quot;小&quot;],&quot;CaseSensitive&quot;:false,&quot;FuzzyMatch&quot;:false}]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.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x*2，将x算术左移一位为11101000;y/2，将y算术右移一位为11011000，均无溢出或丢失精度。补码相加为1 1101000+ 1 1011000= 1 1000000，亦无溢出。"/>
  <p:tag name="PROBLEMSCORE" val="5.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8位定点补码表示的数据范围为-128～127，若运算结果超出这个范围则会溢出，A选项x+y = 103 -25=78，符合范围，A排除;B选项--x+y =-103 - 25=-128，符合范围，B排除;D选项--x-y=-103+25=—78，符合范围，D排除;C选项x-y=103+ 25 =128，超过127."/>
  <p:tag name="PROBLEMSCORE" val="5.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补码整数表示时，负数的符号位为1，数值位按位取反，末位加 1，因此剩下的2个“1”在最低位时，表示的是最小整数，为10000011，转换成真值为-125。"/>
  <p:tag name="PROBLEMSCORE" val="5.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SCORE" val="5.0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利用补码转换成原码的规则:负数符号位不变数值位取反加一;正数补码等于原码。两个机器数对应的原码是[x]（原）= 80000021H，对应的数值是-33，[y]（原）= [y]（补）= 00000041H = 65。排除A、D。x ―y直接利用补码减法准则，[x]（补）- [y]（补）=[x]（补）+[-y](补），-y的补码是连同符号位取反加一，最终减法变成加法,得出结果为FFFFFF9EH。"/>
  <p:tag name="PROBLEMSCORE" val="5.0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按字节编址，采用小端方式，低位的数据存储在低地址位、高位的数据存储在高地址位，并且按照一字节相对不变的顺序存储。由题意，存储0的位数是后32位，则我们只需要把-64的补码按字节存储在其中即可，而-64表示成32位的十六进制是FFFFFF C0，根据小端方式特点，低字节存储在低地址,就是C0 FFFFFF，答案选A。"/>
  <p:tag name="PROBLEMSCORE" val="5.0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逻辑移位:左移和右移空位都补0，且所有数字参与移动;算术移位:符号位不参与移动，右移空位补符号位,左移空位补0。根据该规则，轻松选出B。"/>
  <p:tag name="PROBLEMSCORE" val="5.0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unsigned short类型为无符号短整型，长度为2字节，因此unsigned short usi转换为二进制代码即1111 1111 1111 1111。short类型为短整型，长度为2字节，在采用补码的机器上， short si的二进制代码为1111 1111 1111 1111，因此si的值为-1，所以选A。"/>
  <p:tag name="PROBLEMSCORE" val="5.0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SCORE" val="5.0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SCORE" val="5.0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SCORE" val="5.0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SCORE" val="5.0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SCORE" val="5.0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606020202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606020202030204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Calibri" panose="020F0502020204030204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378</TotalTime>
  <Words>2390</Words>
  <Application>Microsoft Office PowerPoint</Application>
  <PresentationFormat>全屏显示(4:3)</PresentationFormat>
  <Paragraphs>318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9" baseType="lpstr">
      <vt:lpstr>Microsoft Yahei</vt:lpstr>
      <vt:lpstr>Monaco</vt:lpstr>
      <vt:lpstr>MS PGothic</vt:lpstr>
      <vt:lpstr>黑体</vt:lpstr>
      <vt:lpstr>宋体</vt:lpstr>
      <vt:lpstr>微软雅黑</vt:lpstr>
      <vt:lpstr>Arial</vt:lpstr>
      <vt:lpstr>Arial Narrow</vt:lpstr>
      <vt:lpstr>Calibri</vt:lpstr>
      <vt:lpstr>Cambria Math</vt:lpstr>
      <vt:lpstr>Courier New</vt:lpstr>
      <vt:lpstr>Courier New Bold</vt:lpstr>
      <vt:lpstr>Symbol</vt:lpstr>
      <vt:lpstr>Times New Roman</vt:lpstr>
      <vt:lpstr>Wingdings</vt:lpstr>
      <vt:lpstr>Wingdings 2</vt:lpstr>
      <vt:lpstr>template2007</vt:lpstr>
      <vt:lpstr>第二章 习题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 1st Lecture, Jan. 12th</dc:title>
  <dc:creator>Markus Pueschel</dc:creator>
  <dc:description>Redesign of slides created by Randal E. Bryant and David R. O'Hallaron</dc:description>
  <cp:lastModifiedBy>Lenovo</cp:lastModifiedBy>
  <cp:revision>516</cp:revision>
  <cp:lastPrinted>2020-06-27T14:45:00Z</cp:lastPrinted>
  <dcterms:created xsi:type="dcterms:W3CDTF">2012-09-04T17:29:00Z</dcterms:created>
  <dcterms:modified xsi:type="dcterms:W3CDTF">2023-03-29T09:23:26Z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2052-11.1.0.14018</vt:lpwstr>
  </property>
  <property fmtid="{D5CDD505-2E9C-101B-9397-08002B2CF9AE}" pid="3" name="ICV">
    <vt:lpwstr>89A0349300944EDDB8BAD06CD32E6188_13</vt:lpwstr>
  </property>
</Properties>
</file>