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fntdata" ContentType="application/x-fontdata"/>
  <Default Extension="vml" ContentType="application/vnd.openxmlformats-officedocument.vmlDrawing"/>
  <Default Extension="doc" ContentType="application/msword"/>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 id="2147483662" r:id="rId2"/>
  </p:sldMasterIdLst>
  <p:notesMasterIdLst>
    <p:notesMasterId r:id="rId167"/>
  </p:notesMasterIdLst>
  <p:sldIdLst>
    <p:sldId id="256" r:id="rId3"/>
    <p:sldId id="312" r:id="rId4"/>
    <p:sldId id="716" r:id="rId5"/>
    <p:sldId id="717" r:id="rId6"/>
    <p:sldId id="718" r:id="rId7"/>
    <p:sldId id="719" r:id="rId8"/>
    <p:sldId id="720" r:id="rId9"/>
    <p:sldId id="721" r:id="rId10"/>
    <p:sldId id="722" r:id="rId11"/>
    <p:sldId id="723" r:id="rId12"/>
    <p:sldId id="724" r:id="rId13"/>
    <p:sldId id="725" r:id="rId14"/>
    <p:sldId id="727" r:id="rId15"/>
    <p:sldId id="728" r:id="rId16"/>
    <p:sldId id="729" r:id="rId17"/>
    <p:sldId id="730" r:id="rId18"/>
    <p:sldId id="665" r:id="rId19"/>
    <p:sldId id="666" r:id="rId20"/>
    <p:sldId id="667" r:id="rId21"/>
    <p:sldId id="467" r:id="rId22"/>
    <p:sldId id="468" r:id="rId23"/>
    <p:sldId id="456" r:id="rId24"/>
    <p:sldId id="318" r:id="rId25"/>
    <p:sldId id="731" r:id="rId26"/>
    <p:sldId id="658" r:id="rId27"/>
    <p:sldId id="319" r:id="rId28"/>
    <p:sldId id="660" r:id="rId29"/>
    <p:sldId id="320" r:id="rId30"/>
    <p:sldId id="495" r:id="rId31"/>
    <p:sldId id="323" r:id="rId32"/>
    <p:sldId id="475" r:id="rId33"/>
    <p:sldId id="372" r:id="rId34"/>
    <p:sldId id="820" r:id="rId35"/>
    <p:sldId id="821" r:id="rId36"/>
    <p:sldId id="822" r:id="rId37"/>
    <p:sldId id="356" r:id="rId38"/>
    <p:sldId id="396" r:id="rId39"/>
    <p:sldId id="577" r:id="rId40"/>
    <p:sldId id="732" r:id="rId41"/>
    <p:sldId id="733" r:id="rId42"/>
    <p:sldId id="734" r:id="rId43"/>
    <p:sldId id="735" r:id="rId44"/>
    <p:sldId id="736" r:id="rId45"/>
    <p:sldId id="578" r:id="rId46"/>
    <p:sldId id="579" r:id="rId47"/>
    <p:sldId id="737" r:id="rId48"/>
    <p:sldId id="738" r:id="rId49"/>
    <p:sldId id="739" r:id="rId50"/>
    <p:sldId id="740" r:id="rId51"/>
    <p:sldId id="741" r:id="rId52"/>
    <p:sldId id="742" r:id="rId53"/>
    <p:sldId id="764" r:id="rId54"/>
    <p:sldId id="535" r:id="rId55"/>
    <p:sldId id="537" r:id="rId56"/>
    <p:sldId id="559" r:id="rId57"/>
    <p:sldId id="560" r:id="rId58"/>
    <p:sldId id="825" r:id="rId59"/>
    <p:sldId id="826" r:id="rId60"/>
    <p:sldId id="827" r:id="rId61"/>
    <p:sldId id="828" r:id="rId62"/>
    <p:sldId id="829" r:id="rId63"/>
    <p:sldId id="830" r:id="rId64"/>
    <p:sldId id="852" r:id="rId65"/>
    <p:sldId id="854" r:id="rId66"/>
    <p:sldId id="855" r:id="rId67"/>
    <p:sldId id="856" r:id="rId68"/>
    <p:sldId id="857" r:id="rId69"/>
    <p:sldId id="853" r:id="rId70"/>
    <p:sldId id="831" r:id="rId71"/>
    <p:sldId id="832" r:id="rId72"/>
    <p:sldId id="858" r:id="rId73"/>
    <p:sldId id="859" r:id="rId74"/>
    <p:sldId id="835" r:id="rId75"/>
    <p:sldId id="836" r:id="rId76"/>
    <p:sldId id="837" r:id="rId77"/>
    <p:sldId id="838" r:id="rId78"/>
    <p:sldId id="839" r:id="rId79"/>
    <p:sldId id="840" r:id="rId80"/>
    <p:sldId id="841" r:id="rId81"/>
    <p:sldId id="842" r:id="rId82"/>
    <p:sldId id="843" r:id="rId83"/>
    <p:sldId id="860" r:id="rId84"/>
    <p:sldId id="845" r:id="rId85"/>
    <p:sldId id="846" r:id="rId86"/>
    <p:sldId id="847" r:id="rId87"/>
    <p:sldId id="848" r:id="rId88"/>
    <p:sldId id="849" r:id="rId89"/>
    <p:sldId id="850" r:id="rId90"/>
    <p:sldId id="851" r:id="rId91"/>
    <p:sldId id="698" r:id="rId92"/>
    <p:sldId id="697" r:id="rId93"/>
    <p:sldId id="699" r:id="rId94"/>
    <p:sldId id="701" r:id="rId95"/>
    <p:sldId id="704" r:id="rId96"/>
    <p:sldId id="743" r:id="rId97"/>
    <p:sldId id="744" r:id="rId98"/>
    <p:sldId id="745" r:id="rId99"/>
    <p:sldId id="707" r:id="rId100"/>
    <p:sldId id="746" r:id="rId101"/>
    <p:sldId id="747" r:id="rId102"/>
    <p:sldId id="748" r:id="rId103"/>
    <p:sldId id="749" r:id="rId104"/>
    <p:sldId id="750" r:id="rId105"/>
    <p:sldId id="751" r:id="rId106"/>
    <p:sldId id="752" r:id="rId107"/>
    <p:sldId id="753" r:id="rId108"/>
    <p:sldId id="754" r:id="rId109"/>
    <p:sldId id="756" r:id="rId110"/>
    <p:sldId id="757" r:id="rId111"/>
    <p:sldId id="759" r:id="rId112"/>
    <p:sldId id="760" r:id="rId113"/>
    <p:sldId id="761" r:id="rId114"/>
    <p:sldId id="771" r:id="rId115"/>
    <p:sldId id="772" r:id="rId116"/>
    <p:sldId id="773" r:id="rId117"/>
    <p:sldId id="774" r:id="rId118"/>
    <p:sldId id="775" r:id="rId119"/>
    <p:sldId id="776" r:id="rId120"/>
    <p:sldId id="777" r:id="rId121"/>
    <p:sldId id="778" r:id="rId122"/>
    <p:sldId id="779" r:id="rId123"/>
    <p:sldId id="781" r:id="rId124"/>
    <p:sldId id="782" r:id="rId125"/>
    <p:sldId id="783" r:id="rId126"/>
    <p:sldId id="784" r:id="rId127"/>
    <p:sldId id="785" r:id="rId128"/>
    <p:sldId id="786" r:id="rId129"/>
    <p:sldId id="787" r:id="rId130"/>
    <p:sldId id="789" r:id="rId131"/>
    <p:sldId id="790" r:id="rId132"/>
    <p:sldId id="791" r:id="rId133"/>
    <p:sldId id="792" r:id="rId134"/>
    <p:sldId id="793" r:id="rId135"/>
    <p:sldId id="794" r:id="rId136"/>
    <p:sldId id="795" r:id="rId137"/>
    <p:sldId id="796" r:id="rId138"/>
    <p:sldId id="797" r:id="rId139"/>
    <p:sldId id="798" r:id="rId140"/>
    <p:sldId id="799" r:id="rId141"/>
    <p:sldId id="800" r:id="rId142"/>
    <p:sldId id="801" r:id="rId143"/>
    <p:sldId id="806" r:id="rId144"/>
    <p:sldId id="807" r:id="rId145"/>
    <p:sldId id="808" r:id="rId146"/>
    <p:sldId id="809" r:id="rId147"/>
    <p:sldId id="810" r:id="rId148"/>
    <p:sldId id="811" r:id="rId149"/>
    <p:sldId id="812" r:id="rId150"/>
    <p:sldId id="813" r:id="rId151"/>
    <p:sldId id="814" r:id="rId152"/>
    <p:sldId id="815" r:id="rId153"/>
    <p:sldId id="816" r:id="rId154"/>
    <p:sldId id="817" r:id="rId155"/>
    <p:sldId id="818" r:id="rId156"/>
    <p:sldId id="819" r:id="rId157"/>
    <p:sldId id="351" r:id="rId158"/>
    <p:sldId id="823" r:id="rId159"/>
    <p:sldId id="824" r:id="rId160"/>
    <p:sldId id="765" r:id="rId161"/>
    <p:sldId id="766" r:id="rId162"/>
    <p:sldId id="767" r:id="rId163"/>
    <p:sldId id="768" r:id="rId164"/>
    <p:sldId id="769" r:id="rId165"/>
    <p:sldId id="770" r:id="rId166"/>
  </p:sldIdLst>
  <p:sldSz cx="9144000" cy="6858000" type="screen4x3"/>
  <p:notesSz cx="6858000" cy="9144000"/>
  <p:embeddedFontLst>
    <p:embeddedFont>
      <p:font typeface="-윤체M" panose="020B0604020202020204" charset="0"/>
      <p:regular r:id="rId168"/>
    </p:embeddedFont>
    <p:embeddedFont>
      <p:font typeface="楷体" panose="02010609060101010101" pitchFamily="49" charset="-122"/>
      <p:regular r:id="rId169"/>
    </p:embeddedFont>
    <p:embeddedFont>
      <p:font typeface="Tahoma" panose="020B0604030504040204" pitchFamily="34" charset="0"/>
      <p:regular r:id="rId170"/>
      <p:bold r:id="rId171"/>
    </p:embeddedFont>
    <p:embeddedFont>
      <p:font typeface="-윤체B" panose="020B0604020202020204" charset="0"/>
      <p:regular r:id="rId172"/>
    </p:embeddedFont>
    <p:embeddedFont>
      <p:font typeface="Gulim" panose="02010600030101010101" charset="-122"/>
      <p:regular r:id="rId173"/>
    </p:embeddedFont>
    <p:embeddedFont>
      <p:font typeface="微软雅黑" panose="020B0503020204020204" pitchFamily="34" charset="-122"/>
      <p:regular r:id="rId174"/>
      <p:bold r:id="rId175"/>
    </p:embeddedFont>
    <p:embeddedFont>
      <p:font typeface="华文行楷" panose="02010800040101010101" pitchFamily="2" charset="-122"/>
      <p:regular r:id="rId176"/>
    </p:embeddedFont>
    <p:embeddedFont>
      <p:font typeface="黑体" panose="02010609060101010101" pitchFamily="49" charset="-122"/>
      <p:regular r:id="rId177"/>
    </p:embeddedFont>
  </p:embeddedFontLst>
  <p:defaultTextStyle>
    <a:defPPr>
      <a:defRPr lang="ko-KR"/>
    </a:defPPr>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宋体" panose="02010600030101010101" pitchFamily="2" charset="-122"/>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宋体" panose="02010600030101010101" pitchFamily="2" charset="-122"/>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宋体" panose="02010600030101010101" pitchFamily="2" charset="-122"/>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宋体" panose="02010600030101010101" pitchFamily="2" charset="-122"/>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宋体" panose="02010600030101010101" pitchFamily="2" charset="-122"/>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宋体" panose="02010600030101010101" pitchFamily="2" charset="-122"/>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宋体" panose="02010600030101010101" pitchFamily="2" charset="-122"/>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宋体" panose="02010600030101010101" pitchFamily="2" charset="-122"/>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宋体" panose="02010600030101010101" pitchFamily="2" charset="-122"/>
        <a:ea typeface="宋体" panose="02010600030101010101" pitchFamily="2" charset="-122"/>
        <a:cs typeface="+mn-cs"/>
      </a:defRPr>
    </a:lvl9pPr>
  </p:defaultTextStyle>
  <p:extLst>
    <p:ext uri="{EFAFB233-063F-42B5-8137-9DF3F51BA10A}">
      <p15:sldGuideLst xmlns:p15="http://schemas.microsoft.com/office/powerpoint/2012/main">
        <p15:guide id="1" orient="horz" pos="2184">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C00"/>
    <a:srgbClr val="4471C4"/>
    <a:srgbClr val="0000FF"/>
    <a:srgbClr val="FF0000"/>
    <a:srgbClr val="FF6600"/>
    <a:srgbClr val="FF9966"/>
    <a:srgbClr val="3366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878" autoAdjust="0"/>
    <p:restoredTop sz="96424" autoAdjust="0"/>
  </p:normalViewPr>
  <p:slideViewPr>
    <p:cSldViewPr showGuides="1">
      <p:cViewPr>
        <p:scale>
          <a:sx n="100" d="100"/>
          <a:sy n="100" d="100"/>
        </p:scale>
        <p:origin x="1572" y="270"/>
      </p:cViewPr>
      <p:guideLst>
        <p:guide orient="horz" pos="2184"/>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59" Type="http://schemas.openxmlformats.org/officeDocument/2006/relationships/slide" Target="slides/slide157.xml"/><Relationship Id="rId170" Type="http://schemas.openxmlformats.org/officeDocument/2006/relationships/font" Target="fonts/font3.fntdata"/><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slide" Target="slides/slide147.xml"/><Relationship Id="rId5" Type="http://schemas.openxmlformats.org/officeDocument/2006/relationships/slide" Target="slides/slide3.xml"/><Relationship Id="rId95" Type="http://schemas.openxmlformats.org/officeDocument/2006/relationships/slide" Target="slides/slide93.xml"/><Relationship Id="rId160" Type="http://schemas.openxmlformats.org/officeDocument/2006/relationships/slide" Target="slides/slide158.xml"/><Relationship Id="rId181" Type="http://schemas.openxmlformats.org/officeDocument/2006/relationships/tableStyles" Target="tableStyles.xml"/><Relationship Id="rId22" Type="http://schemas.openxmlformats.org/officeDocument/2006/relationships/slide" Target="slides/slide20.xml"/><Relationship Id="rId43" Type="http://schemas.openxmlformats.org/officeDocument/2006/relationships/slide" Target="slides/slide41.xml"/><Relationship Id="rId64" Type="http://schemas.openxmlformats.org/officeDocument/2006/relationships/slide" Target="slides/slide62.xml"/><Relationship Id="rId118" Type="http://schemas.openxmlformats.org/officeDocument/2006/relationships/slide" Target="slides/slide116.xml"/><Relationship Id="rId139" Type="http://schemas.openxmlformats.org/officeDocument/2006/relationships/slide" Target="slides/slide137.xml"/><Relationship Id="rId85" Type="http://schemas.openxmlformats.org/officeDocument/2006/relationships/slide" Target="slides/slide83.xml"/><Relationship Id="rId150" Type="http://schemas.openxmlformats.org/officeDocument/2006/relationships/slide" Target="slides/slide148.xml"/><Relationship Id="rId171" Type="http://schemas.openxmlformats.org/officeDocument/2006/relationships/font" Target="fonts/font4.fntdata"/><Relationship Id="rId12" Type="http://schemas.openxmlformats.org/officeDocument/2006/relationships/slide" Target="slides/slide10.xml"/><Relationship Id="rId33" Type="http://schemas.openxmlformats.org/officeDocument/2006/relationships/slide" Target="slides/slide31.xml"/><Relationship Id="rId108" Type="http://schemas.openxmlformats.org/officeDocument/2006/relationships/slide" Target="slides/slide106.xml"/><Relationship Id="rId129" Type="http://schemas.openxmlformats.org/officeDocument/2006/relationships/slide" Target="slides/slide127.xml"/><Relationship Id="rId54" Type="http://schemas.openxmlformats.org/officeDocument/2006/relationships/slide" Target="slides/slide52.xml"/><Relationship Id="rId75" Type="http://schemas.openxmlformats.org/officeDocument/2006/relationships/slide" Target="slides/slide73.xml"/><Relationship Id="rId96" Type="http://schemas.openxmlformats.org/officeDocument/2006/relationships/slide" Target="slides/slide94.xml"/><Relationship Id="rId140" Type="http://schemas.openxmlformats.org/officeDocument/2006/relationships/slide" Target="slides/slide138.xml"/><Relationship Id="rId161" Type="http://schemas.openxmlformats.org/officeDocument/2006/relationships/slide" Target="slides/slide159.xml"/><Relationship Id="rId6" Type="http://schemas.openxmlformats.org/officeDocument/2006/relationships/slide" Target="slides/slide4.xml"/><Relationship Id="rId23" Type="http://schemas.openxmlformats.org/officeDocument/2006/relationships/slide" Target="slides/slide21.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51" Type="http://schemas.openxmlformats.org/officeDocument/2006/relationships/slide" Target="slides/slide149.xml"/><Relationship Id="rId156" Type="http://schemas.openxmlformats.org/officeDocument/2006/relationships/slide" Target="slides/slide154.xml"/><Relationship Id="rId177" Type="http://schemas.openxmlformats.org/officeDocument/2006/relationships/font" Target="fonts/font10.fntdata"/><Relationship Id="rId172" Type="http://schemas.openxmlformats.org/officeDocument/2006/relationships/font" Target="fonts/font5.fntdata"/><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slide" Target="slides/slide144.xml"/><Relationship Id="rId167" Type="http://schemas.openxmlformats.org/officeDocument/2006/relationships/notesMaster" Target="notesMasters/notesMaster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162" Type="http://schemas.openxmlformats.org/officeDocument/2006/relationships/slide" Target="slides/slide16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157" Type="http://schemas.openxmlformats.org/officeDocument/2006/relationships/slide" Target="slides/slide155.xml"/><Relationship Id="rId178" Type="http://schemas.openxmlformats.org/officeDocument/2006/relationships/presProps" Target="presProps.xml"/><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slide" Target="slides/slide150.xml"/><Relationship Id="rId173" Type="http://schemas.openxmlformats.org/officeDocument/2006/relationships/font" Target="fonts/font6.fntdata"/><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168" Type="http://schemas.openxmlformats.org/officeDocument/2006/relationships/font" Target="fonts/font1.fntdata"/><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163" Type="http://schemas.openxmlformats.org/officeDocument/2006/relationships/slide" Target="slides/slide161.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slide" Target="slides/slide156.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 Id="rId174" Type="http://schemas.openxmlformats.org/officeDocument/2006/relationships/font" Target="fonts/font7.fntdata"/><Relationship Id="rId179" Type="http://schemas.openxmlformats.org/officeDocument/2006/relationships/viewProps" Target="viewProps.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slide" Target="slides/slide146.xml"/><Relationship Id="rId164" Type="http://schemas.openxmlformats.org/officeDocument/2006/relationships/slide" Target="slides/slide162.xml"/><Relationship Id="rId169" Type="http://schemas.openxmlformats.org/officeDocument/2006/relationships/font" Target="fonts/font2.fntdata"/><Relationship Id="rId4" Type="http://schemas.openxmlformats.org/officeDocument/2006/relationships/slide" Target="slides/slide2.xml"/><Relationship Id="rId9" Type="http://schemas.openxmlformats.org/officeDocument/2006/relationships/slide" Target="slides/slide7.xml"/><Relationship Id="rId180" Type="http://schemas.openxmlformats.org/officeDocument/2006/relationships/theme" Target="theme/theme1.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slide" Target="slides/slide152.xml"/><Relationship Id="rId175" Type="http://schemas.openxmlformats.org/officeDocument/2006/relationships/font" Target="fonts/font8.fntdata"/><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 Id="rId165" Type="http://schemas.openxmlformats.org/officeDocument/2006/relationships/slide" Target="slides/slide163.xml"/><Relationship Id="rId27" Type="http://schemas.openxmlformats.org/officeDocument/2006/relationships/slide" Target="slides/slide25.xml"/><Relationship Id="rId48" Type="http://schemas.openxmlformats.org/officeDocument/2006/relationships/slide" Target="slides/slide46.xml"/><Relationship Id="rId69" Type="http://schemas.openxmlformats.org/officeDocument/2006/relationships/slide" Target="slides/slide67.xml"/><Relationship Id="rId113" Type="http://schemas.openxmlformats.org/officeDocument/2006/relationships/slide" Target="slides/slide111.xml"/><Relationship Id="rId134" Type="http://schemas.openxmlformats.org/officeDocument/2006/relationships/slide" Target="slides/slide132.xml"/><Relationship Id="rId80" Type="http://schemas.openxmlformats.org/officeDocument/2006/relationships/slide" Target="slides/slide78.xml"/><Relationship Id="rId155" Type="http://schemas.openxmlformats.org/officeDocument/2006/relationships/slide" Target="slides/slide153.xml"/><Relationship Id="rId176" Type="http://schemas.openxmlformats.org/officeDocument/2006/relationships/font" Target="fonts/font9.fntdata"/><Relationship Id="rId17" Type="http://schemas.openxmlformats.org/officeDocument/2006/relationships/slide" Target="slides/slide15.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24" Type="http://schemas.openxmlformats.org/officeDocument/2006/relationships/slide" Target="slides/slide122.xml"/><Relationship Id="rId70" Type="http://schemas.openxmlformats.org/officeDocument/2006/relationships/slide" Target="slides/slide68.xml"/><Relationship Id="rId91" Type="http://schemas.openxmlformats.org/officeDocument/2006/relationships/slide" Target="slides/slide89.xml"/><Relationship Id="rId145" Type="http://schemas.openxmlformats.org/officeDocument/2006/relationships/slide" Target="slides/slide143.xml"/><Relationship Id="rId166" Type="http://schemas.openxmlformats.org/officeDocument/2006/relationships/slide" Target="slides/slide164.xml"/><Relationship Id="rId1" Type="http://schemas.openxmlformats.org/officeDocument/2006/relationships/slideMaster" Target="slideMasters/slideMaster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s>
</file>

<file path=ppt/diagrams/colors1.xml><?xml version="1.0" encoding="utf-8"?>
<dgm:colorsDef xmlns:dgm="http://schemas.openxmlformats.org/drawingml/2006/diagram" xmlns:a="http://schemas.openxmlformats.org/drawingml/2006/main" uniqueId="urn:microsoft.com/office/officeart/2005/8/colors/accent4_3">
  <dgm:title val=""/>
  <dgm:desc val=""/>
  <dgm:catLst>
    <dgm:cat type="accent4" pri="11300"/>
  </dgm:catLst>
  <dgm:styleLbl name="node0">
    <dgm:fillClrLst meth="repeat">
      <a:schemeClr val="accent4">
        <a:shade val="80000"/>
      </a:schemeClr>
    </dgm:fillClrLst>
    <dgm:linClrLst meth="repeat">
      <a:schemeClr val="lt1"/>
    </dgm:linClrLst>
    <dgm:effectClrLst/>
    <dgm:txLinClrLst/>
    <dgm:txFillClrLst/>
    <dgm:txEffectClrLst/>
  </dgm:styleLbl>
  <dgm:styleLbl name="node1">
    <dgm:fillClrLst>
      <a:schemeClr val="accent4">
        <a:shade val="80000"/>
      </a:schemeClr>
      <a:schemeClr val="accent4">
        <a:tint val="70000"/>
      </a:schemeClr>
    </dgm:fillClrLst>
    <dgm:linClrLst meth="repeat">
      <a:schemeClr val="lt1"/>
    </dgm:linClrLst>
    <dgm:effectClrLst/>
    <dgm:txLinClrLst/>
    <dgm:txFillClrLst/>
    <dgm:txEffectClrLst/>
  </dgm:styleLbl>
  <dgm:styleLbl name="alignNode1">
    <dgm:fillClrLst>
      <a:schemeClr val="accent4">
        <a:shade val="80000"/>
      </a:schemeClr>
      <a:schemeClr val="accent4">
        <a:tint val="70000"/>
      </a:schemeClr>
    </dgm:fillClrLst>
    <dgm:linClrLst>
      <a:schemeClr val="accent4">
        <a:shade val="80000"/>
      </a:schemeClr>
      <a:schemeClr val="accent4">
        <a:tint val="70000"/>
      </a:schemeClr>
    </dgm:linClrLst>
    <dgm:effectClrLst/>
    <dgm:txLinClrLst/>
    <dgm:txFillClrLst/>
    <dgm:txEffectClrLst/>
  </dgm:styleLbl>
  <dgm:styleLbl name="lnNode1">
    <dgm:fillClrLst>
      <a:schemeClr val="accent4">
        <a:shade val="80000"/>
      </a:schemeClr>
      <a:schemeClr val="accent4">
        <a:tint val="7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tint val="70000"/>
        <a:alpha val="50000"/>
      </a:schemeClr>
    </dgm:fillClrLst>
    <dgm:linClrLst meth="repeat">
      <a:schemeClr val="lt1"/>
    </dgm:linClrLst>
    <dgm:effectClrLst/>
    <dgm:txLinClrLst/>
    <dgm:txFillClrLst/>
    <dgm:txEffectClrLst/>
  </dgm:styleLbl>
  <dgm:styleLbl name="node2">
    <dgm:fillClrLst>
      <a:schemeClr val="accent4">
        <a:tint val="99000"/>
      </a:schemeClr>
    </dgm:fillClrLst>
    <dgm:linClrLst meth="repeat">
      <a:schemeClr val="lt1"/>
    </dgm:linClrLst>
    <dgm:effectClrLst/>
    <dgm:txLinClrLst/>
    <dgm:txFillClrLst/>
    <dgm:txEffectClrLst/>
  </dgm:styleLbl>
  <dgm:styleLbl name="node3">
    <dgm:fillClrLst>
      <a:schemeClr val="accent4">
        <a:tint val="80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dgm:txEffectClrLst/>
  </dgm:styleLbl>
  <dgm:styleLbl name="f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b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sibTrans1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9000"/>
      </a:schemeClr>
    </dgm:fillClrLst>
    <dgm:linClrLst meth="repeat">
      <a:schemeClr val="lt1"/>
    </dgm:linClrLst>
    <dgm:effectClrLst/>
    <dgm:txLinClrLst/>
    <dgm:txFillClrLst/>
    <dgm:txEffectClrLst/>
  </dgm:styleLbl>
  <dgm:styleLbl name="asst3">
    <dgm:fillClrLst>
      <a:schemeClr val="accent4">
        <a:tint val="80000"/>
      </a:schemeClr>
    </dgm:fillClrLst>
    <dgm:linClrLst meth="repeat">
      <a:schemeClr val="lt1"/>
    </dgm:linClrLst>
    <dgm:effectClrLst/>
    <dgm:txLinClrLst/>
    <dgm:txFillClrLst/>
    <dgm:txEffectClrLst/>
  </dgm:styleLbl>
  <dgm:styleLbl name="asst4">
    <dgm:fillClrLst>
      <a:schemeClr val="accent4">
        <a:tint val="7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lt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9000"/>
      </a:schemeClr>
    </dgm:fillClrLst>
    <dgm:linClrLst meth="repeat">
      <a:schemeClr val="accent4">
        <a:tint val="99000"/>
      </a:schemeClr>
    </dgm:linClrLst>
    <dgm:effectClrLst/>
    <dgm:txLinClrLst/>
    <dgm:txFillClrLst meth="repeat">
      <a:schemeClr val="tx1"/>
    </dgm:txFillClrLst>
    <dgm:txEffectClrLst/>
  </dgm:styleLbl>
  <dgm:styleLbl name="parChTrans1D3">
    <dgm:fillClrLst meth="repeat">
      <a:schemeClr val="accent4">
        <a:tint val="80000"/>
      </a:schemeClr>
    </dgm:fillClrLst>
    <dgm:linClrLst meth="repeat">
      <a:schemeClr val="accent4">
        <a:tint val="80000"/>
      </a:schemeClr>
    </dgm:linClrLst>
    <dgm:effectClrLst/>
    <dgm:txLinClrLst/>
    <dgm:txFillClrLst meth="repeat">
      <a:schemeClr val="tx1"/>
    </dgm:txFillClrLst>
    <dgm:txEffectClrLst/>
  </dgm:styleLbl>
  <dgm:styleLbl name="parChTrans1D4">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D41C2CE-1CA8-43B5-8B06-FAEAB2273E26}" type="doc">
      <dgm:prSet loTypeId="urn:microsoft.com/office/officeart/2005/8/layout/pyramid1" loCatId="pyramid" qsTypeId="urn:microsoft.com/office/officeart/2005/8/quickstyle/simple1" qsCatId="simple" csTypeId="urn:microsoft.com/office/officeart/2005/8/colors/accent4_3" csCatId="accent4" phldr="1"/>
      <dgm:spPr/>
    </dgm:pt>
    <dgm:pt modelId="{26DC2C11-3B66-431F-AA52-D5C0BC3BD583}">
      <dgm:prSet phldrT="[文本]" custT="1"/>
      <dgm:spPr/>
      <dgm:t>
        <a:bodyPr/>
        <a:lstStyle/>
        <a:p>
          <a:r>
            <a:rPr lang="zh-CN" altLang="en-US" sz="2800" dirty="0" smtClean="0">
              <a:solidFill>
                <a:schemeClr val="bg1"/>
              </a:solidFill>
              <a:latin typeface="微软雅黑" panose="020B0503020204020204" pitchFamily="34" charset="-122"/>
              <a:ea typeface="微软雅黑" panose="020B0503020204020204" pitchFamily="34" charset="-122"/>
            </a:rPr>
            <a:t>知识</a:t>
          </a:r>
          <a:endParaRPr lang="zh-CN" altLang="en-US" sz="2800" dirty="0">
            <a:solidFill>
              <a:schemeClr val="bg1"/>
            </a:solidFill>
            <a:latin typeface="微软雅黑" panose="020B0503020204020204" pitchFamily="34" charset="-122"/>
            <a:ea typeface="微软雅黑" panose="020B0503020204020204" pitchFamily="34" charset="-122"/>
          </a:endParaRPr>
        </a:p>
      </dgm:t>
    </dgm:pt>
    <dgm:pt modelId="{D4ABFC20-CAD6-4205-B676-0069C157CDD3}" type="parTrans" cxnId="{89DFCE8C-BDB2-4455-AC0E-7A2241E001EC}">
      <dgm:prSet/>
      <dgm:spPr/>
      <dgm:t>
        <a:bodyPr/>
        <a:lstStyle/>
        <a:p>
          <a:endParaRPr lang="zh-CN" altLang="en-US"/>
        </a:p>
      </dgm:t>
    </dgm:pt>
    <dgm:pt modelId="{1D9A9F86-C57F-40C3-8329-ABCC6EE23923}" type="sibTrans" cxnId="{89DFCE8C-BDB2-4455-AC0E-7A2241E001EC}">
      <dgm:prSet/>
      <dgm:spPr/>
      <dgm:t>
        <a:bodyPr/>
        <a:lstStyle/>
        <a:p>
          <a:endParaRPr lang="zh-CN" altLang="en-US"/>
        </a:p>
      </dgm:t>
    </dgm:pt>
    <dgm:pt modelId="{97F46B74-E11E-46C5-92EB-C687377D1F2F}">
      <dgm:prSet phldrT="[文本]" custT="1"/>
      <dgm:spPr/>
      <dgm:t>
        <a:bodyPr/>
        <a:lstStyle/>
        <a:p>
          <a:r>
            <a:rPr lang="zh-CN" altLang="en-US" sz="3600" b="1" dirty="0" smtClean="0">
              <a:solidFill>
                <a:srgbClr val="FFFF00"/>
              </a:solidFill>
              <a:latin typeface="微软雅黑" panose="020B0503020204020204" pitchFamily="34" charset="-122"/>
              <a:ea typeface="微软雅黑" panose="020B0503020204020204" pitchFamily="34" charset="-122"/>
            </a:rPr>
            <a:t>知识图谱</a:t>
          </a:r>
          <a:endParaRPr lang="zh-CN" altLang="en-US" sz="3600" b="1" dirty="0">
            <a:solidFill>
              <a:srgbClr val="FFFF00"/>
            </a:solidFill>
            <a:latin typeface="微软雅黑" panose="020B0503020204020204" pitchFamily="34" charset="-122"/>
            <a:ea typeface="微软雅黑" panose="020B0503020204020204" pitchFamily="34" charset="-122"/>
          </a:endParaRPr>
        </a:p>
      </dgm:t>
    </dgm:pt>
    <dgm:pt modelId="{FA189ABC-22DC-4C1D-AB69-3147C5EF8132}" type="parTrans" cxnId="{02758F3F-A999-4A9C-B510-7E19690478EC}">
      <dgm:prSet/>
      <dgm:spPr/>
      <dgm:t>
        <a:bodyPr/>
        <a:lstStyle/>
        <a:p>
          <a:endParaRPr lang="zh-CN" altLang="en-US"/>
        </a:p>
      </dgm:t>
    </dgm:pt>
    <dgm:pt modelId="{E3A4F91E-FBDD-4EBA-AA62-B82A77FB86DC}" type="sibTrans" cxnId="{02758F3F-A999-4A9C-B510-7E19690478EC}">
      <dgm:prSet/>
      <dgm:spPr/>
      <dgm:t>
        <a:bodyPr/>
        <a:lstStyle/>
        <a:p>
          <a:endParaRPr lang="zh-CN" altLang="en-US"/>
        </a:p>
      </dgm:t>
    </dgm:pt>
    <dgm:pt modelId="{FC48AA7C-334B-4E29-8A42-1B9717B59E11}">
      <dgm:prSet phldrT="[文本]" custT="1"/>
      <dgm:spPr/>
      <dgm:t>
        <a:bodyPr/>
        <a:lstStyle/>
        <a:p>
          <a:r>
            <a:rPr lang="zh-CN" altLang="en-US" sz="3600" b="1" dirty="0" smtClean="0">
              <a:solidFill>
                <a:srgbClr val="FFCC00"/>
              </a:solidFill>
              <a:latin typeface="微软雅黑" panose="020B0503020204020204" pitchFamily="34" charset="-122"/>
              <a:ea typeface="微软雅黑" panose="020B0503020204020204" pitchFamily="34" charset="-122"/>
            </a:rPr>
            <a:t>非结构化</a:t>
          </a:r>
          <a:r>
            <a:rPr lang="en-US" altLang="zh-CN" sz="3600" b="1" dirty="0" smtClean="0">
              <a:solidFill>
                <a:srgbClr val="FFCC00"/>
              </a:solidFill>
              <a:latin typeface="微软雅黑" panose="020B0503020204020204" pitchFamily="34" charset="-122"/>
              <a:ea typeface="微软雅黑" panose="020B0503020204020204" pitchFamily="34" charset="-122"/>
            </a:rPr>
            <a:t>/</a:t>
          </a:r>
          <a:r>
            <a:rPr lang="zh-CN" altLang="en-US" sz="3600" b="1" dirty="0" smtClean="0">
              <a:solidFill>
                <a:srgbClr val="FFCC00"/>
              </a:solidFill>
              <a:latin typeface="微软雅黑" panose="020B0503020204020204" pitchFamily="34" charset="-122"/>
              <a:ea typeface="微软雅黑" panose="020B0503020204020204" pitchFamily="34" charset="-122"/>
            </a:rPr>
            <a:t>结构化知识</a:t>
          </a:r>
          <a:endParaRPr lang="zh-CN" altLang="en-US" sz="3600" b="1" dirty="0">
            <a:solidFill>
              <a:srgbClr val="FFCC00"/>
            </a:solidFill>
            <a:latin typeface="微软雅黑" panose="020B0503020204020204" pitchFamily="34" charset="-122"/>
            <a:ea typeface="微软雅黑" panose="020B0503020204020204" pitchFamily="34" charset="-122"/>
          </a:endParaRPr>
        </a:p>
      </dgm:t>
    </dgm:pt>
    <dgm:pt modelId="{14CD3A67-749C-4006-9E48-9981C1FF5AB1}" type="parTrans" cxnId="{D4CE0542-6B6B-4DAC-84FE-F77879BFFA11}">
      <dgm:prSet/>
      <dgm:spPr/>
      <dgm:t>
        <a:bodyPr/>
        <a:lstStyle/>
        <a:p>
          <a:endParaRPr lang="zh-CN" altLang="en-US"/>
        </a:p>
      </dgm:t>
    </dgm:pt>
    <dgm:pt modelId="{858149AB-49D3-4673-855D-0A902A27BFD1}" type="sibTrans" cxnId="{D4CE0542-6B6B-4DAC-84FE-F77879BFFA11}">
      <dgm:prSet/>
      <dgm:spPr/>
      <dgm:t>
        <a:bodyPr/>
        <a:lstStyle/>
        <a:p>
          <a:endParaRPr lang="zh-CN" altLang="en-US"/>
        </a:p>
      </dgm:t>
    </dgm:pt>
    <dgm:pt modelId="{A8FD742B-830A-4718-B9E1-DCD53014DF71}" type="pres">
      <dgm:prSet presAssocID="{DD41C2CE-1CA8-43B5-8B06-FAEAB2273E26}" presName="Name0" presStyleCnt="0">
        <dgm:presLayoutVars>
          <dgm:dir/>
          <dgm:animLvl val="lvl"/>
          <dgm:resizeHandles val="exact"/>
        </dgm:presLayoutVars>
      </dgm:prSet>
      <dgm:spPr/>
    </dgm:pt>
    <dgm:pt modelId="{B529157C-A8AC-4427-81E1-D7644AEC2668}" type="pres">
      <dgm:prSet presAssocID="{26DC2C11-3B66-431F-AA52-D5C0BC3BD583}" presName="Name8" presStyleCnt="0"/>
      <dgm:spPr/>
    </dgm:pt>
    <dgm:pt modelId="{28365BA0-5947-4749-8E2B-0DC2B3E933DB}" type="pres">
      <dgm:prSet presAssocID="{26DC2C11-3B66-431F-AA52-D5C0BC3BD583}" presName="level" presStyleLbl="node1" presStyleIdx="0" presStyleCnt="3">
        <dgm:presLayoutVars>
          <dgm:chMax val="1"/>
          <dgm:bulletEnabled val="1"/>
        </dgm:presLayoutVars>
      </dgm:prSet>
      <dgm:spPr/>
    </dgm:pt>
    <dgm:pt modelId="{E5316A75-7756-4204-91C5-00C9CE798055}" type="pres">
      <dgm:prSet presAssocID="{26DC2C11-3B66-431F-AA52-D5C0BC3BD583}" presName="levelTx" presStyleLbl="revTx" presStyleIdx="0" presStyleCnt="0">
        <dgm:presLayoutVars>
          <dgm:chMax val="1"/>
          <dgm:bulletEnabled val="1"/>
        </dgm:presLayoutVars>
      </dgm:prSet>
      <dgm:spPr/>
    </dgm:pt>
    <dgm:pt modelId="{C3D38B97-FEE9-4EAB-9C48-C2AF99EF79F6}" type="pres">
      <dgm:prSet presAssocID="{97F46B74-E11E-46C5-92EB-C687377D1F2F}" presName="Name8" presStyleCnt="0"/>
      <dgm:spPr/>
    </dgm:pt>
    <dgm:pt modelId="{46F34D11-D047-48E9-8C47-2AD278C66C81}" type="pres">
      <dgm:prSet presAssocID="{97F46B74-E11E-46C5-92EB-C687377D1F2F}" presName="level" presStyleLbl="node1" presStyleIdx="1" presStyleCnt="3">
        <dgm:presLayoutVars>
          <dgm:chMax val="1"/>
          <dgm:bulletEnabled val="1"/>
        </dgm:presLayoutVars>
      </dgm:prSet>
      <dgm:spPr/>
    </dgm:pt>
    <dgm:pt modelId="{AA39BACC-AD50-41CD-9FBA-492645389E7A}" type="pres">
      <dgm:prSet presAssocID="{97F46B74-E11E-46C5-92EB-C687377D1F2F}" presName="levelTx" presStyleLbl="revTx" presStyleIdx="0" presStyleCnt="0">
        <dgm:presLayoutVars>
          <dgm:chMax val="1"/>
          <dgm:bulletEnabled val="1"/>
        </dgm:presLayoutVars>
      </dgm:prSet>
      <dgm:spPr/>
    </dgm:pt>
    <dgm:pt modelId="{6D30E014-C7FF-4D25-96E7-647FF81EEB4F}" type="pres">
      <dgm:prSet presAssocID="{FC48AA7C-334B-4E29-8A42-1B9717B59E11}" presName="Name8" presStyleCnt="0"/>
      <dgm:spPr/>
    </dgm:pt>
    <dgm:pt modelId="{A003DBDC-D274-4FBF-AE2C-DD2411731455}" type="pres">
      <dgm:prSet presAssocID="{FC48AA7C-334B-4E29-8A42-1B9717B59E11}" presName="level" presStyleLbl="node1" presStyleIdx="2" presStyleCnt="3">
        <dgm:presLayoutVars>
          <dgm:chMax val="1"/>
          <dgm:bulletEnabled val="1"/>
        </dgm:presLayoutVars>
      </dgm:prSet>
      <dgm:spPr/>
    </dgm:pt>
    <dgm:pt modelId="{7DA1C61E-12C9-4A71-BEAB-F7F5EED2DEBE}" type="pres">
      <dgm:prSet presAssocID="{FC48AA7C-334B-4E29-8A42-1B9717B59E11}" presName="levelTx" presStyleLbl="revTx" presStyleIdx="0" presStyleCnt="0">
        <dgm:presLayoutVars>
          <dgm:chMax val="1"/>
          <dgm:bulletEnabled val="1"/>
        </dgm:presLayoutVars>
      </dgm:prSet>
      <dgm:spPr/>
    </dgm:pt>
  </dgm:ptLst>
  <dgm:cxnLst>
    <dgm:cxn modelId="{D4CE0542-6B6B-4DAC-84FE-F77879BFFA11}" srcId="{DD41C2CE-1CA8-43B5-8B06-FAEAB2273E26}" destId="{FC48AA7C-334B-4E29-8A42-1B9717B59E11}" srcOrd="2" destOrd="0" parTransId="{14CD3A67-749C-4006-9E48-9981C1FF5AB1}" sibTransId="{858149AB-49D3-4673-855D-0A902A27BFD1}"/>
    <dgm:cxn modelId="{32C6C083-82B9-4B5E-8B7A-6AD78900234F}" type="presOf" srcId="{97F46B74-E11E-46C5-92EB-C687377D1F2F}" destId="{46F34D11-D047-48E9-8C47-2AD278C66C81}" srcOrd="0" destOrd="0" presId="urn:microsoft.com/office/officeart/2005/8/layout/pyramid1"/>
    <dgm:cxn modelId="{794C7C6D-24A3-44C9-A391-D5F301EF9ADF}" type="presOf" srcId="{97F46B74-E11E-46C5-92EB-C687377D1F2F}" destId="{AA39BACC-AD50-41CD-9FBA-492645389E7A}" srcOrd="1" destOrd="0" presId="urn:microsoft.com/office/officeart/2005/8/layout/pyramid1"/>
    <dgm:cxn modelId="{02758F3F-A999-4A9C-B510-7E19690478EC}" srcId="{DD41C2CE-1CA8-43B5-8B06-FAEAB2273E26}" destId="{97F46B74-E11E-46C5-92EB-C687377D1F2F}" srcOrd="1" destOrd="0" parTransId="{FA189ABC-22DC-4C1D-AB69-3147C5EF8132}" sibTransId="{E3A4F91E-FBDD-4EBA-AA62-B82A77FB86DC}"/>
    <dgm:cxn modelId="{29A09026-0446-447A-8989-9799C94B42FA}" type="presOf" srcId="{FC48AA7C-334B-4E29-8A42-1B9717B59E11}" destId="{7DA1C61E-12C9-4A71-BEAB-F7F5EED2DEBE}" srcOrd="1" destOrd="0" presId="urn:microsoft.com/office/officeart/2005/8/layout/pyramid1"/>
    <dgm:cxn modelId="{E42AA7A3-BCF7-407B-BA82-8D651C8A3C40}" type="presOf" srcId="{26DC2C11-3B66-431F-AA52-D5C0BC3BD583}" destId="{28365BA0-5947-4749-8E2B-0DC2B3E933DB}" srcOrd="0" destOrd="0" presId="urn:microsoft.com/office/officeart/2005/8/layout/pyramid1"/>
    <dgm:cxn modelId="{92A1587A-EBBF-45BF-84E0-018D37E3074E}" type="presOf" srcId="{26DC2C11-3B66-431F-AA52-D5C0BC3BD583}" destId="{E5316A75-7756-4204-91C5-00C9CE798055}" srcOrd="1" destOrd="0" presId="urn:microsoft.com/office/officeart/2005/8/layout/pyramid1"/>
    <dgm:cxn modelId="{900A3FC0-BF34-4864-A370-003E89FCC398}" type="presOf" srcId="{DD41C2CE-1CA8-43B5-8B06-FAEAB2273E26}" destId="{A8FD742B-830A-4718-B9E1-DCD53014DF71}" srcOrd="0" destOrd="0" presId="urn:microsoft.com/office/officeart/2005/8/layout/pyramid1"/>
    <dgm:cxn modelId="{1EB4E22E-7549-409D-8001-96AD160A5DD9}" type="presOf" srcId="{FC48AA7C-334B-4E29-8A42-1B9717B59E11}" destId="{A003DBDC-D274-4FBF-AE2C-DD2411731455}" srcOrd="0" destOrd="0" presId="urn:microsoft.com/office/officeart/2005/8/layout/pyramid1"/>
    <dgm:cxn modelId="{89DFCE8C-BDB2-4455-AC0E-7A2241E001EC}" srcId="{DD41C2CE-1CA8-43B5-8B06-FAEAB2273E26}" destId="{26DC2C11-3B66-431F-AA52-D5C0BC3BD583}" srcOrd="0" destOrd="0" parTransId="{D4ABFC20-CAD6-4205-B676-0069C157CDD3}" sibTransId="{1D9A9F86-C57F-40C3-8329-ABCC6EE23923}"/>
    <dgm:cxn modelId="{BFC6F473-BC49-433E-A159-904FD69D3036}" type="presParOf" srcId="{A8FD742B-830A-4718-B9E1-DCD53014DF71}" destId="{B529157C-A8AC-4427-81E1-D7644AEC2668}" srcOrd="0" destOrd="0" presId="urn:microsoft.com/office/officeart/2005/8/layout/pyramid1"/>
    <dgm:cxn modelId="{E29CBC4D-72CE-462D-AAB4-13DD5CFF3D5C}" type="presParOf" srcId="{B529157C-A8AC-4427-81E1-D7644AEC2668}" destId="{28365BA0-5947-4749-8E2B-0DC2B3E933DB}" srcOrd="0" destOrd="0" presId="urn:microsoft.com/office/officeart/2005/8/layout/pyramid1"/>
    <dgm:cxn modelId="{A54767CB-D8BF-4B79-829C-3A0959B6F1D6}" type="presParOf" srcId="{B529157C-A8AC-4427-81E1-D7644AEC2668}" destId="{E5316A75-7756-4204-91C5-00C9CE798055}" srcOrd="1" destOrd="0" presId="urn:microsoft.com/office/officeart/2005/8/layout/pyramid1"/>
    <dgm:cxn modelId="{10BD583D-A19D-48E2-AE45-B74ECAD03694}" type="presParOf" srcId="{A8FD742B-830A-4718-B9E1-DCD53014DF71}" destId="{C3D38B97-FEE9-4EAB-9C48-C2AF99EF79F6}" srcOrd="1" destOrd="0" presId="urn:microsoft.com/office/officeart/2005/8/layout/pyramid1"/>
    <dgm:cxn modelId="{F4B328B1-0670-447E-BA64-03E782CE66F7}" type="presParOf" srcId="{C3D38B97-FEE9-4EAB-9C48-C2AF99EF79F6}" destId="{46F34D11-D047-48E9-8C47-2AD278C66C81}" srcOrd="0" destOrd="0" presId="urn:microsoft.com/office/officeart/2005/8/layout/pyramid1"/>
    <dgm:cxn modelId="{F4111948-32D9-41F0-84F0-8094780E4925}" type="presParOf" srcId="{C3D38B97-FEE9-4EAB-9C48-C2AF99EF79F6}" destId="{AA39BACC-AD50-41CD-9FBA-492645389E7A}" srcOrd="1" destOrd="0" presId="urn:microsoft.com/office/officeart/2005/8/layout/pyramid1"/>
    <dgm:cxn modelId="{4D38B9CC-C9E2-400B-9F3E-1C1B6214C762}" type="presParOf" srcId="{A8FD742B-830A-4718-B9E1-DCD53014DF71}" destId="{6D30E014-C7FF-4D25-96E7-647FF81EEB4F}" srcOrd="2" destOrd="0" presId="urn:microsoft.com/office/officeart/2005/8/layout/pyramid1"/>
    <dgm:cxn modelId="{6A8CF411-93D2-490D-9340-D73926E26394}" type="presParOf" srcId="{6D30E014-C7FF-4D25-96E7-647FF81EEB4F}" destId="{A003DBDC-D274-4FBF-AE2C-DD2411731455}" srcOrd="0" destOrd="0" presId="urn:microsoft.com/office/officeart/2005/8/layout/pyramid1"/>
    <dgm:cxn modelId="{DF2FC632-6820-40C5-B152-7CFFD71A7AC4}" type="presParOf" srcId="{6D30E014-C7FF-4D25-96E7-647FF81EEB4F}" destId="{7DA1C61E-12C9-4A71-BEAB-F7F5EED2DEBE}" srcOrd="1" destOrd="0" presId="urn:microsoft.com/office/officeart/2005/8/layout/pyramid1"/>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365BA0-5947-4749-8E2B-0DC2B3E933DB}">
      <dsp:nvSpPr>
        <dsp:cNvPr id="0" name=""/>
        <dsp:cNvSpPr/>
      </dsp:nvSpPr>
      <dsp:spPr>
        <a:xfrm>
          <a:off x="2280253" y="0"/>
          <a:ext cx="2280253" cy="1338560"/>
        </a:xfrm>
        <a:prstGeom prst="trapezoid">
          <a:avLst>
            <a:gd name="adj" fmla="val 85176"/>
          </a:avLst>
        </a:prstGeom>
        <a:solidFill>
          <a:schemeClr val="accent4">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35560" rIns="35560" bIns="35560" numCol="1" spcCol="1270" anchor="ctr" anchorCtr="0">
          <a:noAutofit/>
        </a:bodyPr>
        <a:lstStyle/>
        <a:p>
          <a:pPr lvl="0" algn="ctr" defTabSz="1244600">
            <a:lnSpc>
              <a:spcPct val="90000"/>
            </a:lnSpc>
            <a:spcBef>
              <a:spcPct val="0"/>
            </a:spcBef>
            <a:spcAft>
              <a:spcPct val="35000"/>
            </a:spcAft>
          </a:pPr>
          <a:r>
            <a:rPr lang="zh-CN" altLang="en-US" sz="2800" kern="1200" dirty="0" smtClean="0">
              <a:solidFill>
                <a:schemeClr val="bg1"/>
              </a:solidFill>
              <a:latin typeface="微软雅黑" panose="020B0503020204020204" pitchFamily="34" charset="-122"/>
              <a:ea typeface="微软雅黑" panose="020B0503020204020204" pitchFamily="34" charset="-122"/>
            </a:rPr>
            <a:t>知识</a:t>
          </a:r>
          <a:endParaRPr lang="zh-CN" altLang="en-US" sz="2800" kern="1200" dirty="0">
            <a:solidFill>
              <a:schemeClr val="bg1"/>
            </a:solidFill>
            <a:latin typeface="微软雅黑" panose="020B0503020204020204" pitchFamily="34" charset="-122"/>
            <a:ea typeface="微软雅黑" panose="020B0503020204020204" pitchFamily="34" charset="-122"/>
          </a:endParaRPr>
        </a:p>
      </dsp:txBody>
      <dsp:txXfrm>
        <a:off x="2280253" y="0"/>
        <a:ext cx="2280253" cy="1338560"/>
      </dsp:txXfrm>
    </dsp:sp>
    <dsp:sp modelId="{46F34D11-D047-48E9-8C47-2AD278C66C81}">
      <dsp:nvSpPr>
        <dsp:cNvPr id="0" name=""/>
        <dsp:cNvSpPr/>
      </dsp:nvSpPr>
      <dsp:spPr>
        <a:xfrm>
          <a:off x="1140126" y="1338560"/>
          <a:ext cx="4560506" cy="1338560"/>
        </a:xfrm>
        <a:prstGeom prst="trapezoid">
          <a:avLst>
            <a:gd name="adj" fmla="val 85176"/>
          </a:avLst>
        </a:prstGeom>
        <a:solidFill>
          <a:schemeClr val="accent4">
            <a:shade val="80000"/>
            <a:hueOff val="0"/>
            <a:satOff val="0"/>
            <a:lumOff val="2919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1600200">
            <a:lnSpc>
              <a:spcPct val="90000"/>
            </a:lnSpc>
            <a:spcBef>
              <a:spcPct val="0"/>
            </a:spcBef>
            <a:spcAft>
              <a:spcPct val="35000"/>
            </a:spcAft>
          </a:pPr>
          <a:r>
            <a:rPr lang="zh-CN" altLang="en-US" sz="3600" b="1" kern="1200" dirty="0" smtClean="0">
              <a:solidFill>
                <a:srgbClr val="FFFF00"/>
              </a:solidFill>
              <a:latin typeface="微软雅黑" panose="020B0503020204020204" pitchFamily="34" charset="-122"/>
              <a:ea typeface="微软雅黑" panose="020B0503020204020204" pitchFamily="34" charset="-122"/>
            </a:rPr>
            <a:t>知识图谱</a:t>
          </a:r>
          <a:endParaRPr lang="zh-CN" altLang="en-US" sz="3600" b="1" kern="1200" dirty="0">
            <a:solidFill>
              <a:srgbClr val="FFFF00"/>
            </a:solidFill>
            <a:latin typeface="微软雅黑" panose="020B0503020204020204" pitchFamily="34" charset="-122"/>
            <a:ea typeface="微软雅黑" panose="020B0503020204020204" pitchFamily="34" charset="-122"/>
          </a:endParaRPr>
        </a:p>
      </dsp:txBody>
      <dsp:txXfrm>
        <a:off x="1938215" y="1338560"/>
        <a:ext cx="2964329" cy="1338560"/>
      </dsp:txXfrm>
    </dsp:sp>
    <dsp:sp modelId="{A003DBDC-D274-4FBF-AE2C-DD2411731455}">
      <dsp:nvSpPr>
        <dsp:cNvPr id="0" name=""/>
        <dsp:cNvSpPr/>
      </dsp:nvSpPr>
      <dsp:spPr>
        <a:xfrm>
          <a:off x="0" y="2677120"/>
          <a:ext cx="6840760" cy="1338560"/>
        </a:xfrm>
        <a:prstGeom prst="trapezoid">
          <a:avLst>
            <a:gd name="adj" fmla="val 85176"/>
          </a:avLst>
        </a:prstGeom>
        <a:solidFill>
          <a:schemeClr val="accent4">
            <a:shade val="80000"/>
            <a:hueOff val="0"/>
            <a:satOff val="0"/>
            <a:lumOff val="5838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1600200">
            <a:lnSpc>
              <a:spcPct val="90000"/>
            </a:lnSpc>
            <a:spcBef>
              <a:spcPct val="0"/>
            </a:spcBef>
            <a:spcAft>
              <a:spcPct val="35000"/>
            </a:spcAft>
          </a:pPr>
          <a:r>
            <a:rPr lang="zh-CN" altLang="en-US" sz="3600" b="1" kern="1200" dirty="0" smtClean="0">
              <a:solidFill>
                <a:srgbClr val="FFCC00"/>
              </a:solidFill>
              <a:latin typeface="微软雅黑" panose="020B0503020204020204" pitchFamily="34" charset="-122"/>
              <a:ea typeface="微软雅黑" panose="020B0503020204020204" pitchFamily="34" charset="-122"/>
            </a:rPr>
            <a:t>非结构化</a:t>
          </a:r>
          <a:r>
            <a:rPr lang="en-US" altLang="zh-CN" sz="3600" b="1" kern="1200" dirty="0" smtClean="0">
              <a:solidFill>
                <a:srgbClr val="FFCC00"/>
              </a:solidFill>
              <a:latin typeface="微软雅黑" panose="020B0503020204020204" pitchFamily="34" charset="-122"/>
              <a:ea typeface="微软雅黑" panose="020B0503020204020204" pitchFamily="34" charset="-122"/>
            </a:rPr>
            <a:t>/</a:t>
          </a:r>
          <a:r>
            <a:rPr lang="zh-CN" altLang="en-US" sz="3600" b="1" kern="1200" dirty="0" smtClean="0">
              <a:solidFill>
                <a:srgbClr val="FFCC00"/>
              </a:solidFill>
              <a:latin typeface="微软雅黑" panose="020B0503020204020204" pitchFamily="34" charset="-122"/>
              <a:ea typeface="微软雅黑" panose="020B0503020204020204" pitchFamily="34" charset="-122"/>
            </a:rPr>
            <a:t>结构化知识</a:t>
          </a:r>
          <a:endParaRPr lang="zh-CN" altLang="en-US" sz="3600" b="1" kern="1200" dirty="0">
            <a:solidFill>
              <a:srgbClr val="FFCC00"/>
            </a:solidFill>
            <a:latin typeface="微软雅黑" panose="020B0503020204020204" pitchFamily="34" charset="-122"/>
            <a:ea typeface="微软雅黑" panose="020B0503020204020204" pitchFamily="34" charset="-122"/>
          </a:endParaRPr>
        </a:p>
      </dsp:txBody>
      <dsp:txXfrm>
        <a:off x="1197132" y="2677120"/>
        <a:ext cx="4446494" cy="1338560"/>
      </dsp:txXfrm>
    </dsp:sp>
  </dsp:spTree>
</dsp:drawing>
</file>

<file path=ppt/diagrams/layout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image" Target="../media/image8.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52.emf"/><Relationship Id="rId1" Type="http://schemas.openxmlformats.org/officeDocument/2006/relationships/image" Target="../media/image5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56.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57.e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60.emf"/><Relationship Id="rId2" Type="http://schemas.openxmlformats.org/officeDocument/2006/relationships/image" Target="../media/image59.emf"/><Relationship Id="rId1" Type="http://schemas.openxmlformats.org/officeDocument/2006/relationships/image" Target="../media/image58.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61.e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65.wmf"/><Relationship Id="rId1" Type="http://schemas.openxmlformats.org/officeDocument/2006/relationships/image" Target="../media/image64.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69.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70.e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73.wmf"/><Relationship Id="rId2" Type="http://schemas.openxmlformats.org/officeDocument/2006/relationships/image" Target="../media/image72.wmf"/><Relationship Id="rId1" Type="http://schemas.openxmlformats.org/officeDocument/2006/relationships/image" Target="../media/image71.wmf"/><Relationship Id="rId5" Type="http://schemas.openxmlformats.org/officeDocument/2006/relationships/image" Target="../media/image75.wmf"/><Relationship Id="rId4" Type="http://schemas.openxmlformats.org/officeDocument/2006/relationships/image" Target="../media/image74.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78.wmf"/><Relationship Id="rId2" Type="http://schemas.openxmlformats.org/officeDocument/2006/relationships/image" Target="../media/image77.wmf"/><Relationship Id="rId1" Type="http://schemas.openxmlformats.org/officeDocument/2006/relationships/image" Target="../media/image76.wmf"/><Relationship Id="rId4" Type="http://schemas.openxmlformats.org/officeDocument/2006/relationships/image" Target="../media/image79.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82.emf"/><Relationship Id="rId1" Type="http://schemas.openxmlformats.org/officeDocument/2006/relationships/image" Target="../media/image81.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84.wmf"/><Relationship Id="rId1" Type="http://schemas.openxmlformats.org/officeDocument/2006/relationships/image" Target="../media/image83.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87.wmf"/><Relationship Id="rId2" Type="http://schemas.openxmlformats.org/officeDocument/2006/relationships/image" Target="../media/image86.wmf"/><Relationship Id="rId1" Type="http://schemas.openxmlformats.org/officeDocument/2006/relationships/image" Target="../media/image85.w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89.wmf"/><Relationship Id="rId1" Type="http://schemas.openxmlformats.org/officeDocument/2006/relationships/image" Target="../media/image88.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93.wmf"/><Relationship Id="rId2" Type="http://schemas.openxmlformats.org/officeDocument/2006/relationships/image" Target="../media/image92.wmf"/><Relationship Id="rId1" Type="http://schemas.openxmlformats.org/officeDocument/2006/relationships/image" Target="../media/image91.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94.w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96.wmf"/><Relationship Id="rId1" Type="http://schemas.openxmlformats.org/officeDocument/2006/relationships/image" Target="../media/image95.wmf"/></Relationships>
</file>

<file path=ppt/drawings/_rels/vmlDrawing22.vml.rels><?xml version="1.0" encoding="UTF-8" standalone="yes"?>
<Relationships xmlns="http://schemas.openxmlformats.org/package/2006/relationships"><Relationship Id="rId2" Type="http://schemas.openxmlformats.org/officeDocument/2006/relationships/image" Target="../media/image84.wmf"/><Relationship Id="rId1" Type="http://schemas.openxmlformats.org/officeDocument/2006/relationships/image" Target="../media/image83.w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84.wmf"/><Relationship Id="rId1" Type="http://schemas.openxmlformats.org/officeDocument/2006/relationships/image" Target="../media/image100.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101.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104.wmf"/><Relationship Id="rId2" Type="http://schemas.openxmlformats.org/officeDocument/2006/relationships/image" Target="../media/image103.wmf"/><Relationship Id="rId1" Type="http://schemas.openxmlformats.org/officeDocument/2006/relationships/image" Target="../media/image10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632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latinLnBrk="1" hangingPunct="1">
              <a:defRPr sz="1200">
                <a:latin typeface="Gulim" panose="020B0600000101010101" pitchFamily="34" charset="-127"/>
                <a:ea typeface="Gulim" panose="020B0600000101010101" pitchFamily="34" charset="-127"/>
              </a:defRPr>
            </a:lvl1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Gulim" panose="020B0600000101010101" pitchFamily="34" charset="-127"/>
              <a:ea typeface="Gulim" panose="020B0600000101010101" pitchFamily="34" charset="-127"/>
              <a:cs typeface="+mn-cs"/>
            </a:endParaRPr>
          </a:p>
        </p:txBody>
      </p:sp>
      <p:sp>
        <p:nvSpPr>
          <p:cNvPr id="56323"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latinLnBrk="1" hangingPunct="1">
              <a:defRPr sz="1200">
                <a:latin typeface="Gulim" panose="020B0600000101010101" pitchFamily="34" charset="-127"/>
                <a:ea typeface="Gulim" panose="020B0600000101010101" pitchFamily="34" charset="-127"/>
              </a:defRPr>
            </a:lvl1pPr>
          </a:lstStyle>
          <a:p>
            <a:pPr marL="0" marR="0" lvl="0" indent="0" algn="r" defTabSz="914400" rtl="0" eaLnBrk="1" fontAlgn="base" latinLnBrk="1"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Gulim" panose="020B0600000101010101" pitchFamily="34" charset="-127"/>
              <a:ea typeface="Gulim" panose="020B0600000101010101" pitchFamily="34" charset="-127"/>
              <a:cs typeface="+mn-cs"/>
            </a:endParaRPr>
          </a:p>
        </p:txBody>
      </p:sp>
      <p:sp>
        <p:nvSpPr>
          <p:cNvPr id="15364" name="Rectangle 4"/>
          <p:cNvSpPr>
            <a:spLocks noGrp="1" noRot="1" noChangeAspec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56325"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l" defTabSz="914400" rtl="0" eaLnBrk="0" fontAlgn="base" latinLnBrk="1"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Gulim" panose="020B0600000101010101" pitchFamily="34" charset="-127"/>
                <a:ea typeface="Gulim" panose="020B0600000101010101" pitchFamily="34" charset="-127"/>
                <a:cs typeface="+mn-cs"/>
              </a:rPr>
              <a:t>单击此处编辑母版文本样式</a:t>
            </a:r>
          </a:p>
          <a:p>
            <a:pPr marL="457200" marR="0" lvl="1" indent="0" algn="l" defTabSz="914400" rtl="0" eaLnBrk="0" fontAlgn="base" latinLnBrk="1"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Gulim" panose="020B0600000101010101" pitchFamily="34" charset="-127"/>
                <a:ea typeface="Gulim" panose="020B0600000101010101" pitchFamily="34" charset="-127"/>
                <a:cs typeface="+mn-cs"/>
              </a:rPr>
              <a:t>第二级</a:t>
            </a:r>
          </a:p>
          <a:p>
            <a:pPr marL="914400" marR="0" lvl="2" indent="0" algn="l" defTabSz="914400" rtl="0" eaLnBrk="0" fontAlgn="base" latinLnBrk="1"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Gulim" panose="020B0600000101010101" pitchFamily="34" charset="-127"/>
                <a:ea typeface="Gulim" panose="020B0600000101010101" pitchFamily="34" charset="-127"/>
                <a:cs typeface="+mn-cs"/>
              </a:rPr>
              <a:t>第三级</a:t>
            </a:r>
          </a:p>
          <a:p>
            <a:pPr marL="1371600" marR="0" lvl="3" indent="0" algn="l" defTabSz="914400" rtl="0" eaLnBrk="0" fontAlgn="base" latinLnBrk="1"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Gulim" panose="020B0600000101010101" pitchFamily="34" charset="-127"/>
                <a:ea typeface="Gulim" panose="020B0600000101010101" pitchFamily="34" charset="-127"/>
                <a:cs typeface="+mn-cs"/>
              </a:rPr>
              <a:t>第四级</a:t>
            </a:r>
          </a:p>
          <a:p>
            <a:pPr marL="1828800" marR="0" lvl="4" indent="0" algn="l" defTabSz="914400" rtl="0" eaLnBrk="0" fontAlgn="base" latinLnBrk="1"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Gulim" panose="020B0600000101010101" pitchFamily="34" charset="-127"/>
                <a:ea typeface="Gulim" panose="020B0600000101010101" pitchFamily="34" charset="-127"/>
                <a:cs typeface="+mn-cs"/>
              </a:rPr>
              <a:t>第五级</a:t>
            </a:r>
          </a:p>
        </p:txBody>
      </p:sp>
      <p:sp>
        <p:nvSpPr>
          <p:cNvPr id="56326"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latinLnBrk="1" hangingPunct="1">
              <a:defRPr sz="1200">
                <a:latin typeface="Gulim" panose="020B0600000101010101" pitchFamily="34" charset="-127"/>
                <a:ea typeface="Gulim" panose="020B0600000101010101" pitchFamily="34" charset="-127"/>
              </a:defRPr>
            </a:lvl1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Gulim" panose="020B0600000101010101" pitchFamily="34" charset="-127"/>
              <a:ea typeface="Gulim" panose="020B0600000101010101" pitchFamily="34" charset="-127"/>
              <a:cs typeface="+mn-cs"/>
            </a:endParaRPr>
          </a:p>
        </p:txBody>
      </p:sp>
      <p:sp>
        <p:nvSpPr>
          <p:cNvPr id="56327"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latinLnBrk="1" hangingPunct="1">
              <a:defRPr sz="1200">
                <a:latin typeface="Gulim" panose="020B0600000101010101" pitchFamily="34" charset="-127"/>
                <a:ea typeface="Gulim" panose="020B0600000101010101" pitchFamily="34" charset="-127"/>
              </a:defRPr>
            </a:lvl1pPr>
          </a:lstStyle>
          <a:p>
            <a:pPr marL="0" marR="0" lvl="0" indent="0" algn="r" defTabSz="914400" rtl="0" eaLnBrk="1" fontAlgn="base" latinLnBrk="1" hangingPunct="1">
              <a:lnSpc>
                <a:spcPct val="100000"/>
              </a:lnSpc>
              <a:spcBef>
                <a:spcPct val="0"/>
              </a:spcBef>
              <a:spcAft>
                <a:spcPct val="0"/>
              </a:spcAft>
              <a:buClrTx/>
              <a:buSzTx/>
              <a:buFontTx/>
              <a:buNone/>
              <a:defRPr/>
            </a:pPr>
            <a:fld id="{C748C926-F7D3-482F-8003-DCC2656FCE6B}" type="slidenum">
              <a:rPr kumimoji="1" lang="zh-CN" altLang="en-US" sz="1200" b="0" i="0" u="none" strike="noStrike" kern="1200" cap="none" spc="0" normalizeH="0" baseline="0" noProof="0">
                <a:ln>
                  <a:noFill/>
                </a:ln>
                <a:solidFill>
                  <a:schemeClr val="tx1"/>
                </a:solidFill>
                <a:effectLst/>
                <a:uLnTx/>
                <a:uFillTx/>
                <a:latin typeface="Gulim" panose="020B0600000101010101" pitchFamily="34" charset="-127"/>
                <a:ea typeface="Gulim" panose="020B0600000101010101" pitchFamily="34" charset="-127"/>
                <a:cs typeface="+mn-cs"/>
              </a:rPr>
              <a:t>‹#›</a:t>
            </a:fld>
            <a:endParaRPr kumimoji="1" lang="en-US" altLang="zh-CN" sz="1200" b="0" i="0" u="none" strike="noStrike" kern="1200" cap="none" spc="0" normalizeH="0" baseline="0" noProof="0">
              <a:ln>
                <a:noFill/>
              </a:ln>
              <a:solidFill>
                <a:schemeClr val="tx1"/>
              </a:solidFill>
              <a:effectLst/>
              <a:uLnTx/>
              <a:uFillTx/>
              <a:latin typeface="Gulim" panose="020B0600000101010101" pitchFamily="34" charset="-127"/>
              <a:ea typeface="Gulim" panose="020B0600000101010101" pitchFamily="34" charset="-127"/>
              <a:cs typeface="+mn-cs"/>
            </a:endParaRPr>
          </a:p>
        </p:txBody>
      </p:sp>
    </p:spTree>
    <p:extLst>
      <p:ext uri="{BB962C8B-B14F-4D97-AF65-F5344CB8AC3E}">
        <p14:creationId xmlns:p14="http://schemas.microsoft.com/office/powerpoint/2010/main" val="3877714988"/>
      </p:ext>
    </p:extLst>
  </p:cSld>
  <p:clrMap bg1="lt1" tx1="dk1" bg2="lt2" tx2="dk2" accent1="accent1" accent2="accent2" accent3="accent3" accent4="accent4" accent5="accent5" accent6="accent6" hlink="hlink" folHlink="folHlink"/>
  <p:hf sldNum="0" hdr="0" ftr="0" dt="0"/>
  <p:notesStyle>
    <a:lvl1pPr algn="l" rtl="0" eaLnBrk="0" fontAlgn="base" latinLnBrk="1" hangingPunct="0">
      <a:spcBef>
        <a:spcPct val="30000"/>
      </a:spcBef>
      <a:spcAft>
        <a:spcPct val="0"/>
      </a:spcAft>
      <a:defRPr kumimoji="1" sz="1200" kern="1200">
        <a:solidFill>
          <a:schemeClr val="tx1"/>
        </a:solidFill>
        <a:latin typeface="Gulim" panose="020B0600000101010101" pitchFamily="34" charset="-127"/>
        <a:ea typeface="Gulim" panose="020B0600000101010101" pitchFamily="34" charset="-127"/>
        <a:cs typeface="+mn-cs"/>
      </a:defRPr>
    </a:lvl1pPr>
    <a:lvl2pPr marL="457200" algn="l" rtl="0" eaLnBrk="0" fontAlgn="base" latinLnBrk="1" hangingPunct="0">
      <a:spcBef>
        <a:spcPct val="30000"/>
      </a:spcBef>
      <a:spcAft>
        <a:spcPct val="0"/>
      </a:spcAft>
      <a:defRPr kumimoji="1" sz="1200" kern="1200">
        <a:solidFill>
          <a:schemeClr val="tx1"/>
        </a:solidFill>
        <a:latin typeface="Gulim" panose="020B0600000101010101" pitchFamily="34" charset="-127"/>
        <a:ea typeface="Gulim" panose="020B0600000101010101" pitchFamily="34" charset="-127"/>
        <a:cs typeface="+mn-cs"/>
      </a:defRPr>
    </a:lvl2pPr>
    <a:lvl3pPr marL="914400" algn="l" rtl="0" eaLnBrk="0" fontAlgn="base" latinLnBrk="1" hangingPunct="0">
      <a:spcBef>
        <a:spcPct val="30000"/>
      </a:spcBef>
      <a:spcAft>
        <a:spcPct val="0"/>
      </a:spcAft>
      <a:defRPr kumimoji="1" sz="1200" kern="1200">
        <a:solidFill>
          <a:schemeClr val="tx1"/>
        </a:solidFill>
        <a:latin typeface="Gulim" panose="020B0600000101010101" pitchFamily="34" charset="-127"/>
        <a:ea typeface="Gulim" panose="020B0600000101010101" pitchFamily="34" charset="-127"/>
        <a:cs typeface="+mn-cs"/>
      </a:defRPr>
    </a:lvl3pPr>
    <a:lvl4pPr marL="1371600" algn="l" rtl="0" eaLnBrk="0" fontAlgn="base" latinLnBrk="1" hangingPunct="0">
      <a:spcBef>
        <a:spcPct val="30000"/>
      </a:spcBef>
      <a:spcAft>
        <a:spcPct val="0"/>
      </a:spcAft>
      <a:defRPr kumimoji="1" sz="1200" kern="1200">
        <a:solidFill>
          <a:schemeClr val="tx1"/>
        </a:solidFill>
        <a:latin typeface="Gulim" panose="020B0600000101010101" pitchFamily="34" charset="-127"/>
        <a:ea typeface="Gulim" panose="020B0600000101010101" pitchFamily="34" charset="-127"/>
        <a:cs typeface="+mn-cs"/>
      </a:defRPr>
    </a:lvl4pPr>
    <a:lvl5pPr marL="1828800" algn="l" rtl="0" eaLnBrk="0" fontAlgn="base" latinLnBrk="1" hangingPunct="0">
      <a:spcBef>
        <a:spcPct val="30000"/>
      </a:spcBef>
      <a:spcAft>
        <a:spcPct val="0"/>
      </a:spcAft>
      <a:defRPr kumimoji="1" sz="1200" kern="1200">
        <a:solidFill>
          <a:schemeClr val="tx1"/>
        </a:solidFill>
        <a:latin typeface="Gulim" panose="020B0600000101010101" pitchFamily="34" charset="-127"/>
        <a:ea typeface="Gulim" panose="020B0600000101010101" pitchFamily="34" charset="-127"/>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t>1</a:t>
            </a:fld>
            <a:endParaRPr lang="zh-CN" altLang="en-US" dirty="0"/>
          </a:p>
        </p:txBody>
      </p:sp>
      <p:sp>
        <p:nvSpPr>
          <p:cNvPr id="17411" name="Rectangle 2"/>
          <p:cNvSpPr>
            <a:spLocks noGrp="1" noRot="1" noChangeAspect="1" noTextEdit="1"/>
          </p:cNvSpPr>
          <p:nvPr>
            <p:ph type="sldImg"/>
          </p:nvPr>
        </p:nvSpPr>
        <p:spPr/>
      </p:sp>
      <p:sp>
        <p:nvSpPr>
          <p:cNvPr id="17412" name="Rectangle 3"/>
          <p:cNvSpPr>
            <a:spLocks noGrp="1"/>
          </p:cNvSpPr>
          <p:nvPr>
            <p:ph type="body" idx="1"/>
          </p:nvPr>
        </p:nvSpPr>
        <p:spPr/>
        <p:txBody>
          <a:bodyPr wrap="square" lIns="91440" tIns="45720" rIns="91440" bIns="45720" anchor="t" anchorCtr="0"/>
          <a:lstStyle/>
          <a:p>
            <a:pPr lvl="0" eaLnBrk="1" hangingPunct="1"/>
            <a:endParaRPr lang="zh-CN" altLang="en-US" dirty="0"/>
          </a:p>
        </p:txBody>
      </p:sp>
    </p:spTree>
    <p:extLst>
      <p:ext uri="{BB962C8B-B14F-4D97-AF65-F5344CB8AC3E}">
        <p14:creationId xmlns:p14="http://schemas.microsoft.com/office/powerpoint/2010/main" val="1755293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t>2</a:t>
            </a:fld>
            <a:endParaRPr lang="zh-CN" altLang="en-US" dirty="0"/>
          </a:p>
        </p:txBody>
      </p:sp>
      <p:sp>
        <p:nvSpPr>
          <p:cNvPr id="19459" name="Rectangle 2"/>
          <p:cNvSpPr>
            <a:spLocks noGrp="1" noRot="1" noChangeAspect="1" noTextEdit="1"/>
          </p:cNvSpPr>
          <p:nvPr>
            <p:ph type="sldImg"/>
          </p:nvPr>
        </p:nvSpPr>
        <p:spPr/>
      </p:sp>
      <p:sp>
        <p:nvSpPr>
          <p:cNvPr id="19460" name="Rectangle 3"/>
          <p:cNvSpPr>
            <a:spLocks noGrp="1"/>
          </p:cNvSpPr>
          <p:nvPr>
            <p:ph type="body" idx="1"/>
          </p:nvPr>
        </p:nvSpPr>
        <p:spPr/>
        <p:txBody>
          <a:bodyPr wrap="square" lIns="91440" tIns="45720" rIns="91440" bIns="45720" anchor="t" anchorCtr="0"/>
          <a:lstStyle/>
          <a:p>
            <a:pPr lvl="0" eaLnBrk="1" hangingPunct="1"/>
            <a:endParaRPr lang="zh-CN" altLang="en-US" dirty="0"/>
          </a:p>
        </p:txBody>
      </p:sp>
    </p:spTree>
    <p:extLst>
      <p:ext uri="{BB962C8B-B14F-4D97-AF65-F5344CB8AC3E}">
        <p14:creationId xmlns:p14="http://schemas.microsoft.com/office/powerpoint/2010/main" val="40805177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p:spPr>
        <p:txBody>
          <a:bodyPr/>
          <a:lstStyle>
            <a:lvl1pPr latinLnBrk="1">
              <a:spcBef>
                <a:spcPct val="30000"/>
              </a:spcBef>
              <a:defRPr kumimoji="1" sz="1200">
                <a:solidFill>
                  <a:schemeClr val="tx1"/>
                </a:solidFill>
                <a:latin typeface="Gulim" panose="020B0604020202020204" charset="-127"/>
                <a:ea typeface="Gulim" panose="020B0604020202020204" charset="-127"/>
              </a:defRPr>
            </a:lvl1pPr>
            <a:lvl2pPr marL="742950" indent="-285750" latinLnBrk="1">
              <a:spcBef>
                <a:spcPct val="30000"/>
              </a:spcBef>
              <a:defRPr kumimoji="1" sz="1200">
                <a:solidFill>
                  <a:schemeClr val="tx1"/>
                </a:solidFill>
                <a:latin typeface="Gulim" panose="020B0604020202020204" charset="-127"/>
                <a:ea typeface="Gulim" panose="020B0604020202020204" charset="-127"/>
              </a:defRPr>
            </a:lvl2pPr>
            <a:lvl3pPr marL="1143000" indent="-228600" latinLnBrk="1">
              <a:spcBef>
                <a:spcPct val="30000"/>
              </a:spcBef>
              <a:defRPr kumimoji="1" sz="1200">
                <a:solidFill>
                  <a:schemeClr val="tx1"/>
                </a:solidFill>
                <a:latin typeface="Gulim" panose="020B0604020202020204" charset="-127"/>
                <a:ea typeface="Gulim" panose="020B0604020202020204" charset="-127"/>
              </a:defRPr>
            </a:lvl3pPr>
            <a:lvl4pPr marL="1600200" indent="-228600" latinLnBrk="1">
              <a:spcBef>
                <a:spcPct val="30000"/>
              </a:spcBef>
              <a:defRPr kumimoji="1" sz="1200">
                <a:solidFill>
                  <a:schemeClr val="tx1"/>
                </a:solidFill>
                <a:latin typeface="Gulim" panose="020B0604020202020204" charset="-127"/>
                <a:ea typeface="Gulim" panose="020B0604020202020204" charset="-127"/>
              </a:defRPr>
            </a:lvl4pPr>
            <a:lvl5pPr marL="2057400" indent="-228600" latinLnBrk="1">
              <a:spcBef>
                <a:spcPct val="30000"/>
              </a:spcBef>
              <a:defRPr kumimoji="1" sz="1200">
                <a:solidFill>
                  <a:schemeClr val="tx1"/>
                </a:solidFill>
                <a:latin typeface="Gulim" panose="020B0604020202020204" charset="-127"/>
                <a:ea typeface="Gulim" panose="020B0604020202020204" charset="-127"/>
              </a:defRPr>
            </a:lvl5pPr>
            <a:lvl6pPr marL="2514600" indent="-228600" eaLnBrk="0" fontAlgn="base" latinLnBrk="1" hangingPunct="0">
              <a:spcBef>
                <a:spcPct val="30000"/>
              </a:spcBef>
              <a:spcAft>
                <a:spcPct val="0"/>
              </a:spcAft>
              <a:defRPr kumimoji="1" sz="1200">
                <a:solidFill>
                  <a:schemeClr val="tx1"/>
                </a:solidFill>
                <a:latin typeface="Gulim" panose="020B0604020202020204" charset="-127"/>
                <a:ea typeface="Gulim" panose="020B0604020202020204" charset="-127"/>
              </a:defRPr>
            </a:lvl6pPr>
            <a:lvl7pPr marL="2971800" indent="-228600" eaLnBrk="0" fontAlgn="base" latinLnBrk="1" hangingPunct="0">
              <a:spcBef>
                <a:spcPct val="30000"/>
              </a:spcBef>
              <a:spcAft>
                <a:spcPct val="0"/>
              </a:spcAft>
              <a:defRPr kumimoji="1" sz="1200">
                <a:solidFill>
                  <a:schemeClr val="tx1"/>
                </a:solidFill>
                <a:latin typeface="Gulim" panose="020B0604020202020204" charset="-127"/>
                <a:ea typeface="Gulim" panose="020B0604020202020204" charset="-127"/>
              </a:defRPr>
            </a:lvl7pPr>
            <a:lvl8pPr marL="3429000" indent="-228600" eaLnBrk="0" fontAlgn="base" latinLnBrk="1" hangingPunct="0">
              <a:spcBef>
                <a:spcPct val="30000"/>
              </a:spcBef>
              <a:spcAft>
                <a:spcPct val="0"/>
              </a:spcAft>
              <a:defRPr kumimoji="1" sz="1200">
                <a:solidFill>
                  <a:schemeClr val="tx1"/>
                </a:solidFill>
                <a:latin typeface="Gulim" panose="020B0604020202020204" charset="-127"/>
                <a:ea typeface="Gulim" panose="020B0604020202020204" charset="-127"/>
              </a:defRPr>
            </a:lvl8pPr>
            <a:lvl9pPr marL="3886200" indent="-228600" eaLnBrk="0" fontAlgn="base" latinLnBrk="1" hangingPunct="0">
              <a:spcBef>
                <a:spcPct val="30000"/>
              </a:spcBef>
              <a:spcAft>
                <a:spcPct val="0"/>
              </a:spcAft>
              <a:defRPr kumimoji="1" sz="1200">
                <a:solidFill>
                  <a:schemeClr val="tx1"/>
                </a:solidFill>
                <a:latin typeface="Gulim" panose="020B0604020202020204" charset="-127"/>
                <a:ea typeface="Gulim" panose="020B0604020202020204" charset="-127"/>
              </a:defRPr>
            </a:lvl9pPr>
          </a:lstStyle>
          <a:p>
            <a:pPr>
              <a:spcBef>
                <a:spcPct val="0"/>
              </a:spcBef>
            </a:pPr>
            <a:fld id="{5BEFC39D-EEA9-4773-8EC0-2E3CDABF203E}" type="slidenum">
              <a:rPr lang="zh-CN" altLang="en-US" smtClean="0"/>
              <a:pPr>
                <a:spcBef>
                  <a:spcPct val="0"/>
                </a:spcBef>
              </a:pPr>
              <a:t>3</a:t>
            </a:fld>
            <a:endParaRPr lang="en-US" altLang="zh-CN" smtClean="0"/>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p:spPr>
        <p:txBody>
          <a:bodyPr/>
          <a:lstStyle/>
          <a:p>
            <a:pPr eaLnBrk="1" hangingPunct="1"/>
            <a:endParaRPr lang="zh-CN" altLang="en-US" smtClean="0">
              <a:latin typeface="Gulim" panose="020B0604020202020204" charset="-127"/>
              <a:ea typeface="Gulim" panose="020B0604020202020204" charset="-127"/>
            </a:endParaRPr>
          </a:p>
        </p:txBody>
      </p:sp>
    </p:spTree>
    <p:extLst>
      <p:ext uri="{BB962C8B-B14F-4D97-AF65-F5344CB8AC3E}">
        <p14:creationId xmlns:p14="http://schemas.microsoft.com/office/powerpoint/2010/main" val="35672361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p:spPr>
        <p:txBody>
          <a:bodyPr/>
          <a:lstStyle>
            <a:lvl1pPr latinLnBrk="1">
              <a:spcBef>
                <a:spcPct val="30000"/>
              </a:spcBef>
              <a:defRPr kumimoji="1" sz="1200">
                <a:solidFill>
                  <a:schemeClr val="tx1"/>
                </a:solidFill>
                <a:latin typeface="Gulim" panose="020B0604020202020204" charset="-127"/>
                <a:ea typeface="Gulim" panose="020B0604020202020204" charset="-127"/>
              </a:defRPr>
            </a:lvl1pPr>
            <a:lvl2pPr marL="742950" indent="-285750" latinLnBrk="1">
              <a:spcBef>
                <a:spcPct val="30000"/>
              </a:spcBef>
              <a:defRPr kumimoji="1" sz="1200">
                <a:solidFill>
                  <a:schemeClr val="tx1"/>
                </a:solidFill>
                <a:latin typeface="Gulim" panose="020B0604020202020204" charset="-127"/>
                <a:ea typeface="Gulim" panose="020B0604020202020204" charset="-127"/>
              </a:defRPr>
            </a:lvl2pPr>
            <a:lvl3pPr marL="1143000" indent="-228600" latinLnBrk="1">
              <a:spcBef>
                <a:spcPct val="30000"/>
              </a:spcBef>
              <a:defRPr kumimoji="1" sz="1200">
                <a:solidFill>
                  <a:schemeClr val="tx1"/>
                </a:solidFill>
                <a:latin typeface="Gulim" panose="020B0604020202020204" charset="-127"/>
                <a:ea typeface="Gulim" panose="020B0604020202020204" charset="-127"/>
              </a:defRPr>
            </a:lvl3pPr>
            <a:lvl4pPr marL="1600200" indent="-228600" latinLnBrk="1">
              <a:spcBef>
                <a:spcPct val="30000"/>
              </a:spcBef>
              <a:defRPr kumimoji="1" sz="1200">
                <a:solidFill>
                  <a:schemeClr val="tx1"/>
                </a:solidFill>
                <a:latin typeface="Gulim" panose="020B0604020202020204" charset="-127"/>
                <a:ea typeface="Gulim" panose="020B0604020202020204" charset="-127"/>
              </a:defRPr>
            </a:lvl4pPr>
            <a:lvl5pPr marL="2057400" indent="-228600" latinLnBrk="1">
              <a:spcBef>
                <a:spcPct val="30000"/>
              </a:spcBef>
              <a:defRPr kumimoji="1" sz="1200">
                <a:solidFill>
                  <a:schemeClr val="tx1"/>
                </a:solidFill>
                <a:latin typeface="Gulim" panose="020B0604020202020204" charset="-127"/>
                <a:ea typeface="Gulim" panose="020B0604020202020204" charset="-127"/>
              </a:defRPr>
            </a:lvl5pPr>
            <a:lvl6pPr marL="2514600" indent="-228600" eaLnBrk="0" fontAlgn="base" latinLnBrk="1" hangingPunct="0">
              <a:spcBef>
                <a:spcPct val="30000"/>
              </a:spcBef>
              <a:spcAft>
                <a:spcPct val="0"/>
              </a:spcAft>
              <a:defRPr kumimoji="1" sz="1200">
                <a:solidFill>
                  <a:schemeClr val="tx1"/>
                </a:solidFill>
                <a:latin typeface="Gulim" panose="020B0604020202020204" charset="-127"/>
                <a:ea typeface="Gulim" panose="020B0604020202020204" charset="-127"/>
              </a:defRPr>
            </a:lvl6pPr>
            <a:lvl7pPr marL="2971800" indent="-228600" eaLnBrk="0" fontAlgn="base" latinLnBrk="1" hangingPunct="0">
              <a:spcBef>
                <a:spcPct val="30000"/>
              </a:spcBef>
              <a:spcAft>
                <a:spcPct val="0"/>
              </a:spcAft>
              <a:defRPr kumimoji="1" sz="1200">
                <a:solidFill>
                  <a:schemeClr val="tx1"/>
                </a:solidFill>
                <a:latin typeface="Gulim" panose="020B0604020202020204" charset="-127"/>
                <a:ea typeface="Gulim" panose="020B0604020202020204" charset="-127"/>
              </a:defRPr>
            </a:lvl7pPr>
            <a:lvl8pPr marL="3429000" indent="-228600" eaLnBrk="0" fontAlgn="base" latinLnBrk="1" hangingPunct="0">
              <a:spcBef>
                <a:spcPct val="30000"/>
              </a:spcBef>
              <a:spcAft>
                <a:spcPct val="0"/>
              </a:spcAft>
              <a:defRPr kumimoji="1" sz="1200">
                <a:solidFill>
                  <a:schemeClr val="tx1"/>
                </a:solidFill>
                <a:latin typeface="Gulim" panose="020B0604020202020204" charset="-127"/>
                <a:ea typeface="Gulim" panose="020B0604020202020204" charset="-127"/>
              </a:defRPr>
            </a:lvl8pPr>
            <a:lvl9pPr marL="3886200" indent="-228600" eaLnBrk="0" fontAlgn="base" latinLnBrk="1" hangingPunct="0">
              <a:spcBef>
                <a:spcPct val="30000"/>
              </a:spcBef>
              <a:spcAft>
                <a:spcPct val="0"/>
              </a:spcAft>
              <a:defRPr kumimoji="1" sz="1200">
                <a:solidFill>
                  <a:schemeClr val="tx1"/>
                </a:solidFill>
                <a:latin typeface="Gulim" panose="020B0604020202020204" charset="-127"/>
                <a:ea typeface="Gulim" panose="020B0604020202020204" charset="-127"/>
              </a:defRPr>
            </a:lvl9pPr>
          </a:lstStyle>
          <a:p>
            <a:pPr>
              <a:spcBef>
                <a:spcPct val="0"/>
              </a:spcBef>
            </a:pPr>
            <a:fld id="{89EBCE53-3BFA-490D-A070-5D133CA1A57F}" type="slidenum">
              <a:rPr lang="zh-CN" altLang="en-US" smtClean="0"/>
              <a:pPr>
                <a:spcBef>
                  <a:spcPct val="0"/>
                </a:spcBef>
              </a:pPr>
              <a:t>4</a:t>
            </a:fld>
            <a:endParaRPr lang="en-US" altLang="zh-CN" smtClean="0"/>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noFill/>
        </p:spPr>
        <p:txBody>
          <a:bodyPr/>
          <a:lstStyle/>
          <a:p>
            <a:pPr eaLnBrk="1" hangingPunct="1"/>
            <a:endParaRPr lang="zh-CN" altLang="en-US" smtClean="0">
              <a:latin typeface="Gulim" panose="020B0604020202020204" charset="-127"/>
              <a:ea typeface="Gulim" panose="020B0604020202020204" charset="-127"/>
            </a:endParaRPr>
          </a:p>
        </p:txBody>
      </p:sp>
    </p:spTree>
    <p:extLst>
      <p:ext uri="{BB962C8B-B14F-4D97-AF65-F5344CB8AC3E}">
        <p14:creationId xmlns:p14="http://schemas.microsoft.com/office/powerpoint/2010/main" val="29749769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p:spPr>
        <p:txBody>
          <a:bodyPr/>
          <a:lstStyle>
            <a:lvl1pPr latinLnBrk="1">
              <a:spcBef>
                <a:spcPct val="30000"/>
              </a:spcBef>
              <a:defRPr kumimoji="1" sz="1200">
                <a:solidFill>
                  <a:schemeClr val="tx1"/>
                </a:solidFill>
                <a:latin typeface="Gulim" panose="020B0604020202020204" charset="-127"/>
                <a:ea typeface="Gulim" panose="020B0604020202020204" charset="-127"/>
              </a:defRPr>
            </a:lvl1pPr>
            <a:lvl2pPr marL="742950" indent="-285750" latinLnBrk="1">
              <a:spcBef>
                <a:spcPct val="30000"/>
              </a:spcBef>
              <a:defRPr kumimoji="1" sz="1200">
                <a:solidFill>
                  <a:schemeClr val="tx1"/>
                </a:solidFill>
                <a:latin typeface="Gulim" panose="020B0604020202020204" charset="-127"/>
                <a:ea typeface="Gulim" panose="020B0604020202020204" charset="-127"/>
              </a:defRPr>
            </a:lvl2pPr>
            <a:lvl3pPr marL="1143000" indent="-228600" latinLnBrk="1">
              <a:spcBef>
                <a:spcPct val="30000"/>
              </a:spcBef>
              <a:defRPr kumimoji="1" sz="1200">
                <a:solidFill>
                  <a:schemeClr val="tx1"/>
                </a:solidFill>
                <a:latin typeface="Gulim" panose="020B0604020202020204" charset="-127"/>
                <a:ea typeface="Gulim" panose="020B0604020202020204" charset="-127"/>
              </a:defRPr>
            </a:lvl3pPr>
            <a:lvl4pPr marL="1600200" indent="-228600" latinLnBrk="1">
              <a:spcBef>
                <a:spcPct val="30000"/>
              </a:spcBef>
              <a:defRPr kumimoji="1" sz="1200">
                <a:solidFill>
                  <a:schemeClr val="tx1"/>
                </a:solidFill>
                <a:latin typeface="Gulim" panose="020B0604020202020204" charset="-127"/>
                <a:ea typeface="Gulim" panose="020B0604020202020204" charset="-127"/>
              </a:defRPr>
            </a:lvl4pPr>
            <a:lvl5pPr marL="2057400" indent="-228600" latinLnBrk="1">
              <a:spcBef>
                <a:spcPct val="30000"/>
              </a:spcBef>
              <a:defRPr kumimoji="1" sz="1200">
                <a:solidFill>
                  <a:schemeClr val="tx1"/>
                </a:solidFill>
                <a:latin typeface="Gulim" panose="020B0604020202020204" charset="-127"/>
                <a:ea typeface="Gulim" panose="020B0604020202020204" charset="-127"/>
              </a:defRPr>
            </a:lvl5pPr>
            <a:lvl6pPr marL="2514600" indent="-228600" eaLnBrk="0" fontAlgn="base" latinLnBrk="1" hangingPunct="0">
              <a:spcBef>
                <a:spcPct val="30000"/>
              </a:spcBef>
              <a:spcAft>
                <a:spcPct val="0"/>
              </a:spcAft>
              <a:defRPr kumimoji="1" sz="1200">
                <a:solidFill>
                  <a:schemeClr val="tx1"/>
                </a:solidFill>
                <a:latin typeface="Gulim" panose="020B0604020202020204" charset="-127"/>
                <a:ea typeface="Gulim" panose="020B0604020202020204" charset="-127"/>
              </a:defRPr>
            </a:lvl6pPr>
            <a:lvl7pPr marL="2971800" indent="-228600" eaLnBrk="0" fontAlgn="base" latinLnBrk="1" hangingPunct="0">
              <a:spcBef>
                <a:spcPct val="30000"/>
              </a:spcBef>
              <a:spcAft>
                <a:spcPct val="0"/>
              </a:spcAft>
              <a:defRPr kumimoji="1" sz="1200">
                <a:solidFill>
                  <a:schemeClr val="tx1"/>
                </a:solidFill>
                <a:latin typeface="Gulim" panose="020B0604020202020204" charset="-127"/>
                <a:ea typeface="Gulim" panose="020B0604020202020204" charset="-127"/>
              </a:defRPr>
            </a:lvl7pPr>
            <a:lvl8pPr marL="3429000" indent="-228600" eaLnBrk="0" fontAlgn="base" latinLnBrk="1" hangingPunct="0">
              <a:spcBef>
                <a:spcPct val="30000"/>
              </a:spcBef>
              <a:spcAft>
                <a:spcPct val="0"/>
              </a:spcAft>
              <a:defRPr kumimoji="1" sz="1200">
                <a:solidFill>
                  <a:schemeClr val="tx1"/>
                </a:solidFill>
                <a:latin typeface="Gulim" panose="020B0604020202020204" charset="-127"/>
                <a:ea typeface="Gulim" panose="020B0604020202020204" charset="-127"/>
              </a:defRPr>
            </a:lvl8pPr>
            <a:lvl9pPr marL="3886200" indent="-228600" eaLnBrk="0" fontAlgn="base" latinLnBrk="1" hangingPunct="0">
              <a:spcBef>
                <a:spcPct val="30000"/>
              </a:spcBef>
              <a:spcAft>
                <a:spcPct val="0"/>
              </a:spcAft>
              <a:defRPr kumimoji="1" sz="1200">
                <a:solidFill>
                  <a:schemeClr val="tx1"/>
                </a:solidFill>
                <a:latin typeface="Gulim" panose="020B0604020202020204" charset="-127"/>
                <a:ea typeface="Gulim" panose="020B0604020202020204" charset="-127"/>
              </a:defRPr>
            </a:lvl9pPr>
          </a:lstStyle>
          <a:p>
            <a:pPr>
              <a:spcBef>
                <a:spcPct val="0"/>
              </a:spcBef>
            </a:pPr>
            <a:fld id="{69FE6C36-10BB-4EB0-8801-BC7E387A2549}" type="slidenum">
              <a:rPr lang="zh-CN" altLang="en-US" smtClean="0"/>
              <a:pPr>
                <a:spcBef>
                  <a:spcPct val="0"/>
                </a:spcBef>
              </a:pPr>
              <a:t>5</a:t>
            </a:fld>
            <a:endParaRPr lang="en-US" altLang="zh-CN" smtClean="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p:spPr>
        <p:txBody>
          <a:bodyPr/>
          <a:lstStyle/>
          <a:p>
            <a:pPr eaLnBrk="1" hangingPunct="1"/>
            <a:endParaRPr lang="zh-CN" altLang="en-US" smtClean="0">
              <a:latin typeface="Gulim" panose="020B0604020202020204" charset="-127"/>
              <a:ea typeface="Gulim" panose="020B0604020202020204" charset="-127"/>
            </a:endParaRPr>
          </a:p>
        </p:txBody>
      </p:sp>
    </p:spTree>
    <p:extLst>
      <p:ext uri="{BB962C8B-B14F-4D97-AF65-F5344CB8AC3E}">
        <p14:creationId xmlns:p14="http://schemas.microsoft.com/office/powerpoint/2010/main" val="18465793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lvl1pPr latinLnBrk="1">
              <a:spcBef>
                <a:spcPct val="30000"/>
              </a:spcBef>
              <a:defRPr kumimoji="1" sz="1200">
                <a:solidFill>
                  <a:schemeClr val="tx1"/>
                </a:solidFill>
                <a:latin typeface="Gulim" panose="020B0604020202020204" charset="-127"/>
                <a:ea typeface="Gulim" panose="020B0604020202020204" charset="-127"/>
              </a:defRPr>
            </a:lvl1pPr>
            <a:lvl2pPr marL="742950" indent="-285750" latinLnBrk="1">
              <a:spcBef>
                <a:spcPct val="30000"/>
              </a:spcBef>
              <a:defRPr kumimoji="1" sz="1200">
                <a:solidFill>
                  <a:schemeClr val="tx1"/>
                </a:solidFill>
                <a:latin typeface="Gulim" panose="020B0604020202020204" charset="-127"/>
                <a:ea typeface="Gulim" panose="020B0604020202020204" charset="-127"/>
              </a:defRPr>
            </a:lvl2pPr>
            <a:lvl3pPr marL="1143000" indent="-228600" latinLnBrk="1">
              <a:spcBef>
                <a:spcPct val="30000"/>
              </a:spcBef>
              <a:defRPr kumimoji="1" sz="1200">
                <a:solidFill>
                  <a:schemeClr val="tx1"/>
                </a:solidFill>
                <a:latin typeface="Gulim" panose="020B0604020202020204" charset="-127"/>
                <a:ea typeface="Gulim" panose="020B0604020202020204" charset="-127"/>
              </a:defRPr>
            </a:lvl3pPr>
            <a:lvl4pPr marL="1600200" indent="-228600" latinLnBrk="1">
              <a:spcBef>
                <a:spcPct val="30000"/>
              </a:spcBef>
              <a:defRPr kumimoji="1" sz="1200">
                <a:solidFill>
                  <a:schemeClr val="tx1"/>
                </a:solidFill>
                <a:latin typeface="Gulim" panose="020B0604020202020204" charset="-127"/>
                <a:ea typeface="Gulim" panose="020B0604020202020204" charset="-127"/>
              </a:defRPr>
            </a:lvl4pPr>
            <a:lvl5pPr marL="2057400" indent="-228600" latinLnBrk="1">
              <a:spcBef>
                <a:spcPct val="30000"/>
              </a:spcBef>
              <a:defRPr kumimoji="1" sz="1200">
                <a:solidFill>
                  <a:schemeClr val="tx1"/>
                </a:solidFill>
                <a:latin typeface="Gulim" panose="020B0604020202020204" charset="-127"/>
                <a:ea typeface="Gulim" panose="020B0604020202020204" charset="-127"/>
              </a:defRPr>
            </a:lvl5pPr>
            <a:lvl6pPr marL="2514600" indent="-228600" eaLnBrk="0" fontAlgn="base" latinLnBrk="1" hangingPunct="0">
              <a:spcBef>
                <a:spcPct val="30000"/>
              </a:spcBef>
              <a:spcAft>
                <a:spcPct val="0"/>
              </a:spcAft>
              <a:defRPr kumimoji="1" sz="1200">
                <a:solidFill>
                  <a:schemeClr val="tx1"/>
                </a:solidFill>
                <a:latin typeface="Gulim" panose="020B0604020202020204" charset="-127"/>
                <a:ea typeface="Gulim" panose="020B0604020202020204" charset="-127"/>
              </a:defRPr>
            </a:lvl6pPr>
            <a:lvl7pPr marL="2971800" indent="-228600" eaLnBrk="0" fontAlgn="base" latinLnBrk="1" hangingPunct="0">
              <a:spcBef>
                <a:spcPct val="30000"/>
              </a:spcBef>
              <a:spcAft>
                <a:spcPct val="0"/>
              </a:spcAft>
              <a:defRPr kumimoji="1" sz="1200">
                <a:solidFill>
                  <a:schemeClr val="tx1"/>
                </a:solidFill>
                <a:latin typeface="Gulim" panose="020B0604020202020204" charset="-127"/>
                <a:ea typeface="Gulim" panose="020B0604020202020204" charset="-127"/>
              </a:defRPr>
            </a:lvl7pPr>
            <a:lvl8pPr marL="3429000" indent="-228600" eaLnBrk="0" fontAlgn="base" latinLnBrk="1" hangingPunct="0">
              <a:spcBef>
                <a:spcPct val="30000"/>
              </a:spcBef>
              <a:spcAft>
                <a:spcPct val="0"/>
              </a:spcAft>
              <a:defRPr kumimoji="1" sz="1200">
                <a:solidFill>
                  <a:schemeClr val="tx1"/>
                </a:solidFill>
                <a:latin typeface="Gulim" panose="020B0604020202020204" charset="-127"/>
                <a:ea typeface="Gulim" panose="020B0604020202020204" charset="-127"/>
              </a:defRPr>
            </a:lvl8pPr>
            <a:lvl9pPr marL="3886200" indent="-228600" eaLnBrk="0" fontAlgn="base" latinLnBrk="1" hangingPunct="0">
              <a:spcBef>
                <a:spcPct val="30000"/>
              </a:spcBef>
              <a:spcAft>
                <a:spcPct val="0"/>
              </a:spcAft>
              <a:defRPr kumimoji="1" sz="1200">
                <a:solidFill>
                  <a:schemeClr val="tx1"/>
                </a:solidFill>
                <a:latin typeface="Gulim" panose="020B0604020202020204" charset="-127"/>
                <a:ea typeface="Gulim" panose="020B0604020202020204" charset="-127"/>
              </a:defRPr>
            </a:lvl9pPr>
          </a:lstStyle>
          <a:p>
            <a:pPr>
              <a:spcBef>
                <a:spcPct val="0"/>
              </a:spcBef>
            </a:pPr>
            <a:fld id="{7D06C01A-53DC-4C41-8533-33A799C5690A}" type="slidenum">
              <a:rPr lang="zh-CN" altLang="en-US" smtClean="0"/>
              <a:pPr>
                <a:spcBef>
                  <a:spcPct val="0"/>
                </a:spcBef>
              </a:pPr>
              <a:t>8</a:t>
            </a:fld>
            <a:endParaRPr lang="en-US" altLang="zh-CN" smtClean="0"/>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p:spPr>
        <p:txBody>
          <a:bodyPr/>
          <a:lstStyle/>
          <a:p>
            <a:pPr eaLnBrk="1" hangingPunct="1"/>
            <a:endParaRPr lang="zh-CN" altLang="en-US" smtClean="0">
              <a:latin typeface="Gulim" panose="020B0604020202020204" charset="-127"/>
              <a:ea typeface="Gulim" panose="020B0604020202020204" charset="-127"/>
            </a:endParaRPr>
          </a:p>
        </p:txBody>
      </p:sp>
    </p:spTree>
    <p:extLst>
      <p:ext uri="{BB962C8B-B14F-4D97-AF65-F5344CB8AC3E}">
        <p14:creationId xmlns:p14="http://schemas.microsoft.com/office/powerpoint/2010/main" val="24129345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p:spPr>
        <p:txBody>
          <a:bodyPr/>
          <a:lstStyle>
            <a:lvl1pPr latinLnBrk="1">
              <a:spcBef>
                <a:spcPct val="30000"/>
              </a:spcBef>
              <a:defRPr kumimoji="1" sz="1200">
                <a:solidFill>
                  <a:schemeClr val="tx1"/>
                </a:solidFill>
                <a:latin typeface="Gulim" panose="020B0604020202020204" charset="-127"/>
                <a:ea typeface="Gulim" panose="020B0604020202020204" charset="-127"/>
              </a:defRPr>
            </a:lvl1pPr>
            <a:lvl2pPr marL="742950" indent="-285750" latinLnBrk="1">
              <a:spcBef>
                <a:spcPct val="30000"/>
              </a:spcBef>
              <a:defRPr kumimoji="1" sz="1200">
                <a:solidFill>
                  <a:schemeClr val="tx1"/>
                </a:solidFill>
                <a:latin typeface="Gulim" panose="020B0604020202020204" charset="-127"/>
                <a:ea typeface="Gulim" panose="020B0604020202020204" charset="-127"/>
              </a:defRPr>
            </a:lvl2pPr>
            <a:lvl3pPr marL="1143000" indent="-228600" latinLnBrk="1">
              <a:spcBef>
                <a:spcPct val="30000"/>
              </a:spcBef>
              <a:defRPr kumimoji="1" sz="1200">
                <a:solidFill>
                  <a:schemeClr val="tx1"/>
                </a:solidFill>
                <a:latin typeface="Gulim" panose="020B0604020202020204" charset="-127"/>
                <a:ea typeface="Gulim" panose="020B0604020202020204" charset="-127"/>
              </a:defRPr>
            </a:lvl3pPr>
            <a:lvl4pPr marL="1600200" indent="-228600" latinLnBrk="1">
              <a:spcBef>
                <a:spcPct val="30000"/>
              </a:spcBef>
              <a:defRPr kumimoji="1" sz="1200">
                <a:solidFill>
                  <a:schemeClr val="tx1"/>
                </a:solidFill>
                <a:latin typeface="Gulim" panose="020B0604020202020204" charset="-127"/>
                <a:ea typeface="Gulim" panose="020B0604020202020204" charset="-127"/>
              </a:defRPr>
            </a:lvl4pPr>
            <a:lvl5pPr marL="2057400" indent="-228600" latinLnBrk="1">
              <a:spcBef>
                <a:spcPct val="30000"/>
              </a:spcBef>
              <a:defRPr kumimoji="1" sz="1200">
                <a:solidFill>
                  <a:schemeClr val="tx1"/>
                </a:solidFill>
                <a:latin typeface="Gulim" panose="020B0604020202020204" charset="-127"/>
                <a:ea typeface="Gulim" panose="020B0604020202020204" charset="-127"/>
              </a:defRPr>
            </a:lvl5pPr>
            <a:lvl6pPr marL="2514600" indent="-228600" eaLnBrk="0" fontAlgn="base" latinLnBrk="1" hangingPunct="0">
              <a:spcBef>
                <a:spcPct val="30000"/>
              </a:spcBef>
              <a:spcAft>
                <a:spcPct val="0"/>
              </a:spcAft>
              <a:defRPr kumimoji="1" sz="1200">
                <a:solidFill>
                  <a:schemeClr val="tx1"/>
                </a:solidFill>
                <a:latin typeface="Gulim" panose="020B0604020202020204" charset="-127"/>
                <a:ea typeface="Gulim" panose="020B0604020202020204" charset="-127"/>
              </a:defRPr>
            </a:lvl6pPr>
            <a:lvl7pPr marL="2971800" indent="-228600" eaLnBrk="0" fontAlgn="base" latinLnBrk="1" hangingPunct="0">
              <a:spcBef>
                <a:spcPct val="30000"/>
              </a:spcBef>
              <a:spcAft>
                <a:spcPct val="0"/>
              </a:spcAft>
              <a:defRPr kumimoji="1" sz="1200">
                <a:solidFill>
                  <a:schemeClr val="tx1"/>
                </a:solidFill>
                <a:latin typeface="Gulim" panose="020B0604020202020204" charset="-127"/>
                <a:ea typeface="Gulim" panose="020B0604020202020204" charset="-127"/>
              </a:defRPr>
            </a:lvl7pPr>
            <a:lvl8pPr marL="3429000" indent="-228600" eaLnBrk="0" fontAlgn="base" latinLnBrk="1" hangingPunct="0">
              <a:spcBef>
                <a:spcPct val="30000"/>
              </a:spcBef>
              <a:spcAft>
                <a:spcPct val="0"/>
              </a:spcAft>
              <a:defRPr kumimoji="1" sz="1200">
                <a:solidFill>
                  <a:schemeClr val="tx1"/>
                </a:solidFill>
                <a:latin typeface="Gulim" panose="020B0604020202020204" charset="-127"/>
                <a:ea typeface="Gulim" panose="020B0604020202020204" charset="-127"/>
              </a:defRPr>
            </a:lvl8pPr>
            <a:lvl9pPr marL="3886200" indent="-228600" eaLnBrk="0" fontAlgn="base" latinLnBrk="1" hangingPunct="0">
              <a:spcBef>
                <a:spcPct val="30000"/>
              </a:spcBef>
              <a:spcAft>
                <a:spcPct val="0"/>
              </a:spcAft>
              <a:defRPr kumimoji="1" sz="1200">
                <a:solidFill>
                  <a:schemeClr val="tx1"/>
                </a:solidFill>
                <a:latin typeface="Gulim" panose="020B0604020202020204" charset="-127"/>
                <a:ea typeface="Gulim" panose="020B0604020202020204" charset="-127"/>
              </a:defRPr>
            </a:lvl9pPr>
          </a:lstStyle>
          <a:p>
            <a:pPr>
              <a:spcBef>
                <a:spcPct val="0"/>
              </a:spcBef>
            </a:pPr>
            <a:fld id="{585F09C9-FD63-4452-BA87-9586B7E6DBF2}" type="slidenum">
              <a:rPr lang="zh-CN" altLang="en-US" smtClean="0"/>
              <a:pPr>
                <a:spcBef>
                  <a:spcPct val="0"/>
                </a:spcBef>
              </a:pPr>
              <a:t>12</a:t>
            </a:fld>
            <a:endParaRPr lang="en-US" altLang="zh-CN" smtClean="0"/>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p:spPr>
        <p:txBody>
          <a:bodyPr/>
          <a:lstStyle/>
          <a:p>
            <a:pPr eaLnBrk="1" hangingPunct="1"/>
            <a:r>
              <a:rPr lang="zh-CN" altLang="en-US" sz="1300" b="1" smtClean="0">
                <a:solidFill>
                  <a:srgbClr val="006600"/>
                </a:solidFill>
                <a:latin typeface="楷体" panose="02010609060101010101" pitchFamily="49" charset="-122"/>
                <a:ea typeface="楷体" panose="02010609060101010101" pitchFamily="49" charset="-122"/>
              </a:rPr>
              <a:t>完全归纳推理</a:t>
            </a:r>
            <a:r>
              <a:rPr lang="en-US" altLang="zh-CN" sz="1300" b="1" smtClean="0">
                <a:solidFill>
                  <a:srgbClr val="006600"/>
                </a:solidFill>
                <a:latin typeface="楷体" panose="02010609060101010101" pitchFamily="49" charset="-122"/>
                <a:ea typeface="楷体" panose="02010609060101010101" pitchFamily="49" charset="-122"/>
              </a:rPr>
              <a:t>--</a:t>
            </a:r>
            <a:r>
              <a:rPr lang="zh-CN" altLang="en-US" sz="1300" b="1" smtClean="0">
                <a:solidFill>
                  <a:srgbClr val="0000CC"/>
                </a:solidFill>
                <a:latin typeface="楷体" panose="02010609060101010101" pitchFamily="49" charset="-122"/>
                <a:ea typeface="楷体" panose="02010609060101010101" pitchFamily="49" charset="-122"/>
              </a:rPr>
              <a:t>是指在进行归纳时需要考察相应事物的全部对象，并根据这些对象是否都具有某种属性，推出该类事物是否具有此属性。如，计算机质量检验。</a:t>
            </a:r>
          </a:p>
          <a:p>
            <a:pPr eaLnBrk="1" hangingPunct="1"/>
            <a:r>
              <a:rPr lang="zh-CN" altLang="en-US" sz="1300" b="1" smtClean="0">
                <a:solidFill>
                  <a:srgbClr val="006600"/>
                </a:solidFill>
                <a:latin typeface="楷体" panose="02010609060101010101" pitchFamily="49" charset="-122"/>
                <a:ea typeface="楷体" panose="02010609060101010101" pitchFamily="49" charset="-122"/>
              </a:rPr>
              <a:t>不完全归纳推理</a:t>
            </a:r>
            <a:r>
              <a:rPr lang="en-US" altLang="zh-CN" sz="1300" b="1" smtClean="0">
                <a:solidFill>
                  <a:srgbClr val="006600"/>
                </a:solidFill>
                <a:latin typeface="楷体" panose="02010609060101010101" pitchFamily="49" charset="-122"/>
                <a:ea typeface="楷体" panose="02010609060101010101" pitchFamily="49" charset="-122"/>
              </a:rPr>
              <a:t>--</a:t>
            </a:r>
            <a:r>
              <a:rPr lang="zh-CN" altLang="en-US" sz="1300" b="1" smtClean="0">
                <a:solidFill>
                  <a:srgbClr val="0000CC"/>
                </a:solidFill>
                <a:latin typeface="楷体" panose="02010609060101010101" pitchFamily="49" charset="-122"/>
                <a:ea typeface="楷体" panose="02010609060101010101" pitchFamily="49" charset="-122"/>
              </a:rPr>
              <a:t>是指在进行归纳时只考察了相应事物的部分对象，就得出了关于该事物的结论。例如，计算机，随机抽查。</a:t>
            </a:r>
          </a:p>
          <a:p>
            <a:pPr eaLnBrk="1" hangingPunct="1"/>
            <a:endParaRPr lang="zh-CN" altLang="en-US" smtClean="0">
              <a:latin typeface="Gulim" panose="020B0604020202020204" charset="-127"/>
              <a:ea typeface="Gulim" panose="020B0604020202020204" charset="-127"/>
            </a:endParaRPr>
          </a:p>
        </p:txBody>
      </p:sp>
    </p:spTree>
    <p:extLst>
      <p:ext uri="{BB962C8B-B14F-4D97-AF65-F5344CB8AC3E}">
        <p14:creationId xmlns:p14="http://schemas.microsoft.com/office/powerpoint/2010/main" val="42012444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t>13</a:t>
            </a:fld>
            <a:endParaRPr lang="zh-CN" altLang="en-US" dirty="0"/>
          </a:p>
        </p:txBody>
      </p:sp>
      <p:sp>
        <p:nvSpPr>
          <p:cNvPr id="98307" name="Rectangle 2"/>
          <p:cNvSpPr>
            <a:spLocks noGrp="1" noRot="1" noChangeAspect="1" noTextEdit="1"/>
          </p:cNvSpPr>
          <p:nvPr>
            <p:ph type="sldImg"/>
          </p:nvPr>
        </p:nvSpPr>
        <p:spPr/>
      </p:sp>
      <p:sp>
        <p:nvSpPr>
          <p:cNvPr id="98308" name="Rectangle 3"/>
          <p:cNvSpPr>
            <a:spLocks noGrp="1"/>
          </p:cNvSpPr>
          <p:nvPr>
            <p:ph type="body" idx="1"/>
          </p:nvPr>
        </p:nvSpPr>
        <p:spPr/>
        <p:txBody>
          <a:bodyPr wrap="square" lIns="91440" tIns="45720" rIns="91440" bIns="45720" anchor="t" anchorCtr="0"/>
          <a:lstStyle/>
          <a:p>
            <a:pPr lvl="0" eaLnBrk="1" hangingPunct="1"/>
            <a:endParaRPr lang="zh-CN" altLang="en-US" dirty="0"/>
          </a:p>
        </p:txBody>
      </p:sp>
    </p:spTree>
    <p:extLst>
      <p:ext uri="{BB962C8B-B14F-4D97-AF65-F5344CB8AC3E}">
        <p14:creationId xmlns:p14="http://schemas.microsoft.com/office/powerpoint/2010/main" val="25767009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t>14</a:t>
            </a:fld>
            <a:endParaRPr lang="zh-CN" altLang="en-US" dirty="0"/>
          </a:p>
        </p:txBody>
      </p:sp>
      <p:sp>
        <p:nvSpPr>
          <p:cNvPr id="98307" name="Rectangle 2"/>
          <p:cNvSpPr>
            <a:spLocks noGrp="1" noRot="1" noChangeAspect="1" noTextEdit="1"/>
          </p:cNvSpPr>
          <p:nvPr>
            <p:ph type="sldImg"/>
          </p:nvPr>
        </p:nvSpPr>
        <p:spPr/>
      </p:sp>
      <p:sp>
        <p:nvSpPr>
          <p:cNvPr id="98308" name="Rectangle 3"/>
          <p:cNvSpPr>
            <a:spLocks noGrp="1"/>
          </p:cNvSpPr>
          <p:nvPr>
            <p:ph type="body" idx="1"/>
          </p:nvPr>
        </p:nvSpPr>
        <p:spPr/>
        <p:txBody>
          <a:bodyPr wrap="square" lIns="91440" tIns="45720" rIns="91440" bIns="45720" anchor="t" anchorCtr="0"/>
          <a:lstStyle/>
          <a:p>
            <a:pPr lvl="0" eaLnBrk="1" hangingPunct="1"/>
            <a:endParaRPr lang="zh-CN" altLang="en-US" dirty="0"/>
          </a:p>
        </p:txBody>
      </p:sp>
    </p:spTree>
    <p:extLst>
      <p:ext uri="{BB962C8B-B14F-4D97-AF65-F5344CB8AC3E}">
        <p14:creationId xmlns:p14="http://schemas.microsoft.com/office/powerpoint/2010/main" val="10863782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t>15</a:t>
            </a:fld>
            <a:endParaRPr lang="zh-CN" altLang="en-US" dirty="0"/>
          </a:p>
        </p:txBody>
      </p:sp>
      <p:sp>
        <p:nvSpPr>
          <p:cNvPr id="98307" name="Rectangle 2"/>
          <p:cNvSpPr>
            <a:spLocks noGrp="1" noRot="1" noChangeAspect="1" noTextEdit="1"/>
          </p:cNvSpPr>
          <p:nvPr>
            <p:ph type="sldImg"/>
          </p:nvPr>
        </p:nvSpPr>
        <p:spPr/>
      </p:sp>
      <p:sp>
        <p:nvSpPr>
          <p:cNvPr id="98308" name="Rectangle 3"/>
          <p:cNvSpPr>
            <a:spLocks noGrp="1"/>
          </p:cNvSpPr>
          <p:nvPr>
            <p:ph type="body" idx="1"/>
          </p:nvPr>
        </p:nvSpPr>
        <p:spPr/>
        <p:txBody>
          <a:bodyPr wrap="square" lIns="91440" tIns="45720" rIns="91440" bIns="45720" anchor="t" anchorCtr="0"/>
          <a:lstStyle/>
          <a:p>
            <a:pPr lvl="0" eaLnBrk="1" hangingPunct="1"/>
            <a:endParaRPr lang="zh-CN" altLang="en-US" dirty="0"/>
          </a:p>
        </p:txBody>
      </p:sp>
    </p:spTree>
    <p:extLst>
      <p:ext uri="{BB962C8B-B14F-4D97-AF65-F5344CB8AC3E}">
        <p14:creationId xmlns:p14="http://schemas.microsoft.com/office/powerpoint/2010/main" val="16576265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t>16</a:t>
            </a:fld>
            <a:endParaRPr lang="zh-CN" altLang="en-US" dirty="0"/>
          </a:p>
        </p:txBody>
      </p:sp>
      <p:sp>
        <p:nvSpPr>
          <p:cNvPr id="98307" name="Rectangle 2"/>
          <p:cNvSpPr>
            <a:spLocks noGrp="1" noRot="1" noChangeAspect="1" noTextEdit="1"/>
          </p:cNvSpPr>
          <p:nvPr>
            <p:ph type="sldImg"/>
          </p:nvPr>
        </p:nvSpPr>
        <p:spPr/>
      </p:sp>
      <p:sp>
        <p:nvSpPr>
          <p:cNvPr id="98308" name="Rectangle 3"/>
          <p:cNvSpPr>
            <a:spLocks noGrp="1"/>
          </p:cNvSpPr>
          <p:nvPr>
            <p:ph type="body" idx="1"/>
          </p:nvPr>
        </p:nvSpPr>
        <p:spPr/>
        <p:txBody>
          <a:bodyPr wrap="square" lIns="91440" tIns="45720" rIns="91440" bIns="45720" anchor="t" anchorCtr="0"/>
          <a:lstStyle/>
          <a:p>
            <a:pPr lvl="0" eaLnBrk="1" hangingPunct="1"/>
            <a:endParaRPr lang="zh-CN" altLang="en-US" dirty="0"/>
          </a:p>
        </p:txBody>
      </p:sp>
    </p:spTree>
    <p:extLst>
      <p:ext uri="{BB962C8B-B14F-4D97-AF65-F5344CB8AC3E}">
        <p14:creationId xmlns:p14="http://schemas.microsoft.com/office/powerpoint/2010/main" val="1180954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p:spPr>
        <p:txBody>
          <a:bodyPr/>
          <a:lstStyle>
            <a:lvl1pPr latinLnBrk="1">
              <a:spcBef>
                <a:spcPct val="30000"/>
              </a:spcBef>
              <a:defRPr kumimoji="1" sz="1200">
                <a:solidFill>
                  <a:schemeClr val="tx1"/>
                </a:solidFill>
                <a:latin typeface="Gulim" pitchFamily="34" charset="-127"/>
                <a:ea typeface="Gulim" pitchFamily="34" charset="-127"/>
              </a:defRPr>
            </a:lvl1pPr>
            <a:lvl2pPr marL="742950" indent="-285750" latinLnBrk="1">
              <a:spcBef>
                <a:spcPct val="30000"/>
              </a:spcBef>
              <a:defRPr kumimoji="1" sz="1200">
                <a:solidFill>
                  <a:schemeClr val="tx1"/>
                </a:solidFill>
                <a:latin typeface="Gulim" pitchFamily="34" charset="-127"/>
                <a:ea typeface="Gulim" pitchFamily="34" charset="-127"/>
              </a:defRPr>
            </a:lvl2pPr>
            <a:lvl3pPr marL="1143000" indent="-228600" latinLnBrk="1">
              <a:spcBef>
                <a:spcPct val="30000"/>
              </a:spcBef>
              <a:defRPr kumimoji="1" sz="1200">
                <a:solidFill>
                  <a:schemeClr val="tx1"/>
                </a:solidFill>
                <a:latin typeface="Gulim" pitchFamily="34" charset="-127"/>
                <a:ea typeface="Gulim" pitchFamily="34" charset="-127"/>
              </a:defRPr>
            </a:lvl3pPr>
            <a:lvl4pPr marL="1600200" indent="-228600" latinLnBrk="1">
              <a:spcBef>
                <a:spcPct val="30000"/>
              </a:spcBef>
              <a:defRPr kumimoji="1" sz="1200">
                <a:solidFill>
                  <a:schemeClr val="tx1"/>
                </a:solidFill>
                <a:latin typeface="Gulim" pitchFamily="34" charset="-127"/>
                <a:ea typeface="Gulim" pitchFamily="34" charset="-127"/>
              </a:defRPr>
            </a:lvl4pPr>
            <a:lvl5pPr marL="2057400" indent="-228600" latinLnBrk="1">
              <a:spcBef>
                <a:spcPct val="30000"/>
              </a:spcBef>
              <a:defRPr kumimoji="1" sz="1200">
                <a:solidFill>
                  <a:schemeClr val="tx1"/>
                </a:solidFill>
                <a:latin typeface="Gulim" pitchFamily="34" charset="-127"/>
                <a:ea typeface="Gulim" pitchFamily="34" charset="-127"/>
              </a:defRPr>
            </a:lvl5pPr>
            <a:lvl6pPr marL="25146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6pPr>
            <a:lvl7pPr marL="29718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7pPr>
            <a:lvl8pPr marL="34290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8pPr>
            <a:lvl9pPr marL="38862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9pPr>
          </a:lstStyle>
          <a:p>
            <a:pPr>
              <a:spcBef>
                <a:spcPct val="0"/>
              </a:spcBef>
            </a:pPr>
            <a:fld id="{5E7E76C2-6B85-4C11-81A0-DCE4A162A354}" type="slidenum">
              <a:rPr lang="zh-CN" altLang="en-US" smtClean="0"/>
              <a:pPr>
                <a:spcBef>
                  <a:spcPct val="0"/>
                </a:spcBef>
              </a:pPr>
              <a:t>17</a:t>
            </a:fld>
            <a:endParaRPr lang="en-US" altLang="zh-CN" smtClean="0"/>
          </a:p>
        </p:txBody>
      </p:sp>
      <p:sp>
        <p:nvSpPr>
          <p:cNvPr id="27651" name="Rectangle 2"/>
          <p:cNvSpPr>
            <a:spLocks noGrp="1" noRot="1" noChangeAspect="1" noChangeArrowheads="1" noTextEdit="1"/>
          </p:cNvSpPr>
          <p:nvPr>
            <p:ph type="sldImg"/>
          </p:nvPr>
        </p:nvSpPr>
        <p:spPr>
          <a:ln/>
        </p:spPr>
      </p:sp>
      <p:sp>
        <p:nvSpPr>
          <p:cNvPr id="27652" name="Rectangle 3"/>
          <p:cNvSpPr>
            <a:spLocks noGrp="1" noChangeArrowheads="1"/>
          </p:cNvSpPr>
          <p:nvPr>
            <p:ph type="body" idx="1"/>
          </p:nvPr>
        </p:nvSpPr>
        <p:spPr>
          <a:noFill/>
        </p:spPr>
        <p:txBody>
          <a:bodyPr/>
          <a:lstStyle/>
          <a:p>
            <a:pPr eaLnBrk="1" hangingPunct="1"/>
            <a:endParaRPr lang="zh-CN" altLang="en-US" smtClean="0"/>
          </a:p>
        </p:txBody>
      </p:sp>
    </p:spTree>
    <p:extLst>
      <p:ext uri="{BB962C8B-B14F-4D97-AF65-F5344CB8AC3E}">
        <p14:creationId xmlns:p14="http://schemas.microsoft.com/office/powerpoint/2010/main" val="33042240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lvl1pPr latinLnBrk="1">
              <a:spcBef>
                <a:spcPct val="30000"/>
              </a:spcBef>
              <a:defRPr kumimoji="1" sz="1200">
                <a:solidFill>
                  <a:schemeClr val="tx1"/>
                </a:solidFill>
                <a:latin typeface="Gulim" pitchFamily="34" charset="-127"/>
                <a:ea typeface="Gulim" pitchFamily="34" charset="-127"/>
              </a:defRPr>
            </a:lvl1pPr>
            <a:lvl2pPr marL="742950" indent="-285750" latinLnBrk="1">
              <a:spcBef>
                <a:spcPct val="30000"/>
              </a:spcBef>
              <a:defRPr kumimoji="1" sz="1200">
                <a:solidFill>
                  <a:schemeClr val="tx1"/>
                </a:solidFill>
                <a:latin typeface="Gulim" pitchFamily="34" charset="-127"/>
                <a:ea typeface="Gulim" pitchFamily="34" charset="-127"/>
              </a:defRPr>
            </a:lvl2pPr>
            <a:lvl3pPr marL="1143000" indent="-228600" latinLnBrk="1">
              <a:spcBef>
                <a:spcPct val="30000"/>
              </a:spcBef>
              <a:defRPr kumimoji="1" sz="1200">
                <a:solidFill>
                  <a:schemeClr val="tx1"/>
                </a:solidFill>
                <a:latin typeface="Gulim" pitchFamily="34" charset="-127"/>
                <a:ea typeface="Gulim" pitchFamily="34" charset="-127"/>
              </a:defRPr>
            </a:lvl3pPr>
            <a:lvl4pPr marL="1600200" indent="-228600" latinLnBrk="1">
              <a:spcBef>
                <a:spcPct val="30000"/>
              </a:spcBef>
              <a:defRPr kumimoji="1" sz="1200">
                <a:solidFill>
                  <a:schemeClr val="tx1"/>
                </a:solidFill>
                <a:latin typeface="Gulim" pitchFamily="34" charset="-127"/>
                <a:ea typeface="Gulim" pitchFamily="34" charset="-127"/>
              </a:defRPr>
            </a:lvl4pPr>
            <a:lvl5pPr marL="2057400" indent="-228600" latinLnBrk="1">
              <a:spcBef>
                <a:spcPct val="30000"/>
              </a:spcBef>
              <a:defRPr kumimoji="1" sz="1200">
                <a:solidFill>
                  <a:schemeClr val="tx1"/>
                </a:solidFill>
                <a:latin typeface="Gulim" pitchFamily="34" charset="-127"/>
                <a:ea typeface="Gulim" pitchFamily="34" charset="-127"/>
              </a:defRPr>
            </a:lvl5pPr>
            <a:lvl6pPr marL="25146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6pPr>
            <a:lvl7pPr marL="29718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7pPr>
            <a:lvl8pPr marL="34290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8pPr>
            <a:lvl9pPr marL="38862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9pPr>
          </a:lstStyle>
          <a:p>
            <a:pPr>
              <a:spcBef>
                <a:spcPct val="0"/>
              </a:spcBef>
            </a:pPr>
            <a:fld id="{A1DE66E4-8A5C-4463-976D-5EBCD860EFF8}" type="slidenum">
              <a:rPr lang="zh-CN" altLang="en-US" smtClean="0"/>
              <a:pPr>
                <a:spcBef>
                  <a:spcPct val="0"/>
                </a:spcBef>
              </a:pPr>
              <a:t>18</a:t>
            </a:fld>
            <a:endParaRPr lang="en-US" altLang="zh-CN" smtClean="0"/>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p:spPr>
        <p:txBody>
          <a:bodyPr/>
          <a:lstStyle/>
          <a:p>
            <a:pPr eaLnBrk="1" hangingPunct="1"/>
            <a:endParaRPr lang="zh-CN" altLang="en-US" smtClean="0"/>
          </a:p>
        </p:txBody>
      </p:sp>
    </p:spTree>
    <p:extLst>
      <p:ext uri="{BB962C8B-B14F-4D97-AF65-F5344CB8AC3E}">
        <p14:creationId xmlns:p14="http://schemas.microsoft.com/office/powerpoint/2010/main" val="5371101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p:spPr>
        <p:txBody>
          <a:bodyPr/>
          <a:lstStyle>
            <a:lvl1pPr latinLnBrk="1">
              <a:spcBef>
                <a:spcPct val="30000"/>
              </a:spcBef>
              <a:defRPr kumimoji="1" sz="1200">
                <a:solidFill>
                  <a:schemeClr val="tx1"/>
                </a:solidFill>
                <a:latin typeface="Gulim" pitchFamily="34" charset="-127"/>
                <a:ea typeface="Gulim" pitchFamily="34" charset="-127"/>
              </a:defRPr>
            </a:lvl1pPr>
            <a:lvl2pPr marL="742950" indent="-285750" latinLnBrk="1">
              <a:spcBef>
                <a:spcPct val="30000"/>
              </a:spcBef>
              <a:defRPr kumimoji="1" sz="1200">
                <a:solidFill>
                  <a:schemeClr val="tx1"/>
                </a:solidFill>
                <a:latin typeface="Gulim" pitchFamily="34" charset="-127"/>
                <a:ea typeface="Gulim" pitchFamily="34" charset="-127"/>
              </a:defRPr>
            </a:lvl2pPr>
            <a:lvl3pPr marL="1143000" indent="-228600" latinLnBrk="1">
              <a:spcBef>
                <a:spcPct val="30000"/>
              </a:spcBef>
              <a:defRPr kumimoji="1" sz="1200">
                <a:solidFill>
                  <a:schemeClr val="tx1"/>
                </a:solidFill>
                <a:latin typeface="Gulim" pitchFamily="34" charset="-127"/>
                <a:ea typeface="Gulim" pitchFamily="34" charset="-127"/>
              </a:defRPr>
            </a:lvl3pPr>
            <a:lvl4pPr marL="1600200" indent="-228600" latinLnBrk="1">
              <a:spcBef>
                <a:spcPct val="30000"/>
              </a:spcBef>
              <a:defRPr kumimoji="1" sz="1200">
                <a:solidFill>
                  <a:schemeClr val="tx1"/>
                </a:solidFill>
                <a:latin typeface="Gulim" pitchFamily="34" charset="-127"/>
                <a:ea typeface="Gulim" pitchFamily="34" charset="-127"/>
              </a:defRPr>
            </a:lvl4pPr>
            <a:lvl5pPr marL="2057400" indent="-228600" latinLnBrk="1">
              <a:spcBef>
                <a:spcPct val="30000"/>
              </a:spcBef>
              <a:defRPr kumimoji="1" sz="1200">
                <a:solidFill>
                  <a:schemeClr val="tx1"/>
                </a:solidFill>
                <a:latin typeface="Gulim" pitchFamily="34" charset="-127"/>
                <a:ea typeface="Gulim" pitchFamily="34" charset="-127"/>
              </a:defRPr>
            </a:lvl5pPr>
            <a:lvl6pPr marL="25146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6pPr>
            <a:lvl7pPr marL="29718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7pPr>
            <a:lvl8pPr marL="34290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8pPr>
            <a:lvl9pPr marL="38862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9pPr>
          </a:lstStyle>
          <a:p>
            <a:pPr>
              <a:spcBef>
                <a:spcPct val="0"/>
              </a:spcBef>
            </a:pPr>
            <a:fld id="{69F7EDFE-2FDD-4EC9-8C88-DD7C82C81757}" type="slidenum">
              <a:rPr lang="zh-CN" altLang="en-US" smtClean="0"/>
              <a:pPr>
                <a:spcBef>
                  <a:spcPct val="0"/>
                </a:spcBef>
              </a:pPr>
              <a:t>19</a:t>
            </a:fld>
            <a:endParaRPr lang="en-US" altLang="zh-CN" smtClean="0"/>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p:spPr>
        <p:txBody>
          <a:bodyPr/>
          <a:lstStyle/>
          <a:p>
            <a:pPr eaLnBrk="1" hangingPunct="1"/>
            <a:endParaRPr lang="zh-CN" altLang="en-US" smtClean="0"/>
          </a:p>
        </p:txBody>
      </p:sp>
    </p:spTree>
    <p:extLst>
      <p:ext uri="{BB962C8B-B14F-4D97-AF65-F5344CB8AC3E}">
        <p14:creationId xmlns:p14="http://schemas.microsoft.com/office/powerpoint/2010/main" val="6856313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t>22</a:t>
            </a:fld>
            <a:endParaRPr lang="zh-CN" altLang="en-US" dirty="0"/>
          </a:p>
        </p:txBody>
      </p:sp>
      <p:sp>
        <p:nvSpPr>
          <p:cNvPr id="53251" name="Rectangle 2"/>
          <p:cNvSpPr>
            <a:spLocks noGrp="1" noRot="1" noChangeAspect="1" noTextEdit="1"/>
          </p:cNvSpPr>
          <p:nvPr>
            <p:ph type="sldImg"/>
          </p:nvPr>
        </p:nvSpPr>
        <p:spPr/>
      </p:sp>
      <p:sp>
        <p:nvSpPr>
          <p:cNvPr id="53252" name="Rectangle 3"/>
          <p:cNvSpPr>
            <a:spLocks noGrp="1"/>
          </p:cNvSpPr>
          <p:nvPr>
            <p:ph type="body" idx="1"/>
          </p:nvPr>
        </p:nvSpPr>
        <p:spPr/>
        <p:txBody>
          <a:bodyPr wrap="square" lIns="91440" tIns="45720" rIns="91440" bIns="45720" anchor="t" anchorCtr="0"/>
          <a:lstStyle/>
          <a:p>
            <a:pPr lvl="0" eaLnBrk="1" hangingPunct="1"/>
            <a:endParaRPr lang="zh-CN" altLang="en-US" dirty="0"/>
          </a:p>
        </p:txBody>
      </p:sp>
    </p:spTree>
    <p:extLst>
      <p:ext uri="{BB962C8B-B14F-4D97-AF65-F5344CB8AC3E}">
        <p14:creationId xmlns:p14="http://schemas.microsoft.com/office/powerpoint/2010/main" val="26134907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t>23</a:t>
            </a:fld>
            <a:endParaRPr lang="zh-CN" altLang="en-US" dirty="0"/>
          </a:p>
        </p:txBody>
      </p:sp>
      <p:sp>
        <p:nvSpPr>
          <p:cNvPr id="55299" name="Rectangle 2"/>
          <p:cNvSpPr>
            <a:spLocks noGrp="1" noRot="1" noChangeAspect="1" noTextEdit="1"/>
          </p:cNvSpPr>
          <p:nvPr>
            <p:ph type="sldImg"/>
          </p:nvPr>
        </p:nvSpPr>
        <p:spPr/>
      </p:sp>
      <p:sp>
        <p:nvSpPr>
          <p:cNvPr id="55300" name="Rectangle 3"/>
          <p:cNvSpPr>
            <a:spLocks noGrp="1"/>
          </p:cNvSpPr>
          <p:nvPr>
            <p:ph type="body" idx="1"/>
          </p:nvPr>
        </p:nvSpPr>
        <p:spPr/>
        <p:txBody>
          <a:bodyPr wrap="square" lIns="91440" tIns="45720" rIns="91440" bIns="45720" anchor="t" anchorCtr="0"/>
          <a:lstStyle/>
          <a:p>
            <a:pPr lvl="0" eaLnBrk="1" hangingPunct="1"/>
            <a:endParaRPr lang="zh-CN" altLang="en-US" dirty="0"/>
          </a:p>
        </p:txBody>
      </p:sp>
    </p:spTree>
    <p:extLst>
      <p:ext uri="{BB962C8B-B14F-4D97-AF65-F5344CB8AC3E}">
        <p14:creationId xmlns:p14="http://schemas.microsoft.com/office/powerpoint/2010/main" val="5725602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t>24</a:t>
            </a:fld>
            <a:endParaRPr lang="zh-CN" altLang="en-US" dirty="0"/>
          </a:p>
        </p:txBody>
      </p:sp>
      <p:sp>
        <p:nvSpPr>
          <p:cNvPr id="55299" name="Rectangle 2"/>
          <p:cNvSpPr>
            <a:spLocks noGrp="1" noRot="1" noChangeAspect="1" noTextEdit="1"/>
          </p:cNvSpPr>
          <p:nvPr>
            <p:ph type="sldImg"/>
          </p:nvPr>
        </p:nvSpPr>
        <p:spPr/>
      </p:sp>
      <p:sp>
        <p:nvSpPr>
          <p:cNvPr id="55300" name="Rectangle 3"/>
          <p:cNvSpPr>
            <a:spLocks noGrp="1"/>
          </p:cNvSpPr>
          <p:nvPr>
            <p:ph type="body" idx="1"/>
          </p:nvPr>
        </p:nvSpPr>
        <p:spPr/>
        <p:txBody>
          <a:bodyPr wrap="square" lIns="91440" tIns="45720" rIns="91440" bIns="45720" anchor="t" anchorCtr="0"/>
          <a:lstStyle/>
          <a:p>
            <a:pPr lvl="0" eaLnBrk="1" hangingPunct="1"/>
            <a:endParaRPr lang="zh-CN" altLang="en-US" dirty="0"/>
          </a:p>
        </p:txBody>
      </p:sp>
    </p:spTree>
    <p:extLst>
      <p:ext uri="{BB962C8B-B14F-4D97-AF65-F5344CB8AC3E}">
        <p14:creationId xmlns:p14="http://schemas.microsoft.com/office/powerpoint/2010/main" val="15434126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t>25</a:t>
            </a:fld>
            <a:endParaRPr lang="zh-CN" altLang="en-US" dirty="0"/>
          </a:p>
        </p:txBody>
      </p:sp>
      <p:sp>
        <p:nvSpPr>
          <p:cNvPr id="55299" name="Rectangle 2"/>
          <p:cNvSpPr>
            <a:spLocks noGrp="1" noRot="1" noChangeAspect="1" noTextEdit="1"/>
          </p:cNvSpPr>
          <p:nvPr>
            <p:ph type="sldImg"/>
          </p:nvPr>
        </p:nvSpPr>
        <p:spPr/>
      </p:sp>
      <p:sp>
        <p:nvSpPr>
          <p:cNvPr id="55300" name="Rectangle 3"/>
          <p:cNvSpPr>
            <a:spLocks noGrp="1"/>
          </p:cNvSpPr>
          <p:nvPr>
            <p:ph type="body" idx="1"/>
          </p:nvPr>
        </p:nvSpPr>
        <p:spPr/>
        <p:txBody>
          <a:bodyPr wrap="square" lIns="91440" tIns="45720" rIns="91440" bIns="45720" anchor="t" anchorCtr="0"/>
          <a:lstStyle/>
          <a:p>
            <a:pPr lvl="0" eaLnBrk="1" hangingPunct="1"/>
            <a:endParaRPr lang="zh-CN" altLang="en-US" dirty="0"/>
          </a:p>
        </p:txBody>
      </p:sp>
    </p:spTree>
    <p:extLst>
      <p:ext uri="{BB962C8B-B14F-4D97-AF65-F5344CB8AC3E}">
        <p14:creationId xmlns:p14="http://schemas.microsoft.com/office/powerpoint/2010/main" val="11266870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t>26</a:t>
            </a:fld>
            <a:endParaRPr lang="zh-CN" altLang="en-US" dirty="0"/>
          </a:p>
        </p:txBody>
      </p:sp>
      <p:sp>
        <p:nvSpPr>
          <p:cNvPr id="57347" name="Rectangle 2"/>
          <p:cNvSpPr>
            <a:spLocks noGrp="1" noRot="1" noChangeAspect="1" noTextEdit="1"/>
          </p:cNvSpPr>
          <p:nvPr>
            <p:ph type="sldImg"/>
          </p:nvPr>
        </p:nvSpPr>
        <p:spPr/>
      </p:sp>
      <p:sp>
        <p:nvSpPr>
          <p:cNvPr id="57348" name="Rectangle 3"/>
          <p:cNvSpPr>
            <a:spLocks noGrp="1"/>
          </p:cNvSpPr>
          <p:nvPr>
            <p:ph type="body" idx="1"/>
          </p:nvPr>
        </p:nvSpPr>
        <p:spPr/>
        <p:txBody>
          <a:bodyPr wrap="square" lIns="91440" tIns="45720" rIns="91440" bIns="45720" anchor="t" anchorCtr="0"/>
          <a:lstStyle/>
          <a:p>
            <a:pPr lvl="0" eaLnBrk="1" hangingPunct="1"/>
            <a:endParaRPr lang="zh-CN" altLang="en-US" dirty="0"/>
          </a:p>
        </p:txBody>
      </p:sp>
    </p:spTree>
    <p:extLst>
      <p:ext uri="{BB962C8B-B14F-4D97-AF65-F5344CB8AC3E}">
        <p14:creationId xmlns:p14="http://schemas.microsoft.com/office/powerpoint/2010/main" val="183295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t>27</a:t>
            </a:fld>
            <a:endParaRPr lang="zh-CN" altLang="en-US" dirty="0"/>
          </a:p>
        </p:txBody>
      </p:sp>
      <p:sp>
        <p:nvSpPr>
          <p:cNvPr id="57347" name="Rectangle 2"/>
          <p:cNvSpPr>
            <a:spLocks noGrp="1" noRot="1" noChangeAspect="1" noTextEdit="1"/>
          </p:cNvSpPr>
          <p:nvPr>
            <p:ph type="sldImg"/>
          </p:nvPr>
        </p:nvSpPr>
        <p:spPr/>
      </p:sp>
      <p:sp>
        <p:nvSpPr>
          <p:cNvPr id="57348" name="Rectangle 3"/>
          <p:cNvSpPr>
            <a:spLocks noGrp="1"/>
          </p:cNvSpPr>
          <p:nvPr>
            <p:ph type="body" idx="1"/>
          </p:nvPr>
        </p:nvSpPr>
        <p:spPr/>
        <p:txBody>
          <a:bodyPr wrap="square" lIns="91440" tIns="45720" rIns="91440" bIns="45720" anchor="t" anchorCtr="0"/>
          <a:lstStyle/>
          <a:p>
            <a:pPr lvl="0" eaLnBrk="1" hangingPunct="1"/>
            <a:endParaRPr lang="zh-CN" altLang="en-US" dirty="0"/>
          </a:p>
        </p:txBody>
      </p:sp>
    </p:spTree>
    <p:extLst>
      <p:ext uri="{BB962C8B-B14F-4D97-AF65-F5344CB8AC3E}">
        <p14:creationId xmlns:p14="http://schemas.microsoft.com/office/powerpoint/2010/main" val="10161843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t>28</a:t>
            </a:fld>
            <a:endParaRPr lang="zh-CN" altLang="en-US" dirty="0"/>
          </a:p>
        </p:txBody>
      </p:sp>
      <p:sp>
        <p:nvSpPr>
          <p:cNvPr id="62467" name="Rectangle 2"/>
          <p:cNvSpPr>
            <a:spLocks noGrp="1" noRot="1" noChangeAspect="1" noTextEdit="1"/>
          </p:cNvSpPr>
          <p:nvPr>
            <p:ph type="sldImg"/>
          </p:nvPr>
        </p:nvSpPr>
        <p:spPr/>
      </p:sp>
      <p:sp>
        <p:nvSpPr>
          <p:cNvPr id="62468" name="Rectangle 3"/>
          <p:cNvSpPr>
            <a:spLocks noGrp="1"/>
          </p:cNvSpPr>
          <p:nvPr>
            <p:ph type="body" idx="1"/>
          </p:nvPr>
        </p:nvSpPr>
        <p:spPr/>
        <p:txBody>
          <a:bodyPr wrap="square" lIns="91440" tIns="45720" rIns="91440" bIns="45720" anchor="t" anchorCtr="0"/>
          <a:lstStyle/>
          <a:p>
            <a:pPr lvl="0" eaLnBrk="1" hangingPunct="1"/>
            <a:endParaRPr lang="zh-CN" altLang="en-US" dirty="0"/>
          </a:p>
        </p:txBody>
      </p:sp>
    </p:spTree>
    <p:extLst>
      <p:ext uri="{BB962C8B-B14F-4D97-AF65-F5344CB8AC3E}">
        <p14:creationId xmlns:p14="http://schemas.microsoft.com/office/powerpoint/2010/main" val="538261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t>30</a:t>
            </a:fld>
            <a:endParaRPr lang="zh-CN" altLang="en-US" dirty="0"/>
          </a:p>
        </p:txBody>
      </p:sp>
      <p:sp>
        <p:nvSpPr>
          <p:cNvPr id="71683" name="Rectangle 2"/>
          <p:cNvSpPr>
            <a:spLocks noGrp="1" noRot="1" noChangeAspect="1" noTextEdit="1"/>
          </p:cNvSpPr>
          <p:nvPr>
            <p:ph type="sldImg"/>
          </p:nvPr>
        </p:nvSpPr>
        <p:spPr/>
      </p:sp>
      <p:sp>
        <p:nvSpPr>
          <p:cNvPr id="71684" name="Rectangle 3"/>
          <p:cNvSpPr>
            <a:spLocks noGrp="1"/>
          </p:cNvSpPr>
          <p:nvPr>
            <p:ph type="body" idx="1"/>
          </p:nvPr>
        </p:nvSpPr>
        <p:spPr/>
        <p:txBody>
          <a:bodyPr wrap="square" lIns="91440" tIns="45720" rIns="91440" bIns="45720" anchor="t" anchorCtr="0"/>
          <a:lstStyle/>
          <a:p>
            <a:pPr lvl="0" eaLnBrk="1" hangingPunct="1"/>
            <a:endParaRPr lang="zh-CN" altLang="en-US" dirty="0"/>
          </a:p>
        </p:txBody>
      </p:sp>
    </p:spTree>
    <p:extLst>
      <p:ext uri="{BB962C8B-B14F-4D97-AF65-F5344CB8AC3E}">
        <p14:creationId xmlns:p14="http://schemas.microsoft.com/office/powerpoint/2010/main" val="16866071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t>31</a:t>
            </a:fld>
            <a:endParaRPr lang="zh-CN" altLang="en-US" dirty="0"/>
          </a:p>
        </p:txBody>
      </p:sp>
      <p:sp>
        <p:nvSpPr>
          <p:cNvPr id="81923" name="Rectangle 2"/>
          <p:cNvSpPr>
            <a:spLocks noGrp="1" noRot="1" noChangeAspect="1" noTextEdit="1"/>
          </p:cNvSpPr>
          <p:nvPr>
            <p:ph type="sldImg"/>
          </p:nvPr>
        </p:nvSpPr>
        <p:spPr/>
      </p:sp>
      <p:sp>
        <p:nvSpPr>
          <p:cNvPr id="81924" name="Rectangle 3"/>
          <p:cNvSpPr>
            <a:spLocks noGrp="1"/>
          </p:cNvSpPr>
          <p:nvPr>
            <p:ph type="body" idx="1"/>
          </p:nvPr>
        </p:nvSpPr>
        <p:spPr/>
        <p:txBody>
          <a:bodyPr wrap="square" lIns="91440" tIns="45720" rIns="91440" bIns="45720" anchor="t" anchorCtr="0"/>
          <a:lstStyle/>
          <a:p>
            <a:pPr lvl="0" eaLnBrk="1" hangingPunct="1"/>
            <a:endParaRPr lang="zh-CN" altLang="en-US" dirty="0"/>
          </a:p>
        </p:txBody>
      </p:sp>
    </p:spTree>
    <p:extLst>
      <p:ext uri="{BB962C8B-B14F-4D97-AF65-F5344CB8AC3E}">
        <p14:creationId xmlns:p14="http://schemas.microsoft.com/office/powerpoint/2010/main" val="10363258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t>32</a:t>
            </a:fld>
            <a:endParaRPr lang="zh-CN" altLang="en-US" dirty="0"/>
          </a:p>
        </p:txBody>
      </p:sp>
      <p:sp>
        <p:nvSpPr>
          <p:cNvPr id="96259" name="Rectangle 2"/>
          <p:cNvSpPr>
            <a:spLocks noGrp="1" noRot="1" noChangeAspect="1" noTextEdit="1"/>
          </p:cNvSpPr>
          <p:nvPr>
            <p:ph type="sldImg"/>
          </p:nvPr>
        </p:nvSpPr>
        <p:spPr/>
      </p:sp>
      <p:sp>
        <p:nvSpPr>
          <p:cNvPr id="96260" name="Rectangle 3"/>
          <p:cNvSpPr>
            <a:spLocks noGrp="1"/>
          </p:cNvSpPr>
          <p:nvPr>
            <p:ph type="body" idx="1"/>
          </p:nvPr>
        </p:nvSpPr>
        <p:spPr/>
        <p:txBody>
          <a:bodyPr wrap="square" lIns="91440" tIns="45720" rIns="91440" bIns="45720" anchor="t" anchorCtr="0"/>
          <a:lstStyle/>
          <a:p>
            <a:pPr lvl="0" eaLnBrk="1" hangingPunct="1"/>
            <a:endParaRPr lang="zh-CN" altLang="en-US" dirty="0"/>
          </a:p>
        </p:txBody>
      </p:sp>
    </p:spTree>
    <p:extLst>
      <p:ext uri="{BB962C8B-B14F-4D97-AF65-F5344CB8AC3E}">
        <p14:creationId xmlns:p14="http://schemas.microsoft.com/office/powerpoint/2010/main" val="246345289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p:cNvSpPr>
          <p:nvPr>
            <p:ph type="sldNum" sz="quarter" idx="5"/>
          </p:nvPr>
        </p:nvSpPr>
        <p:spPr>
          <a:noFill/>
        </p:spPr>
        <p:txBody>
          <a:bodyPr/>
          <a:lstStyle>
            <a:lvl1pPr>
              <a:defRPr kumimoji="1" sz="2400">
                <a:solidFill>
                  <a:schemeClr val="tx1"/>
                </a:solidFill>
                <a:latin typeface="宋体" panose="02010600030101010101" pitchFamily="2" charset="-122"/>
                <a:ea typeface="宋体" panose="02010600030101010101" pitchFamily="2" charset="-122"/>
              </a:defRPr>
            </a:lvl1pPr>
            <a:lvl2pPr marL="742950" indent="-285750">
              <a:defRPr kumimoji="1" sz="2400">
                <a:solidFill>
                  <a:schemeClr val="tx1"/>
                </a:solidFill>
                <a:latin typeface="宋体" panose="02010600030101010101" pitchFamily="2" charset="-122"/>
                <a:ea typeface="宋体" panose="02010600030101010101" pitchFamily="2" charset="-122"/>
              </a:defRPr>
            </a:lvl2pPr>
            <a:lvl3pPr marL="1143000" indent="-228600">
              <a:defRPr kumimoji="1" sz="2400">
                <a:solidFill>
                  <a:schemeClr val="tx1"/>
                </a:solidFill>
                <a:latin typeface="宋体" panose="02010600030101010101" pitchFamily="2" charset="-122"/>
                <a:ea typeface="宋体" panose="02010600030101010101" pitchFamily="2" charset="-122"/>
              </a:defRPr>
            </a:lvl3pPr>
            <a:lvl4pPr marL="1600200" indent="-228600">
              <a:defRPr kumimoji="1" sz="2400">
                <a:solidFill>
                  <a:schemeClr val="tx1"/>
                </a:solidFill>
                <a:latin typeface="宋体" panose="02010600030101010101" pitchFamily="2" charset="-122"/>
                <a:ea typeface="宋体" panose="02010600030101010101" pitchFamily="2" charset="-122"/>
              </a:defRPr>
            </a:lvl4pPr>
            <a:lvl5pPr marL="2057400" indent="-22860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fld id="{2C5DF82C-F584-4EAA-A8C6-BDEE0A245880}" type="slidenum">
              <a:rPr lang="zh-CN" altLang="en-US" sz="1200" smtClean="0">
                <a:latin typeface="Gulim" pitchFamily="34" charset="-127"/>
                <a:ea typeface="Gulim" pitchFamily="34" charset="-127"/>
              </a:rPr>
              <a:pPr/>
              <a:t>33</a:t>
            </a:fld>
            <a:endParaRPr lang="zh-CN" altLang="en-US" sz="1200" smtClean="0">
              <a:latin typeface="Gulim" pitchFamily="34" charset="-127"/>
              <a:ea typeface="Gulim" pitchFamily="34" charset="-127"/>
            </a:endParaRPr>
          </a:p>
        </p:txBody>
      </p:sp>
      <p:sp>
        <p:nvSpPr>
          <p:cNvPr id="96259" name="Rectangle 2"/>
          <p:cNvSpPr>
            <a:spLocks noGrp="1" noRot="1" noChangeAspect="1" noTextEdit="1"/>
          </p:cNvSpPr>
          <p:nvPr>
            <p:ph type="sldImg"/>
          </p:nvPr>
        </p:nvSpPr>
        <p:spPr>
          <a:ln/>
        </p:spPr>
      </p:sp>
      <p:sp>
        <p:nvSpPr>
          <p:cNvPr id="96260" name="Rectangle 3"/>
          <p:cNvSpPr>
            <a:spLocks noGrp="1"/>
          </p:cNvSpPr>
          <p:nvPr>
            <p:ph type="body" idx="1"/>
          </p:nvPr>
        </p:nvSpPr>
        <p:spPr>
          <a:noFill/>
        </p:spPr>
        <p:txBody>
          <a:bodyPr/>
          <a:lstStyle/>
          <a:p>
            <a:pPr eaLnBrk="1" hangingPunct="1"/>
            <a:endParaRPr lang="zh-CN" altLang="en-US" smtClean="0"/>
          </a:p>
        </p:txBody>
      </p:sp>
    </p:spTree>
    <p:extLst>
      <p:ext uri="{BB962C8B-B14F-4D97-AF65-F5344CB8AC3E}">
        <p14:creationId xmlns:p14="http://schemas.microsoft.com/office/powerpoint/2010/main" val="415020290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p:spPr>
        <p:txBody>
          <a:bodyPr/>
          <a:lstStyle>
            <a:lvl1pPr latinLnBrk="1">
              <a:spcBef>
                <a:spcPct val="30000"/>
              </a:spcBef>
              <a:defRPr kumimoji="1" sz="1200">
                <a:solidFill>
                  <a:schemeClr val="tx1"/>
                </a:solidFill>
                <a:latin typeface="Gulim" pitchFamily="34" charset="-127"/>
                <a:ea typeface="Gulim" pitchFamily="34" charset="-127"/>
              </a:defRPr>
            </a:lvl1pPr>
            <a:lvl2pPr marL="742950" indent="-285750" latinLnBrk="1">
              <a:spcBef>
                <a:spcPct val="30000"/>
              </a:spcBef>
              <a:defRPr kumimoji="1" sz="1200">
                <a:solidFill>
                  <a:schemeClr val="tx1"/>
                </a:solidFill>
                <a:latin typeface="Gulim" pitchFamily="34" charset="-127"/>
                <a:ea typeface="Gulim" pitchFamily="34" charset="-127"/>
              </a:defRPr>
            </a:lvl2pPr>
            <a:lvl3pPr marL="1143000" indent="-228600" latinLnBrk="1">
              <a:spcBef>
                <a:spcPct val="30000"/>
              </a:spcBef>
              <a:defRPr kumimoji="1" sz="1200">
                <a:solidFill>
                  <a:schemeClr val="tx1"/>
                </a:solidFill>
                <a:latin typeface="Gulim" pitchFamily="34" charset="-127"/>
                <a:ea typeface="Gulim" pitchFamily="34" charset="-127"/>
              </a:defRPr>
            </a:lvl3pPr>
            <a:lvl4pPr marL="1600200" indent="-228600" latinLnBrk="1">
              <a:spcBef>
                <a:spcPct val="30000"/>
              </a:spcBef>
              <a:defRPr kumimoji="1" sz="1200">
                <a:solidFill>
                  <a:schemeClr val="tx1"/>
                </a:solidFill>
                <a:latin typeface="Gulim" pitchFamily="34" charset="-127"/>
                <a:ea typeface="Gulim" pitchFamily="34" charset="-127"/>
              </a:defRPr>
            </a:lvl4pPr>
            <a:lvl5pPr marL="2057400" indent="-228600" latinLnBrk="1">
              <a:spcBef>
                <a:spcPct val="30000"/>
              </a:spcBef>
              <a:defRPr kumimoji="1" sz="1200">
                <a:solidFill>
                  <a:schemeClr val="tx1"/>
                </a:solidFill>
                <a:latin typeface="Gulim" pitchFamily="34" charset="-127"/>
                <a:ea typeface="Gulim" pitchFamily="34" charset="-127"/>
              </a:defRPr>
            </a:lvl5pPr>
            <a:lvl6pPr marL="25146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6pPr>
            <a:lvl7pPr marL="29718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7pPr>
            <a:lvl8pPr marL="34290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8pPr>
            <a:lvl9pPr marL="38862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9pPr>
          </a:lstStyle>
          <a:p>
            <a:pPr>
              <a:spcBef>
                <a:spcPct val="0"/>
              </a:spcBef>
            </a:pPr>
            <a:fld id="{2EA9F4F4-6B30-4A02-8EA9-B3E5DC272E4E}" type="slidenum">
              <a:rPr lang="zh-CN" altLang="en-US" smtClean="0"/>
              <a:pPr>
                <a:spcBef>
                  <a:spcPct val="0"/>
                </a:spcBef>
              </a:pPr>
              <a:t>34</a:t>
            </a:fld>
            <a:endParaRPr lang="en-US" altLang="zh-CN" smtClean="0"/>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p:spPr>
        <p:txBody>
          <a:bodyPr/>
          <a:lstStyle/>
          <a:p>
            <a:pPr eaLnBrk="1" hangingPunct="1"/>
            <a:endParaRPr lang="zh-CN" altLang="en-US" smtClean="0"/>
          </a:p>
        </p:txBody>
      </p:sp>
    </p:spTree>
    <p:extLst>
      <p:ext uri="{BB962C8B-B14F-4D97-AF65-F5344CB8AC3E}">
        <p14:creationId xmlns:p14="http://schemas.microsoft.com/office/powerpoint/2010/main" val="132967457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p:spPr>
        <p:txBody>
          <a:bodyPr/>
          <a:lstStyle>
            <a:lvl1pPr latinLnBrk="1">
              <a:spcBef>
                <a:spcPct val="30000"/>
              </a:spcBef>
              <a:defRPr kumimoji="1" sz="1200">
                <a:solidFill>
                  <a:schemeClr val="tx1"/>
                </a:solidFill>
                <a:latin typeface="Gulim" pitchFamily="34" charset="-127"/>
                <a:ea typeface="Gulim" pitchFamily="34" charset="-127"/>
              </a:defRPr>
            </a:lvl1pPr>
            <a:lvl2pPr marL="742950" indent="-285750" latinLnBrk="1">
              <a:spcBef>
                <a:spcPct val="30000"/>
              </a:spcBef>
              <a:defRPr kumimoji="1" sz="1200">
                <a:solidFill>
                  <a:schemeClr val="tx1"/>
                </a:solidFill>
                <a:latin typeface="Gulim" pitchFamily="34" charset="-127"/>
                <a:ea typeface="Gulim" pitchFamily="34" charset="-127"/>
              </a:defRPr>
            </a:lvl2pPr>
            <a:lvl3pPr marL="1143000" indent="-228600" latinLnBrk="1">
              <a:spcBef>
                <a:spcPct val="30000"/>
              </a:spcBef>
              <a:defRPr kumimoji="1" sz="1200">
                <a:solidFill>
                  <a:schemeClr val="tx1"/>
                </a:solidFill>
                <a:latin typeface="Gulim" pitchFamily="34" charset="-127"/>
                <a:ea typeface="Gulim" pitchFamily="34" charset="-127"/>
              </a:defRPr>
            </a:lvl3pPr>
            <a:lvl4pPr marL="1600200" indent="-228600" latinLnBrk="1">
              <a:spcBef>
                <a:spcPct val="30000"/>
              </a:spcBef>
              <a:defRPr kumimoji="1" sz="1200">
                <a:solidFill>
                  <a:schemeClr val="tx1"/>
                </a:solidFill>
                <a:latin typeface="Gulim" pitchFamily="34" charset="-127"/>
                <a:ea typeface="Gulim" pitchFamily="34" charset="-127"/>
              </a:defRPr>
            </a:lvl4pPr>
            <a:lvl5pPr marL="2057400" indent="-228600" latinLnBrk="1">
              <a:spcBef>
                <a:spcPct val="30000"/>
              </a:spcBef>
              <a:defRPr kumimoji="1" sz="1200">
                <a:solidFill>
                  <a:schemeClr val="tx1"/>
                </a:solidFill>
                <a:latin typeface="Gulim" pitchFamily="34" charset="-127"/>
                <a:ea typeface="Gulim" pitchFamily="34" charset="-127"/>
              </a:defRPr>
            </a:lvl5pPr>
            <a:lvl6pPr marL="25146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6pPr>
            <a:lvl7pPr marL="29718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7pPr>
            <a:lvl8pPr marL="34290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8pPr>
            <a:lvl9pPr marL="38862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9pPr>
          </a:lstStyle>
          <a:p>
            <a:pPr>
              <a:spcBef>
                <a:spcPct val="0"/>
              </a:spcBef>
            </a:pPr>
            <a:fld id="{4F902A24-F07A-411C-A031-DE32EE112614}" type="slidenum">
              <a:rPr lang="zh-CN" altLang="en-US" smtClean="0"/>
              <a:pPr>
                <a:spcBef>
                  <a:spcPct val="0"/>
                </a:spcBef>
              </a:pPr>
              <a:t>35</a:t>
            </a:fld>
            <a:endParaRPr lang="en-US" altLang="zh-CN" smtClean="0"/>
          </a:p>
        </p:txBody>
      </p:sp>
      <p:sp>
        <p:nvSpPr>
          <p:cNvPr id="100355" name="Rectangle 2"/>
          <p:cNvSpPr>
            <a:spLocks noGrp="1" noRot="1" noChangeAspect="1" noChangeArrowheads="1" noTextEdit="1"/>
          </p:cNvSpPr>
          <p:nvPr>
            <p:ph type="sldImg"/>
          </p:nvPr>
        </p:nvSpPr>
        <p:spPr>
          <a:ln/>
        </p:spPr>
      </p:sp>
      <p:sp>
        <p:nvSpPr>
          <p:cNvPr id="100356" name="Rectangle 3"/>
          <p:cNvSpPr>
            <a:spLocks noGrp="1" noChangeArrowheads="1"/>
          </p:cNvSpPr>
          <p:nvPr>
            <p:ph type="body" idx="1"/>
          </p:nvPr>
        </p:nvSpPr>
        <p:spPr>
          <a:noFill/>
        </p:spPr>
        <p:txBody>
          <a:bodyPr/>
          <a:lstStyle/>
          <a:p>
            <a:pPr eaLnBrk="1" hangingPunct="1"/>
            <a:endParaRPr lang="zh-CN" altLang="en-US" smtClean="0"/>
          </a:p>
        </p:txBody>
      </p:sp>
    </p:spTree>
    <p:extLst>
      <p:ext uri="{BB962C8B-B14F-4D97-AF65-F5344CB8AC3E}">
        <p14:creationId xmlns:p14="http://schemas.microsoft.com/office/powerpoint/2010/main" val="132213251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t>36</a:t>
            </a:fld>
            <a:endParaRPr lang="zh-CN" altLang="en-US" dirty="0"/>
          </a:p>
        </p:txBody>
      </p:sp>
      <p:sp>
        <p:nvSpPr>
          <p:cNvPr id="106499" name="Rectangle 2"/>
          <p:cNvSpPr>
            <a:spLocks noGrp="1" noRot="1" noChangeAspect="1" noTextEdit="1"/>
          </p:cNvSpPr>
          <p:nvPr>
            <p:ph type="sldImg"/>
          </p:nvPr>
        </p:nvSpPr>
        <p:spPr/>
      </p:sp>
      <p:sp>
        <p:nvSpPr>
          <p:cNvPr id="106500" name="Rectangle 3"/>
          <p:cNvSpPr>
            <a:spLocks noGrp="1"/>
          </p:cNvSpPr>
          <p:nvPr>
            <p:ph type="body" idx="1"/>
          </p:nvPr>
        </p:nvSpPr>
        <p:spPr/>
        <p:txBody>
          <a:bodyPr wrap="square" lIns="91440" tIns="45720" rIns="91440" bIns="45720" anchor="t" anchorCtr="0"/>
          <a:lstStyle/>
          <a:p>
            <a:pPr lvl="0" eaLnBrk="1" hangingPunct="1"/>
            <a:endParaRPr lang="zh-CN" altLang="en-US" dirty="0"/>
          </a:p>
        </p:txBody>
      </p:sp>
    </p:spTree>
    <p:extLst>
      <p:ext uri="{BB962C8B-B14F-4D97-AF65-F5344CB8AC3E}">
        <p14:creationId xmlns:p14="http://schemas.microsoft.com/office/powerpoint/2010/main" val="64682309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t>37</a:t>
            </a:fld>
            <a:endParaRPr lang="zh-CN" altLang="en-US" dirty="0"/>
          </a:p>
        </p:txBody>
      </p:sp>
      <p:sp>
        <p:nvSpPr>
          <p:cNvPr id="108547" name="Rectangle 2"/>
          <p:cNvSpPr>
            <a:spLocks noGrp="1" noRot="1" noChangeAspect="1" noTextEdit="1"/>
          </p:cNvSpPr>
          <p:nvPr>
            <p:ph type="sldImg"/>
          </p:nvPr>
        </p:nvSpPr>
        <p:spPr/>
      </p:sp>
      <p:sp>
        <p:nvSpPr>
          <p:cNvPr id="108548" name="Rectangle 3"/>
          <p:cNvSpPr>
            <a:spLocks noGrp="1"/>
          </p:cNvSpPr>
          <p:nvPr>
            <p:ph type="body" idx="1"/>
          </p:nvPr>
        </p:nvSpPr>
        <p:spPr/>
        <p:txBody>
          <a:bodyPr wrap="square" lIns="91440" tIns="45720" rIns="91440" bIns="45720" anchor="t" anchorCtr="0"/>
          <a:lstStyle/>
          <a:p>
            <a:pPr lvl="0" eaLnBrk="1" hangingPunct="1"/>
            <a:endParaRPr lang="zh-CN" altLang="en-US" dirty="0"/>
          </a:p>
        </p:txBody>
      </p:sp>
    </p:spTree>
    <p:extLst>
      <p:ext uri="{BB962C8B-B14F-4D97-AF65-F5344CB8AC3E}">
        <p14:creationId xmlns:p14="http://schemas.microsoft.com/office/powerpoint/2010/main" val="429478769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t>38</a:t>
            </a:fld>
            <a:endParaRPr lang="zh-CN" altLang="en-US" dirty="0"/>
          </a:p>
        </p:txBody>
      </p:sp>
      <p:sp>
        <p:nvSpPr>
          <p:cNvPr id="110595" name="Rectangle 2"/>
          <p:cNvSpPr>
            <a:spLocks noGrp="1" noRot="1" noChangeAspect="1" noTextEdit="1"/>
          </p:cNvSpPr>
          <p:nvPr>
            <p:ph type="sldImg"/>
          </p:nvPr>
        </p:nvSpPr>
        <p:spPr/>
      </p:sp>
      <p:sp>
        <p:nvSpPr>
          <p:cNvPr id="110596" name="Rectangle 3"/>
          <p:cNvSpPr>
            <a:spLocks noGrp="1"/>
          </p:cNvSpPr>
          <p:nvPr>
            <p:ph type="body" idx="1"/>
          </p:nvPr>
        </p:nvSpPr>
        <p:spPr/>
        <p:txBody>
          <a:bodyPr wrap="square" lIns="91440" tIns="45720" rIns="91440" bIns="45720" anchor="t" anchorCtr="0"/>
          <a:lstStyle/>
          <a:p>
            <a:pPr lvl="0" eaLnBrk="1" hangingPunct="1"/>
            <a:endParaRPr lang="zh-CN" altLang="en-US" dirty="0"/>
          </a:p>
        </p:txBody>
      </p:sp>
    </p:spTree>
    <p:extLst>
      <p:ext uri="{BB962C8B-B14F-4D97-AF65-F5344CB8AC3E}">
        <p14:creationId xmlns:p14="http://schemas.microsoft.com/office/powerpoint/2010/main" val="277941410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t>39</a:t>
            </a:fld>
            <a:endParaRPr lang="zh-CN" altLang="en-US" dirty="0"/>
          </a:p>
        </p:txBody>
      </p:sp>
      <p:sp>
        <p:nvSpPr>
          <p:cNvPr id="112643" name="Rectangle 2"/>
          <p:cNvSpPr>
            <a:spLocks noGrp="1" noRot="1" noChangeAspect="1" noTextEdit="1"/>
          </p:cNvSpPr>
          <p:nvPr>
            <p:ph type="sldImg"/>
          </p:nvPr>
        </p:nvSpPr>
        <p:spPr/>
      </p:sp>
      <p:sp>
        <p:nvSpPr>
          <p:cNvPr id="112644" name="Rectangle 3"/>
          <p:cNvSpPr>
            <a:spLocks noGrp="1"/>
          </p:cNvSpPr>
          <p:nvPr>
            <p:ph type="body" idx="1"/>
          </p:nvPr>
        </p:nvSpPr>
        <p:spPr/>
        <p:txBody>
          <a:bodyPr wrap="square" lIns="91440" tIns="45720" rIns="91440" bIns="45720" anchor="t" anchorCtr="0"/>
          <a:lstStyle/>
          <a:p>
            <a:pPr lvl="0" eaLnBrk="1" hangingPunct="1"/>
            <a:endParaRPr lang="zh-CN" altLang="en-US" dirty="0"/>
          </a:p>
        </p:txBody>
      </p:sp>
    </p:spTree>
    <p:extLst>
      <p:ext uri="{BB962C8B-B14F-4D97-AF65-F5344CB8AC3E}">
        <p14:creationId xmlns:p14="http://schemas.microsoft.com/office/powerpoint/2010/main" val="123245157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t>40</a:t>
            </a:fld>
            <a:endParaRPr lang="zh-CN" altLang="en-US" dirty="0"/>
          </a:p>
        </p:txBody>
      </p:sp>
      <p:sp>
        <p:nvSpPr>
          <p:cNvPr id="112643" name="Rectangle 2"/>
          <p:cNvSpPr>
            <a:spLocks noGrp="1" noRot="1" noChangeAspect="1" noTextEdit="1"/>
          </p:cNvSpPr>
          <p:nvPr>
            <p:ph type="sldImg"/>
          </p:nvPr>
        </p:nvSpPr>
        <p:spPr/>
      </p:sp>
      <p:sp>
        <p:nvSpPr>
          <p:cNvPr id="112644" name="Rectangle 3"/>
          <p:cNvSpPr>
            <a:spLocks noGrp="1"/>
          </p:cNvSpPr>
          <p:nvPr>
            <p:ph type="body" idx="1"/>
          </p:nvPr>
        </p:nvSpPr>
        <p:spPr/>
        <p:txBody>
          <a:bodyPr wrap="square" lIns="91440" tIns="45720" rIns="91440" bIns="45720" anchor="t" anchorCtr="0"/>
          <a:lstStyle/>
          <a:p>
            <a:pPr lvl="0" eaLnBrk="1" hangingPunct="1"/>
            <a:endParaRPr lang="zh-CN" altLang="en-US" dirty="0"/>
          </a:p>
        </p:txBody>
      </p:sp>
    </p:spTree>
    <p:extLst>
      <p:ext uri="{BB962C8B-B14F-4D97-AF65-F5344CB8AC3E}">
        <p14:creationId xmlns:p14="http://schemas.microsoft.com/office/powerpoint/2010/main" val="107565599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t>41</a:t>
            </a:fld>
            <a:endParaRPr lang="zh-CN" altLang="en-US" dirty="0"/>
          </a:p>
        </p:txBody>
      </p:sp>
      <p:sp>
        <p:nvSpPr>
          <p:cNvPr id="112643" name="Rectangle 2"/>
          <p:cNvSpPr>
            <a:spLocks noGrp="1" noRot="1" noChangeAspect="1" noTextEdit="1"/>
          </p:cNvSpPr>
          <p:nvPr>
            <p:ph type="sldImg"/>
          </p:nvPr>
        </p:nvSpPr>
        <p:spPr/>
      </p:sp>
      <p:sp>
        <p:nvSpPr>
          <p:cNvPr id="112644" name="Rectangle 3"/>
          <p:cNvSpPr>
            <a:spLocks noGrp="1"/>
          </p:cNvSpPr>
          <p:nvPr>
            <p:ph type="body" idx="1"/>
          </p:nvPr>
        </p:nvSpPr>
        <p:spPr/>
        <p:txBody>
          <a:bodyPr wrap="square" lIns="91440" tIns="45720" rIns="91440" bIns="45720" anchor="t" anchorCtr="0"/>
          <a:lstStyle/>
          <a:p>
            <a:pPr lvl="0" eaLnBrk="1" hangingPunct="1"/>
            <a:endParaRPr lang="zh-CN" altLang="en-US" dirty="0"/>
          </a:p>
        </p:txBody>
      </p:sp>
    </p:spTree>
    <p:extLst>
      <p:ext uri="{BB962C8B-B14F-4D97-AF65-F5344CB8AC3E}">
        <p14:creationId xmlns:p14="http://schemas.microsoft.com/office/powerpoint/2010/main" val="400255926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t>42</a:t>
            </a:fld>
            <a:endParaRPr lang="zh-CN" altLang="en-US" dirty="0"/>
          </a:p>
        </p:txBody>
      </p:sp>
      <p:sp>
        <p:nvSpPr>
          <p:cNvPr id="112643" name="Rectangle 2"/>
          <p:cNvSpPr>
            <a:spLocks noGrp="1" noRot="1" noChangeAspect="1" noTextEdit="1"/>
          </p:cNvSpPr>
          <p:nvPr>
            <p:ph type="sldImg"/>
          </p:nvPr>
        </p:nvSpPr>
        <p:spPr/>
      </p:sp>
      <p:sp>
        <p:nvSpPr>
          <p:cNvPr id="112644" name="Rectangle 3"/>
          <p:cNvSpPr>
            <a:spLocks noGrp="1"/>
          </p:cNvSpPr>
          <p:nvPr>
            <p:ph type="body" idx="1"/>
          </p:nvPr>
        </p:nvSpPr>
        <p:spPr/>
        <p:txBody>
          <a:bodyPr wrap="square" lIns="91440" tIns="45720" rIns="91440" bIns="45720" anchor="t" anchorCtr="0"/>
          <a:lstStyle/>
          <a:p>
            <a:pPr lvl="0" eaLnBrk="1" hangingPunct="1"/>
            <a:endParaRPr lang="zh-CN" altLang="en-US" dirty="0"/>
          </a:p>
        </p:txBody>
      </p:sp>
    </p:spTree>
    <p:extLst>
      <p:ext uri="{BB962C8B-B14F-4D97-AF65-F5344CB8AC3E}">
        <p14:creationId xmlns:p14="http://schemas.microsoft.com/office/powerpoint/2010/main" val="288192336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t>43</a:t>
            </a:fld>
            <a:endParaRPr lang="zh-CN" altLang="en-US" dirty="0"/>
          </a:p>
        </p:txBody>
      </p:sp>
      <p:sp>
        <p:nvSpPr>
          <p:cNvPr id="112643" name="Rectangle 2"/>
          <p:cNvSpPr>
            <a:spLocks noGrp="1" noRot="1" noChangeAspect="1" noTextEdit="1"/>
          </p:cNvSpPr>
          <p:nvPr>
            <p:ph type="sldImg"/>
          </p:nvPr>
        </p:nvSpPr>
        <p:spPr/>
      </p:sp>
      <p:sp>
        <p:nvSpPr>
          <p:cNvPr id="112644" name="Rectangle 3"/>
          <p:cNvSpPr>
            <a:spLocks noGrp="1"/>
          </p:cNvSpPr>
          <p:nvPr>
            <p:ph type="body" idx="1"/>
          </p:nvPr>
        </p:nvSpPr>
        <p:spPr/>
        <p:txBody>
          <a:bodyPr wrap="square" lIns="91440" tIns="45720" rIns="91440" bIns="45720" anchor="t" anchorCtr="0"/>
          <a:lstStyle/>
          <a:p>
            <a:pPr lvl="0" eaLnBrk="1" hangingPunct="1"/>
            <a:endParaRPr lang="zh-CN" altLang="en-US" dirty="0"/>
          </a:p>
        </p:txBody>
      </p:sp>
    </p:spTree>
    <p:extLst>
      <p:ext uri="{BB962C8B-B14F-4D97-AF65-F5344CB8AC3E}">
        <p14:creationId xmlns:p14="http://schemas.microsoft.com/office/powerpoint/2010/main" val="66890155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t>44</a:t>
            </a:fld>
            <a:endParaRPr lang="zh-CN" altLang="en-US" dirty="0"/>
          </a:p>
        </p:txBody>
      </p:sp>
      <p:sp>
        <p:nvSpPr>
          <p:cNvPr id="118787" name="Rectangle 2"/>
          <p:cNvSpPr>
            <a:spLocks noGrp="1" noRot="1" noChangeAspect="1" noTextEdit="1"/>
          </p:cNvSpPr>
          <p:nvPr>
            <p:ph type="sldImg"/>
          </p:nvPr>
        </p:nvSpPr>
        <p:spPr/>
      </p:sp>
      <p:sp>
        <p:nvSpPr>
          <p:cNvPr id="118788" name="Rectangle 3"/>
          <p:cNvSpPr>
            <a:spLocks noGrp="1"/>
          </p:cNvSpPr>
          <p:nvPr>
            <p:ph type="body" idx="1"/>
          </p:nvPr>
        </p:nvSpPr>
        <p:spPr/>
        <p:txBody>
          <a:bodyPr wrap="square" lIns="91440" tIns="45720" rIns="91440" bIns="45720" anchor="t" anchorCtr="0"/>
          <a:lstStyle/>
          <a:p>
            <a:pPr lvl="0" eaLnBrk="1" hangingPunct="1"/>
            <a:endParaRPr lang="zh-CN" altLang="en-US" dirty="0"/>
          </a:p>
        </p:txBody>
      </p:sp>
    </p:spTree>
    <p:extLst>
      <p:ext uri="{BB962C8B-B14F-4D97-AF65-F5344CB8AC3E}">
        <p14:creationId xmlns:p14="http://schemas.microsoft.com/office/powerpoint/2010/main" val="389637133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t>45</a:t>
            </a:fld>
            <a:endParaRPr lang="zh-CN" altLang="en-US" dirty="0"/>
          </a:p>
        </p:txBody>
      </p:sp>
      <p:sp>
        <p:nvSpPr>
          <p:cNvPr id="120835" name="Rectangle 2"/>
          <p:cNvSpPr>
            <a:spLocks noGrp="1" noRot="1" noChangeAspect="1" noTextEdit="1"/>
          </p:cNvSpPr>
          <p:nvPr>
            <p:ph type="sldImg"/>
          </p:nvPr>
        </p:nvSpPr>
        <p:spPr/>
      </p:sp>
      <p:sp>
        <p:nvSpPr>
          <p:cNvPr id="120836" name="Rectangle 3"/>
          <p:cNvSpPr>
            <a:spLocks noGrp="1"/>
          </p:cNvSpPr>
          <p:nvPr>
            <p:ph type="body" idx="1"/>
          </p:nvPr>
        </p:nvSpPr>
        <p:spPr/>
        <p:txBody>
          <a:bodyPr wrap="square" lIns="91440" tIns="45720" rIns="91440" bIns="45720" anchor="t" anchorCtr="0"/>
          <a:lstStyle/>
          <a:p>
            <a:pPr lvl="0" eaLnBrk="1" hangingPunct="1"/>
            <a:endParaRPr lang="zh-CN" altLang="en-US" dirty="0"/>
          </a:p>
        </p:txBody>
      </p:sp>
    </p:spTree>
    <p:extLst>
      <p:ext uri="{BB962C8B-B14F-4D97-AF65-F5344CB8AC3E}">
        <p14:creationId xmlns:p14="http://schemas.microsoft.com/office/powerpoint/2010/main" val="140339767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t>46</a:t>
            </a:fld>
            <a:endParaRPr lang="zh-CN" altLang="en-US" dirty="0"/>
          </a:p>
        </p:txBody>
      </p:sp>
      <p:sp>
        <p:nvSpPr>
          <p:cNvPr id="112643" name="Rectangle 2"/>
          <p:cNvSpPr>
            <a:spLocks noGrp="1" noRot="1" noChangeAspect="1" noTextEdit="1"/>
          </p:cNvSpPr>
          <p:nvPr>
            <p:ph type="sldImg"/>
          </p:nvPr>
        </p:nvSpPr>
        <p:spPr/>
      </p:sp>
      <p:sp>
        <p:nvSpPr>
          <p:cNvPr id="112644" name="Rectangle 3"/>
          <p:cNvSpPr>
            <a:spLocks noGrp="1"/>
          </p:cNvSpPr>
          <p:nvPr>
            <p:ph type="body" idx="1"/>
          </p:nvPr>
        </p:nvSpPr>
        <p:spPr/>
        <p:txBody>
          <a:bodyPr wrap="square" lIns="91440" tIns="45720" rIns="91440" bIns="45720" anchor="t" anchorCtr="0"/>
          <a:lstStyle/>
          <a:p>
            <a:pPr lvl="0" eaLnBrk="1" hangingPunct="1"/>
            <a:endParaRPr lang="zh-CN" altLang="en-US" dirty="0"/>
          </a:p>
        </p:txBody>
      </p:sp>
    </p:spTree>
    <p:extLst>
      <p:ext uri="{BB962C8B-B14F-4D97-AF65-F5344CB8AC3E}">
        <p14:creationId xmlns:p14="http://schemas.microsoft.com/office/powerpoint/2010/main" val="141310810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t>47</a:t>
            </a:fld>
            <a:endParaRPr lang="zh-CN" altLang="en-US" dirty="0"/>
          </a:p>
        </p:txBody>
      </p:sp>
      <p:sp>
        <p:nvSpPr>
          <p:cNvPr id="112643" name="Rectangle 2"/>
          <p:cNvSpPr>
            <a:spLocks noGrp="1" noRot="1" noChangeAspect="1" noTextEdit="1"/>
          </p:cNvSpPr>
          <p:nvPr>
            <p:ph type="sldImg"/>
          </p:nvPr>
        </p:nvSpPr>
        <p:spPr/>
      </p:sp>
      <p:sp>
        <p:nvSpPr>
          <p:cNvPr id="112644" name="Rectangle 3"/>
          <p:cNvSpPr>
            <a:spLocks noGrp="1"/>
          </p:cNvSpPr>
          <p:nvPr>
            <p:ph type="body" idx="1"/>
          </p:nvPr>
        </p:nvSpPr>
        <p:spPr/>
        <p:txBody>
          <a:bodyPr wrap="square" lIns="91440" tIns="45720" rIns="91440" bIns="45720" anchor="t" anchorCtr="0"/>
          <a:lstStyle/>
          <a:p>
            <a:pPr lvl="0" eaLnBrk="1" hangingPunct="1"/>
            <a:endParaRPr lang="zh-CN" altLang="en-US" dirty="0"/>
          </a:p>
        </p:txBody>
      </p:sp>
    </p:spTree>
    <p:extLst>
      <p:ext uri="{BB962C8B-B14F-4D97-AF65-F5344CB8AC3E}">
        <p14:creationId xmlns:p14="http://schemas.microsoft.com/office/powerpoint/2010/main" val="245835943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t>48</a:t>
            </a:fld>
            <a:endParaRPr lang="zh-CN" altLang="en-US" dirty="0"/>
          </a:p>
        </p:txBody>
      </p:sp>
      <p:sp>
        <p:nvSpPr>
          <p:cNvPr id="112643" name="Rectangle 2"/>
          <p:cNvSpPr>
            <a:spLocks noGrp="1" noRot="1" noChangeAspect="1" noTextEdit="1"/>
          </p:cNvSpPr>
          <p:nvPr>
            <p:ph type="sldImg"/>
          </p:nvPr>
        </p:nvSpPr>
        <p:spPr/>
      </p:sp>
      <p:sp>
        <p:nvSpPr>
          <p:cNvPr id="112644" name="Rectangle 3"/>
          <p:cNvSpPr>
            <a:spLocks noGrp="1"/>
          </p:cNvSpPr>
          <p:nvPr>
            <p:ph type="body" idx="1"/>
          </p:nvPr>
        </p:nvSpPr>
        <p:spPr/>
        <p:txBody>
          <a:bodyPr wrap="square" lIns="91440" tIns="45720" rIns="91440" bIns="45720" anchor="t" anchorCtr="0"/>
          <a:lstStyle/>
          <a:p>
            <a:pPr lvl="0" eaLnBrk="1" hangingPunct="1"/>
            <a:endParaRPr lang="zh-CN" altLang="en-US" dirty="0"/>
          </a:p>
        </p:txBody>
      </p:sp>
    </p:spTree>
    <p:extLst>
      <p:ext uri="{BB962C8B-B14F-4D97-AF65-F5344CB8AC3E}">
        <p14:creationId xmlns:p14="http://schemas.microsoft.com/office/powerpoint/2010/main" val="140813792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t>49</a:t>
            </a:fld>
            <a:endParaRPr lang="zh-CN" altLang="en-US" dirty="0"/>
          </a:p>
        </p:txBody>
      </p:sp>
      <p:sp>
        <p:nvSpPr>
          <p:cNvPr id="112643" name="Rectangle 2"/>
          <p:cNvSpPr>
            <a:spLocks noGrp="1" noRot="1" noChangeAspect="1" noTextEdit="1"/>
          </p:cNvSpPr>
          <p:nvPr>
            <p:ph type="sldImg"/>
          </p:nvPr>
        </p:nvSpPr>
        <p:spPr/>
      </p:sp>
      <p:sp>
        <p:nvSpPr>
          <p:cNvPr id="112644" name="Rectangle 3"/>
          <p:cNvSpPr>
            <a:spLocks noGrp="1"/>
          </p:cNvSpPr>
          <p:nvPr>
            <p:ph type="body" idx="1"/>
          </p:nvPr>
        </p:nvSpPr>
        <p:spPr/>
        <p:txBody>
          <a:bodyPr wrap="square" lIns="91440" tIns="45720" rIns="91440" bIns="45720" anchor="t" anchorCtr="0"/>
          <a:lstStyle/>
          <a:p>
            <a:pPr lvl="0" eaLnBrk="1" hangingPunct="1"/>
            <a:endParaRPr lang="zh-CN" altLang="en-US" dirty="0"/>
          </a:p>
        </p:txBody>
      </p:sp>
    </p:spTree>
    <p:extLst>
      <p:ext uri="{BB962C8B-B14F-4D97-AF65-F5344CB8AC3E}">
        <p14:creationId xmlns:p14="http://schemas.microsoft.com/office/powerpoint/2010/main" val="139551458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t>50</a:t>
            </a:fld>
            <a:endParaRPr lang="zh-CN" altLang="en-US" dirty="0"/>
          </a:p>
        </p:txBody>
      </p:sp>
      <p:sp>
        <p:nvSpPr>
          <p:cNvPr id="112643" name="Rectangle 2"/>
          <p:cNvSpPr>
            <a:spLocks noGrp="1" noRot="1" noChangeAspect="1" noTextEdit="1"/>
          </p:cNvSpPr>
          <p:nvPr>
            <p:ph type="sldImg"/>
          </p:nvPr>
        </p:nvSpPr>
        <p:spPr/>
      </p:sp>
      <p:sp>
        <p:nvSpPr>
          <p:cNvPr id="112644" name="Rectangle 3"/>
          <p:cNvSpPr>
            <a:spLocks noGrp="1"/>
          </p:cNvSpPr>
          <p:nvPr>
            <p:ph type="body" idx="1"/>
          </p:nvPr>
        </p:nvSpPr>
        <p:spPr/>
        <p:txBody>
          <a:bodyPr wrap="square" lIns="91440" tIns="45720" rIns="91440" bIns="45720" anchor="t" anchorCtr="0"/>
          <a:lstStyle/>
          <a:p>
            <a:pPr lvl="0" eaLnBrk="1" hangingPunct="1"/>
            <a:endParaRPr lang="zh-CN" altLang="en-US" dirty="0"/>
          </a:p>
        </p:txBody>
      </p:sp>
    </p:spTree>
    <p:extLst>
      <p:ext uri="{BB962C8B-B14F-4D97-AF65-F5344CB8AC3E}">
        <p14:creationId xmlns:p14="http://schemas.microsoft.com/office/powerpoint/2010/main" val="171824097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t>51</a:t>
            </a:fld>
            <a:endParaRPr lang="zh-CN" altLang="en-US" dirty="0"/>
          </a:p>
        </p:txBody>
      </p:sp>
      <p:sp>
        <p:nvSpPr>
          <p:cNvPr id="112643" name="Rectangle 2"/>
          <p:cNvSpPr>
            <a:spLocks noGrp="1" noRot="1" noChangeAspect="1" noTextEdit="1"/>
          </p:cNvSpPr>
          <p:nvPr>
            <p:ph type="sldImg"/>
          </p:nvPr>
        </p:nvSpPr>
        <p:spPr/>
      </p:sp>
      <p:sp>
        <p:nvSpPr>
          <p:cNvPr id="112644" name="Rectangle 3"/>
          <p:cNvSpPr>
            <a:spLocks noGrp="1"/>
          </p:cNvSpPr>
          <p:nvPr>
            <p:ph type="body" idx="1"/>
          </p:nvPr>
        </p:nvSpPr>
        <p:spPr/>
        <p:txBody>
          <a:bodyPr wrap="square" lIns="91440" tIns="45720" rIns="91440" bIns="45720" anchor="t" anchorCtr="0"/>
          <a:lstStyle/>
          <a:p>
            <a:pPr lvl="0" eaLnBrk="1" hangingPunct="1"/>
            <a:endParaRPr lang="zh-CN" altLang="en-US" dirty="0"/>
          </a:p>
        </p:txBody>
      </p:sp>
    </p:spTree>
    <p:extLst>
      <p:ext uri="{BB962C8B-B14F-4D97-AF65-F5344CB8AC3E}">
        <p14:creationId xmlns:p14="http://schemas.microsoft.com/office/powerpoint/2010/main" val="47490553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t>52</a:t>
            </a:fld>
            <a:endParaRPr lang="zh-CN" altLang="en-US" dirty="0"/>
          </a:p>
        </p:txBody>
      </p:sp>
      <p:sp>
        <p:nvSpPr>
          <p:cNvPr id="112643" name="Rectangle 2"/>
          <p:cNvSpPr>
            <a:spLocks noGrp="1" noRot="1" noChangeAspect="1" noTextEdit="1"/>
          </p:cNvSpPr>
          <p:nvPr>
            <p:ph type="sldImg"/>
          </p:nvPr>
        </p:nvSpPr>
        <p:spPr/>
      </p:sp>
      <p:sp>
        <p:nvSpPr>
          <p:cNvPr id="112644" name="Rectangle 3"/>
          <p:cNvSpPr>
            <a:spLocks noGrp="1"/>
          </p:cNvSpPr>
          <p:nvPr>
            <p:ph type="body" idx="1"/>
          </p:nvPr>
        </p:nvSpPr>
        <p:spPr/>
        <p:txBody>
          <a:bodyPr wrap="square" lIns="91440" tIns="45720" rIns="91440" bIns="45720" anchor="t" anchorCtr="0"/>
          <a:lstStyle/>
          <a:p>
            <a:pPr lvl="0" eaLnBrk="1" hangingPunct="1"/>
            <a:endParaRPr lang="zh-CN" altLang="en-US" dirty="0"/>
          </a:p>
        </p:txBody>
      </p:sp>
    </p:spTree>
    <p:extLst>
      <p:ext uri="{BB962C8B-B14F-4D97-AF65-F5344CB8AC3E}">
        <p14:creationId xmlns:p14="http://schemas.microsoft.com/office/powerpoint/2010/main" val="552990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t>54</a:t>
            </a:fld>
            <a:endParaRPr lang="zh-CN" altLang="en-US" dirty="0"/>
          </a:p>
        </p:txBody>
      </p:sp>
      <p:sp>
        <p:nvSpPr>
          <p:cNvPr id="132099" name="Rectangle 2"/>
          <p:cNvSpPr>
            <a:spLocks noGrp="1" noRot="1" noChangeAspect="1" noTextEdit="1"/>
          </p:cNvSpPr>
          <p:nvPr>
            <p:ph type="sldImg"/>
          </p:nvPr>
        </p:nvSpPr>
        <p:spPr/>
      </p:sp>
      <p:sp>
        <p:nvSpPr>
          <p:cNvPr id="132100" name="Rectangle 3"/>
          <p:cNvSpPr>
            <a:spLocks noGrp="1"/>
          </p:cNvSpPr>
          <p:nvPr>
            <p:ph type="body" idx="1"/>
          </p:nvPr>
        </p:nvSpPr>
        <p:spPr/>
        <p:txBody>
          <a:bodyPr wrap="square" lIns="91440" tIns="45720" rIns="91440" bIns="45720" anchor="t" anchorCtr="0"/>
          <a:lstStyle/>
          <a:p>
            <a:pPr lvl="0" eaLnBrk="1" hangingPunct="1"/>
            <a:endParaRPr lang="zh-CN" altLang="en-US" dirty="0"/>
          </a:p>
        </p:txBody>
      </p:sp>
    </p:spTree>
    <p:extLst>
      <p:ext uri="{BB962C8B-B14F-4D97-AF65-F5344CB8AC3E}">
        <p14:creationId xmlns:p14="http://schemas.microsoft.com/office/powerpoint/2010/main" val="219063515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t>61</a:t>
            </a:fld>
            <a:endParaRPr lang="zh-CN" altLang="en-US" dirty="0"/>
          </a:p>
        </p:txBody>
      </p:sp>
      <p:sp>
        <p:nvSpPr>
          <p:cNvPr id="129027" name="Rectangle 2"/>
          <p:cNvSpPr>
            <a:spLocks noGrp="1" noRot="1" noChangeAspect="1" noTextEdit="1"/>
          </p:cNvSpPr>
          <p:nvPr>
            <p:ph type="sldImg"/>
          </p:nvPr>
        </p:nvSpPr>
        <p:spPr/>
      </p:sp>
      <p:sp>
        <p:nvSpPr>
          <p:cNvPr id="129028" name="Rectangle 3"/>
          <p:cNvSpPr>
            <a:spLocks noGrp="1"/>
          </p:cNvSpPr>
          <p:nvPr>
            <p:ph type="body" idx="1"/>
          </p:nvPr>
        </p:nvSpPr>
        <p:spPr/>
        <p:txBody>
          <a:bodyPr wrap="square" lIns="91440" tIns="45720" rIns="91440" bIns="45720" anchor="t" anchorCtr="0"/>
          <a:lstStyle/>
          <a:p>
            <a:pPr lvl="0" eaLnBrk="1" hangingPunct="1"/>
            <a:endParaRPr lang="zh-CN" altLang="en-US" dirty="0"/>
          </a:p>
        </p:txBody>
      </p:sp>
    </p:spTree>
    <p:extLst>
      <p:ext uri="{BB962C8B-B14F-4D97-AF65-F5344CB8AC3E}">
        <p14:creationId xmlns:p14="http://schemas.microsoft.com/office/powerpoint/2010/main" val="80016715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数据结构课上，要描述一张图的时候，我们会把一张图描述称一个集合，集合里包括顶点和边两种类型的元素，知识图谱中，每个实体被定义成顶点，边有标签，每个顶点有属性</a:t>
            </a:r>
            <a:endParaRPr lang="zh-CN" altLang="en-US" dirty="0"/>
          </a:p>
        </p:txBody>
      </p:sp>
    </p:spTree>
    <p:extLst>
      <p:ext uri="{BB962C8B-B14F-4D97-AF65-F5344CB8AC3E}">
        <p14:creationId xmlns:p14="http://schemas.microsoft.com/office/powerpoint/2010/main" val="413185361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属性图是图数据库</a:t>
            </a:r>
            <a:r>
              <a:rPr lang="en-US" altLang="zh-CN" dirty="0" err="1" smtClean="0"/>
              <a:t>Neo4J</a:t>
            </a:r>
            <a:r>
              <a:rPr lang="zh-CN" altLang="en-US" dirty="0" smtClean="0"/>
              <a:t>实现的图结构表示模型，在工业界有广泛应用。</a:t>
            </a:r>
          </a:p>
          <a:p>
            <a:r>
              <a:rPr lang="zh-CN" altLang="en-US" dirty="0" smtClean="0"/>
              <a:t>属性图的优点是表达方式非常灵活，例如，它允许为边增加属性，非常便于表</a:t>
            </a:r>
          </a:p>
          <a:p>
            <a:r>
              <a:rPr lang="zh-CN" altLang="en-US" dirty="0" smtClean="0"/>
              <a:t>示多元关系。</a:t>
            </a:r>
          </a:p>
          <a:p>
            <a:r>
              <a:rPr lang="zh-CN" altLang="en-US" dirty="0" smtClean="0"/>
              <a:t>属性图的存储充分利用图的结构进行优化，因而在查询计算方面具有较高优势。</a:t>
            </a:r>
          </a:p>
          <a:p>
            <a:r>
              <a:rPr lang="zh-CN" altLang="en-US" dirty="0" smtClean="0"/>
              <a:t>属性图的缺点是缺乏工业标准规范的支持，由于不关注更深层的语义表达，也</a:t>
            </a:r>
          </a:p>
          <a:p>
            <a:r>
              <a:rPr lang="zh-CN" altLang="en-US" dirty="0" smtClean="0"/>
              <a:t>不支持符号逻辑推理。</a:t>
            </a:r>
            <a:endParaRPr lang="zh-CN" altLang="en-US" dirty="0"/>
          </a:p>
        </p:txBody>
      </p:sp>
    </p:spTree>
    <p:extLst>
      <p:ext uri="{BB962C8B-B14F-4D97-AF65-F5344CB8AC3E}">
        <p14:creationId xmlns:p14="http://schemas.microsoft.com/office/powerpoint/2010/main" val="183999883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t>90</a:t>
            </a:fld>
            <a:endParaRPr lang="zh-CN" altLang="en-US" dirty="0"/>
          </a:p>
        </p:txBody>
      </p:sp>
      <p:sp>
        <p:nvSpPr>
          <p:cNvPr id="129027" name="Rectangle 2"/>
          <p:cNvSpPr>
            <a:spLocks noGrp="1" noRot="1" noChangeAspect="1" noTextEdit="1"/>
          </p:cNvSpPr>
          <p:nvPr>
            <p:ph type="sldImg"/>
          </p:nvPr>
        </p:nvSpPr>
        <p:spPr/>
      </p:sp>
      <p:sp>
        <p:nvSpPr>
          <p:cNvPr id="129028" name="Rectangle 3"/>
          <p:cNvSpPr>
            <a:spLocks noGrp="1"/>
          </p:cNvSpPr>
          <p:nvPr>
            <p:ph type="body" idx="1"/>
          </p:nvPr>
        </p:nvSpPr>
        <p:spPr/>
        <p:txBody>
          <a:bodyPr wrap="square" lIns="91440" tIns="45720" rIns="91440" bIns="45720" anchor="t" anchorCtr="0"/>
          <a:lstStyle/>
          <a:p>
            <a:pPr lvl="0" eaLnBrk="1" hangingPunct="1"/>
            <a:endParaRPr lang="zh-CN" altLang="en-US" dirty="0"/>
          </a:p>
        </p:txBody>
      </p:sp>
    </p:spTree>
    <p:extLst>
      <p:ext uri="{BB962C8B-B14F-4D97-AF65-F5344CB8AC3E}">
        <p14:creationId xmlns:p14="http://schemas.microsoft.com/office/powerpoint/2010/main" val="321219333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p:spPr>
        <p:txBody>
          <a:bodyPr/>
          <a:lstStyle>
            <a:lvl1pPr latinLnBrk="1">
              <a:spcBef>
                <a:spcPct val="30000"/>
              </a:spcBef>
              <a:defRPr kumimoji="1" sz="1200">
                <a:solidFill>
                  <a:schemeClr val="tx1"/>
                </a:solidFill>
                <a:latin typeface="Gulim" panose="020B0604020202020204" pitchFamily="34" charset="-127"/>
                <a:ea typeface="Gulim" panose="020B0604020202020204" pitchFamily="34" charset="-127"/>
              </a:defRPr>
            </a:lvl1pPr>
            <a:lvl2pPr marL="742950" indent="-285750" latinLnBrk="1">
              <a:spcBef>
                <a:spcPct val="30000"/>
              </a:spcBef>
              <a:defRPr kumimoji="1" sz="1200">
                <a:solidFill>
                  <a:schemeClr val="tx1"/>
                </a:solidFill>
                <a:latin typeface="Gulim" panose="020B0604020202020204" pitchFamily="34" charset="-127"/>
                <a:ea typeface="Gulim" panose="020B0604020202020204" pitchFamily="34" charset="-127"/>
              </a:defRPr>
            </a:lvl2pPr>
            <a:lvl3pPr marL="1143000" indent="-228600" latinLnBrk="1">
              <a:spcBef>
                <a:spcPct val="30000"/>
              </a:spcBef>
              <a:defRPr kumimoji="1" sz="1200">
                <a:solidFill>
                  <a:schemeClr val="tx1"/>
                </a:solidFill>
                <a:latin typeface="Gulim" panose="020B0604020202020204" pitchFamily="34" charset="-127"/>
                <a:ea typeface="Gulim" panose="020B0604020202020204" pitchFamily="34" charset="-127"/>
              </a:defRPr>
            </a:lvl3pPr>
            <a:lvl4pPr marL="1600200" indent="-228600" latinLnBrk="1">
              <a:spcBef>
                <a:spcPct val="30000"/>
              </a:spcBef>
              <a:defRPr kumimoji="1" sz="1200">
                <a:solidFill>
                  <a:schemeClr val="tx1"/>
                </a:solidFill>
                <a:latin typeface="Gulim" panose="020B0604020202020204" pitchFamily="34" charset="-127"/>
                <a:ea typeface="Gulim" panose="020B0604020202020204" pitchFamily="34" charset="-127"/>
              </a:defRPr>
            </a:lvl4pPr>
            <a:lvl5pPr marL="2057400" indent="-228600" latinLnBrk="1">
              <a:spcBef>
                <a:spcPct val="30000"/>
              </a:spcBef>
              <a:defRPr kumimoji="1" sz="1200">
                <a:solidFill>
                  <a:schemeClr val="tx1"/>
                </a:solidFill>
                <a:latin typeface="Gulim" panose="020B0604020202020204" pitchFamily="34" charset="-127"/>
                <a:ea typeface="Gulim" panose="020B0604020202020204" pitchFamily="34" charset="-127"/>
              </a:defRPr>
            </a:lvl5pPr>
            <a:lvl6pPr marL="2514600" indent="-228600" eaLnBrk="0" fontAlgn="base" latinLnBrk="1" hangingPunct="0">
              <a:spcBef>
                <a:spcPct val="30000"/>
              </a:spcBef>
              <a:spcAft>
                <a:spcPct val="0"/>
              </a:spcAft>
              <a:defRPr kumimoji="1" sz="1200">
                <a:solidFill>
                  <a:schemeClr val="tx1"/>
                </a:solidFill>
                <a:latin typeface="Gulim" panose="020B0604020202020204" pitchFamily="34" charset="-127"/>
                <a:ea typeface="Gulim" panose="020B0604020202020204" pitchFamily="34" charset="-127"/>
              </a:defRPr>
            </a:lvl6pPr>
            <a:lvl7pPr marL="2971800" indent="-228600" eaLnBrk="0" fontAlgn="base" latinLnBrk="1" hangingPunct="0">
              <a:spcBef>
                <a:spcPct val="30000"/>
              </a:spcBef>
              <a:spcAft>
                <a:spcPct val="0"/>
              </a:spcAft>
              <a:defRPr kumimoji="1" sz="1200">
                <a:solidFill>
                  <a:schemeClr val="tx1"/>
                </a:solidFill>
                <a:latin typeface="Gulim" panose="020B0604020202020204" pitchFamily="34" charset="-127"/>
                <a:ea typeface="Gulim" panose="020B0604020202020204" pitchFamily="34" charset="-127"/>
              </a:defRPr>
            </a:lvl7pPr>
            <a:lvl8pPr marL="3429000" indent="-228600" eaLnBrk="0" fontAlgn="base" latinLnBrk="1" hangingPunct="0">
              <a:spcBef>
                <a:spcPct val="30000"/>
              </a:spcBef>
              <a:spcAft>
                <a:spcPct val="0"/>
              </a:spcAft>
              <a:defRPr kumimoji="1" sz="1200">
                <a:solidFill>
                  <a:schemeClr val="tx1"/>
                </a:solidFill>
                <a:latin typeface="Gulim" panose="020B0604020202020204" pitchFamily="34" charset="-127"/>
                <a:ea typeface="Gulim" panose="020B0604020202020204" pitchFamily="34" charset="-127"/>
              </a:defRPr>
            </a:lvl8pPr>
            <a:lvl9pPr marL="3886200" indent="-228600" eaLnBrk="0" fontAlgn="base" latinLnBrk="1" hangingPunct="0">
              <a:spcBef>
                <a:spcPct val="30000"/>
              </a:spcBef>
              <a:spcAft>
                <a:spcPct val="0"/>
              </a:spcAft>
              <a:defRPr kumimoji="1" sz="1200">
                <a:solidFill>
                  <a:schemeClr val="tx1"/>
                </a:solidFill>
                <a:latin typeface="Gulim" panose="020B0604020202020204" pitchFamily="34" charset="-127"/>
                <a:ea typeface="Gulim" panose="020B0604020202020204" pitchFamily="34" charset="-127"/>
              </a:defRPr>
            </a:lvl9pPr>
          </a:lstStyle>
          <a:p>
            <a:pPr>
              <a:spcBef>
                <a:spcPct val="0"/>
              </a:spcBef>
            </a:pPr>
            <a:fld id="{CED6008D-725C-4AD1-8086-F4EA326EC5BB}" type="slidenum">
              <a:rPr lang="zh-CN" altLang="en-US" smtClean="0"/>
              <a:pPr>
                <a:spcBef>
                  <a:spcPct val="0"/>
                </a:spcBef>
              </a:pPr>
              <a:t>92</a:t>
            </a:fld>
            <a:endParaRPr lang="en-US" altLang="zh-CN" smtClean="0"/>
          </a:p>
        </p:txBody>
      </p:sp>
      <p:sp>
        <p:nvSpPr>
          <p:cNvPr id="27651" name="Rectangle 2"/>
          <p:cNvSpPr>
            <a:spLocks noGrp="1" noRot="1" noChangeAspect="1" noChangeArrowheads="1" noTextEdit="1"/>
          </p:cNvSpPr>
          <p:nvPr>
            <p:ph type="sldImg"/>
          </p:nvPr>
        </p:nvSpPr>
        <p:spPr>
          <a:ln/>
        </p:spPr>
      </p:sp>
      <p:sp>
        <p:nvSpPr>
          <p:cNvPr id="27652" name="Rectangle 3"/>
          <p:cNvSpPr>
            <a:spLocks noGrp="1" noChangeArrowheads="1"/>
          </p:cNvSpPr>
          <p:nvPr>
            <p:ph type="body" idx="1"/>
          </p:nvPr>
        </p:nvSpPr>
        <p:spPr>
          <a:noFill/>
        </p:spPr>
        <p:txBody>
          <a:bodyPr/>
          <a:lstStyle/>
          <a:p>
            <a:pPr eaLnBrk="1" hangingPunct="1"/>
            <a:endParaRPr lang="zh-CN" altLang="en-US" smtClean="0"/>
          </a:p>
        </p:txBody>
      </p:sp>
    </p:spTree>
    <p:extLst>
      <p:ext uri="{BB962C8B-B14F-4D97-AF65-F5344CB8AC3E}">
        <p14:creationId xmlns:p14="http://schemas.microsoft.com/office/powerpoint/2010/main" val="300339459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p:spPr>
        <p:txBody>
          <a:bodyPr/>
          <a:lstStyle>
            <a:lvl1pPr latinLnBrk="1">
              <a:spcBef>
                <a:spcPct val="30000"/>
              </a:spcBef>
              <a:defRPr kumimoji="1" sz="1200">
                <a:solidFill>
                  <a:schemeClr val="tx1"/>
                </a:solidFill>
                <a:latin typeface="Gulim" panose="020B0604020202020204" pitchFamily="34" charset="-127"/>
                <a:ea typeface="Gulim" panose="020B0604020202020204" pitchFamily="34" charset="-127"/>
              </a:defRPr>
            </a:lvl1pPr>
            <a:lvl2pPr marL="742950" indent="-285750" latinLnBrk="1">
              <a:spcBef>
                <a:spcPct val="30000"/>
              </a:spcBef>
              <a:defRPr kumimoji="1" sz="1200">
                <a:solidFill>
                  <a:schemeClr val="tx1"/>
                </a:solidFill>
                <a:latin typeface="Gulim" panose="020B0604020202020204" pitchFamily="34" charset="-127"/>
                <a:ea typeface="Gulim" panose="020B0604020202020204" pitchFamily="34" charset="-127"/>
              </a:defRPr>
            </a:lvl2pPr>
            <a:lvl3pPr marL="1143000" indent="-228600" latinLnBrk="1">
              <a:spcBef>
                <a:spcPct val="30000"/>
              </a:spcBef>
              <a:defRPr kumimoji="1" sz="1200">
                <a:solidFill>
                  <a:schemeClr val="tx1"/>
                </a:solidFill>
                <a:latin typeface="Gulim" panose="020B0604020202020204" pitchFamily="34" charset="-127"/>
                <a:ea typeface="Gulim" panose="020B0604020202020204" pitchFamily="34" charset="-127"/>
              </a:defRPr>
            </a:lvl3pPr>
            <a:lvl4pPr marL="1600200" indent="-228600" latinLnBrk="1">
              <a:spcBef>
                <a:spcPct val="30000"/>
              </a:spcBef>
              <a:defRPr kumimoji="1" sz="1200">
                <a:solidFill>
                  <a:schemeClr val="tx1"/>
                </a:solidFill>
                <a:latin typeface="Gulim" panose="020B0604020202020204" pitchFamily="34" charset="-127"/>
                <a:ea typeface="Gulim" panose="020B0604020202020204" pitchFamily="34" charset="-127"/>
              </a:defRPr>
            </a:lvl4pPr>
            <a:lvl5pPr marL="2057400" indent="-228600" latinLnBrk="1">
              <a:spcBef>
                <a:spcPct val="30000"/>
              </a:spcBef>
              <a:defRPr kumimoji="1" sz="1200">
                <a:solidFill>
                  <a:schemeClr val="tx1"/>
                </a:solidFill>
                <a:latin typeface="Gulim" panose="020B0604020202020204" pitchFamily="34" charset="-127"/>
                <a:ea typeface="Gulim" panose="020B0604020202020204" pitchFamily="34" charset="-127"/>
              </a:defRPr>
            </a:lvl5pPr>
            <a:lvl6pPr marL="2514600" indent="-228600" eaLnBrk="0" fontAlgn="base" latinLnBrk="1" hangingPunct="0">
              <a:spcBef>
                <a:spcPct val="30000"/>
              </a:spcBef>
              <a:spcAft>
                <a:spcPct val="0"/>
              </a:spcAft>
              <a:defRPr kumimoji="1" sz="1200">
                <a:solidFill>
                  <a:schemeClr val="tx1"/>
                </a:solidFill>
                <a:latin typeface="Gulim" panose="020B0604020202020204" pitchFamily="34" charset="-127"/>
                <a:ea typeface="Gulim" panose="020B0604020202020204" pitchFamily="34" charset="-127"/>
              </a:defRPr>
            </a:lvl6pPr>
            <a:lvl7pPr marL="2971800" indent="-228600" eaLnBrk="0" fontAlgn="base" latinLnBrk="1" hangingPunct="0">
              <a:spcBef>
                <a:spcPct val="30000"/>
              </a:spcBef>
              <a:spcAft>
                <a:spcPct val="0"/>
              </a:spcAft>
              <a:defRPr kumimoji="1" sz="1200">
                <a:solidFill>
                  <a:schemeClr val="tx1"/>
                </a:solidFill>
                <a:latin typeface="Gulim" panose="020B0604020202020204" pitchFamily="34" charset="-127"/>
                <a:ea typeface="Gulim" panose="020B0604020202020204" pitchFamily="34" charset="-127"/>
              </a:defRPr>
            </a:lvl7pPr>
            <a:lvl8pPr marL="3429000" indent="-228600" eaLnBrk="0" fontAlgn="base" latinLnBrk="1" hangingPunct="0">
              <a:spcBef>
                <a:spcPct val="30000"/>
              </a:spcBef>
              <a:spcAft>
                <a:spcPct val="0"/>
              </a:spcAft>
              <a:defRPr kumimoji="1" sz="1200">
                <a:solidFill>
                  <a:schemeClr val="tx1"/>
                </a:solidFill>
                <a:latin typeface="Gulim" panose="020B0604020202020204" pitchFamily="34" charset="-127"/>
                <a:ea typeface="Gulim" panose="020B0604020202020204" pitchFamily="34" charset="-127"/>
              </a:defRPr>
            </a:lvl8pPr>
            <a:lvl9pPr marL="3886200" indent="-228600" eaLnBrk="0" fontAlgn="base" latinLnBrk="1" hangingPunct="0">
              <a:spcBef>
                <a:spcPct val="30000"/>
              </a:spcBef>
              <a:spcAft>
                <a:spcPct val="0"/>
              </a:spcAft>
              <a:defRPr kumimoji="1" sz="1200">
                <a:solidFill>
                  <a:schemeClr val="tx1"/>
                </a:solidFill>
                <a:latin typeface="Gulim" panose="020B0604020202020204" pitchFamily="34" charset="-127"/>
                <a:ea typeface="Gulim" panose="020B0604020202020204" pitchFamily="34" charset="-127"/>
              </a:defRPr>
            </a:lvl9pPr>
          </a:lstStyle>
          <a:p>
            <a:pPr>
              <a:spcBef>
                <a:spcPct val="0"/>
              </a:spcBef>
            </a:pPr>
            <a:fld id="{24173AC3-9084-443C-ADEA-3668A0442FEC}" type="slidenum">
              <a:rPr lang="zh-CN" altLang="en-US" smtClean="0"/>
              <a:pPr>
                <a:spcBef>
                  <a:spcPct val="0"/>
                </a:spcBef>
              </a:pPr>
              <a:t>93</a:t>
            </a:fld>
            <a:endParaRPr lang="en-US" altLang="zh-CN" smtClean="0"/>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p:spPr>
        <p:txBody>
          <a:bodyPr/>
          <a:lstStyle/>
          <a:p>
            <a:pPr eaLnBrk="1" hangingPunct="1"/>
            <a:endParaRPr lang="zh-CN" altLang="en-US" smtClean="0"/>
          </a:p>
        </p:txBody>
      </p:sp>
    </p:spTree>
    <p:extLst>
      <p:ext uri="{BB962C8B-B14F-4D97-AF65-F5344CB8AC3E}">
        <p14:creationId xmlns:p14="http://schemas.microsoft.com/office/powerpoint/2010/main" val="186927124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p:spPr>
        <p:txBody>
          <a:bodyPr/>
          <a:lstStyle>
            <a:lvl1pPr latinLnBrk="1">
              <a:spcBef>
                <a:spcPct val="30000"/>
              </a:spcBef>
              <a:defRPr kumimoji="1" sz="1200">
                <a:solidFill>
                  <a:schemeClr val="tx1"/>
                </a:solidFill>
                <a:latin typeface="Gulim" panose="020B0604020202020204" pitchFamily="34" charset="-127"/>
                <a:ea typeface="Gulim" panose="020B0604020202020204" pitchFamily="34" charset="-127"/>
              </a:defRPr>
            </a:lvl1pPr>
            <a:lvl2pPr marL="742950" indent="-285750" latinLnBrk="1">
              <a:spcBef>
                <a:spcPct val="30000"/>
              </a:spcBef>
              <a:defRPr kumimoji="1" sz="1200">
                <a:solidFill>
                  <a:schemeClr val="tx1"/>
                </a:solidFill>
                <a:latin typeface="Gulim" panose="020B0604020202020204" pitchFamily="34" charset="-127"/>
                <a:ea typeface="Gulim" panose="020B0604020202020204" pitchFamily="34" charset="-127"/>
              </a:defRPr>
            </a:lvl2pPr>
            <a:lvl3pPr marL="1143000" indent="-228600" latinLnBrk="1">
              <a:spcBef>
                <a:spcPct val="30000"/>
              </a:spcBef>
              <a:defRPr kumimoji="1" sz="1200">
                <a:solidFill>
                  <a:schemeClr val="tx1"/>
                </a:solidFill>
                <a:latin typeface="Gulim" panose="020B0604020202020204" pitchFamily="34" charset="-127"/>
                <a:ea typeface="Gulim" panose="020B0604020202020204" pitchFamily="34" charset="-127"/>
              </a:defRPr>
            </a:lvl3pPr>
            <a:lvl4pPr marL="1600200" indent="-228600" latinLnBrk="1">
              <a:spcBef>
                <a:spcPct val="30000"/>
              </a:spcBef>
              <a:defRPr kumimoji="1" sz="1200">
                <a:solidFill>
                  <a:schemeClr val="tx1"/>
                </a:solidFill>
                <a:latin typeface="Gulim" panose="020B0604020202020204" pitchFamily="34" charset="-127"/>
                <a:ea typeface="Gulim" panose="020B0604020202020204" pitchFamily="34" charset="-127"/>
              </a:defRPr>
            </a:lvl4pPr>
            <a:lvl5pPr marL="2057400" indent="-228600" latinLnBrk="1">
              <a:spcBef>
                <a:spcPct val="30000"/>
              </a:spcBef>
              <a:defRPr kumimoji="1" sz="1200">
                <a:solidFill>
                  <a:schemeClr val="tx1"/>
                </a:solidFill>
                <a:latin typeface="Gulim" panose="020B0604020202020204" pitchFamily="34" charset="-127"/>
                <a:ea typeface="Gulim" panose="020B0604020202020204" pitchFamily="34" charset="-127"/>
              </a:defRPr>
            </a:lvl5pPr>
            <a:lvl6pPr marL="2514600" indent="-228600" eaLnBrk="0" fontAlgn="base" latinLnBrk="1" hangingPunct="0">
              <a:spcBef>
                <a:spcPct val="30000"/>
              </a:spcBef>
              <a:spcAft>
                <a:spcPct val="0"/>
              </a:spcAft>
              <a:defRPr kumimoji="1" sz="1200">
                <a:solidFill>
                  <a:schemeClr val="tx1"/>
                </a:solidFill>
                <a:latin typeface="Gulim" panose="020B0604020202020204" pitchFamily="34" charset="-127"/>
                <a:ea typeface="Gulim" panose="020B0604020202020204" pitchFamily="34" charset="-127"/>
              </a:defRPr>
            </a:lvl6pPr>
            <a:lvl7pPr marL="2971800" indent="-228600" eaLnBrk="0" fontAlgn="base" latinLnBrk="1" hangingPunct="0">
              <a:spcBef>
                <a:spcPct val="30000"/>
              </a:spcBef>
              <a:spcAft>
                <a:spcPct val="0"/>
              </a:spcAft>
              <a:defRPr kumimoji="1" sz="1200">
                <a:solidFill>
                  <a:schemeClr val="tx1"/>
                </a:solidFill>
                <a:latin typeface="Gulim" panose="020B0604020202020204" pitchFamily="34" charset="-127"/>
                <a:ea typeface="Gulim" panose="020B0604020202020204" pitchFamily="34" charset="-127"/>
              </a:defRPr>
            </a:lvl7pPr>
            <a:lvl8pPr marL="3429000" indent="-228600" eaLnBrk="0" fontAlgn="base" latinLnBrk="1" hangingPunct="0">
              <a:spcBef>
                <a:spcPct val="30000"/>
              </a:spcBef>
              <a:spcAft>
                <a:spcPct val="0"/>
              </a:spcAft>
              <a:defRPr kumimoji="1" sz="1200">
                <a:solidFill>
                  <a:schemeClr val="tx1"/>
                </a:solidFill>
                <a:latin typeface="Gulim" panose="020B0604020202020204" pitchFamily="34" charset="-127"/>
                <a:ea typeface="Gulim" panose="020B0604020202020204" pitchFamily="34" charset="-127"/>
              </a:defRPr>
            </a:lvl8pPr>
            <a:lvl9pPr marL="3886200" indent="-228600" eaLnBrk="0" fontAlgn="base" latinLnBrk="1" hangingPunct="0">
              <a:spcBef>
                <a:spcPct val="30000"/>
              </a:spcBef>
              <a:spcAft>
                <a:spcPct val="0"/>
              </a:spcAft>
              <a:defRPr kumimoji="1" sz="1200">
                <a:solidFill>
                  <a:schemeClr val="tx1"/>
                </a:solidFill>
                <a:latin typeface="Gulim" panose="020B0604020202020204" pitchFamily="34" charset="-127"/>
                <a:ea typeface="Gulim" panose="020B0604020202020204" pitchFamily="34" charset="-127"/>
              </a:defRPr>
            </a:lvl9pPr>
          </a:lstStyle>
          <a:p>
            <a:pPr>
              <a:spcBef>
                <a:spcPct val="0"/>
              </a:spcBef>
            </a:pPr>
            <a:fld id="{AD7E9692-B0A6-40B3-8C61-10B2EAE01A77}" type="slidenum">
              <a:rPr lang="zh-CN" altLang="en-US" smtClean="0"/>
              <a:pPr>
                <a:spcBef>
                  <a:spcPct val="0"/>
                </a:spcBef>
              </a:pPr>
              <a:t>94</a:t>
            </a:fld>
            <a:endParaRPr lang="en-US" altLang="zh-CN" smtClean="0"/>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a:noFill/>
        </p:spPr>
        <p:txBody>
          <a:bodyPr/>
          <a:lstStyle/>
          <a:p>
            <a:pPr eaLnBrk="1" hangingPunct="1"/>
            <a:endParaRPr lang="zh-CN" altLang="en-US" smtClean="0"/>
          </a:p>
        </p:txBody>
      </p:sp>
    </p:spTree>
    <p:extLst>
      <p:ext uri="{BB962C8B-B14F-4D97-AF65-F5344CB8AC3E}">
        <p14:creationId xmlns:p14="http://schemas.microsoft.com/office/powerpoint/2010/main" val="232957979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p:spPr>
        <p:txBody>
          <a:bodyPr/>
          <a:lstStyle>
            <a:lvl1pPr latinLnBrk="1">
              <a:spcBef>
                <a:spcPct val="30000"/>
              </a:spcBef>
              <a:defRPr kumimoji="1" sz="1200">
                <a:solidFill>
                  <a:schemeClr val="tx1"/>
                </a:solidFill>
                <a:latin typeface="Gulim" panose="020B0604020202020204" charset="-127"/>
                <a:ea typeface="Gulim" panose="020B0604020202020204" charset="-127"/>
              </a:defRPr>
            </a:lvl1pPr>
            <a:lvl2pPr marL="742950" indent="-285750" latinLnBrk="1">
              <a:spcBef>
                <a:spcPct val="30000"/>
              </a:spcBef>
              <a:defRPr kumimoji="1" sz="1200">
                <a:solidFill>
                  <a:schemeClr val="tx1"/>
                </a:solidFill>
                <a:latin typeface="Gulim" panose="020B0604020202020204" charset="-127"/>
                <a:ea typeface="Gulim" panose="020B0604020202020204" charset="-127"/>
              </a:defRPr>
            </a:lvl2pPr>
            <a:lvl3pPr marL="1143000" indent="-228600" latinLnBrk="1">
              <a:spcBef>
                <a:spcPct val="30000"/>
              </a:spcBef>
              <a:defRPr kumimoji="1" sz="1200">
                <a:solidFill>
                  <a:schemeClr val="tx1"/>
                </a:solidFill>
                <a:latin typeface="Gulim" panose="020B0604020202020204" charset="-127"/>
                <a:ea typeface="Gulim" panose="020B0604020202020204" charset="-127"/>
              </a:defRPr>
            </a:lvl3pPr>
            <a:lvl4pPr marL="1600200" indent="-228600" latinLnBrk="1">
              <a:spcBef>
                <a:spcPct val="30000"/>
              </a:spcBef>
              <a:defRPr kumimoji="1" sz="1200">
                <a:solidFill>
                  <a:schemeClr val="tx1"/>
                </a:solidFill>
                <a:latin typeface="Gulim" panose="020B0604020202020204" charset="-127"/>
                <a:ea typeface="Gulim" panose="020B0604020202020204" charset="-127"/>
              </a:defRPr>
            </a:lvl4pPr>
            <a:lvl5pPr marL="2057400" indent="-228600" latinLnBrk="1">
              <a:spcBef>
                <a:spcPct val="30000"/>
              </a:spcBef>
              <a:defRPr kumimoji="1" sz="1200">
                <a:solidFill>
                  <a:schemeClr val="tx1"/>
                </a:solidFill>
                <a:latin typeface="Gulim" panose="020B0604020202020204" charset="-127"/>
                <a:ea typeface="Gulim" panose="020B0604020202020204" charset="-127"/>
              </a:defRPr>
            </a:lvl5pPr>
            <a:lvl6pPr marL="2514600" indent="-228600" eaLnBrk="0" fontAlgn="base" latinLnBrk="1" hangingPunct="0">
              <a:spcBef>
                <a:spcPct val="30000"/>
              </a:spcBef>
              <a:spcAft>
                <a:spcPct val="0"/>
              </a:spcAft>
              <a:defRPr kumimoji="1" sz="1200">
                <a:solidFill>
                  <a:schemeClr val="tx1"/>
                </a:solidFill>
                <a:latin typeface="Gulim" panose="020B0604020202020204" charset="-127"/>
                <a:ea typeface="Gulim" panose="020B0604020202020204" charset="-127"/>
              </a:defRPr>
            </a:lvl6pPr>
            <a:lvl7pPr marL="2971800" indent="-228600" eaLnBrk="0" fontAlgn="base" latinLnBrk="1" hangingPunct="0">
              <a:spcBef>
                <a:spcPct val="30000"/>
              </a:spcBef>
              <a:spcAft>
                <a:spcPct val="0"/>
              </a:spcAft>
              <a:defRPr kumimoji="1" sz="1200">
                <a:solidFill>
                  <a:schemeClr val="tx1"/>
                </a:solidFill>
                <a:latin typeface="Gulim" panose="020B0604020202020204" charset="-127"/>
                <a:ea typeface="Gulim" panose="020B0604020202020204" charset="-127"/>
              </a:defRPr>
            </a:lvl7pPr>
            <a:lvl8pPr marL="3429000" indent="-228600" eaLnBrk="0" fontAlgn="base" latinLnBrk="1" hangingPunct="0">
              <a:spcBef>
                <a:spcPct val="30000"/>
              </a:spcBef>
              <a:spcAft>
                <a:spcPct val="0"/>
              </a:spcAft>
              <a:defRPr kumimoji="1" sz="1200">
                <a:solidFill>
                  <a:schemeClr val="tx1"/>
                </a:solidFill>
                <a:latin typeface="Gulim" panose="020B0604020202020204" charset="-127"/>
                <a:ea typeface="Gulim" panose="020B0604020202020204" charset="-127"/>
              </a:defRPr>
            </a:lvl8pPr>
            <a:lvl9pPr marL="3886200" indent="-228600" eaLnBrk="0" fontAlgn="base" latinLnBrk="1" hangingPunct="0">
              <a:spcBef>
                <a:spcPct val="30000"/>
              </a:spcBef>
              <a:spcAft>
                <a:spcPct val="0"/>
              </a:spcAft>
              <a:defRPr kumimoji="1" sz="1200">
                <a:solidFill>
                  <a:schemeClr val="tx1"/>
                </a:solidFill>
                <a:latin typeface="Gulim" panose="020B0604020202020204" charset="-127"/>
                <a:ea typeface="Gulim" panose="020B0604020202020204" charset="-127"/>
              </a:defRPr>
            </a:lvl9pPr>
          </a:lstStyle>
          <a:p>
            <a:pPr>
              <a:spcBef>
                <a:spcPct val="0"/>
              </a:spcBef>
            </a:pPr>
            <a:fld id="{DE64EA67-0839-4DA3-9352-049DF22C1B2E}" type="slidenum">
              <a:rPr lang="zh-CN" altLang="en-US" smtClean="0"/>
              <a:pPr>
                <a:spcBef>
                  <a:spcPct val="0"/>
                </a:spcBef>
              </a:pPr>
              <a:t>95</a:t>
            </a:fld>
            <a:endParaRPr lang="en-US" altLang="zh-CN" smtClean="0"/>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a:noFill/>
        </p:spPr>
        <p:txBody>
          <a:bodyPr/>
          <a:lstStyle/>
          <a:p>
            <a:pPr eaLnBrk="1" hangingPunct="1"/>
            <a:endParaRPr lang="zh-CN" altLang="en-US" smtClean="0">
              <a:latin typeface="Gulim" panose="020B0604020202020204" charset="-127"/>
              <a:ea typeface="Gulim" panose="020B0604020202020204" charset="-127"/>
            </a:endParaRPr>
          </a:p>
        </p:txBody>
      </p:sp>
    </p:spTree>
    <p:extLst>
      <p:ext uri="{BB962C8B-B14F-4D97-AF65-F5344CB8AC3E}">
        <p14:creationId xmlns:p14="http://schemas.microsoft.com/office/powerpoint/2010/main" val="385819540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p:spPr>
        <p:txBody>
          <a:bodyPr/>
          <a:lstStyle>
            <a:lvl1pPr latinLnBrk="1">
              <a:spcBef>
                <a:spcPct val="30000"/>
              </a:spcBef>
              <a:defRPr kumimoji="1" sz="1200">
                <a:solidFill>
                  <a:schemeClr val="tx1"/>
                </a:solidFill>
                <a:latin typeface="Gulim" panose="020B0604020202020204" charset="-127"/>
                <a:ea typeface="Gulim" panose="020B0604020202020204" charset="-127"/>
              </a:defRPr>
            </a:lvl1pPr>
            <a:lvl2pPr marL="742950" indent="-285750" latinLnBrk="1">
              <a:spcBef>
                <a:spcPct val="30000"/>
              </a:spcBef>
              <a:defRPr kumimoji="1" sz="1200">
                <a:solidFill>
                  <a:schemeClr val="tx1"/>
                </a:solidFill>
                <a:latin typeface="Gulim" panose="020B0604020202020204" charset="-127"/>
                <a:ea typeface="Gulim" panose="020B0604020202020204" charset="-127"/>
              </a:defRPr>
            </a:lvl2pPr>
            <a:lvl3pPr marL="1143000" indent="-228600" latinLnBrk="1">
              <a:spcBef>
                <a:spcPct val="30000"/>
              </a:spcBef>
              <a:defRPr kumimoji="1" sz="1200">
                <a:solidFill>
                  <a:schemeClr val="tx1"/>
                </a:solidFill>
                <a:latin typeface="Gulim" panose="020B0604020202020204" charset="-127"/>
                <a:ea typeface="Gulim" panose="020B0604020202020204" charset="-127"/>
              </a:defRPr>
            </a:lvl3pPr>
            <a:lvl4pPr marL="1600200" indent="-228600" latinLnBrk="1">
              <a:spcBef>
                <a:spcPct val="30000"/>
              </a:spcBef>
              <a:defRPr kumimoji="1" sz="1200">
                <a:solidFill>
                  <a:schemeClr val="tx1"/>
                </a:solidFill>
                <a:latin typeface="Gulim" panose="020B0604020202020204" charset="-127"/>
                <a:ea typeface="Gulim" panose="020B0604020202020204" charset="-127"/>
              </a:defRPr>
            </a:lvl4pPr>
            <a:lvl5pPr marL="2057400" indent="-228600" latinLnBrk="1">
              <a:spcBef>
                <a:spcPct val="30000"/>
              </a:spcBef>
              <a:defRPr kumimoji="1" sz="1200">
                <a:solidFill>
                  <a:schemeClr val="tx1"/>
                </a:solidFill>
                <a:latin typeface="Gulim" panose="020B0604020202020204" charset="-127"/>
                <a:ea typeface="Gulim" panose="020B0604020202020204" charset="-127"/>
              </a:defRPr>
            </a:lvl5pPr>
            <a:lvl6pPr marL="2514600" indent="-228600" eaLnBrk="0" fontAlgn="base" latinLnBrk="1" hangingPunct="0">
              <a:spcBef>
                <a:spcPct val="30000"/>
              </a:spcBef>
              <a:spcAft>
                <a:spcPct val="0"/>
              </a:spcAft>
              <a:defRPr kumimoji="1" sz="1200">
                <a:solidFill>
                  <a:schemeClr val="tx1"/>
                </a:solidFill>
                <a:latin typeface="Gulim" panose="020B0604020202020204" charset="-127"/>
                <a:ea typeface="Gulim" panose="020B0604020202020204" charset="-127"/>
              </a:defRPr>
            </a:lvl6pPr>
            <a:lvl7pPr marL="2971800" indent="-228600" eaLnBrk="0" fontAlgn="base" latinLnBrk="1" hangingPunct="0">
              <a:spcBef>
                <a:spcPct val="30000"/>
              </a:spcBef>
              <a:spcAft>
                <a:spcPct val="0"/>
              </a:spcAft>
              <a:defRPr kumimoji="1" sz="1200">
                <a:solidFill>
                  <a:schemeClr val="tx1"/>
                </a:solidFill>
                <a:latin typeface="Gulim" panose="020B0604020202020204" charset="-127"/>
                <a:ea typeface="Gulim" panose="020B0604020202020204" charset="-127"/>
              </a:defRPr>
            </a:lvl7pPr>
            <a:lvl8pPr marL="3429000" indent="-228600" eaLnBrk="0" fontAlgn="base" latinLnBrk="1" hangingPunct="0">
              <a:spcBef>
                <a:spcPct val="30000"/>
              </a:spcBef>
              <a:spcAft>
                <a:spcPct val="0"/>
              </a:spcAft>
              <a:defRPr kumimoji="1" sz="1200">
                <a:solidFill>
                  <a:schemeClr val="tx1"/>
                </a:solidFill>
                <a:latin typeface="Gulim" panose="020B0604020202020204" charset="-127"/>
                <a:ea typeface="Gulim" panose="020B0604020202020204" charset="-127"/>
              </a:defRPr>
            </a:lvl8pPr>
            <a:lvl9pPr marL="3886200" indent="-228600" eaLnBrk="0" fontAlgn="base" latinLnBrk="1" hangingPunct="0">
              <a:spcBef>
                <a:spcPct val="30000"/>
              </a:spcBef>
              <a:spcAft>
                <a:spcPct val="0"/>
              </a:spcAft>
              <a:defRPr kumimoji="1" sz="1200">
                <a:solidFill>
                  <a:schemeClr val="tx1"/>
                </a:solidFill>
                <a:latin typeface="Gulim" panose="020B0604020202020204" charset="-127"/>
                <a:ea typeface="Gulim" panose="020B0604020202020204" charset="-127"/>
              </a:defRPr>
            </a:lvl9pPr>
          </a:lstStyle>
          <a:p>
            <a:pPr>
              <a:spcBef>
                <a:spcPct val="0"/>
              </a:spcBef>
            </a:pPr>
            <a:fld id="{0C23BBA0-A689-4431-9C41-8EF374598CAB}" type="slidenum">
              <a:rPr lang="zh-CN" altLang="en-US" smtClean="0"/>
              <a:pPr>
                <a:spcBef>
                  <a:spcPct val="0"/>
                </a:spcBef>
              </a:pPr>
              <a:t>96</a:t>
            </a:fld>
            <a:endParaRPr lang="en-US" altLang="zh-CN" smtClean="0"/>
          </a:p>
        </p:txBody>
      </p:sp>
      <p:sp>
        <p:nvSpPr>
          <p:cNvPr id="39939" name="Rectangle 2"/>
          <p:cNvSpPr>
            <a:spLocks noGrp="1" noRot="1" noChangeAspect="1" noChangeArrowheads="1" noTextEdit="1"/>
          </p:cNvSpPr>
          <p:nvPr>
            <p:ph type="sldImg"/>
          </p:nvPr>
        </p:nvSpPr>
        <p:spPr>
          <a:ln/>
        </p:spPr>
      </p:sp>
      <p:sp>
        <p:nvSpPr>
          <p:cNvPr id="39940" name="Rectangle 3"/>
          <p:cNvSpPr>
            <a:spLocks noGrp="1" noChangeArrowheads="1"/>
          </p:cNvSpPr>
          <p:nvPr>
            <p:ph type="body" idx="1"/>
          </p:nvPr>
        </p:nvSpPr>
        <p:spPr>
          <a:noFill/>
        </p:spPr>
        <p:txBody>
          <a:bodyPr/>
          <a:lstStyle/>
          <a:p>
            <a:pPr eaLnBrk="1" hangingPunct="1"/>
            <a:endParaRPr lang="zh-CN" altLang="en-US" smtClean="0">
              <a:latin typeface="Gulim" panose="020B0604020202020204" charset="-127"/>
              <a:ea typeface="Gulim" panose="020B0604020202020204" charset="-127"/>
            </a:endParaRPr>
          </a:p>
        </p:txBody>
      </p:sp>
    </p:spTree>
    <p:extLst>
      <p:ext uri="{BB962C8B-B14F-4D97-AF65-F5344CB8AC3E}">
        <p14:creationId xmlns:p14="http://schemas.microsoft.com/office/powerpoint/2010/main" val="176091427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p:spPr>
        <p:txBody>
          <a:bodyPr/>
          <a:lstStyle>
            <a:lvl1pPr latinLnBrk="1">
              <a:spcBef>
                <a:spcPct val="30000"/>
              </a:spcBef>
              <a:defRPr kumimoji="1" sz="1200">
                <a:solidFill>
                  <a:schemeClr val="tx1"/>
                </a:solidFill>
                <a:latin typeface="Gulim" panose="020B0604020202020204" charset="-127"/>
                <a:ea typeface="Gulim" panose="020B0604020202020204" charset="-127"/>
              </a:defRPr>
            </a:lvl1pPr>
            <a:lvl2pPr marL="742950" indent="-285750" latinLnBrk="1">
              <a:spcBef>
                <a:spcPct val="30000"/>
              </a:spcBef>
              <a:defRPr kumimoji="1" sz="1200">
                <a:solidFill>
                  <a:schemeClr val="tx1"/>
                </a:solidFill>
                <a:latin typeface="Gulim" panose="020B0604020202020204" charset="-127"/>
                <a:ea typeface="Gulim" panose="020B0604020202020204" charset="-127"/>
              </a:defRPr>
            </a:lvl2pPr>
            <a:lvl3pPr marL="1143000" indent="-228600" latinLnBrk="1">
              <a:spcBef>
                <a:spcPct val="30000"/>
              </a:spcBef>
              <a:defRPr kumimoji="1" sz="1200">
                <a:solidFill>
                  <a:schemeClr val="tx1"/>
                </a:solidFill>
                <a:latin typeface="Gulim" panose="020B0604020202020204" charset="-127"/>
                <a:ea typeface="Gulim" panose="020B0604020202020204" charset="-127"/>
              </a:defRPr>
            </a:lvl3pPr>
            <a:lvl4pPr marL="1600200" indent="-228600" latinLnBrk="1">
              <a:spcBef>
                <a:spcPct val="30000"/>
              </a:spcBef>
              <a:defRPr kumimoji="1" sz="1200">
                <a:solidFill>
                  <a:schemeClr val="tx1"/>
                </a:solidFill>
                <a:latin typeface="Gulim" panose="020B0604020202020204" charset="-127"/>
                <a:ea typeface="Gulim" panose="020B0604020202020204" charset="-127"/>
              </a:defRPr>
            </a:lvl4pPr>
            <a:lvl5pPr marL="2057400" indent="-228600" latinLnBrk="1">
              <a:spcBef>
                <a:spcPct val="30000"/>
              </a:spcBef>
              <a:defRPr kumimoji="1" sz="1200">
                <a:solidFill>
                  <a:schemeClr val="tx1"/>
                </a:solidFill>
                <a:latin typeface="Gulim" panose="020B0604020202020204" charset="-127"/>
                <a:ea typeface="Gulim" panose="020B0604020202020204" charset="-127"/>
              </a:defRPr>
            </a:lvl5pPr>
            <a:lvl6pPr marL="2514600" indent="-228600" eaLnBrk="0" fontAlgn="base" latinLnBrk="1" hangingPunct="0">
              <a:spcBef>
                <a:spcPct val="30000"/>
              </a:spcBef>
              <a:spcAft>
                <a:spcPct val="0"/>
              </a:spcAft>
              <a:defRPr kumimoji="1" sz="1200">
                <a:solidFill>
                  <a:schemeClr val="tx1"/>
                </a:solidFill>
                <a:latin typeface="Gulim" panose="020B0604020202020204" charset="-127"/>
                <a:ea typeface="Gulim" panose="020B0604020202020204" charset="-127"/>
              </a:defRPr>
            </a:lvl6pPr>
            <a:lvl7pPr marL="2971800" indent="-228600" eaLnBrk="0" fontAlgn="base" latinLnBrk="1" hangingPunct="0">
              <a:spcBef>
                <a:spcPct val="30000"/>
              </a:spcBef>
              <a:spcAft>
                <a:spcPct val="0"/>
              </a:spcAft>
              <a:defRPr kumimoji="1" sz="1200">
                <a:solidFill>
                  <a:schemeClr val="tx1"/>
                </a:solidFill>
                <a:latin typeface="Gulim" panose="020B0604020202020204" charset="-127"/>
                <a:ea typeface="Gulim" panose="020B0604020202020204" charset="-127"/>
              </a:defRPr>
            </a:lvl7pPr>
            <a:lvl8pPr marL="3429000" indent="-228600" eaLnBrk="0" fontAlgn="base" latinLnBrk="1" hangingPunct="0">
              <a:spcBef>
                <a:spcPct val="30000"/>
              </a:spcBef>
              <a:spcAft>
                <a:spcPct val="0"/>
              </a:spcAft>
              <a:defRPr kumimoji="1" sz="1200">
                <a:solidFill>
                  <a:schemeClr val="tx1"/>
                </a:solidFill>
                <a:latin typeface="Gulim" panose="020B0604020202020204" charset="-127"/>
                <a:ea typeface="Gulim" panose="020B0604020202020204" charset="-127"/>
              </a:defRPr>
            </a:lvl8pPr>
            <a:lvl9pPr marL="3886200" indent="-228600" eaLnBrk="0" fontAlgn="base" latinLnBrk="1" hangingPunct="0">
              <a:spcBef>
                <a:spcPct val="30000"/>
              </a:spcBef>
              <a:spcAft>
                <a:spcPct val="0"/>
              </a:spcAft>
              <a:defRPr kumimoji="1" sz="1200">
                <a:solidFill>
                  <a:schemeClr val="tx1"/>
                </a:solidFill>
                <a:latin typeface="Gulim" panose="020B0604020202020204" charset="-127"/>
                <a:ea typeface="Gulim" panose="020B0604020202020204" charset="-127"/>
              </a:defRPr>
            </a:lvl9pPr>
          </a:lstStyle>
          <a:p>
            <a:pPr>
              <a:spcBef>
                <a:spcPct val="0"/>
              </a:spcBef>
            </a:pPr>
            <a:fld id="{3BCF2997-0181-4A04-930A-BFE733D82208}" type="slidenum">
              <a:rPr lang="zh-CN" altLang="en-US" smtClean="0"/>
              <a:pPr>
                <a:spcBef>
                  <a:spcPct val="0"/>
                </a:spcBef>
              </a:pPr>
              <a:t>97</a:t>
            </a:fld>
            <a:endParaRPr lang="en-US" altLang="zh-CN" smtClean="0"/>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noFill/>
        </p:spPr>
        <p:txBody>
          <a:bodyPr/>
          <a:lstStyle/>
          <a:p>
            <a:pPr eaLnBrk="1" hangingPunct="1"/>
            <a:endParaRPr lang="zh-CN" altLang="en-US" smtClean="0">
              <a:latin typeface="Gulim" panose="020B0604020202020204" charset="-127"/>
              <a:ea typeface="Gulim" panose="020B0604020202020204" charset="-127"/>
            </a:endParaRPr>
          </a:p>
        </p:txBody>
      </p:sp>
    </p:spTree>
    <p:extLst>
      <p:ext uri="{BB962C8B-B14F-4D97-AF65-F5344CB8AC3E}">
        <p14:creationId xmlns:p14="http://schemas.microsoft.com/office/powerpoint/2010/main" val="332499240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lvl1pPr latinLnBrk="1">
              <a:spcBef>
                <a:spcPct val="30000"/>
              </a:spcBef>
              <a:defRPr kumimoji="1" sz="1200">
                <a:solidFill>
                  <a:schemeClr val="tx1"/>
                </a:solidFill>
                <a:latin typeface="Gulim" panose="020B0604020202020204" pitchFamily="34" charset="-127"/>
                <a:ea typeface="Gulim" panose="020B0604020202020204" pitchFamily="34" charset="-127"/>
              </a:defRPr>
            </a:lvl1pPr>
            <a:lvl2pPr marL="742950" indent="-285750" latinLnBrk="1">
              <a:spcBef>
                <a:spcPct val="30000"/>
              </a:spcBef>
              <a:defRPr kumimoji="1" sz="1200">
                <a:solidFill>
                  <a:schemeClr val="tx1"/>
                </a:solidFill>
                <a:latin typeface="Gulim" panose="020B0604020202020204" pitchFamily="34" charset="-127"/>
                <a:ea typeface="Gulim" panose="020B0604020202020204" pitchFamily="34" charset="-127"/>
              </a:defRPr>
            </a:lvl2pPr>
            <a:lvl3pPr marL="1143000" indent="-228600" latinLnBrk="1">
              <a:spcBef>
                <a:spcPct val="30000"/>
              </a:spcBef>
              <a:defRPr kumimoji="1" sz="1200">
                <a:solidFill>
                  <a:schemeClr val="tx1"/>
                </a:solidFill>
                <a:latin typeface="Gulim" panose="020B0604020202020204" pitchFamily="34" charset="-127"/>
                <a:ea typeface="Gulim" panose="020B0604020202020204" pitchFamily="34" charset="-127"/>
              </a:defRPr>
            </a:lvl3pPr>
            <a:lvl4pPr marL="1600200" indent="-228600" latinLnBrk="1">
              <a:spcBef>
                <a:spcPct val="30000"/>
              </a:spcBef>
              <a:defRPr kumimoji="1" sz="1200">
                <a:solidFill>
                  <a:schemeClr val="tx1"/>
                </a:solidFill>
                <a:latin typeface="Gulim" panose="020B0604020202020204" pitchFamily="34" charset="-127"/>
                <a:ea typeface="Gulim" panose="020B0604020202020204" pitchFamily="34" charset="-127"/>
              </a:defRPr>
            </a:lvl4pPr>
            <a:lvl5pPr marL="2057400" indent="-228600" latinLnBrk="1">
              <a:spcBef>
                <a:spcPct val="30000"/>
              </a:spcBef>
              <a:defRPr kumimoji="1" sz="1200">
                <a:solidFill>
                  <a:schemeClr val="tx1"/>
                </a:solidFill>
                <a:latin typeface="Gulim" panose="020B0604020202020204" pitchFamily="34" charset="-127"/>
                <a:ea typeface="Gulim" panose="020B0604020202020204" pitchFamily="34" charset="-127"/>
              </a:defRPr>
            </a:lvl5pPr>
            <a:lvl6pPr marL="2514600" indent="-228600" eaLnBrk="0" fontAlgn="base" latinLnBrk="1" hangingPunct="0">
              <a:spcBef>
                <a:spcPct val="30000"/>
              </a:spcBef>
              <a:spcAft>
                <a:spcPct val="0"/>
              </a:spcAft>
              <a:defRPr kumimoji="1" sz="1200">
                <a:solidFill>
                  <a:schemeClr val="tx1"/>
                </a:solidFill>
                <a:latin typeface="Gulim" panose="020B0604020202020204" pitchFamily="34" charset="-127"/>
                <a:ea typeface="Gulim" panose="020B0604020202020204" pitchFamily="34" charset="-127"/>
              </a:defRPr>
            </a:lvl6pPr>
            <a:lvl7pPr marL="2971800" indent="-228600" eaLnBrk="0" fontAlgn="base" latinLnBrk="1" hangingPunct="0">
              <a:spcBef>
                <a:spcPct val="30000"/>
              </a:spcBef>
              <a:spcAft>
                <a:spcPct val="0"/>
              </a:spcAft>
              <a:defRPr kumimoji="1" sz="1200">
                <a:solidFill>
                  <a:schemeClr val="tx1"/>
                </a:solidFill>
                <a:latin typeface="Gulim" panose="020B0604020202020204" pitchFamily="34" charset="-127"/>
                <a:ea typeface="Gulim" panose="020B0604020202020204" pitchFamily="34" charset="-127"/>
              </a:defRPr>
            </a:lvl7pPr>
            <a:lvl8pPr marL="3429000" indent="-228600" eaLnBrk="0" fontAlgn="base" latinLnBrk="1" hangingPunct="0">
              <a:spcBef>
                <a:spcPct val="30000"/>
              </a:spcBef>
              <a:spcAft>
                <a:spcPct val="0"/>
              </a:spcAft>
              <a:defRPr kumimoji="1" sz="1200">
                <a:solidFill>
                  <a:schemeClr val="tx1"/>
                </a:solidFill>
                <a:latin typeface="Gulim" panose="020B0604020202020204" pitchFamily="34" charset="-127"/>
                <a:ea typeface="Gulim" panose="020B0604020202020204" pitchFamily="34" charset="-127"/>
              </a:defRPr>
            </a:lvl8pPr>
            <a:lvl9pPr marL="3886200" indent="-228600" eaLnBrk="0" fontAlgn="base" latinLnBrk="1" hangingPunct="0">
              <a:spcBef>
                <a:spcPct val="30000"/>
              </a:spcBef>
              <a:spcAft>
                <a:spcPct val="0"/>
              </a:spcAft>
              <a:defRPr kumimoji="1" sz="1200">
                <a:solidFill>
                  <a:schemeClr val="tx1"/>
                </a:solidFill>
                <a:latin typeface="Gulim" panose="020B0604020202020204" pitchFamily="34" charset="-127"/>
                <a:ea typeface="Gulim" panose="020B0604020202020204" pitchFamily="34" charset="-127"/>
              </a:defRPr>
            </a:lvl9pPr>
          </a:lstStyle>
          <a:p>
            <a:pPr>
              <a:spcBef>
                <a:spcPct val="0"/>
              </a:spcBef>
            </a:pPr>
            <a:fld id="{3EF8CD6C-06A1-40A9-9E5F-EA93C258C2F3}" type="slidenum">
              <a:rPr lang="zh-CN" altLang="en-US" smtClean="0"/>
              <a:pPr>
                <a:spcBef>
                  <a:spcPct val="0"/>
                </a:spcBef>
              </a:pPr>
              <a:t>98</a:t>
            </a:fld>
            <a:endParaRPr lang="en-US" altLang="zh-CN" smtClean="0"/>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p:spPr>
        <p:txBody>
          <a:bodyPr/>
          <a:lstStyle/>
          <a:p>
            <a:pPr eaLnBrk="1" hangingPunct="1"/>
            <a:endParaRPr lang="zh-CN" altLang="en-US" smtClean="0"/>
          </a:p>
        </p:txBody>
      </p:sp>
    </p:spTree>
    <p:extLst>
      <p:ext uri="{BB962C8B-B14F-4D97-AF65-F5344CB8AC3E}">
        <p14:creationId xmlns:p14="http://schemas.microsoft.com/office/powerpoint/2010/main" val="154224748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lvl1pPr latinLnBrk="1">
              <a:spcBef>
                <a:spcPct val="30000"/>
              </a:spcBef>
              <a:defRPr kumimoji="1" sz="1200">
                <a:solidFill>
                  <a:schemeClr val="tx1"/>
                </a:solidFill>
                <a:latin typeface="Gulim" panose="020B0604020202020204" charset="-127"/>
                <a:ea typeface="Gulim" panose="020B0604020202020204" charset="-127"/>
              </a:defRPr>
            </a:lvl1pPr>
            <a:lvl2pPr marL="742950" indent="-285750" latinLnBrk="1">
              <a:spcBef>
                <a:spcPct val="30000"/>
              </a:spcBef>
              <a:defRPr kumimoji="1" sz="1200">
                <a:solidFill>
                  <a:schemeClr val="tx1"/>
                </a:solidFill>
                <a:latin typeface="Gulim" panose="020B0604020202020204" charset="-127"/>
                <a:ea typeface="Gulim" panose="020B0604020202020204" charset="-127"/>
              </a:defRPr>
            </a:lvl2pPr>
            <a:lvl3pPr marL="1143000" indent="-228600" latinLnBrk="1">
              <a:spcBef>
                <a:spcPct val="30000"/>
              </a:spcBef>
              <a:defRPr kumimoji="1" sz="1200">
                <a:solidFill>
                  <a:schemeClr val="tx1"/>
                </a:solidFill>
                <a:latin typeface="Gulim" panose="020B0604020202020204" charset="-127"/>
                <a:ea typeface="Gulim" panose="020B0604020202020204" charset="-127"/>
              </a:defRPr>
            </a:lvl3pPr>
            <a:lvl4pPr marL="1600200" indent="-228600" latinLnBrk="1">
              <a:spcBef>
                <a:spcPct val="30000"/>
              </a:spcBef>
              <a:defRPr kumimoji="1" sz="1200">
                <a:solidFill>
                  <a:schemeClr val="tx1"/>
                </a:solidFill>
                <a:latin typeface="Gulim" panose="020B0604020202020204" charset="-127"/>
                <a:ea typeface="Gulim" panose="020B0604020202020204" charset="-127"/>
              </a:defRPr>
            </a:lvl4pPr>
            <a:lvl5pPr marL="2057400" indent="-228600" latinLnBrk="1">
              <a:spcBef>
                <a:spcPct val="30000"/>
              </a:spcBef>
              <a:defRPr kumimoji="1" sz="1200">
                <a:solidFill>
                  <a:schemeClr val="tx1"/>
                </a:solidFill>
                <a:latin typeface="Gulim" panose="020B0604020202020204" charset="-127"/>
                <a:ea typeface="Gulim" panose="020B0604020202020204" charset="-127"/>
              </a:defRPr>
            </a:lvl5pPr>
            <a:lvl6pPr marL="2514600" indent="-228600" eaLnBrk="0" fontAlgn="base" latinLnBrk="1" hangingPunct="0">
              <a:spcBef>
                <a:spcPct val="30000"/>
              </a:spcBef>
              <a:spcAft>
                <a:spcPct val="0"/>
              </a:spcAft>
              <a:defRPr kumimoji="1" sz="1200">
                <a:solidFill>
                  <a:schemeClr val="tx1"/>
                </a:solidFill>
                <a:latin typeface="Gulim" panose="020B0604020202020204" charset="-127"/>
                <a:ea typeface="Gulim" panose="020B0604020202020204" charset="-127"/>
              </a:defRPr>
            </a:lvl6pPr>
            <a:lvl7pPr marL="2971800" indent="-228600" eaLnBrk="0" fontAlgn="base" latinLnBrk="1" hangingPunct="0">
              <a:spcBef>
                <a:spcPct val="30000"/>
              </a:spcBef>
              <a:spcAft>
                <a:spcPct val="0"/>
              </a:spcAft>
              <a:defRPr kumimoji="1" sz="1200">
                <a:solidFill>
                  <a:schemeClr val="tx1"/>
                </a:solidFill>
                <a:latin typeface="Gulim" panose="020B0604020202020204" charset="-127"/>
                <a:ea typeface="Gulim" panose="020B0604020202020204" charset="-127"/>
              </a:defRPr>
            </a:lvl7pPr>
            <a:lvl8pPr marL="3429000" indent="-228600" eaLnBrk="0" fontAlgn="base" latinLnBrk="1" hangingPunct="0">
              <a:spcBef>
                <a:spcPct val="30000"/>
              </a:spcBef>
              <a:spcAft>
                <a:spcPct val="0"/>
              </a:spcAft>
              <a:defRPr kumimoji="1" sz="1200">
                <a:solidFill>
                  <a:schemeClr val="tx1"/>
                </a:solidFill>
                <a:latin typeface="Gulim" panose="020B0604020202020204" charset="-127"/>
                <a:ea typeface="Gulim" panose="020B0604020202020204" charset="-127"/>
              </a:defRPr>
            </a:lvl8pPr>
            <a:lvl9pPr marL="3886200" indent="-228600" eaLnBrk="0" fontAlgn="base" latinLnBrk="1" hangingPunct="0">
              <a:spcBef>
                <a:spcPct val="30000"/>
              </a:spcBef>
              <a:spcAft>
                <a:spcPct val="0"/>
              </a:spcAft>
              <a:defRPr kumimoji="1" sz="1200">
                <a:solidFill>
                  <a:schemeClr val="tx1"/>
                </a:solidFill>
                <a:latin typeface="Gulim" panose="020B0604020202020204" charset="-127"/>
                <a:ea typeface="Gulim" panose="020B0604020202020204" charset="-127"/>
              </a:defRPr>
            </a:lvl9pPr>
          </a:lstStyle>
          <a:p>
            <a:pPr>
              <a:spcBef>
                <a:spcPct val="0"/>
              </a:spcBef>
            </a:pPr>
            <a:fld id="{73256E2B-BE7F-4815-A0E1-33CF931177A6}" type="slidenum">
              <a:rPr lang="zh-CN" altLang="en-US" smtClean="0"/>
              <a:pPr>
                <a:spcBef>
                  <a:spcPct val="0"/>
                </a:spcBef>
              </a:pPr>
              <a:t>99</a:t>
            </a:fld>
            <a:endParaRPr lang="en-US" altLang="zh-CN" smtClean="0"/>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p:spPr>
        <p:txBody>
          <a:bodyPr/>
          <a:lstStyle/>
          <a:p>
            <a:pPr eaLnBrk="1" hangingPunct="1"/>
            <a:endParaRPr lang="zh-CN" altLang="en-US" smtClean="0">
              <a:latin typeface="Gulim" panose="020B0604020202020204" charset="-127"/>
              <a:ea typeface="Gulim" panose="020B0604020202020204" charset="-127"/>
            </a:endParaRPr>
          </a:p>
        </p:txBody>
      </p:sp>
    </p:spTree>
    <p:extLst>
      <p:ext uri="{BB962C8B-B14F-4D97-AF65-F5344CB8AC3E}">
        <p14:creationId xmlns:p14="http://schemas.microsoft.com/office/powerpoint/2010/main" val="145476228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lvl1pPr latinLnBrk="1">
              <a:spcBef>
                <a:spcPct val="30000"/>
              </a:spcBef>
              <a:defRPr kumimoji="1" sz="1200">
                <a:solidFill>
                  <a:schemeClr val="tx1"/>
                </a:solidFill>
                <a:latin typeface="Gulim" panose="020B0604020202020204" charset="-127"/>
                <a:ea typeface="Gulim" panose="020B0604020202020204" charset="-127"/>
              </a:defRPr>
            </a:lvl1pPr>
            <a:lvl2pPr marL="742950" indent="-285750" latinLnBrk="1">
              <a:spcBef>
                <a:spcPct val="30000"/>
              </a:spcBef>
              <a:defRPr kumimoji="1" sz="1200">
                <a:solidFill>
                  <a:schemeClr val="tx1"/>
                </a:solidFill>
                <a:latin typeface="Gulim" panose="020B0604020202020204" charset="-127"/>
                <a:ea typeface="Gulim" panose="020B0604020202020204" charset="-127"/>
              </a:defRPr>
            </a:lvl2pPr>
            <a:lvl3pPr marL="1143000" indent="-228600" latinLnBrk="1">
              <a:spcBef>
                <a:spcPct val="30000"/>
              </a:spcBef>
              <a:defRPr kumimoji="1" sz="1200">
                <a:solidFill>
                  <a:schemeClr val="tx1"/>
                </a:solidFill>
                <a:latin typeface="Gulim" panose="020B0604020202020204" charset="-127"/>
                <a:ea typeface="Gulim" panose="020B0604020202020204" charset="-127"/>
              </a:defRPr>
            </a:lvl3pPr>
            <a:lvl4pPr marL="1600200" indent="-228600" latinLnBrk="1">
              <a:spcBef>
                <a:spcPct val="30000"/>
              </a:spcBef>
              <a:defRPr kumimoji="1" sz="1200">
                <a:solidFill>
                  <a:schemeClr val="tx1"/>
                </a:solidFill>
                <a:latin typeface="Gulim" panose="020B0604020202020204" charset="-127"/>
                <a:ea typeface="Gulim" panose="020B0604020202020204" charset="-127"/>
              </a:defRPr>
            </a:lvl4pPr>
            <a:lvl5pPr marL="2057400" indent="-228600" latinLnBrk="1">
              <a:spcBef>
                <a:spcPct val="30000"/>
              </a:spcBef>
              <a:defRPr kumimoji="1" sz="1200">
                <a:solidFill>
                  <a:schemeClr val="tx1"/>
                </a:solidFill>
                <a:latin typeface="Gulim" panose="020B0604020202020204" charset="-127"/>
                <a:ea typeface="Gulim" panose="020B0604020202020204" charset="-127"/>
              </a:defRPr>
            </a:lvl5pPr>
            <a:lvl6pPr marL="2514600" indent="-228600" eaLnBrk="0" fontAlgn="base" latinLnBrk="1" hangingPunct="0">
              <a:spcBef>
                <a:spcPct val="30000"/>
              </a:spcBef>
              <a:spcAft>
                <a:spcPct val="0"/>
              </a:spcAft>
              <a:defRPr kumimoji="1" sz="1200">
                <a:solidFill>
                  <a:schemeClr val="tx1"/>
                </a:solidFill>
                <a:latin typeface="Gulim" panose="020B0604020202020204" charset="-127"/>
                <a:ea typeface="Gulim" panose="020B0604020202020204" charset="-127"/>
              </a:defRPr>
            </a:lvl6pPr>
            <a:lvl7pPr marL="2971800" indent="-228600" eaLnBrk="0" fontAlgn="base" latinLnBrk="1" hangingPunct="0">
              <a:spcBef>
                <a:spcPct val="30000"/>
              </a:spcBef>
              <a:spcAft>
                <a:spcPct val="0"/>
              </a:spcAft>
              <a:defRPr kumimoji="1" sz="1200">
                <a:solidFill>
                  <a:schemeClr val="tx1"/>
                </a:solidFill>
                <a:latin typeface="Gulim" panose="020B0604020202020204" charset="-127"/>
                <a:ea typeface="Gulim" panose="020B0604020202020204" charset="-127"/>
              </a:defRPr>
            </a:lvl7pPr>
            <a:lvl8pPr marL="3429000" indent="-228600" eaLnBrk="0" fontAlgn="base" latinLnBrk="1" hangingPunct="0">
              <a:spcBef>
                <a:spcPct val="30000"/>
              </a:spcBef>
              <a:spcAft>
                <a:spcPct val="0"/>
              </a:spcAft>
              <a:defRPr kumimoji="1" sz="1200">
                <a:solidFill>
                  <a:schemeClr val="tx1"/>
                </a:solidFill>
                <a:latin typeface="Gulim" panose="020B0604020202020204" charset="-127"/>
                <a:ea typeface="Gulim" panose="020B0604020202020204" charset="-127"/>
              </a:defRPr>
            </a:lvl8pPr>
            <a:lvl9pPr marL="3886200" indent="-228600" eaLnBrk="0" fontAlgn="base" latinLnBrk="1" hangingPunct="0">
              <a:spcBef>
                <a:spcPct val="30000"/>
              </a:spcBef>
              <a:spcAft>
                <a:spcPct val="0"/>
              </a:spcAft>
              <a:defRPr kumimoji="1" sz="1200">
                <a:solidFill>
                  <a:schemeClr val="tx1"/>
                </a:solidFill>
                <a:latin typeface="Gulim" panose="020B0604020202020204" charset="-127"/>
                <a:ea typeface="Gulim" panose="020B0604020202020204" charset="-127"/>
              </a:defRPr>
            </a:lvl9pPr>
          </a:lstStyle>
          <a:p>
            <a:pPr>
              <a:spcBef>
                <a:spcPct val="0"/>
              </a:spcBef>
            </a:pPr>
            <a:fld id="{37734BA6-FCB5-4975-B6C4-D0B4AA9E5B69}" type="slidenum">
              <a:rPr lang="zh-CN" altLang="en-US" smtClean="0"/>
              <a:pPr>
                <a:spcBef>
                  <a:spcPct val="0"/>
                </a:spcBef>
              </a:pPr>
              <a:t>100</a:t>
            </a:fld>
            <a:endParaRPr lang="en-US" altLang="zh-CN" smtClean="0"/>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p:spPr>
        <p:txBody>
          <a:bodyPr/>
          <a:lstStyle/>
          <a:p>
            <a:pPr eaLnBrk="1" hangingPunct="1"/>
            <a:endParaRPr lang="zh-CN" altLang="en-US" smtClean="0">
              <a:latin typeface="Gulim" panose="020B0604020202020204" charset="-127"/>
              <a:ea typeface="Gulim" panose="020B0604020202020204" charset="-127"/>
            </a:endParaRPr>
          </a:p>
        </p:txBody>
      </p:sp>
    </p:spTree>
    <p:extLst>
      <p:ext uri="{BB962C8B-B14F-4D97-AF65-F5344CB8AC3E}">
        <p14:creationId xmlns:p14="http://schemas.microsoft.com/office/powerpoint/2010/main" val="323484509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p:spPr>
        <p:txBody>
          <a:bodyPr/>
          <a:lstStyle>
            <a:lvl1pPr latinLnBrk="1">
              <a:spcBef>
                <a:spcPct val="30000"/>
              </a:spcBef>
              <a:defRPr kumimoji="1" sz="1200">
                <a:solidFill>
                  <a:schemeClr val="tx1"/>
                </a:solidFill>
                <a:latin typeface="Gulim" panose="020B0604020202020204" charset="-127"/>
                <a:ea typeface="Gulim" panose="020B0604020202020204" charset="-127"/>
              </a:defRPr>
            </a:lvl1pPr>
            <a:lvl2pPr marL="742950" indent="-285750" latinLnBrk="1">
              <a:spcBef>
                <a:spcPct val="30000"/>
              </a:spcBef>
              <a:defRPr kumimoji="1" sz="1200">
                <a:solidFill>
                  <a:schemeClr val="tx1"/>
                </a:solidFill>
                <a:latin typeface="Gulim" panose="020B0604020202020204" charset="-127"/>
                <a:ea typeface="Gulim" panose="020B0604020202020204" charset="-127"/>
              </a:defRPr>
            </a:lvl2pPr>
            <a:lvl3pPr marL="1143000" indent="-228600" latinLnBrk="1">
              <a:spcBef>
                <a:spcPct val="30000"/>
              </a:spcBef>
              <a:defRPr kumimoji="1" sz="1200">
                <a:solidFill>
                  <a:schemeClr val="tx1"/>
                </a:solidFill>
                <a:latin typeface="Gulim" panose="020B0604020202020204" charset="-127"/>
                <a:ea typeface="Gulim" panose="020B0604020202020204" charset="-127"/>
              </a:defRPr>
            </a:lvl3pPr>
            <a:lvl4pPr marL="1600200" indent="-228600" latinLnBrk="1">
              <a:spcBef>
                <a:spcPct val="30000"/>
              </a:spcBef>
              <a:defRPr kumimoji="1" sz="1200">
                <a:solidFill>
                  <a:schemeClr val="tx1"/>
                </a:solidFill>
                <a:latin typeface="Gulim" panose="020B0604020202020204" charset="-127"/>
                <a:ea typeface="Gulim" panose="020B0604020202020204" charset="-127"/>
              </a:defRPr>
            </a:lvl4pPr>
            <a:lvl5pPr marL="2057400" indent="-228600" latinLnBrk="1">
              <a:spcBef>
                <a:spcPct val="30000"/>
              </a:spcBef>
              <a:defRPr kumimoji="1" sz="1200">
                <a:solidFill>
                  <a:schemeClr val="tx1"/>
                </a:solidFill>
                <a:latin typeface="Gulim" panose="020B0604020202020204" charset="-127"/>
                <a:ea typeface="Gulim" panose="020B0604020202020204" charset="-127"/>
              </a:defRPr>
            </a:lvl5pPr>
            <a:lvl6pPr marL="2514600" indent="-228600" eaLnBrk="0" fontAlgn="base" latinLnBrk="1" hangingPunct="0">
              <a:spcBef>
                <a:spcPct val="30000"/>
              </a:spcBef>
              <a:spcAft>
                <a:spcPct val="0"/>
              </a:spcAft>
              <a:defRPr kumimoji="1" sz="1200">
                <a:solidFill>
                  <a:schemeClr val="tx1"/>
                </a:solidFill>
                <a:latin typeface="Gulim" panose="020B0604020202020204" charset="-127"/>
                <a:ea typeface="Gulim" panose="020B0604020202020204" charset="-127"/>
              </a:defRPr>
            </a:lvl6pPr>
            <a:lvl7pPr marL="2971800" indent="-228600" eaLnBrk="0" fontAlgn="base" latinLnBrk="1" hangingPunct="0">
              <a:spcBef>
                <a:spcPct val="30000"/>
              </a:spcBef>
              <a:spcAft>
                <a:spcPct val="0"/>
              </a:spcAft>
              <a:defRPr kumimoji="1" sz="1200">
                <a:solidFill>
                  <a:schemeClr val="tx1"/>
                </a:solidFill>
                <a:latin typeface="Gulim" panose="020B0604020202020204" charset="-127"/>
                <a:ea typeface="Gulim" panose="020B0604020202020204" charset="-127"/>
              </a:defRPr>
            </a:lvl7pPr>
            <a:lvl8pPr marL="3429000" indent="-228600" eaLnBrk="0" fontAlgn="base" latinLnBrk="1" hangingPunct="0">
              <a:spcBef>
                <a:spcPct val="30000"/>
              </a:spcBef>
              <a:spcAft>
                <a:spcPct val="0"/>
              </a:spcAft>
              <a:defRPr kumimoji="1" sz="1200">
                <a:solidFill>
                  <a:schemeClr val="tx1"/>
                </a:solidFill>
                <a:latin typeface="Gulim" panose="020B0604020202020204" charset="-127"/>
                <a:ea typeface="Gulim" panose="020B0604020202020204" charset="-127"/>
              </a:defRPr>
            </a:lvl8pPr>
            <a:lvl9pPr marL="3886200" indent="-228600" eaLnBrk="0" fontAlgn="base" latinLnBrk="1" hangingPunct="0">
              <a:spcBef>
                <a:spcPct val="30000"/>
              </a:spcBef>
              <a:spcAft>
                <a:spcPct val="0"/>
              </a:spcAft>
              <a:defRPr kumimoji="1" sz="1200">
                <a:solidFill>
                  <a:schemeClr val="tx1"/>
                </a:solidFill>
                <a:latin typeface="Gulim" panose="020B0604020202020204" charset="-127"/>
                <a:ea typeface="Gulim" panose="020B0604020202020204" charset="-127"/>
              </a:defRPr>
            </a:lvl9pPr>
          </a:lstStyle>
          <a:p>
            <a:pPr>
              <a:spcBef>
                <a:spcPct val="0"/>
              </a:spcBef>
            </a:pPr>
            <a:fld id="{BF8E5CE6-D4D8-4EB7-8D2C-6A4A662AC287}" type="slidenum">
              <a:rPr lang="zh-CN" altLang="en-US" smtClean="0"/>
              <a:pPr>
                <a:spcBef>
                  <a:spcPct val="0"/>
                </a:spcBef>
              </a:pPr>
              <a:t>101</a:t>
            </a:fld>
            <a:endParaRPr lang="en-US" altLang="zh-CN" smtClean="0"/>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p:spPr>
        <p:txBody>
          <a:bodyPr/>
          <a:lstStyle/>
          <a:p>
            <a:pPr eaLnBrk="1" hangingPunct="1"/>
            <a:endParaRPr lang="zh-CN" altLang="en-US" smtClean="0">
              <a:latin typeface="Gulim" panose="020B0604020202020204" charset="-127"/>
              <a:ea typeface="Gulim" panose="020B0604020202020204" charset="-127"/>
            </a:endParaRPr>
          </a:p>
        </p:txBody>
      </p:sp>
    </p:spTree>
    <p:extLst>
      <p:ext uri="{BB962C8B-B14F-4D97-AF65-F5344CB8AC3E}">
        <p14:creationId xmlns:p14="http://schemas.microsoft.com/office/powerpoint/2010/main" val="393755518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p:spPr>
        <p:txBody>
          <a:bodyPr/>
          <a:lstStyle>
            <a:lvl1pPr latinLnBrk="1">
              <a:spcBef>
                <a:spcPct val="30000"/>
              </a:spcBef>
              <a:defRPr kumimoji="1" sz="1200">
                <a:solidFill>
                  <a:schemeClr val="tx1"/>
                </a:solidFill>
                <a:latin typeface="Gulim" panose="020B0604020202020204" charset="-127"/>
                <a:ea typeface="Gulim" panose="020B0604020202020204" charset="-127"/>
              </a:defRPr>
            </a:lvl1pPr>
            <a:lvl2pPr marL="742950" indent="-285750" latinLnBrk="1">
              <a:spcBef>
                <a:spcPct val="30000"/>
              </a:spcBef>
              <a:defRPr kumimoji="1" sz="1200">
                <a:solidFill>
                  <a:schemeClr val="tx1"/>
                </a:solidFill>
                <a:latin typeface="Gulim" panose="020B0604020202020204" charset="-127"/>
                <a:ea typeface="Gulim" panose="020B0604020202020204" charset="-127"/>
              </a:defRPr>
            </a:lvl2pPr>
            <a:lvl3pPr marL="1143000" indent="-228600" latinLnBrk="1">
              <a:spcBef>
                <a:spcPct val="30000"/>
              </a:spcBef>
              <a:defRPr kumimoji="1" sz="1200">
                <a:solidFill>
                  <a:schemeClr val="tx1"/>
                </a:solidFill>
                <a:latin typeface="Gulim" panose="020B0604020202020204" charset="-127"/>
                <a:ea typeface="Gulim" panose="020B0604020202020204" charset="-127"/>
              </a:defRPr>
            </a:lvl3pPr>
            <a:lvl4pPr marL="1600200" indent="-228600" latinLnBrk="1">
              <a:spcBef>
                <a:spcPct val="30000"/>
              </a:spcBef>
              <a:defRPr kumimoji="1" sz="1200">
                <a:solidFill>
                  <a:schemeClr val="tx1"/>
                </a:solidFill>
                <a:latin typeface="Gulim" panose="020B0604020202020204" charset="-127"/>
                <a:ea typeface="Gulim" panose="020B0604020202020204" charset="-127"/>
              </a:defRPr>
            </a:lvl4pPr>
            <a:lvl5pPr marL="2057400" indent="-228600" latinLnBrk="1">
              <a:spcBef>
                <a:spcPct val="30000"/>
              </a:spcBef>
              <a:defRPr kumimoji="1" sz="1200">
                <a:solidFill>
                  <a:schemeClr val="tx1"/>
                </a:solidFill>
                <a:latin typeface="Gulim" panose="020B0604020202020204" charset="-127"/>
                <a:ea typeface="Gulim" panose="020B0604020202020204" charset="-127"/>
              </a:defRPr>
            </a:lvl5pPr>
            <a:lvl6pPr marL="2514600" indent="-228600" eaLnBrk="0" fontAlgn="base" latinLnBrk="1" hangingPunct="0">
              <a:spcBef>
                <a:spcPct val="30000"/>
              </a:spcBef>
              <a:spcAft>
                <a:spcPct val="0"/>
              </a:spcAft>
              <a:defRPr kumimoji="1" sz="1200">
                <a:solidFill>
                  <a:schemeClr val="tx1"/>
                </a:solidFill>
                <a:latin typeface="Gulim" panose="020B0604020202020204" charset="-127"/>
                <a:ea typeface="Gulim" panose="020B0604020202020204" charset="-127"/>
              </a:defRPr>
            </a:lvl6pPr>
            <a:lvl7pPr marL="2971800" indent="-228600" eaLnBrk="0" fontAlgn="base" latinLnBrk="1" hangingPunct="0">
              <a:spcBef>
                <a:spcPct val="30000"/>
              </a:spcBef>
              <a:spcAft>
                <a:spcPct val="0"/>
              </a:spcAft>
              <a:defRPr kumimoji="1" sz="1200">
                <a:solidFill>
                  <a:schemeClr val="tx1"/>
                </a:solidFill>
                <a:latin typeface="Gulim" panose="020B0604020202020204" charset="-127"/>
                <a:ea typeface="Gulim" panose="020B0604020202020204" charset="-127"/>
              </a:defRPr>
            </a:lvl7pPr>
            <a:lvl8pPr marL="3429000" indent="-228600" eaLnBrk="0" fontAlgn="base" latinLnBrk="1" hangingPunct="0">
              <a:spcBef>
                <a:spcPct val="30000"/>
              </a:spcBef>
              <a:spcAft>
                <a:spcPct val="0"/>
              </a:spcAft>
              <a:defRPr kumimoji="1" sz="1200">
                <a:solidFill>
                  <a:schemeClr val="tx1"/>
                </a:solidFill>
                <a:latin typeface="Gulim" panose="020B0604020202020204" charset="-127"/>
                <a:ea typeface="Gulim" panose="020B0604020202020204" charset="-127"/>
              </a:defRPr>
            </a:lvl8pPr>
            <a:lvl9pPr marL="3886200" indent="-228600" eaLnBrk="0" fontAlgn="base" latinLnBrk="1" hangingPunct="0">
              <a:spcBef>
                <a:spcPct val="30000"/>
              </a:spcBef>
              <a:spcAft>
                <a:spcPct val="0"/>
              </a:spcAft>
              <a:defRPr kumimoji="1" sz="1200">
                <a:solidFill>
                  <a:schemeClr val="tx1"/>
                </a:solidFill>
                <a:latin typeface="Gulim" panose="020B0604020202020204" charset="-127"/>
                <a:ea typeface="Gulim" panose="020B0604020202020204" charset="-127"/>
              </a:defRPr>
            </a:lvl9pPr>
          </a:lstStyle>
          <a:p>
            <a:pPr>
              <a:spcBef>
                <a:spcPct val="0"/>
              </a:spcBef>
            </a:pPr>
            <a:fld id="{9E1776C8-83C6-44F7-87CD-97B6C267A7A6}" type="slidenum">
              <a:rPr lang="zh-CN" altLang="en-US" smtClean="0"/>
              <a:pPr>
                <a:spcBef>
                  <a:spcPct val="0"/>
                </a:spcBef>
              </a:pPr>
              <a:t>102</a:t>
            </a:fld>
            <a:endParaRPr lang="en-US" altLang="zh-CN" smtClean="0"/>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p:spPr>
        <p:txBody>
          <a:bodyPr/>
          <a:lstStyle/>
          <a:p>
            <a:pPr eaLnBrk="1" hangingPunct="1"/>
            <a:endParaRPr lang="zh-CN" altLang="en-US" smtClean="0">
              <a:latin typeface="Gulim" panose="020B0604020202020204" charset="-127"/>
              <a:ea typeface="Gulim" panose="020B0604020202020204" charset="-127"/>
            </a:endParaRPr>
          </a:p>
        </p:txBody>
      </p:sp>
    </p:spTree>
    <p:extLst>
      <p:ext uri="{BB962C8B-B14F-4D97-AF65-F5344CB8AC3E}">
        <p14:creationId xmlns:p14="http://schemas.microsoft.com/office/powerpoint/2010/main" val="233871619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p:spPr>
        <p:txBody>
          <a:bodyPr/>
          <a:lstStyle>
            <a:lvl1pPr latinLnBrk="1">
              <a:spcBef>
                <a:spcPct val="30000"/>
              </a:spcBef>
              <a:defRPr kumimoji="1" sz="1200">
                <a:solidFill>
                  <a:schemeClr val="tx1"/>
                </a:solidFill>
                <a:latin typeface="Gulim" panose="020B0604020202020204" charset="-127"/>
                <a:ea typeface="Gulim" panose="020B0604020202020204" charset="-127"/>
              </a:defRPr>
            </a:lvl1pPr>
            <a:lvl2pPr marL="742950" indent="-285750" latinLnBrk="1">
              <a:spcBef>
                <a:spcPct val="30000"/>
              </a:spcBef>
              <a:defRPr kumimoji="1" sz="1200">
                <a:solidFill>
                  <a:schemeClr val="tx1"/>
                </a:solidFill>
                <a:latin typeface="Gulim" panose="020B0604020202020204" charset="-127"/>
                <a:ea typeface="Gulim" panose="020B0604020202020204" charset="-127"/>
              </a:defRPr>
            </a:lvl2pPr>
            <a:lvl3pPr marL="1143000" indent="-228600" latinLnBrk="1">
              <a:spcBef>
                <a:spcPct val="30000"/>
              </a:spcBef>
              <a:defRPr kumimoji="1" sz="1200">
                <a:solidFill>
                  <a:schemeClr val="tx1"/>
                </a:solidFill>
                <a:latin typeface="Gulim" panose="020B0604020202020204" charset="-127"/>
                <a:ea typeface="Gulim" panose="020B0604020202020204" charset="-127"/>
              </a:defRPr>
            </a:lvl3pPr>
            <a:lvl4pPr marL="1600200" indent="-228600" latinLnBrk="1">
              <a:spcBef>
                <a:spcPct val="30000"/>
              </a:spcBef>
              <a:defRPr kumimoji="1" sz="1200">
                <a:solidFill>
                  <a:schemeClr val="tx1"/>
                </a:solidFill>
                <a:latin typeface="Gulim" panose="020B0604020202020204" charset="-127"/>
                <a:ea typeface="Gulim" panose="020B0604020202020204" charset="-127"/>
              </a:defRPr>
            </a:lvl4pPr>
            <a:lvl5pPr marL="2057400" indent="-228600" latinLnBrk="1">
              <a:spcBef>
                <a:spcPct val="30000"/>
              </a:spcBef>
              <a:defRPr kumimoji="1" sz="1200">
                <a:solidFill>
                  <a:schemeClr val="tx1"/>
                </a:solidFill>
                <a:latin typeface="Gulim" panose="020B0604020202020204" charset="-127"/>
                <a:ea typeface="Gulim" panose="020B0604020202020204" charset="-127"/>
              </a:defRPr>
            </a:lvl5pPr>
            <a:lvl6pPr marL="2514600" indent="-228600" eaLnBrk="0" fontAlgn="base" latinLnBrk="1" hangingPunct="0">
              <a:spcBef>
                <a:spcPct val="30000"/>
              </a:spcBef>
              <a:spcAft>
                <a:spcPct val="0"/>
              </a:spcAft>
              <a:defRPr kumimoji="1" sz="1200">
                <a:solidFill>
                  <a:schemeClr val="tx1"/>
                </a:solidFill>
                <a:latin typeface="Gulim" panose="020B0604020202020204" charset="-127"/>
                <a:ea typeface="Gulim" panose="020B0604020202020204" charset="-127"/>
              </a:defRPr>
            </a:lvl6pPr>
            <a:lvl7pPr marL="2971800" indent="-228600" eaLnBrk="0" fontAlgn="base" latinLnBrk="1" hangingPunct="0">
              <a:spcBef>
                <a:spcPct val="30000"/>
              </a:spcBef>
              <a:spcAft>
                <a:spcPct val="0"/>
              </a:spcAft>
              <a:defRPr kumimoji="1" sz="1200">
                <a:solidFill>
                  <a:schemeClr val="tx1"/>
                </a:solidFill>
                <a:latin typeface="Gulim" panose="020B0604020202020204" charset="-127"/>
                <a:ea typeface="Gulim" panose="020B0604020202020204" charset="-127"/>
              </a:defRPr>
            </a:lvl7pPr>
            <a:lvl8pPr marL="3429000" indent="-228600" eaLnBrk="0" fontAlgn="base" latinLnBrk="1" hangingPunct="0">
              <a:spcBef>
                <a:spcPct val="30000"/>
              </a:spcBef>
              <a:spcAft>
                <a:spcPct val="0"/>
              </a:spcAft>
              <a:defRPr kumimoji="1" sz="1200">
                <a:solidFill>
                  <a:schemeClr val="tx1"/>
                </a:solidFill>
                <a:latin typeface="Gulim" panose="020B0604020202020204" charset="-127"/>
                <a:ea typeface="Gulim" panose="020B0604020202020204" charset="-127"/>
              </a:defRPr>
            </a:lvl8pPr>
            <a:lvl9pPr marL="3886200" indent="-228600" eaLnBrk="0" fontAlgn="base" latinLnBrk="1" hangingPunct="0">
              <a:spcBef>
                <a:spcPct val="30000"/>
              </a:spcBef>
              <a:spcAft>
                <a:spcPct val="0"/>
              </a:spcAft>
              <a:defRPr kumimoji="1" sz="1200">
                <a:solidFill>
                  <a:schemeClr val="tx1"/>
                </a:solidFill>
                <a:latin typeface="Gulim" panose="020B0604020202020204" charset="-127"/>
                <a:ea typeface="Gulim" panose="020B0604020202020204" charset="-127"/>
              </a:defRPr>
            </a:lvl9pPr>
          </a:lstStyle>
          <a:p>
            <a:pPr>
              <a:spcBef>
                <a:spcPct val="0"/>
              </a:spcBef>
            </a:pPr>
            <a:fld id="{76B26B12-179A-48DC-B124-C683434C101A}" type="slidenum">
              <a:rPr lang="zh-CN" altLang="en-US" smtClean="0"/>
              <a:pPr>
                <a:spcBef>
                  <a:spcPct val="0"/>
                </a:spcBef>
              </a:pPr>
              <a:t>103</a:t>
            </a:fld>
            <a:endParaRPr lang="en-US" altLang="zh-CN" smtClean="0"/>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p:spPr>
        <p:txBody>
          <a:bodyPr/>
          <a:lstStyle/>
          <a:p>
            <a:pPr eaLnBrk="1" hangingPunct="1"/>
            <a:endParaRPr lang="zh-CN" altLang="en-US" smtClean="0">
              <a:latin typeface="Gulim" panose="020B0604020202020204" charset="-127"/>
              <a:ea typeface="Gulim" panose="020B0604020202020204" charset="-127"/>
            </a:endParaRPr>
          </a:p>
        </p:txBody>
      </p:sp>
    </p:spTree>
    <p:extLst>
      <p:ext uri="{BB962C8B-B14F-4D97-AF65-F5344CB8AC3E}">
        <p14:creationId xmlns:p14="http://schemas.microsoft.com/office/powerpoint/2010/main" val="5057405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lvl1pPr latinLnBrk="1">
              <a:spcBef>
                <a:spcPct val="30000"/>
              </a:spcBef>
              <a:defRPr kumimoji="1" sz="1200">
                <a:solidFill>
                  <a:schemeClr val="tx1"/>
                </a:solidFill>
                <a:latin typeface="Gulim" panose="020B0604020202020204" charset="-127"/>
                <a:ea typeface="Gulim" panose="020B0604020202020204" charset="-127"/>
              </a:defRPr>
            </a:lvl1pPr>
            <a:lvl2pPr marL="742950" indent="-285750" latinLnBrk="1">
              <a:spcBef>
                <a:spcPct val="30000"/>
              </a:spcBef>
              <a:defRPr kumimoji="1" sz="1200">
                <a:solidFill>
                  <a:schemeClr val="tx1"/>
                </a:solidFill>
                <a:latin typeface="Gulim" panose="020B0604020202020204" charset="-127"/>
                <a:ea typeface="Gulim" panose="020B0604020202020204" charset="-127"/>
              </a:defRPr>
            </a:lvl2pPr>
            <a:lvl3pPr marL="1143000" indent="-228600" latinLnBrk="1">
              <a:spcBef>
                <a:spcPct val="30000"/>
              </a:spcBef>
              <a:defRPr kumimoji="1" sz="1200">
                <a:solidFill>
                  <a:schemeClr val="tx1"/>
                </a:solidFill>
                <a:latin typeface="Gulim" panose="020B0604020202020204" charset="-127"/>
                <a:ea typeface="Gulim" panose="020B0604020202020204" charset="-127"/>
              </a:defRPr>
            </a:lvl3pPr>
            <a:lvl4pPr marL="1600200" indent="-228600" latinLnBrk="1">
              <a:spcBef>
                <a:spcPct val="30000"/>
              </a:spcBef>
              <a:defRPr kumimoji="1" sz="1200">
                <a:solidFill>
                  <a:schemeClr val="tx1"/>
                </a:solidFill>
                <a:latin typeface="Gulim" panose="020B0604020202020204" charset="-127"/>
                <a:ea typeface="Gulim" panose="020B0604020202020204" charset="-127"/>
              </a:defRPr>
            </a:lvl4pPr>
            <a:lvl5pPr marL="2057400" indent="-228600" latinLnBrk="1">
              <a:spcBef>
                <a:spcPct val="30000"/>
              </a:spcBef>
              <a:defRPr kumimoji="1" sz="1200">
                <a:solidFill>
                  <a:schemeClr val="tx1"/>
                </a:solidFill>
                <a:latin typeface="Gulim" panose="020B0604020202020204" charset="-127"/>
                <a:ea typeface="Gulim" panose="020B0604020202020204" charset="-127"/>
              </a:defRPr>
            </a:lvl5pPr>
            <a:lvl6pPr marL="2514600" indent="-228600" eaLnBrk="0" fontAlgn="base" latinLnBrk="1" hangingPunct="0">
              <a:spcBef>
                <a:spcPct val="30000"/>
              </a:spcBef>
              <a:spcAft>
                <a:spcPct val="0"/>
              </a:spcAft>
              <a:defRPr kumimoji="1" sz="1200">
                <a:solidFill>
                  <a:schemeClr val="tx1"/>
                </a:solidFill>
                <a:latin typeface="Gulim" panose="020B0604020202020204" charset="-127"/>
                <a:ea typeface="Gulim" panose="020B0604020202020204" charset="-127"/>
              </a:defRPr>
            </a:lvl6pPr>
            <a:lvl7pPr marL="2971800" indent="-228600" eaLnBrk="0" fontAlgn="base" latinLnBrk="1" hangingPunct="0">
              <a:spcBef>
                <a:spcPct val="30000"/>
              </a:spcBef>
              <a:spcAft>
                <a:spcPct val="0"/>
              </a:spcAft>
              <a:defRPr kumimoji="1" sz="1200">
                <a:solidFill>
                  <a:schemeClr val="tx1"/>
                </a:solidFill>
                <a:latin typeface="Gulim" panose="020B0604020202020204" charset="-127"/>
                <a:ea typeface="Gulim" panose="020B0604020202020204" charset="-127"/>
              </a:defRPr>
            </a:lvl7pPr>
            <a:lvl8pPr marL="3429000" indent="-228600" eaLnBrk="0" fontAlgn="base" latinLnBrk="1" hangingPunct="0">
              <a:spcBef>
                <a:spcPct val="30000"/>
              </a:spcBef>
              <a:spcAft>
                <a:spcPct val="0"/>
              </a:spcAft>
              <a:defRPr kumimoji="1" sz="1200">
                <a:solidFill>
                  <a:schemeClr val="tx1"/>
                </a:solidFill>
                <a:latin typeface="Gulim" panose="020B0604020202020204" charset="-127"/>
                <a:ea typeface="Gulim" panose="020B0604020202020204" charset="-127"/>
              </a:defRPr>
            </a:lvl8pPr>
            <a:lvl9pPr marL="3886200" indent="-228600" eaLnBrk="0" fontAlgn="base" latinLnBrk="1" hangingPunct="0">
              <a:spcBef>
                <a:spcPct val="30000"/>
              </a:spcBef>
              <a:spcAft>
                <a:spcPct val="0"/>
              </a:spcAft>
              <a:defRPr kumimoji="1" sz="1200">
                <a:solidFill>
                  <a:schemeClr val="tx1"/>
                </a:solidFill>
                <a:latin typeface="Gulim" panose="020B0604020202020204" charset="-127"/>
                <a:ea typeface="Gulim" panose="020B0604020202020204" charset="-127"/>
              </a:defRPr>
            </a:lvl9pPr>
          </a:lstStyle>
          <a:p>
            <a:pPr>
              <a:spcBef>
                <a:spcPct val="0"/>
              </a:spcBef>
            </a:pPr>
            <a:fld id="{9939DB2E-7272-42E6-8A79-5476E86319AE}" type="slidenum">
              <a:rPr lang="zh-CN" altLang="en-US" smtClean="0"/>
              <a:pPr>
                <a:spcBef>
                  <a:spcPct val="0"/>
                </a:spcBef>
              </a:pPr>
              <a:t>104</a:t>
            </a:fld>
            <a:endParaRPr lang="en-US" altLang="zh-CN" smtClean="0"/>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p:spPr>
        <p:txBody>
          <a:bodyPr/>
          <a:lstStyle/>
          <a:p>
            <a:pPr eaLnBrk="1" hangingPunct="1"/>
            <a:endParaRPr lang="zh-CN" altLang="en-US" smtClean="0">
              <a:latin typeface="Gulim" panose="020B0604020202020204" charset="-127"/>
              <a:ea typeface="Gulim" panose="020B0604020202020204" charset="-127"/>
            </a:endParaRPr>
          </a:p>
        </p:txBody>
      </p:sp>
    </p:spTree>
    <p:extLst>
      <p:ext uri="{BB962C8B-B14F-4D97-AF65-F5344CB8AC3E}">
        <p14:creationId xmlns:p14="http://schemas.microsoft.com/office/powerpoint/2010/main" val="222542532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lvl1pPr latinLnBrk="1">
              <a:spcBef>
                <a:spcPct val="30000"/>
              </a:spcBef>
              <a:defRPr kumimoji="1" sz="1200">
                <a:solidFill>
                  <a:schemeClr val="tx1"/>
                </a:solidFill>
                <a:latin typeface="Gulim" panose="020B0604020202020204" charset="-127"/>
                <a:ea typeface="Gulim" panose="020B0604020202020204" charset="-127"/>
              </a:defRPr>
            </a:lvl1pPr>
            <a:lvl2pPr marL="742950" indent="-285750" latinLnBrk="1">
              <a:spcBef>
                <a:spcPct val="30000"/>
              </a:spcBef>
              <a:defRPr kumimoji="1" sz="1200">
                <a:solidFill>
                  <a:schemeClr val="tx1"/>
                </a:solidFill>
                <a:latin typeface="Gulim" panose="020B0604020202020204" charset="-127"/>
                <a:ea typeface="Gulim" panose="020B0604020202020204" charset="-127"/>
              </a:defRPr>
            </a:lvl2pPr>
            <a:lvl3pPr marL="1143000" indent="-228600" latinLnBrk="1">
              <a:spcBef>
                <a:spcPct val="30000"/>
              </a:spcBef>
              <a:defRPr kumimoji="1" sz="1200">
                <a:solidFill>
                  <a:schemeClr val="tx1"/>
                </a:solidFill>
                <a:latin typeface="Gulim" panose="020B0604020202020204" charset="-127"/>
                <a:ea typeface="Gulim" panose="020B0604020202020204" charset="-127"/>
              </a:defRPr>
            </a:lvl3pPr>
            <a:lvl4pPr marL="1600200" indent="-228600" latinLnBrk="1">
              <a:spcBef>
                <a:spcPct val="30000"/>
              </a:spcBef>
              <a:defRPr kumimoji="1" sz="1200">
                <a:solidFill>
                  <a:schemeClr val="tx1"/>
                </a:solidFill>
                <a:latin typeface="Gulim" panose="020B0604020202020204" charset="-127"/>
                <a:ea typeface="Gulim" panose="020B0604020202020204" charset="-127"/>
              </a:defRPr>
            </a:lvl4pPr>
            <a:lvl5pPr marL="2057400" indent="-228600" latinLnBrk="1">
              <a:spcBef>
                <a:spcPct val="30000"/>
              </a:spcBef>
              <a:defRPr kumimoji="1" sz="1200">
                <a:solidFill>
                  <a:schemeClr val="tx1"/>
                </a:solidFill>
                <a:latin typeface="Gulim" panose="020B0604020202020204" charset="-127"/>
                <a:ea typeface="Gulim" panose="020B0604020202020204" charset="-127"/>
              </a:defRPr>
            </a:lvl5pPr>
            <a:lvl6pPr marL="2514600" indent="-228600" eaLnBrk="0" fontAlgn="base" latinLnBrk="1" hangingPunct="0">
              <a:spcBef>
                <a:spcPct val="30000"/>
              </a:spcBef>
              <a:spcAft>
                <a:spcPct val="0"/>
              </a:spcAft>
              <a:defRPr kumimoji="1" sz="1200">
                <a:solidFill>
                  <a:schemeClr val="tx1"/>
                </a:solidFill>
                <a:latin typeface="Gulim" panose="020B0604020202020204" charset="-127"/>
                <a:ea typeface="Gulim" panose="020B0604020202020204" charset="-127"/>
              </a:defRPr>
            </a:lvl6pPr>
            <a:lvl7pPr marL="2971800" indent="-228600" eaLnBrk="0" fontAlgn="base" latinLnBrk="1" hangingPunct="0">
              <a:spcBef>
                <a:spcPct val="30000"/>
              </a:spcBef>
              <a:spcAft>
                <a:spcPct val="0"/>
              </a:spcAft>
              <a:defRPr kumimoji="1" sz="1200">
                <a:solidFill>
                  <a:schemeClr val="tx1"/>
                </a:solidFill>
                <a:latin typeface="Gulim" panose="020B0604020202020204" charset="-127"/>
                <a:ea typeface="Gulim" panose="020B0604020202020204" charset="-127"/>
              </a:defRPr>
            </a:lvl7pPr>
            <a:lvl8pPr marL="3429000" indent="-228600" eaLnBrk="0" fontAlgn="base" latinLnBrk="1" hangingPunct="0">
              <a:spcBef>
                <a:spcPct val="30000"/>
              </a:spcBef>
              <a:spcAft>
                <a:spcPct val="0"/>
              </a:spcAft>
              <a:defRPr kumimoji="1" sz="1200">
                <a:solidFill>
                  <a:schemeClr val="tx1"/>
                </a:solidFill>
                <a:latin typeface="Gulim" panose="020B0604020202020204" charset="-127"/>
                <a:ea typeface="Gulim" panose="020B0604020202020204" charset="-127"/>
              </a:defRPr>
            </a:lvl8pPr>
            <a:lvl9pPr marL="3886200" indent="-228600" eaLnBrk="0" fontAlgn="base" latinLnBrk="1" hangingPunct="0">
              <a:spcBef>
                <a:spcPct val="30000"/>
              </a:spcBef>
              <a:spcAft>
                <a:spcPct val="0"/>
              </a:spcAft>
              <a:defRPr kumimoji="1" sz="1200">
                <a:solidFill>
                  <a:schemeClr val="tx1"/>
                </a:solidFill>
                <a:latin typeface="Gulim" panose="020B0604020202020204" charset="-127"/>
                <a:ea typeface="Gulim" panose="020B0604020202020204" charset="-127"/>
              </a:defRPr>
            </a:lvl9pPr>
          </a:lstStyle>
          <a:p>
            <a:pPr>
              <a:spcBef>
                <a:spcPct val="0"/>
              </a:spcBef>
            </a:pPr>
            <a:fld id="{A578889D-AC9D-4306-8D09-FCCACE3759D8}" type="slidenum">
              <a:rPr lang="zh-CN" altLang="en-US" smtClean="0"/>
              <a:pPr>
                <a:spcBef>
                  <a:spcPct val="0"/>
                </a:spcBef>
              </a:pPr>
              <a:t>105</a:t>
            </a:fld>
            <a:endParaRPr lang="en-US" altLang="zh-CN" smtClean="0"/>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p:spPr>
        <p:txBody>
          <a:bodyPr/>
          <a:lstStyle/>
          <a:p>
            <a:pPr eaLnBrk="1" hangingPunct="1"/>
            <a:endParaRPr lang="zh-CN" altLang="en-US" smtClean="0">
              <a:latin typeface="Gulim" panose="020B0604020202020204" charset="-127"/>
              <a:ea typeface="Gulim" panose="020B0604020202020204" charset="-127"/>
            </a:endParaRPr>
          </a:p>
        </p:txBody>
      </p:sp>
    </p:spTree>
    <p:extLst>
      <p:ext uri="{BB962C8B-B14F-4D97-AF65-F5344CB8AC3E}">
        <p14:creationId xmlns:p14="http://schemas.microsoft.com/office/powerpoint/2010/main" val="199381116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lvl1pPr latinLnBrk="1">
              <a:spcBef>
                <a:spcPct val="30000"/>
              </a:spcBef>
              <a:defRPr kumimoji="1" sz="1200">
                <a:solidFill>
                  <a:schemeClr val="tx1"/>
                </a:solidFill>
                <a:latin typeface="Gulim" panose="020B0604020202020204" charset="-127"/>
                <a:ea typeface="Gulim" panose="020B0604020202020204" charset="-127"/>
              </a:defRPr>
            </a:lvl1pPr>
            <a:lvl2pPr marL="742950" indent="-285750" latinLnBrk="1">
              <a:spcBef>
                <a:spcPct val="30000"/>
              </a:spcBef>
              <a:defRPr kumimoji="1" sz="1200">
                <a:solidFill>
                  <a:schemeClr val="tx1"/>
                </a:solidFill>
                <a:latin typeface="Gulim" panose="020B0604020202020204" charset="-127"/>
                <a:ea typeface="Gulim" panose="020B0604020202020204" charset="-127"/>
              </a:defRPr>
            </a:lvl2pPr>
            <a:lvl3pPr marL="1143000" indent="-228600" latinLnBrk="1">
              <a:spcBef>
                <a:spcPct val="30000"/>
              </a:spcBef>
              <a:defRPr kumimoji="1" sz="1200">
                <a:solidFill>
                  <a:schemeClr val="tx1"/>
                </a:solidFill>
                <a:latin typeface="Gulim" panose="020B0604020202020204" charset="-127"/>
                <a:ea typeface="Gulim" panose="020B0604020202020204" charset="-127"/>
              </a:defRPr>
            </a:lvl3pPr>
            <a:lvl4pPr marL="1600200" indent="-228600" latinLnBrk="1">
              <a:spcBef>
                <a:spcPct val="30000"/>
              </a:spcBef>
              <a:defRPr kumimoji="1" sz="1200">
                <a:solidFill>
                  <a:schemeClr val="tx1"/>
                </a:solidFill>
                <a:latin typeface="Gulim" panose="020B0604020202020204" charset="-127"/>
                <a:ea typeface="Gulim" panose="020B0604020202020204" charset="-127"/>
              </a:defRPr>
            </a:lvl4pPr>
            <a:lvl5pPr marL="2057400" indent="-228600" latinLnBrk="1">
              <a:spcBef>
                <a:spcPct val="30000"/>
              </a:spcBef>
              <a:defRPr kumimoji="1" sz="1200">
                <a:solidFill>
                  <a:schemeClr val="tx1"/>
                </a:solidFill>
                <a:latin typeface="Gulim" panose="020B0604020202020204" charset="-127"/>
                <a:ea typeface="Gulim" panose="020B0604020202020204" charset="-127"/>
              </a:defRPr>
            </a:lvl5pPr>
            <a:lvl6pPr marL="2514600" indent="-228600" eaLnBrk="0" fontAlgn="base" latinLnBrk="1" hangingPunct="0">
              <a:spcBef>
                <a:spcPct val="30000"/>
              </a:spcBef>
              <a:spcAft>
                <a:spcPct val="0"/>
              </a:spcAft>
              <a:defRPr kumimoji="1" sz="1200">
                <a:solidFill>
                  <a:schemeClr val="tx1"/>
                </a:solidFill>
                <a:latin typeface="Gulim" panose="020B0604020202020204" charset="-127"/>
                <a:ea typeface="Gulim" panose="020B0604020202020204" charset="-127"/>
              </a:defRPr>
            </a:lvl6pPr>
            <a:lvl7pPr marL="2971800" indent="-228600" eaLnBrk="0" fontAlgn="base" latinLnBrk="1" hangingPunct="0">
              <a:spcBef>
                <a:spcPct val="30000"/>
              </a:spcBef>
              <a:spcAft>
                <a:spcPct val="0"/>
              </a:spcAft>
              <a:defRPr kumimoji="1" sz="1200">
                <a:solidFill>
                  <a:schemeClr val="tx1"/>
                </a:solidFill>
                <a:latin typeface="Gulim" panose="020B0604020202020204" charset="-127"/>
                <a:ea typeface="Gulim" panose="020B0604020202020204" charset="-127"/>
              </a:defRPr>
            </a:lvl7pPr>
            <a:lvl8pPr marL="3429000" indent="-228600" eaLnBrk="0" fontAlgn="base" latinLnBrk="1" hangingPunct="0">
              <a:spcBef>
                <a:spcPct val="30000"/>
              </a:spcBef>
              <a:spcAft>
                <a:spcPct val="0"/>
              </a:spcAft>
              <a:defRPr kumimoji="1" sz="1200">
                <a:solidFill>
                  <a:schemeClr val="tx1"/>
                </a:solidFill>
                <a:latin typeface="Gulim" panose="020B0604020202020204" charset="-127"/>
                <a:ea typeface="Gulim" panose="020B0604020202020204" charset="-127"/>
              </a:defRPr>
            </a:lvl8pPr>
            <a:lvl9pPr marL="3886200" indent="-228600" eaLnBrk="0" fontAlgn="base" latinLnBrk="1" hangingPunct="0">
              <a:spcBef>
                <a:spcPct val="30000"/>
              </a:spcBef>
              <a:spcAft>
                <a:spcPct val="0"/>
              </a:spcAft>
              <a:defRPr kumimoji="1" sz="1200">
                <a:solidFill>
                  <a:schemeClr val="tx1"/>
                </a:solidFill>
                <a:latin typeface="Gulim" panose="020B0604020202020204" charset="-127"/>
                <a:ea typeface="Gulim" panose="020B0604020202020204" charset="-127"/>
              </a:defRPr>
            </a:lvl9pPr>
          </a:lstStyle>
          <a:p>
            <a:pPr>
              <a:spcBef>
                <a:spcPct val="0"/>
              </a:spcBef>
            </a:pPr>
            <a:fld id="{68E3FA71-B52A-41F2-AD25-0402231E92F5}" type="slidenum">
              <a:rPr lang="zh-CN" altLang="en-US" smtClean="0"/>
              <a:pPr>
                <a:spcBef>
                  <a:spcPct val="0"/>
                </a:spcBef>
              </a:pPr>
              <a:t>106</a:t>
            </a:fld>
            <a:endParaRPr lang="en-US" altLang="zh-CN" smtClean="0"/>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p:spPr>
        <p:txBody>
          <a:bodyPr/>
          <a:lstStyle/>
          <a:p>
            <a:pPr eaLnBrk="1" hangingPunct="1"/>
            <a:endParaRPr lang="zh-CN" altLang="en-US" smtClean="0">
              <a:latin typeface="Gulim" panose="020B0604020202020204" charset="-127"/>
              <a:ea typeface="Gulim" panose="020B0604020202020204" charset="-127"/>
            </a:endParaRPr>
          </a:p>
        </p:txBody>
      </p:sp>
    </p:spTree>
    <p:extLst>
      <p:ext uri="{BB962C8B-B14F-4D97-AF65-F5344CB8AC3E}">
        <p14:creationId xmlns:p14="http://schemas.microsoft.com/office/powerpoint/2010/main" val="164083550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lvl1pPr latinLnBrk="1">
              <a:spcBef>
                <a:spcPct val="30000"/>
              </a:spcBef>
              <a:defRPr kumimoji="1" sz="1200">
                <a:solidFill>
                  <a:schemeClr val="tx1"/>
                </a:solidFill>
                <a:latin typeface="Gulim" panose="020B0604020202020204" charset="-127"/>
                <a:ea typeface="Gulim" panose="020B0604020202020204" charset="-127"/>
              </a:defRPr>
            </a:lvl1pPr>
            <a:lvl2pPr marL="742950" indent="-285750" latinLnBrk="1">
              <a:spcBef>
                <a:spcPct val="30000"/>
              </a:spcBef>
              <a:defRPr kumimoji="1" sz="1200">
                <a:solidFill>
                  <a:schemeClr val="tx1"/>
                </a:solidFill>
                <a:latin typeface="Gulim" panose="020B0604020202020204" charset="-127"/>
                <a:ea typeface="Gulim" panose="020B0604020202020204" charset="-127"/>
              </a:defRPr>
            </a:lvl2pPr>
            <a:lvl3pPr marL="1143000" indent="-228600" latinLnBrk="1">
              <a:spcBef>
                <a:spcPct val="30000"/>
              </a:spcBef>
              <a:defRPr kumimoji="1" sz="1200">
                <a:solidFill>
                  <a:schemeClr val="tx1"/>
                </a:solidFill>
                <a:latin typeface="Gulim" panose="020B0604020202020204" charset="-127"/>
                <a:ea typeface="Gulim" panose="020B0604020202020204" charset="-127"/>
              </a:defRPr>
            </a:lvl3pPr>
            <a:lvl4pPr marL="1600200" indent="-228600" latinLnBrk="1">
              <a:spcBef>
                <a:spcPct val="30000"/>
              </a:spcBef>
              <a:defRPr kumimoji="1" sz="1200">
                <a:solidFill>
                  <a:schemeClr val="tx1"/>
                </a:solidFill>
                <a:latin typeface="Gulim" panose="020B0604020202020204" charset="-127"/>
                <a:ea typeface="Gulim" panose="020B0604020202020204" charset="-127"/>
              </a:defRPr>
            </a:lvl4pPr>
            <a:lvl5pPr marL="2057400" indent="-228600" latinLnBrk="1">
              <a:spcBef>
                <a:spcPct val="30000"/>
              </a:spcBef>
              <a:defRPr kumimoji="1" sz="1200">
                <a:solidFill>
                  <a:schemeClr val="tx1"/>
                </a:solidFill>
                <a:latin typeface="Gulim" panose="020B0604020202020204" charset="-127"/>
                <a:ea typeface="Gulim" panose="020B0604020202020204" charset="-127"/>
              </a:defRPr>
            </a:lvl5pPr>
            <a:lvl6pPr marL="2514600" indent="-228600" eaLnBrk="0" fontAlgn="base" latinLnBrk="1" hangingPunct="0">
              <a:spcBef>
                <a:spcPct val="30000"/>
              </a:spcBef>
              <a:spcAft>
                <a:spcPct val="0"/>
              </a:spcAft>
              <a:defRPr kumimoji="1" sz="1200">
                <a:solidFill>
                  <a:schemeClr val="tx1"/>
                </a:solidFill>
                <a:latin typeface="Gulim" panose="020B0604020202020204" charset="-127"/>
                <a:ea typeface="Gulim" panose="020B0604020202020204" charset="-127"/>
              </a:defRPr>
            </a:lvl6pPr>
            <a:lvl7pPr marL="2971800" indent="-228600" eaLnBrk="0" fontAlgn="base" latinLnBrk="1" hangingPunct="0">
              <a:spcBef>
                <a:spcPct val="30000"/>
              </a:spcBef>
              <a:spcAft>
                <a:spcPct val="0"/>
              </a:spcAft>
              <a:defRPr kumimoji="1" sz="1200">
                <a:solidFill>
                  <a:schemeClr val="tx1"/>
                </a:solidFill>
                <a:latin typeface="Gulim" panose="020B0604020202020204" charset="-127"/>
                <a:ea typeface="Gulim" panose="020B0604020202020204" charset="-127"/>
              </a:defRPr>
            </a:lvl7pPr>
            <a:lvl8pPr marL="3429000" indent="-228600" eaLnBrk="0" fontAlgn="base" latinLnBrk="1" hangingPunct="0">
              <a:spcBef>
                <a:spcPct val="30000"/>
              </a:spcBef>
              <a:spcAft>
                <a:spcPct val="0"/>
              </a:spcAft>
              <a:defRPr kumimoji="1" sz="1200">
                <a:solidFill>
                  <a:schemeClr val="tx1"/>
                </a:solidFill>
                <a:latin typeface="Gulim" panose="020B0604020202020204" charset="-127"/>
                <a:ea typeface="Gulim" panose="020B0604020202020204" charset="-127"/>
              </a:defRPr>
            </a:lvl8pPr>
            <a:lvl9pPr marL="3886200" indent="-228600" eaLnBrk="0" fontAlgn="base" latinLnBrk="1" hangingPunct="0">
              <a:spcBef>
                <a:spcPct val="30000"/>
              </a:spcBef>
              <a:spcAft>
                <a:spcPct val="0"/>
              </a:spcAft>
              <a:defRPr kumimoji="1" sz="1200">
                <a:solidFill>
                  <a:schemeClr val="tx1"/>
                </a:solidFill>
                <a:latin typeface="Gulim" panose="020B0604020202020204" charset="-127"/>
                <a:ea typeface="Gulim" panose="020B0604020202020204" charset="-127"/>
              </a:defRPr>
            </a:lvl9pPr>
          </a:lstStyle>
          <a:p>
            <a:pPr>
              <a:spcBef>
                <a:spcPct val="0"/>
              </a:spcBef>
            </a:pPr>
            <a:fld id="{2D51D3FA-6809-4EB2-AA88-416FC83587C2}" type="slidenum">
              <a:rPr lang="zh-CN" altLang="en-US" smtClean="0"/>
              <a:pPr>
                <a:spcBef>
                  <a:spcPct val="0"/>
                </a:spcBef>
              </a:pPr>
              <a:t>107</a:t>
            </a:fld>
            <a:endParaRPr lang="en-US" altLang="zh-CN" smtClean="0"/>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p:spPr>
        <p:txBody>
          <a:bodyPr/>
          <a:lstStyle/>
          <a:p>
            <a:pPr eaLnBrk="1" hangingPunct="1"/>
            <a:endParaRPr lang="zh-CN" altLang="en-US" smtClean="0">
              <a:latin typeface="Gulim" panose="020B0604020202020204" charset="-127"/>
              <a:ea typeface="Gulim" panose="020B0604020202020204" charset="-127"/>
            </a:endParaRPr>
          </a:p>
        </p:txBody>
      </p:sp>
    </p:spTree>
    <p:extLst>
      <p:ext uri="{BB962C8B-B14F-4D97-AF65-F5344CB8AC3E}">
        <p14:creationId xmlns:p14="http://schemas.microsoft.com/office/powerpoint/2010/main" val="317385642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p:spPr>
        <p:txBody>
          <a:bodyPr/>
          <a:lstStyle>
            <a:lvl1pPr latinLnBrk="1">
              <a:spcBef>
                <a:spcPct val="30000"/>
              </a:spcBef>
              <a:defRPr kumimoji="1" sz="1200">
                <a:solidFill>
                  <a:schemeClr val="tx1"/>
                </a:solidFill>
                <a:latin typeface="Gulim" panose="020B0604020202020204" charset="-127"/>
                <a:ea typeface="Gulim" panose="020B0604020202020204" charset="-127"/>
              </a:defRPr>
            </a:lvl1pPr>
            <a:lvl2pPr marL="742950" indent="-285750" latinLnBrk="1">
              <a:spcBef>
                <a:spcPct val="30000"/>
              </a:spcBef>
              <a:defRPr kumimoji="1" sz="1200">
                <a:solidFill>
                  <a:schemeClr val="tx1"/>
                </a:solidFill>
                <a:latin typeface="Gulim" panose="020B0604020202020204" charset="-127"/>
                <a:ea typeface="Gulim" panose="020B0604020202020204" charset="-127"/>
              </a:defRPr>
            </a:lvl2pPr>
            <a:lvl3pPr marL="1143000" indent="-228600" latinLnBrk="1">
              <a:spcBef>
                <a:spcPct val="30000"/>
              </a:spcBef>
              <a:defRPr kumimoji="1" sz="1200">
                <a:solidFill>
                  <a:schemeClr val="tx1"/>
                </a:solidFill>
                <a:latin typeface="Gulim" panose="020B0604020202020204" charset="-127"/>
                <a:ea typeface="Gulim" panose="020B0604020202020204" charset="-127"/>
              </a:defRPr>
            </a:lvl3pPr>
            <a:lvl4pPr marL="1600200" indent="-228600" latinLnBrk="1">
              <a:spcBef>
                <a:spcPct val="30000"/>
              </a:spcBef>
              <a:defRPr kumimoji="1" sz="1200">
                <a:solidFill>
                  <a:schemeClr val="tx1"/>
                </a:solidFill>
                <a:latin typeface="Gulim" panose="020B0604020202020204" charset="-127"/>
                <a:ea typeface="Gulim" panose="020B0604020202020204" charset="-127"/>
              </a:defRPr>
            </a:lvl4pPr>
            <a:lvl5pPr marL="2057400" indent="-228600" latinLnBrk="1">
              <a:spcBef>
                <a:spcPct val="30000"/>
              </a:spcBef>
              <a:defRPr kumimoji="1" sz="1200">
                <a:solidFill>
                  <a:schemeClr val="tx1"/>
                </a:solidFill>
                <a:latin typeface="Gulim" panose="020B0604020202020204" charset="-127"/>
                <a:ea typeface="Gulim" panose="020B0604020202020204" charset="-127"/>
              </a:defRPr>
            </a:lvl5pPr>
            <a:lvl6pPr marL="2514600" indent="-228600" eaLnBrk="0" fontAlgn="base" latinLnBrk="1" hangingPunct="0">
              <a:spcBef>
                <a:spcPct val="30000"/>
              </a:spcBef>
              <a:spcAft>
                <a:spcPct val="0"/>
              </a:spcAft>
              <a:defRPr kumimoji="1" sz="1200">
                <a:solidFill>
                  <a:schemeClr val="tx1"/>
                </a:solidFill>
                <a:latin typeface="Gulim" panose="020B0604020202020204" charset="-127"/>
                <a:ea typeface="Gulim" panose="020B0604020202020204" charset="-127"/>
              </a:defRPr>
            </a:lvl6pPr>
            <a:lvl7pPr marL="2971800" indent="-228600" eaLnBrk="0" fontAlgn="base" latinLnBrk="1" hangingPunct="0">
              <a:spcBef>
                <a:spcPct val="30000"/>
              </a:spcBef>
              <a:spcAft>
                <a:spcPct val="0"/>
              </a:spcAft>
              <a:defRPr kumimoji="1" sz="1200">
                <a:solidFill>
                  <a:schemeClr val="tx1"/>
                </a:solidFill>
                <a:latin typeface="Gulim" panose="020B0604020202020204" charset="-127"/>
                <a:ea typeface="Gulim" panose="020B0604020202020204" charset="-127"/>
              </a:defRPr>
            </a:lvl7pPr>
            <a:lvl8pPr marL="3429000" indent="-228600" eaLnBrk="0" fontAlgn="base" latinLnBrk="1" hangingPunct="0">
              <a:spcBef>
                <a:spcPct val="30000"/>
              </a:spcBef>
              <a:spcAft>
                <a:spcPct val="0"/>
              </a:spcAft>
              <a:defRPr kumimoji="1" sz="1200">
                <a:solidFill>
                  <a:schemeClr val="tx1"/>
                </a:solidFill>
                <a:latin typeface="Gulim" panose="020B0604020202020204" charset="-127"/>
                <a:ea typeface="Gulim" panose="020B0604020202020204" charset="-127"/>
              </a:defRPr>
            </a:lvl8pPr>
            <a:lvl9pPr marL="3886200" indent="-228600" eaLnBrk="0" fontAlgn="base" latinLnBrk="1" hangingPunct="0">
              <a:spcBef>
                <a:spcPct val="30000"/>
              </a:spcBef>
              <a:spcAft>
                <a:spcPct val="0"/>
              </a:spcAft>
              <a:defRPr kumimoji="1" sz="1200">
                <a:solidFill>
                  <a:schemeClr val="tx1"/>
                </a:solidFill>
                <a:latin typeface="Gulim" panose="020B0604020202020204" charset="-127"/>
                <a:ea typeface="Gulim" panose="020B0604020202020204" charset="-127"/>
              </a:defRPr>
            </a:lvl9pPr>
          </a:lstStyle>
          <a:p>
            <a:pPr>
              <a:spcBef>
                <a:spcPct val="0"/>
              </a:spcBef>
            </a:pPr>
            <a:fld id="{15388755-BD52-480B-B53C-106418A07124}" type="slidenum">
              <a:rPr lang="zh-CN" altLang="en-US" smtClean="0"/>
              <a:pPr>
                <a:spcBef>
                  <a:spcPct val="0"/>
                </a:spcBef>
              </a:pPr>
              <a:t>110</a:t>
            </a:fld>
            <a:endParaRPr lang="en-US" altLang="zh-CN" smtClean="0"/>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p:spPr>
        <p:txBody>
          <a:bodyPr/>
          <a:lstStyle/>
          <a:p>
            <a:pPr eaLnBrk="1" hangingPunct="1"/>
            <a:endParaRPr lang="zh-CN" altLang="en-US" smtClean="0">
              <a:latin typeface="Gulim" panose="020B0604020202020204" charset="-127"/>
              <a:ea typeface="Gulim" panose="020B0604020202020204" charset="-127"/>
            </a:endParaRPr>
          </a:p>
        </p:txBody>
      </p:sp>
    </p:spTree>
    <p:extLst>
      <p:ext uri="{BB962C8B-B14F-4D97-AF65-F5344CB8AC3E}">
        <p14:creationId xmlns:p14="http://schemas.microsoft.com/office/powerpoint/2010/main" val="12691402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lvl1pPr latinLnBrk="1">
              <a:spcBef>
                <a:spcPct val="30000"/>
              </a:spcBef>
              <a:defRPr kumimoji="1" sz="1200">
                <a:solidFill>
                  <a:schemeClr val="tx1"/>
                </a:solidFill>
                <a:latin typeface="Gulim" panose="020B0604020202020204" charset="-127"/>
                <a:ea typeface="Gulim" panose="020B0604020202020204" charset="-127"/>
              </a:defRPr>
            </a:lvl1pPr>
            <a:lvl2pPr marL="742950" indent="-285750" latinLnBrk="1">
              <a:spcBef>
                <a:spcPct val="30000"/>
              </a:spcBef>
              <a:defRPr kumimoji="1" sz="1200">
                <a:solidFill>
                  <a:schemeClr val="tx1"/>
                </a:solidFill>
                <a:latin typeface="Gulim" panose="020B0604020202020204" charset="-127"/>
                <a:ea typeface="Gulim" panose="020B0604020202020204" charset="-127"/>
              </a:defRPr>
            </a:lvl2pPr>
            <a:lvl3pPr marL="1143000" indent="-228600" latinLnBrk="1">
              <a:spcBef>
                <a:spcPct val="30000"/>
              </a:spcBef>
              <a:defRPr kumimoji="1" sz="1200">
                <a:solidFill>
                  <a:schemeClr val="tx1"/>
                </a:solidFill>
                <a:latin typeface="Gulim" panose="020B0604020202020204" charset="-127"/>
                <a:ea typeface="Gulim" panose="020B0604020202020204" charset="-127"/>
              </a:defRPr>
            </a:lvl3pPr>
            <a:lvl4pPr marL="1600200" indent="-228600" latinLnBrk="1">
              <a:spcBef>
                <a:spcPct val="30000"/>
              </a:spcBef>
              <a:defRPr kumimoji="1" sz="1200">
                <a:solidFill>
                  <a:schemeClr val="tx1"/>
                </a:solidFill>
                <a:latin typeface="Gulim" panose="020B0604020202020204" charset="-127"/>
                <a:ea typeface="Gulim" panose="020B0604020202020204" charset="-127"/>
              </a:defRPr>
            </a:lvl4pPr>
            <a:lvl5pPr marL="2057400" indent="-228600" latinLnBrk="1">
              <a:spcBef>
                <a:spcPct val="30000"/>
              </a:spcBef>
              <a:defRPr kumimoji="1" sz="1200">
                <a:solidFill>
                  <a:schemeClr val="tx1"/>
                </a:solidFill>
                <a:latin typeface="Gulim" panose="020B0604020202020204" charset="-127"/>
                <a:ea typeface="Gulim" panose="020B0604020202020204" charset="-127"/>
              </a:defRPr>
            </a:lvl5pPr>
            <a:lvl6pPr marL="2514600" indent="-228600" eaLnBrk="0" fontAlgn="base" latinLnBrk="1" hangingPunct="0">
              <a:spcBef>
                <a:spcPct val="30000"/>
              </a:spcBef>
              <a:spcAft>
                <a:spcPct val="0"/>
              </a:spcAft>
              <a:defRPr kumimoji="1" sz="1200">
                <a:solidFill>
                  <a:schemeClr val="tx1"/>
                </a:solidFill>
                <a:latin typeface="Gulim" panose="020B0604020202020204" charset="-127"/>
                <a:ea typeface="Gulim" panose="020B0604020202020204" charset="-127"/>
              </a:defRPr>
            </a:lvl6pPr>
            <a:lvl7pPr marL="2971800" indent="-228600" eaLnBrk="0" fontAlgn="base" latinLnBrk="1" hangingPunct="0">
              <a:spcBef>
                <a:spcPct val="30000"/>
              </a:spcBef>
              <a:spcAft>
                <a:spcPct val="0"/>
              </a:spcAft>
              <a:defRPr kumimoji="1" sz="1200">
                <a:solidFill>
                  <a:schemeClr val="tx1"/>
                </a:solidFill>
                <a:latin typeface="Gulim" panose="020B0604020202020204" charset="-127"/>
                <a:ea typeface="Gulim" panose="020B0604020202020204" charset="-127"/>
              </a:defRPr>
            </a:lvl7pPr>
            <a:lvl8pPr marL="3429000" indent="-228600" eaLnBrk="0" fontAlgn="base" latinLnBrk="1" hangingPunct="0">
              <a:spcBef>
                <a:spcPct val="30000"/>
              </a:spcBef>
              <a:spcAft>
                <a:spcPct val="0"/>
              </a:spcAft>
              <a:defRPr kumimoji="1" sz="1200">
                <a:solidFill>
                  <a:schemeClr val="tx1"/>
                </a:solidFill>
                <a:latin typeface="Gulim" panose="020B0604020202020204" charset="-127"/>
                <a:ea typeface="Gulim" panose="020B0604020202020204" charset="-127"/>
              </a:defRPr>
            </a:lvl8pPr>
            <a:lvl9pPr marL="3886200" indent="-228600" eaLnBrk="0" fontAlgn="base" latinLnBrk="1" hangingPunct="0">
              <a:spcBef>
                <a:spcPct val="30000"/>
              </a:spcBef>
              <a:spcAft>
                <a:spcPct val="0"/>
              </a:spcAft>
              <a:defRPr kumimoji="1" sz="1200">
                <a:solidFill>
                  <a:schemeClr val="tx1"/>
                </a:solidFill>
                <a:latin typeface="Gulim" panose="020B0604020202020204" charset="-127"/>
                <a:ea typeface="Gulim" panose="020B0604020202020204" charset="-127"/>
              </a:defRPr>
            </a:lvl9pPr>
          </a:lstStyle>
          <a:p>
            <a:pPr>
              <a:spcBef>
                <a:spcPct val="0"/>
              </a:spcBef>
            </a:pPr>
            <a:fld id="{F6EE69DB-CA52-4AC2-A70C-2952228D145D}" type="slidenum">
              <a:rPr lang="zh-CN" altLang="en-US" smtClean="0"/>
              <a:pPr>
                <a:spcBef>
                  <a:spcPct val="0"/>
                </a:spcBef>
              </a:pPr>
              <a:t>111</a:t>
            </a:fld>
            <a:endParaRPr lang="en-US" altLang="zh-CN" smtClean="0"/>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p:spPr>
        <p:txBody>
          <a:bodyPr/>
          <a:lstStyle/>
          <a:p>
            <a:pPr eaLnBrk="1" hangingPunct="1"/>
            <a:endParaRPr lang="zh-CN" altLang="en-US" smtClean="0">
              <a:latin typeface="Gulim" panose="020B0604020202020204" charset="-127"/>
              <a:ea typeface="Gulim" panose="020B0604020202020204" charset="-127"/>
            </a:endParaRPr>
          </a:p>
        </p:txBody>
      </p:sp>
    </p:spTree>
    <p:extLst>
      <p:ext uri="{BB962C8B-B14F-4D97-AF65-F5344CB8AC3E}">
        <p14:creationId xmlns:p14="http://schemas.microsoft.com/office/powerpoint/2010/main" val="399882986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lvl1pPr latinLnBrk="1">
              <a:spcBef>
                <a:spcPct val="30000"/>
              </a:spcBef>
              <a:defRPr kumimoji="1" sz="1200">
                <a:solidFill>
                  <a:schemeClr val="tx1"/>
                </a:solidFill>
                <a:latin typeface="Gulim" panose="02010600030101010101" charset="-122"/>
                <a:ea typeface="Gulim" panose="02010600030101010101" charset="-122"/>
              </a:defRPr>
            </a:lvl1pPr>
            <a:lvl2pPr marL="742950" indent="-285750" latinLnBrk="1">
              <a:spcBef>
                <a:spcPct val="30000"/>
              </a:spcBef>
              <a:defRPr kumimoji="1" sz="1200">
                <a:solidFill>
                  <a:schemeClr val="tx1"/>
                </a:solidFill>
                <a:latin typeface="Gulim" panose="02010600030101010101" charset="-122"/>
                <a:ea typeface="Gulim" panose="02010600030101010101" charset="-122"/>
              </a:defRPr>
            </a:lvl2pPr>
            <a:lvl3pPr marL="1143000" indent="-228600" latinLnBrk="1">
              <a:spcBef>
                <a:spcPct val="30000"/>
              </a:spcBef>
              <a:defRPr kumimoji="1" sz="1200">
                <a:solidFill>
                  <a:schemeClr val="tx1"/>
                </a:solidFill>
                <a:latin typeface="Gulim" panose="02010600030101010101" charset="-122"/>
                <a:ea typeface="Gulim" panose="02010600030101010101" charset="-122"/>
              </a:defRPr>
            </a:lvl3pPr>
            <a:lvl4pPr marL="1600200" indent="-228600" latinLnBrk="1">
              <a:spcBef>
                <a:spcPct val="30000"/>
              </a:spcBef>
              <a:defRPr kumimoji="1" sz="1200">
                <a:solidFill>
                  <a:schemeClr val="tx1"/>
                </a:solidFill>
                <a:latin typeface="Gulim" panose="02010600030101010101" charset="-122"/>
                <a:ea typeface="Gulim" panose="02010600030101010101" charset="-122"/>
              </a:defRPr>
            </a:lvl4pPr>
            <a:lvl5pPr marL="2057400" indent="-228600" latinLnBrk="1">
              <a:spcBef>
                <a:spcPct val="30000"/>
              </a:spcBef>
              <a:defRPr kumimoji="1" sz="1200">
                <a:solidFill>
                  <a:schemeClr val="tx1"/>
                </a:solidFill>
                <a:latin typeface="Gulim" panose="02010600030101010101" charset="-122"/>
                <a:ea typeface="Gulim" panose="02010600030101010101" charset="-122"/>
              </a:defRPr>
            </a:lvl5pPr>
            <a:lvl6pPr marL="25146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6pPr>
            <a:lvl7pPr marL="29718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7pPr>
            <a:lvl8pPr marL="34290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8pPr>
            <a:lvl9pPr marL="38862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9pPr>
          </a:lstStyle>
          <a:p>
            <a:pPr>
              <a:spcBef>
                <a:spcPct val="0"/>
              </a:spcBef>
            </a:pPr>
            <a:fld id="{8BBE9F0A-B72E-4A88-9087-BF2F8215FEE4}" type="slidenum">
              <a:rPr lang="zh-CN" altLang="en-US" smtClean="0"/>
              <a:pPr>
                <a:spcBef>
                  <a:spcPct val="0"/>
                </a:spcBef>
              </a:pPr>
              <a:t>113</a:t>
            </a:fld>
            <a:endParaRPr lang="en-US" altLang="zh-CN" smtClean="0"/>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p:spPr>
        <p:txBody>
          <a:bodyPr/>
          <a:lstStyle/>
          <a:p>
            <a:pPr eaLnBrk="1" hangingPunct="1"/>
            <a:endParaRPr lang="zh-CN" altLang="en-US" smtClean="0">
              <a:latin typeface="Gulim" panose="02010600030101010101" charset="-122"/>
              <a:ea typeface="Gulim" panose="02010600030101010101" charset="-122"/>
            </a:endParaRPr>
          </a:p>
        </p:txBody>
      </p:sp>
    </p:spTree>
    <p:extLst>
      <p:ext uri="{BB962C8B-B14F-4D97-AF65-F5344CB8AC3E}">
        <p14:creationId xmlns:p14="http://schemas.microsoft.com/office/powerpoint/2010/main" val="83139112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lvl1pPr latinLnBrk="1">
              <a:spcBef>
                <a:spcPct val="30000"/>
              </a:spcBef>
              <a:defRPr kumimoji="1" sz="1200">
                <a:solidFill>
                  <a:schemeClr val="tx1"/>
                </a:solidFill>
                <a:latin typeface="Gulim" panose="02010600030101010101" charset="-122"/>
                <a:ea typeface="Gulim" panose="02010600030101010101" charset="-122"/>
              </a:defRPr>
            </a:lvl1pPr>
            <a:lvl2pPr marL="742950" indent="-285750" latinLnBrk="1">
              <a:spcBef>
                <a:spcPct val="30000"/>
              </a:spcBef>
              <a:defRPr kumimoji="1" sz="1200">
                <a:solidFill>
                  <a:schemeClr val="tx1"/>
                </a:solidFill>
                <a:latin typeface="Gulim" panose="02010600030101010101" charset="-122"/>
                <a:ea typeface="Gulim" panose="02010600030101010101" charset="-122"/>
              </a:defRPr>
            </a:lvl2pPr>
            <a:lvl3pPr marL="1143000" indent="-228600" latinLnBrk="1">
              <a:spcBef>
                <a:spcPct val="30000"/>
              </a:spcBef>
              <a:defRPr kumimoji="1" sz="1200">
                <a:solidFill>
                  <a:schemeClr val="tx1"/>
                </a:solidFill>
                <a:latin typeface="Gulim" panose="02010600030101010101" charset="-122"/>
                <a:ea typeface="Gulim" panose="02010600030101010101" charset="-122"/>
              </a:defRPr>
            </a:lvl3pPr>
            <a:lvl4pPr marL="1600200" indent="-228600" latinLnBrk="1">
              <a:spcBef>
                <a:spcPct val="30000"/>
              </a:spcBef>
              <a:defRPr kumimoji="1" sz="1200">
                <a:solidFill>
                  <a:schemeClr val="tx1"/>
                </a:solidFill>
                <a:latin typeface="Gulim" panose="02010600030101010101" charset="-122"/>
                <a:ea typeface="Gulim" panose="02010600030101010101" charset="-122"/>
              </a:defRPr>
            </a:lvl4pPr>
            <a:lvl5pPr marL="2057400" indent="-228600" latinLnBrk="1">
              <a:spcBef>
                <a:spcPct val="30000"/>
              </a:spcBef>
              <a:defRPr kumimoji="1" sz="1200">
                <a:solidFill>
                  <a:schemeClr val="tx1"/>
                </a:solidFill>
                <a:latin typeface="Gulim" panose="02010600030101010101" charset="-122"/>
                <a:ea typeface="Gulim" panose="02010600030101010101" charset="-122"/>
              </a:defRPr>
            </a:lvl5pPr>
            <a:lvl6pPr marL="25146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6pPr>
            <a:lvl7pPr marL="29718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7pPr>
            <a:lvl8pPr marL="34290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8pPr>
            <a:lvl9pPr marL="38862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9pPr>
          </a:lstStyle>
          <a:p>
            <a:pPr>
              <a:spcBef>
                <a:spcPct val="0"/>
              </a:spcBef>
            </a:pPr>
            <a:fld id="{6FFEEF5B-70A5-4F69-9083-0DD198B3FA78}" type="slidenum">
              <a:rPr lang="zh-CN" altLang="en-US" smtClean="0"/>
              <a:pPr>
                <a:spcBef>
                  <a:spcPct val="0"/>
                </a:spcBef>
              </a:pPr>
              <a:t>114</a:t>
            </a:fld>
            <a:endParaRPr lang="en-US" altLang="zh-CN" smtClean="0"/>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p:spPr>
        <p:txBody>
          <a:bodyPr/>
          <a:lstStyle/>
          <a:p>
            <a:pPr eaLnBrk="1" hangingPunct="1"/>
            <a:endParaRPr lang="zh-CN" altLang="en-US" smtClean="0">
              <a:latin typeface="Gulim" panose="02010600030101010101" charset="-122"/>
              <a:ea typeface="Gulim" panose="02010600030101010101" charset="-122"/>
            </a:endParaRPr>
          </a:p>
        </p:txBody>
      </p:sp>
    </p:spTree>
    <p:extLst>
      <p:ext uri="{BB962C8B-B14F-4D97-AF65-F5344CB8AC3E}">
        <p14:creationId xmlns:p14="http://schemas.microsoft.com/office/powerpoint/2010/main" val="139787879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p:spPr>
        <p:txBody>
          <a:bodyPr/>
          <a:lstStyle>
            <a:lvl1pPr latinLnBrk="1">
              <a:spcBef>
                <a:spcPct val="30000"/>
              </a:spcBef>
              <a:defRPr kumimoji="1" sz="1200">
                <a:solidFill>
                  <a:schemeClr val="tx1"/>
                </a:solidFill>
                <a:latin typeface="Gulim" panose="02010600030101010101" charset="-122"/>
                <a:ea typeface="Gulim" panose="02010600030101010101" charset="-122"/>
              </a:defRPr>
            </a:lvl1pPr>
            <a:lvl2pPr marL="742950" indent="-285750" latinLnBrk="1">
              <a:spcBef>
                <a:spcPct val="30000"/>
              </a:spcBef>
              <a:defRPr kumimoji="1" sz="1200">
                <a:solidFill>
                  <a:schemeClr val="tx1"/>
                </a:solidFill>
                <a:latin typeface="Gulim" panose="02010600030101010101" charset="-122"/>
                <a:ea typeface="Gulim" panose="02010600030101010101" charset="-122"/>
              </a:defRPr>
            </a:lvl2pPr>
            <a:lvl3pPr marL="1143000" indent="-228600" latinLnBrk="1">
              <a:spcBef>
                <a:spcPct val="30000"/>
              </a:spcBef>
              <a:defRPr kumimoji="1" sz="1200">
                <a:solidFill>
                  <a:schemeClr val="tx1"/>
                </a:solidFill>
                <a:latin typeface="Gulim" panose="02010600030101010101" charset="-122"/>
                <a:ea typeface="Gulim" panose="02010600030101010101" charset="-122"/>
              </a:defRPr>
            </a:lvl3pPr>
            <a:lvl4pPr marL="1600200" indent="-228600" latinLnBrk="1">
              <a:spcBef>
                <a:spcPct val="30000"/>
              </a:spcBef>
              <a:defRPr kumimoji="1" sz="1200">
                <a:solidFill>
                  <a:schemeClr val="tx1"/>
                </a:solidFill>
                <a:latin typeface="Gulim" panose="02010600030101010101" charset="-122"/>
                <a:ea typeface="Gulim" panose="02010600030101010101" charset="-122"/>
              </a:defRPr>
            </a:lvl4pPr>
            <a:lvl5pPr marL="2057400" indent="-228600" latinLnBrk="1">
              <a:spcBef>
                <a:spcPct val="30000"/>
              </a:spcBef>
              <a:defRPr kumimoji="1" sz="1200">
                <a:solidFill>
                  <a:schemeClr val="tx1"/>
                </a:solidFill>
                <a:latin typeface="Gulim" panose="02010600030101010101" charset="-122"/>
                <a:ea typeface="Gulim" panose="02010600030101010101" charset="-122"/>
              </a:defRPr>
            </a:lvl5pPr>
            <a:lvl6pPr marL="25146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6pPr>
            <a:lvl7pPr marL="29718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7pPr>
            <a:lvl8pPr marL="34290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8pPr>
            <a:lvl9pPr marL="38862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9pPr>
          </a:lstStyle>
          <a:p>
            <a:pPr>
              <a:spcBef>
                <a:spcPct val="0"/>
              </a:spcBef>
            </a:pPr>
            <a:fld id="{1BDE0A80-7D94-4487-8ABD-02817FE81AC3}" type="slidenum">
              <a:rPr lang="zh-CN" altLang="en-US" smtClean="0"/>
              <a:pPr>
                <a:spcBef>
                  <a:spcPct val="0"/>
                </a:spcBef>
              </a:pPr>
              <a:t>115</a:t>
            </a:fld>
            <a:endParaRPr lang="en-US" altLang="zh-CN" smtClean="0"/>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p:spPr>
        <p:txBody>
          <a:bodyPr/>
          <a:lstStyle/>
          <a:p>
            <a:pPr eaLnBrk="1" hangingPunct="1"/>
            <a:endParaRPr lang="zh-CN" altLang="en-US" smtClean="0">
              <a:latin typeface="Gulim" panose="02010600030101010101" charset="-122"/>
              <a:ea typeface="Gulim" panose="02010600030101010101" charset="-122"/>
            </a:endParaRPr>
          </a:p>
        </p:txBody>
      </p:sp>
    </p:spTree>
    <p:extLst>
      <p:ext uri="{BB962C8B-B14F-4D97-AF65-F5344CB8AC3E}">
        <p14:creationId xmlns:p14="http://schemas.microsoft.com/office/powerpoint/2010/main" val="47935596"/>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p:spPr>
        <p:txBody>
          <a:bodyPr/>
          <a:lstStyle>
            <a:lvl1pPr latinLnBrk="1">
              <a:spcBef>
                <a:spcPct val="30000"/>
              </a:spcBef>
              <a:defRPr kumimoji="1" sz="1200">
                <a:solidFill>
                  <a:schemeClr val="tx1"/>
                </a:solidFill>
                <a:latin typeface="Gulim" panose="02010600030101010101" charset="-122"/>
                <a:ea typeface="Gulim" panose="02010600030101010101" charset="-122"/>
              </a:defRPr>
            </a:lvl1pPr>
            <a:lvl2pPr marL="742950" indent="-285750" latinLnBrk="1">
              <a:spcBef>
                <a:spcPct val="30000"/>
              </a:spcBef>
              <a:defRPr kumimoji="1" sz="1200">
                <a:solidFill>
                  <a:schemeClr val="tx1"/>
                </a:solidFill>
                <a:latin typeface="Gulim" panose="02010600030101010101" charset="-122"/>
                <a:ea typeface="Gulim" panose="02010600030101010101" charset="-122"/>
              </a:defRPr>
            </a:lvl2pPr>
            <a:lvl3pPr marL="1143000" indent="-228600" latinLnBrk="1">
              <a:spcBef>
                <a:spcPct val="30000"/>
              </a:spcBef>
              <a:defRPr kumimoji="1" sz="1200">
                <a:solidFill>
                  <a:schemeClr val="tx1"/>
                </a:solidFill>
                <a:latin typeface="Gulim" panose="02010600030101010101" charset="-122"/>
                <a:ea typeface="Gulim" panose="02010600030101010101" charset="-122"/>
              </a:defRPr>
            </a:lvl3pPr>
            <a:lvl4pPr marL="1600200" indent="-228600" latinLnBrk="1">
              <a:spcBef>
                <a:spcPct val="30000"/>
              </a:spcBef>
              <a:defRPr kumimoji="1" sz="1200">
                <a:solidFill>
                  <a:schemeClr val="tx1"/>
                </a:solidFill>
                <a:latin typeface="Gulim" panose="02010600030101010101" charset="-122"/>
                <a:ea typeface="Gulim" panose="02010600030101010101" charset="-122"/>
              </a:defRPr>
            </a:lvl4pPr>
            <a:lvl5pPr marL="2057400" indent="-228600" latinLnBrk="1">
              <a:spcBef>
                <a:spcPct val="30000"/>
              </a:spcBef>
              <a:defRPr kumimoji="1" sz="1200">
                <a:solidFill>
                  <a:schemeClr val="tx1"/>
                </a:solidFill>
                <a:latin typeface="Gulim" panose="02010600030101010101" charset="-122"/>
                <a:ea typeface="Gulim" panose="02010600030101010101" charset="-122"/>
              </a:defRPr>
            </a:lvl5pPr>
            <a:lvl6pPr marL="25146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6pPr>
            <a:lvl7pPr marL="29718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7pPr>
            <a:lvl8pPr marL="34290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8pPr>
            <a:lvl9pPr marL="38862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9pPr>
          </a:lstStyle>
          <a:p>
            <a:pPr>
              <a:spcBef>
                <a:spcPct val="0"/>
              </a:spcBef>
            </a:pPr>
            <a:fld id="{E0C30597-9F64-4CE5-9433-469F7C2A2DC0}" type="slidenum">
              <a:rPr lang="zh-CN" altLang="en-US" smtClean="0"/>
              <a:pPr>
                <a:spcBef>
                  <a:spcPct val="0"/>
                </a:spcBef>
              </a:pPr>
              <a:t>116</a:t>
            </a:fld>
            <a:endParaRPr lang="en-US" altLang="zh-CN" smtClean="0"/>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p:spPr>
        <p:txBody>
          <a:bodyPr/>
          <a:lstStyle/>
          <a:p>
            <a:pPr eaLnBrk="1" hangingPunct="1"/>
            <a:endParaRPr lang="zh-CN" altLang="en-US" smtClean="0">
              <a:latin typeface="Gulim" panose="02010600030101010101" charset="-122"/>
              <a:ea typeface="Gulim" panose="02010600030101010101" charset="-122"/>
            </a:endParaRPr>
          </a:p>
        </p:txBody>
      </p:sp>
    </p:spTree>
    <p:extLst>
      <p:ext uri="{BB962C8B-B14F-4D97-AF65-F5344CB8AC3E}">
        <p14:creationId xmlns:p14="http://schemas.microsoft.com/office/powerpoint/2010/main" val="170563424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p:spPr>
        <p:txBody>
          <a:bodyPr/>
          <a:lstStyle>
            <a:lvl1pPr latinLnBrk="1">
              <a:spcBef>
                <a:spcPct val="30000"/>
              </a:spcBef>
              <a:defRPr kumimoji="1" sz="1200">
                <a:solidFill>
                  <a:schemeClr val="tx1"/>
                </a:solidFill>
                <a:latin typeface="Gulim" panose="02010600030101010101" charset="-122"/>
                <a:ea typeface="Gulim" panose="02010600030101010101" charset="-122"/>
              </a:defRPr>
            </a:lvl1pPr>
            <a:lvl2pPr marL="742950" indent="-285750" latinLnBrk="1">
              <a:spcBef>
                <a:spcPct val="30000"/>
              </a:spcBef>
              <a:defRPr kumimoji="1" sz="1200">
                <a:solidFill>
                  <a:schemeClr val="tx1"/>
                </a:solidFill>
                <a:latin typeface="Gulim" panose="02010600030101010101" charset="-122"/>
                <a:ea typeface="Gulim" panose="02010600030101010101" charset="-122"/>
              </a:defRPr>
            </a:lvl2pPr>
            <a:lvl3pPr marL="1143000" indent="-228600" latinLnBrk="1">
              <a:spcBef>
                <a:spcPct val="30000"/>
              </a:spcBef>
              <a:defRPr kumimoji="1" sz="1200">
                <a:solidFill>
                  <a:schemeClr val="tx1"/>
                </a:solidFill>
                <a:latin typeface="Gulim" panose="02010600030101010101" charset="-122"/>
                <a:ea typeface="Gulim" panose="02010600030101010101" charset="-122"/>
              </a:defRPr>
            </a:lvl3pPr>
            <a:lvl4pPr marL="1600200" indent="-228600" latinLnBrk="1">
              <a:spcBef>
                <a:spcPct val="30000"/>
              </a:spcBef>
              <a:defRPr kumimoji="1" sz="1200">
                <a:solidFill>
                  <a:schemeClr val="tx1"/>
                </a:solidFill>
                <a:latin typeface="Gulim" panose="02010600030101010101" charset="-122"/>
                <a:ea typeface="Gulim" panose="02010600030101010101" charset="-122"/>
              </a:defRPr>
            </a:lvl4pPr>
            <a:lvl5pPr marL="2057400" indent="-228600" latinLnBrk="1">
              <a:spcBef>
                <a:spcPct val="30000"/>
              </a:spcBef>
              <a:defRPr kumimoji="1" sz="1200">
                <a:solidFill>
                  <a:schemeClr val="tx1"/>
                </a:solidFill>
                <a:latin typeface="Gulim" panose="02010600030101010101" charset="-122"/>
                <a:ea typeface="Gulim" panose="02010600030101010101" charset="-122"/>
              </a:defRPr>
            </a:lvl5pPr>
            <a:lvl6pPr marL="25146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6pPr>
            <a:lvl7pPr marL="29718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7pPr>
            <a:lvl8pPr marL="34290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8pPr>
            <a:lvl9pPr marL="38862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9pPr>
          </a:lstStyle>
          <a:p>
            <a:pPr>
              <a:spcBef>
                <a:spcPct val="0"/>
              </a:spcBef>
            </a:pPr>
            <a:fld id="{F63D02E7-47D3-4215-800D-0E6DC9553B57}" type="slidenum">
              <a:rPr lang="zh-CN" altLang="en-US" smtClean="0"/>
              <a:pPr>
                <a:spcBef>
                  <a:spcPct val="0"/>
                </a:spcBef>
              </a:pPr>
              <a:t>117</a:t>
            </a:fld>
            <a:endParaRPr lang="en-US" altLang="zh-CN" smtClean="0"/>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p:spPr>
        <p:txBody>
          <a:bodyPr/>
          <a:lstStyle/>
          <a:p>
            <a:pPr eaLnBrk="1" hangingPunct="1"/>
            <a:endParaRPr lang="zh-CN" altLang="en-US" smtClean="0">
              <a:latin typeface="Gulim" panose="02010600030101010101" charset="-122"/>
              <a:ea typeface="Gulim" panose="02010600030101010101" charset="-122"/>
            </a:endParaRPr>
          </a:p>
        </p:txBody>
      </p:sp>
    </p:spTree>
    <p:extLst>
      <p:ext uri="{BB962C8B-B14F-4D97-AF65-F5344CB8AC3E}">
        <p14:creationId xmlns:p14="http://schemas.microsoft.com/office/powerpoint/2010/main" val="4238093220"/>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p:spPr>
        <p:txBody>
          <a:bodyPr/>
          <a:lstStyle>
            <a:lvl1pPr latinLnBrk="1">
              <a:spcBef>
                <a:spcPct val="30000"/>
              </a:spcBef>
              <a:defRPr kumimoji="1" sz="1200">
                <a:solidFill>
                  <a:schemeClr val="tx1"/>
                </a:solidFill>
                <a:latin typeface="Gulim" panose="02010600030101010101" charset="-122"/>
                <a:ea typeface="Gulim" panose="02010600030101010101" charset="-122"/>
              </a:defRPr>
            </a:lvl1pPr>
            <a:lvl2pPr marL="742950" indent="-285750" latinLnBrk="1">
              <a:spcBef>
                <a:spcPct val="30000"/>
              </a:spcBef>
              <a:defRPr kumimoji="1" sz="1200">
                <a:solidFill>
                  <a:schemeClr val="tx1"/>
                </a:solidFill>
                <a:latin typeface="Gulim" panose="02010600030101010101" charset="-122"/>
                <a:ea typeface="Gulim" panose="02010600030101010101" charset="-122"/>
              </a:defRPr>
            </a:lvl2pPr>
            <a:lvl3pPr marL="1143000" indent="-228600" latinLnBrk="1">
              <a:spcBef>
                <a:spcPct val="30000"/>
              </a:spcBef>
              <a:defRPr kumimoji="1" sz="1200">
                <a:solidFill>
                  <a:schemeClr val="tx1"/>
                </a:solidFill>
                <a:latin typeface="Gulim" panose="02010600030101010101" charset="-122"/>
                <a:ea typeface="Gulim" panose="02010600030101010101" charset="-122"/>
              </a:defRPr>
            </a:lvl3pPr>
            <a:lvl4pPr marL="1600200" indent="-228600" latinLnBrk="1">
              <a:spcBef>
                <a:spcPct val="30000"/>
              </a:spcBef>
              <a:defRPr kumimoji="1" sz="1200">
                <a:solidFill>
                  <a:schemeClr val="tx1"/>
                </a:solidFill>
                <a:latin typeface="Gulim" panose="02010600030101010101" charset="-122"/>
                <a:ea typeface="Gulim" panose="02010600030101010101" charset="-122"/>
              </a:defRPr>
            </a:lvl4pPr>
            <a:lvl5pPr marL="2057400" indent="-228600" latinLnBrk="1">
              <a:spcBef>
                <a:spcPct val="30000"/>
              </a:spcBef>
              <a:defRPr kumimoji="1" sz="1200">
                <a:solidFill>
                  <a:schemeClr val="tx1"/>
                </a:solidFill>
                <a:latin typeface="Gulim" panose="02010600030101010101" charset="-122"/>
                <a:ea typeface="Gulim" panose="02010600030101010101" charset="-122"/>
              </a:defRPr>
            </a:lvl5pPr>
            <a:lvl6pPr marL="25146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6pPr>
            <a:lvl7pPr marL="29718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7pPr>
            <a:lvl8pPr marL="34290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8pPr>
            <a:lvl9pPr marL="38862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9pPr>
          </a:lstStyle>
          <a:p>
            <a:pPr>
              <a:spcBef>
                <a:spcPct val="0"/>
              </a:spcBef>
            </a:pPr>
            <a:fld id="{FF36CC82-C242-4285-AA2E-AE112D37A572}" type="slidenum">
              <a:rPr lang="zh-CN" altLang="en-US" smtClean="0"/>
              <a:pPr>
                <a:spcBef>
                  <a:spcPct val="0"/>
                </a:spcBef>
              </a:pPr>
              <a:t>118</a:t>
            </a:fld>
            <a:endParaRPr lang="en-US" altLang="zh-CN" smtClean="0"/>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p:spPr>
        <p:txBody>
          <a:bodyPr/>
          <a:lstStyle/>
          <a:p>
            <a:pPr eaLnBrk="1" hangingPunct="1"/>
            <a:endParaRPr lang="zh-CN" altLang="en-US" smtClean="0">
              <a:latin typeface="Gulim" panose="02010600030101010101" charset="-122"/>
              <a:ea typeface="Gulim" panose="02010600030101010101" charset="-122"/>
            </a:endParaRPr>
          </a:p>
        </p:txBody>
      </p:sp>
    </p:spTree>
    <p:extLst>
      <p:ext uri="{BB962C8B-B14F-4D97-AF65-F5344CB8AC3E}">
        <p14:creationId xmlns:p14="http://schemas.microsoft.com/office/powerpoint/2010/main" val="311728003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p:spPr>
        <p:txBody>
          <a:bodyPr/>
          <a:lstStyle>
            <a:lvl1pPr latinLnBrk="1">
              <a:spcBef>
                <a:spcPct val="30000"/>
              </a:spcBef>
              <a:defRPr kumimoji="1" sz="1200">
                <a:solidFill>
                  <a:schemeClr val="tx1"/>
                </a:solidFill>
                <a:latin typeface="Gulim" panose="02010600030101010101" charset="-122"/>
                <a:ea typeface="Gulim" panose="02010600030101010101" charset="-122"/>
              </a:defRPr>
            </a:lvl1pPr>
            <a:lvl2pPr marL="742950" indent="-285750" latinLnBrk="1">
              <a:spcBef>
                <a:spcPct val="30000"/>
              </a:spcBef>
              <a:defRPr kumimoji="1" sz="1200">
                <a:solidFill>
                  <a:schemeClr val="tx1"/>
                </a:solidFill>
                <a:latin typeface="Gulim" panose="02010600030101010101" charset="-122"/>
                <a:ea typeface="Gulim" panose="02010600030101010101" charset="-122"/>
              </a:defRPr>
            </a:lvl2pPr>
            <a:lvl3pPr marL="1143000" indent="-228600" latinLnBrk="1">
              <a:spcBef>
                <a:spcPct val="30000"/>
              </a:spcBef>
              <a:defRPr kumimoji="1" sz="1200">
                <a:solidFill>
                  <a:schemeClr val="tx1"/>
                </a:solidFill>
                <a:latin typeface="Gulim" panose="02010600030101010101" charset="-122"/>
                <a:ea typeface="Gulim" panose="02010600030101010101" charset="-122"/>
              </a:defRPr>
            </a:lvl3pPr>
            <a:lvl4pPr marL="1600200" indent="-228600" latinLnBrk="1">
              <a:spcBef>
                <a:spcPct val="30000"/>
              </a:spcBef>
              <a:defRPr kumimoji="1" sz="1200">
                <a:solidFill>
                  <a:schemeClr val="tx1"/>
                </a:solidFill>
                <a:latin typeface="Gulim" panose="02010600030101010101" charset="-122"/>
                <a:ea typeface="Gulim" panose="02010600030101010101" charset="-122"/>
              </a:defRPr>
            </a:lvl4pPr>
            <a:lvl5pPr marL="2057400" indent="-228600" latinLnBrk="1">
              <a:spcBef>
                <a:spcPct val="30000"/>
              </a:spcBef>
              <a:defRPr kumimoji="1" sz="1200">
                <a:solidFill>
                  <a:schemeClr val="tx1"/>
                </a:solidFill>
                <a:latin typeface="Gulim" panose="02010600030101010101" charset="-122"/>
                <a:ea typeface="Gulim" panose="02010600030101010101" charset="-122"/>
              </a:defRPr>
            </a:lvl5pPr>
            <a:lvl6pPr marL="25146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6pPr>
            <a:lvl7pPr marL="29718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7pPr>
            <a:lvl8pPr marL="34290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8pPr>
            <a:lvl9pPr marL="38862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9pPr>
          </a:lstStyle>
          <a:p>
            <a:pPr>
              <a:spcBef>
                <a:spcPct val="0"/>
              </a:spcBef>
            </a:pPr>
            <a:fld id="{3EB0FB2A-74A2-45F9-8392-44EDA8412C7B}" type="slidenum">
              <a:rPr lang="zh-CN" altLang="en-US" smtClean="0"/>
              <a:pPr>
                <a:spcBef>
                  <a:spcPct val="0"/>
                </a:spcBef>
              </a:pPr>
              <a:t>119</a:t>
            </a:fld>
            <a:endParaRPr lang="en-US" altLang="zh-CN" smtClean="0"/>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p:spPr>
        <p:txBody>
          <a:bodyPr/>
          <a:lstStyle/>
          <a:p>
            <a:pPr eaLnBrk="1" hangingPunct="1"/>
            <a:endParaRPr lang="zh-CN" altLang="en-US" smtClean="0">
              <a:latin typeface="Gulim" panose="02010600030101010101" charset="-122"/>
              <a:ea typeface="Gulim" panose="02010600030101010101" charset="-122"/>
            </a:endParaRPr>
          </a:p>
        </p:txBody>
      </p:sp>
    </p:spTree>
    <p:extLst>
      <p:ext uri="{BB962C8B-B14F-4D97-AF65-F5344CB8AC3E}">
        <p14:creationId xmlns:p14="http://schemas.microsoft.com/office/powerpoint/2010/main" val="1988258460"/>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a:spLocks noGrp="1" noChangeArrowheads="1"/>
          </p:cNvSpPr>
          <p:nvPr>
            <p:ph type="sldNum" sz="quarter" idx="5"/>
          </p:nvPr>
        </p:nvSpPr>
        <p:spPr>
          <a:noFill/>
        </p:spPr>
        <p:txBody>
          <a:bodyPr/>
          <a:lstStyle>
            <a:lvl1pPr latinLnBrk="1">
              <a:spcBef>
                <a:spcPct val="30000"/>
              </a:spcBef>
              <a:defRPr kumimoji="1" sz="1200">
                <a:solidFill>
                  <a:schemeClr val="tx1"/>
                </a:solidFill>
                <a:latin typeface="Gulim" panose="02010600030101010101" charset="-122"/>
                <a:ea typeface="Gulim" panose="02010600030101010101" charset="-122"/>
              </a:defRPr>
            </a:lvl1pPr>
            <a:lvl2pPr marL="742950" indent="-285750" latinLnBrk="1">
              <a:spcBef>
                <a:spcPct val="30000"/>
              </a:spcBef>
              <a:defRPr kumimoji="1" sz="1200">
                <a:solidFill>
                  <a:schemeClr val="tx1"/>
                </a:solidFill>
                <a:latin typeface="Gulim" panose="02010600030101010101" charset="-122"/>
                <a:ea typeface="Gulim" panose="02010600030101010101" charset="-122"/>
              </a:defRPr>
            </a:lvl2pPr>
            <a:lvl3pPr marL="1143000" indent="-228600" latinLnBrk="1">
              <a:spcBef>
                <a:spcPct val="30000"/>
              </a:spcBef>
              <a:defRPr kumimoji="1" sz="1200">
                <a:solidFill>
                  <a:schemeClr val="tx1"/>
                </a:solidFill>
                <a:latin typeface="Gulim" panose="02010600030101010101" charset="-122"/>
                <a:ea typeface="Gulim" panose="02010600030101010101" charset="-122"/>
              </a:defRPr>
            </a:lvl3pPr>
            <a:lvl4pPr marL="1600200" indent="-228600" latinLnBrk="1">
              <a:spcBef>
                <a:spcPct val="30000"/>
              </a:spcBef>
              <a:defRPr kumimoji="1" sz="1200">
                <a:solidFill>
                  <a:schemeClr val="tx1"/>
                </a:solidFill>
                <a:latin typeface="Gulim" panose="02010600030101010101" charset="-122"/>
                <a:ea typeface="Gulim" panose="02010600030101010101" charset="-122"/>
              </a:defRPr>
            </a:lvl4pPr>
            <a:lvl5pPr marL="2057400" indent="-228600" latinLnBrk="1">
              <a:spcBef>
                <a:spcPct val="30000"/>
              </a:spcBef>
              <a:defRPr kumimoji="1" sz="1200">
                <a:solidFill>
                  <a:schemeClr val="tx1"/>
                </a:solidFill>
                <a:latin typeface="Gulim" panose="02010600030101010101" charset="-122"/>
                <a:ea typeface="Gulim" panose="02010600030101010101" charset="-122"/>
              </a:defRPr>
            </a:lvl5pPr>
            <a:lvl6pPr marL="25146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6pPr>
            <a:lvl7pPr marL="29718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7pPr>
            <a:lvl8pPr marL="34290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8pPr>
            <a:lvl9pPr marL="38862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9pPr>
          </a:lstStyle>
          <a:p>
            <a:pPr>
              <a:spcBef>
                <a:spcPct val="0"/>
              </a:spcBef>
            </a:pPr>
            <a:fld id="{7A6361C0-E56E-4620-BFED-9FE63B037526}" type="slidenum">
              <a:rPr lang="zh-CN" altLang="en-US" smtClean="0"/>
              <a:pPr>
                <a:spcBef>
                  <a:spcPct val="0"/>
                </a:spcBef>
              </a:pPr>
              <a:t>120</a:t>
            </a:fld>
            <a:endParaRPr lang="en-US" altLang="zh-CN" smtClean="0"/>
          </a:p>
        </p:txBody>
      </p:sp>
      <p:sp>
        <p:nvSpPr>
          <p:cNvPr id="120835" name="Rectangle 2"/>
          <p:cNvSpPr>
            <a:spLocks noGrp="1" noRot="1" noChangeAspect="1" noChangeArrowheads="1" noTextEdit="1"/>
          </p:cNvSpPr>
          <p:nvPr>
            <p:ph type="sldImg"/>
          </p:nvPr>
        </p:nvSpPr>
        <p:spPr>
          <a:ln/>
        </p:spPr>
      </p:sp>
      <p:sp>
        <p:nvSpPr>
          <p:cNvPr id="120836" name="Rectangle 3"/>
          <p:cNvSpPr>
            <a:spLocks noGrp="1" noChangeArrowheads="1"/>
          </p:cNvSpPr>
          <p:nvPr>
            <p:ph type="body" idx="1"/>
          </p:nvPr>
        </p:nvSpPr>
        <p:spPr>
          <a:noFill/>
        </p:spPr>
        <p:txBody>
          <a:bodyPr/>
          <a:lstStyle/>
          <a:p>
            <a:pPr eaLnBrk="1" hangingPunct="1"/>
            <a:endParaRPr lang="zh-CN" altLang="en-US" smtClean="0">
              <a:latin typeface="Gulim" panose="02010600030101010101" charset="-122"/>
              <a:ea typeface="Gulim" panose="02010600030101010101" charset="-122"/>
            </a:endParaRPr>
          </a:p>
        </p:txBody>
      </p:sp>
    </p:spTree>
    <p:extLst>
      <p:ext uri="{BB962C8B-B14F-4D97-AF65-F5344CB8AC3E}">
        <p14:creationId xmlns:p14="http://schemas.microsoft.com/office/powerpoint/2010/main" val="238060248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p:spPr>
        <p:txBody>
          <a:bodyPr/>
          <a:lstStyle>
            <a:lvl1pPr latinLnBrk="1">
              <a:spcBef>
                <a:spcPct val="30000"/>
              </a:spcBef>
              <a:defRPr kumimoji="1" sz="1200">
                <a:solidFill>
                  <a:schemeClr val="tx1"/>
                </a:solidFill>
                <a:latin typeface="Gulim" panose="02010600030101010101" charset="-122"/>
                <a:ea typeface="Gulim" panose="02010600030101010101" charset="-122"/>
              </a:defRPr>
            </a:lvl1pPr>
            <a:lvl2pPr marL="742950" indent="-285750" latinLnBrk="1">
              <a:spcBef>
                <a:spcPct val="30000"/>
              </a:spcBef>
              <a:defRPr kumimoji="1" sz="1200">
                <a:solidFill>
                  <a:schemeClr val="tx1"/>
                </a:solidFill>
                <a:latin typeface="Gulim" panose="02010600030101010101" charset="-122"/>
                <a:ea typeface="Gulim" panose="02010600030101010101" charset="-122"/>
              </a:defRPr>
            </a:lvl2pPr>
            <a:lvl3pPr marL="1143000" indent="-228600" latinLnBrk="1">
              <a:spcBef>
                <a:spcPct val="30000"/>
              </a:spcBef>
              <a:defRPr kumimoji="1" sz="1200">
                <a:solidFill>
                  <a:schemeClr val="tx1"/>
                </a:solidFill>
                <a:latin typeface="Gulim" panose="02010600030101010101" charset="-122"/>
                <a:ea typeface="Gulim" panose="02010600030101010101" charset="-122"/>
              </a:defRPr>
            </a:lvl3pPr>
            <a:lvl4pPr marL="1600200" indent="-228600" latinLnBrk="1">
              <a:spcBef>
                <a:spcPct val="30000"/>
              </a:spcBef>
              <a:defRPr kumimoji="1" sz="1200">
                <a:solidFill>
                  <a:schemeClr val="tx1"/>
                </a:solidFill>
                <a:latin typeface="Gulim" panose="02010600030101010101" charset="-122"/>
                <a:ea typeface="Gulim" panose="02010600030101010101" charset="-122"/>
              </a:defRPr>
            </a:lvl4pPr>
            <a:lvl5pPr marL="2057400" indent="-228600" latinLnBrk="1">
              <a:spcBef>
                <a:spcPct val="30000"/>
              </a:spcBef>
              <a:defRPr kumimoji="1" sz="1200">
                <a:solidFill>
                  <a:schemeClr val="tx1"/>
                </a:solidFill>
                <a:latin typeface="Gulim" panose="02010600030101010101" charset="-122"/>
                <a:ea typeface="Gulim" panose="02010600030101010101" charset="-122"/>
              </a:defRPr>
            </a:lvl5pPr>
            <a:lvl6pPr marL="25146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6pPr>
            <a:lvl7pPr marL="29718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7pPr>
            <a:lvl8pPr marL="34290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8pPr>
            <a:lvl9pPr marL="38862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9pPr>
          </a:lstStyle>
          <a:p>
            <a:pPr>
              <a:spcBef>
                <a:spcPct val="0"/>
              </a:spcBef>
            </a:pPr>
            <a:fld id="{12D31443-1DE5-4AAC-AC5C-6E1DA051522F}" type="slidenum">
              <a:rPr lang="zh-CN" altLang="en-US" smtClean="0"/>
              <a:pPr>
                <a:spcBef>
                  <a:spcPct val="0"/>
                </a:spcBef>
              </a:pPr>
              <a:t>121</a:t>
            </a:fld>
            <a:endParaRPr lang="en-US" altLang="zh-CN" smtClean="0"/>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p:spPr>
        <p:txBody>
          <a:bodyPr/>
          <a:lstStyle/>
          <a:p>
            <a:pPr eaLnBrk="1" hangingPunct="1"/>
            <a:endParaRPr lang="zh-CN" altLang="en-US" smtClean="0">
              <a:latin typeface="Gulim" panose="02010600030101010101" charset="-122"/>
              <a:ea typeface="Gulim" panose="02010600030101010101" charset="-122"/>
            </a:endParaRPr>
          </a:p>
        </p:txBody>
      </p:sp>
    </p:spTree>
    <p:extLst>
      <p:ext uri="{BB962C8B-B14F-4D97-AF65-F5344CB8AC3E}">
        <p14:creationId xmlns:p14="http://schemas.microsoft.com/office/powerpoint/2010/main" val="3442639725"/>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p:spPr>
        <p:txBody>
          <a:bodyPr/>
          <a:lstStyle>
            <a:lvl1pPr latinLnBrk="1">
              <a:spcBef>
                <a:spcPct val="30000"/>
              </a:spcBef>
              <a:defRPr kumimoji="1" sz="1200">
                <a:solidFill>
                  <a:schemeClr val="tx1"/>
                </a:solidFill>
                <a:latin typeface="Gulim" panose="02010600030101010101" charset="-122"/>
                <a:ea typeface="Gulim" panose="02010600030101010101" charset="-122"/>
              </a:defRPr>
            </a:lvl1pPr>
            <a:lvl2pPr marL="742950" indent="-285750" latinLnBrk="1">
              <a:spcBef>
                <a:spcPct val="30000"/>
              </a:spcBef>
              <a:defRPr kumimoji="1" sz="1200">
                <a:solidFill>
                  <a:schemeClr val="tx1"/>
                </a:solidFill>
                <a:latin typeface="Gulim" panose="02010600030101010101" charset="-122"/>
                <a:ea typeface="Gulim" panose="02010600030101010101" charset="-122"/>
              </a:defRPr>
            </a:lvl2pPr>
            <a:lvl3pPr marL="1143000" indent="-228600" latinLnBrk="1">
              <a:spcBef>
                <a:spcPct val="30000"/>
              </a:spcBef>
              <a:defRPr kumimoji="1" sz="1200">
                <a:solidFill>
                  <a:schemeClr val="tx1"/>
                </a:solidFill>
                <a:latin typeface="Gulim" panose="02010600030101010101" charset="-122"/>
                <a:ea typeface="Gulim" panose="02010600030101010101" charset="-122"/>
              </a:defRPr>
            </a:lvl3pPr>
            <a:lvl4pPr marL="1600200" indent="-228600" latinLnBrk="1">
              <a:spcBef>
                <a:spcPct val="30000"/>
              </a:spcBef>
              <a:defRPr kumimoji="1" sz="1200">
                <a:solidFill>
                  <a:schemeClr val="tx1"/>
                </a:solidFill>
                <a:latin typeface="Gulim" panose="02010600030101010101" charset="-122"/>
                <a:ea typeface="Gulim" panose="02010600030101010101" charset="-122"/>
              </a:defRPr>
            </a:lvl4pPr>
            <a:lvl5pPr marL="2057400" indent="-228600" latinLnBrk="1">
              <a:spcBef>
                <a:spcPct val="30000"/>
              </a:spcBef>
              <a:defRPr kumimoji="1" sz="1200">
                <a:solidFill>
                  <a:schemeClr val="tx1"/>
                </a:solidFill>
                <a:latin typeface="Gulim" panose="02010600030101010101" charset="-122"/>
                <a:ea typeface="Gulim" panose="02010600030101010101" charset="-122"/>
              </a:defRPr>
            </a:lvl5pPr>
            <a:lvl6pPr marL="25146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6pPr>
            <a:lvl7pPr marL="29718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7pPr>
            <a:lvl8pPr marL="34290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8pPr>
            <a:lvl9pPr marL="38862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9pPr>
          </a:lstStyle>
          <a:p>
            <a:pPr>
              <a:spcBef>
                <a:spcPct val="0"/>
              </a:spcBef>
            </a:pPr>
            <a:fld id="{F71365E4-46AE-48B8-A2AA-A9D1EBC6C419}" type="slidenum">
              <a:rPr lang="zh-CN" altLang="en-US" smtClean="0"/>
              <a:pPr>
                <a:spcBef>
                  <a:spcPct val="0"/>
                </a:spcBef>
              </a:pPr>
              <a:t>122</a:t>
            </a:fld>
            <a:endParaRPr lang="en-US" altLang="zh-CN" smtClean="0"/>
          </a:p>
        </p:txBody>
      </p:sp>
      <p:sp>
        <p:nvSpPr>
          <p:cNvPr id="126979" name="Rectangle 2"/>
          <p:cNvSpPr>
            <a:spLocks noGrp="1" noRot="1" noChangeAspect="1" noChangeArrowheads="1" noTextEdit="1"/>
          </p:cNvSpPr>
          <p:nvPr>
            <p:ph type="sldImg"/>
          </p:nvPr>
        </p:nvSpPr>
        <p:spPr>
          <a:ln/>
        </p:spPr>
      </p:sp>
      <p:sp>
        <p:nvSpPr>
          <p:cNvPr id="126980" name="Rectangle 3"/>
          <p:cNvSpPr>
            <a:spLocks noGrp="1" noChangeArrowheads="1"/>
          </p:cNvSpPr>
          <p:nvPr>
            <p:ph type="body" idx="1"/>
          </p:nvPr>
        </p:nvSpPr>
        <p:spPr>
          <a:noFill/>
        </p:spPr>
        <p:txBody>
          <a:bodyPr/>
          <a:lstStyle/>
          <a:p>
            <a:pPr eaLnBrk="1" hangingPunct="1"/>
            <a:endParaRPr lang="zh-CN" altLang="en-US" smtClean="0">
              <a:latin typeface="Gulim" panose="02010600030101010101" charset="-122"/>
              <a:ea typeface="Gulim" panose="02010600030101010101" charset="-122"/>
            </a:endParaRPr>
          </a:p>
        </p:txBody>
      </p:sp>
    </p:spTree>
    <p:extLst>
      <p:ext uri="{BB962C8B-B14F-4D97-AF65-F5344CB8AC3E}">
        <p14:creationId xmlns:p14="http://schemas.microsoft.com/office/powerpoint/2010/main" val="928333647"/>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a:noFill/>
        </p:spPr>
        <p:txBody>
          <a:bodyPr/>
          <a:lstStyle>
            <a:lvl1pPr latinLnBrk="1">
              <a:spcBef>
                <a:spcPct val="30000"/>
              </a:spcBef>
              <a:defRPr kumimoji="1" sz="1200">
                <a:solidFill>
                  <a:schemeClr val="tx1"/>
                </a:solidFill>
                <a:latin typeface="Gulim" panose="02010600030101010101" charset="-122"/>
                <a:ea typeface="Gulim" panose="02010600030101010101" charset="-122"/>
              </a:defRPr>
            </a:lvl1pPr>
            <a:lvl2pPr marL="742950" indent="-285750" latinLnBrk="1">
              <a:spcBef>
                <a:spcPct val="30000"/>
              </a:spcBef>
              <a:defRPr kumimoji="1" sz="1200">
                <a:solidFill>
                  <a:schemeClr val="tx1"/>
                </a:solidFill>
                <a:latin typeface="Gulim" panose="02010600030101010101" charset="-122"/>
                <a:ea typeface="Gulim" panose="02010600030101010101" charset="-122"/>
              </a:defRPr>
            </a:lvl2pPr>
            <a:lvl3pPr marL="1143000" indent="-228600" latinLnBrk="1">
              <a:spcBef>
                <a:spcPct val="30000"/>
              </a:spcBef>
              <a:defRPr kumimoji="1" sz="1200">
                <a:solidFill>
                  <a:schemeClr val="tx1"/>
                </a:solidFill>
                <a:latin typeface="Gulim" panose="02010600030101010101" charset="-122"/>
                <a:ea typeface="Gulim" panose="02010600030101010101" charset="-122"/>
              </a:defRPr>
            </a:lvl3pPr>
            <a:lvl4pPr marL="1600200" indent="-228600" latinLnBrk="1">
              <a:spcBef>
                <a:spcPct val="30000"/>
              </a:spcBef>
              <a:defRPr kumimoji="1" sz="1200">
                <a:solidFill>
                  <a:schemeClr val="tx1"/>
                </a:solidFill>
                <a:latin typeface="Gulim" panose="02010600030101010101" charset="-122"/>
                <a:ea typeface="Gulim" panose="02010600030101010101" charset="-122"/>
              </a:defRPr>
            </a:lvl4pPr>
            <a:lvl5pPr marL="2057400" indent="-228600" latinLnBrk="1">
              <a:spcBef>
                <a:spcPct val="30000"/>
              </a:spcBef>
              <a:defRPr kumimoji="1" sz="1200">
                <a:solidFill>
                  <a:schemeClr val="tx1"/>
                </a:solidFill>
                <a:latin typeface="Gulim" panose="02010600030101010101" charset="-122"/>
                <a:ea typeface="Gulim" panose="02010600030101010101" charset="-122"/>
              </a:defRPr>
            </a:lvl5pPr>
            <a:lvl6pPr marL="25146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6pPr>
            <a:lvl7pPr marL="29718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7pPr>
            <a:lvl8pPr marL="34290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8pPr>
            <a:lvl9pPr marL="38862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9pPr>
          </a:lstStyle>
          <a:p>
            <a:pPr>
              <a:spcBef>
                <a:spcPct val="0"/>
              </a:spcBef>
            </a:pPr>
            <a:fld id="{571A6CB5-6AD1-413E-AF9D-4AD6A1A4ACCB}" type="slidenum">
              <a:rPr lang="zh-CN" altLang="en-US" smtClean="0"/>
              <a:pPr>
                <a:spcBef>
                  <a:spcPct val="0"/>
                </a:spcBef>
              </a:pPr>
              <a:t>123</a:t>
            </a:fld>
            <a:endParaRPr lang="en-US" altLang="zh-CN" smtClean="0"/>
          </a:p>
        </p:txBody>
      </p:sp>
      <p:sp>
        <p:nvSpPr>
          <p:cNvPr id="129027" name="Rectangle 2"/>
          <p:cNvSpPr>
            <a:spLocks noGrp="1" noRot="1" noChangeAspect="1" noChangeArrowheads="1" noTextEdit="1"/>
          </p:cNvSpPr>
          <p:nvPr>
            <p:ph type="sldImg"/>
          </p:nvPr>
        </p:nvSpPr>
        <p:spPr>
          <a:ln/>
        </p:spPr>
      </p:sp>
      <p:sp>
        <p:nvSpPr>
          <p:cNvPr id="129028" name="Rectangle 3"/>
          <p:cNvSpPr>
            <a:spLocks noGrp="1" noChangeArrowheads="1"/>
          </p:cNvSpPr>
          <p:nvPr>
            <p:ph type="body" idx="1"/>
          </p:nvPr>
        </p:nvSpPr>
        <p:spPr>
          <a:noFill/>
        </p:spPr>
        <p:txBody>
          <a:bodyPr/>
          <a:lstStyle/>
          <a:p>
            <a:pPr eaLnBrk="1" hangingPunct="1"/>
            <a:endParaRPr lang="zh-CN" altLang="en-US" smtClean="0">
              <a:latin typeface="Gulim" panose="02010600030101010101" charset="-122"/>
              <a:ea typeface="Gulim" panose="02010600030101010101" charset="-122"/>
            </a:endParaRPr>
          </a:p>
        </p:txBody>
      </p:sp>
    </p:spTree>
    <p:extLst>
      <p:ext uri="{BB962C8B-B14F-4D97-AF65-F5344CB8AC3E}">
        <p14:creationId xmlns:p14="http://schemas.microsoft.com/office/powerpoint/2010/main" val="1783704050"/>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p:spPr>
        <p:txBody>
          <a:bodyPr/>
          <a:lstStyle>
            <a:lvl1pPr latinLnBrk="1">
              <a:spcBef>
                <a:spcPct val="30000"/>
              </a:spcBef>
              <a:defRPr kumimoji="1" sz="1200">
                <a:solidFill>
                  <a:schemeClr val="tx1"/>
                </a:solidFill>
                <a:latin typeface="Gulim" panose="02010600030101010101" charset="-122"/>
                <a:ea typeface="Gulim" panose="02010600030101010101" charset="-122"/>
              </a:defRPr>
            </a:lvl1pPr>
            <a:lvl2pPr marL="742950" indent="-285750" latinLnBrk="1">
              <a:spcBef>
                <a:spcPct val="30000"/>
              </a:spcBef>
              <a:defRPr kumimoji="1" sz="1200">
                <a:solidFill>
                  <a:schemeClr val="tx1"/>
                </a:solidFill>
                <a:latin typeface="Gulim" panose="02010600030101010101" charset="-122"/>
                <a:ea typeface="Gulim" panose="02010600030101010101" charset="-122"/>
              </a:defRPr>
            </a:lvl2pPr>
            <a:lvl3pPr marL="1143000" indent="-228600" latinLnBrk="1">
              <a:spcBef>
                <a:spcPct val="30000"/>
              </a:spcBef>
              <a:defRPr kumimoji="1" sz="1200">
                <a:solidFill>
                  <a:schemeClr val="tx1"/>
                </a:solidFill>
                <a:latin typeface="Gulim" panose="02010600030101010101" charset="-122"/>
                <a:ea typeface="Gulim" panose="02010600030101010101" charset="-122"/>
              </a:defRPr>
            </a:lvl3pPr>
            <a:lvl4pPr marL="1600200" indent="-228600" latinLnBrk="1">
              <a:spcBef>
                <a:spcPct val="30000"/>
              </a:spcBef>
              <a:defRPr kumimoji="1" sz="1200">
                <a:solidFill>
                  <a:schemeClr val="tx1"/>
                </a:solidFill>
                <a:latin typeface="Gulim" panose="02010600030101010101" charset="-122"/>
                <a:ea typeface="Gulim" panose="02010600030101010101" charset="-122"/>
              </a:defRPr>
            </a:lvl4pPr>
            <a:lvl5pPr marL="2057400" indent="-228600" latinLnBrk="1">
              <a:spcBef>
                <a:spcPct val="30000"/>
              </a:spcBef>
              <a:defRPr kumimoji="1" sz="1200">
                <a:solidFill>
                  <a:schemeClr val="tx1"/>
                </a:solidFill>
                <a:latin typeface="Gulim" panose="02010600030101010101" charset="-122"/>
                <a:ea typeface="Gulim" panose="02010600030101010101" charset="-122"/>
              </a:defRPr>
            </a:lvl5pPr>
            <a:lvl6pPr marL="25146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6pPr>
            <a:lvl7pPr marL="29718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7pPr>
            <a:lvl8pPr marL="34290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8pPr>
            <a:lvl9pPr marL="38862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9pPr>
          </a:lstStyle>
          <a:p>
            <a:pPr>
              <a:spcBef>
                <a:spcPct val="0"/>
              </a:spcBef>
            </a:pPr>
            <a:fld id="{4A985FE9-8D88-47E8-B531-16011B630A67}" type="slidenum">
              <a:rPr lang="zh-CN" altLang="en-US" smtClean="0"/>
              <a:pPr>
                <a:spcBef>
                  <a:spcPct val="0"/>
                </a:spcBef>
              </a:pPr>
              <a:t>124</a:t>
            </a:fld>
            <a:endParaRPr lang="en-US" altLang="zh-CN" smtClean="0"/>
          </a:p>
        </p:txBody>
      </p:sp>
      <p:sp>
        <p:nvSpPr>
          <p:cNvPr id="131075" name="Rectangle 2"/>
          <p:cNvSpPr>
            <a:spLocks noGrp="1" noRot="1" noChangeAspect="1" noChangeArrowheads="1" noTextEdit="1"/>
          </p:cNvSpPr>
          <p:nvPr>
            <p:ph type="sldImg"/>
          </p:nvPr>
        </p:nvSpPr>
        <p:spPr>
          <a:ln/>
        </p:spPr>
      </p:sp>
      <p:sp>
        <p:nvSpPr>
          <p:cNvPr id="131076" name="Rectangle 3"/>
          <p:cNvSpPr>
            <a:spLocks noGrp="1" noChangeArrowheads="1"/>
          </p:cNvSpPr>
          <p:nvPr>
            <p:ph type="body" idx="1"/>
          </p:nvPr>
        </p:nvSpPr>
        <p:spPr>
          <a:noFill/>
        </p:spPr>
        <p:txBody>
          <a:bodyPr/>
          <a:lstStyle/>
          <a:p>
            <a:pPr eaLnBrk="1" hangingPunct="1"/>
            <a:endParaRPr lang="zh-CN" altLang="en-US" smtClean="0">
              <a:latin typeface="Gulim" panose="02010600030101010101" charset="-122"/>
              <a:ea typeface="Gulim" panose="02010600030101010101" charset="-122"/>
            </a:endParaRPr>
          </a:p>
        </p:txBody>
      </p:sp>
    </p:spTree>
    <p:extLst>
      <p:ext uri="{BB962C8B-B14F-4D97-AF65-F5344CB8AC3E}">
        <p14:creationId xmlns:p14="http://schemas.microsoft.com/office/powerpoint/2010/main" val="4112898420"/>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p:cNvSpPr>
            <a:spLocks noGrp="1" noChangeArrowheads="1"/>
          </p:cNvSpPr>
          <p:nvPr>
            <p:ph type="sldNum" sz="quarter" idx="5"/>
          </p:nvPr>
        </p:nvSpPr>
        <p:spPr>
          <a:noFill/>
        </p:spPr>
        <p:txBody>
          <a:bodyPr/>
          <a:lstStyle>
            <a:lvl1pPr latinLnBrk="1">
              <a:spcBef>
                <a:spcPct val="30000"/>
              </a:spcBef>
              <a:defRPr kumimoji="1" sz="1200">
                <a:solidFill>
                  <a:schemeClr val="tx1"/>
                </a:solidFill>
                <a:latin typeface="Gulim" panose="02010600030101010101" charset="-122"/>
                <a:ea typeface="Gulim" panose="02010600030101010101" charset="-122"/>
              </a:defRPr>
            </a:lvl1pPr>
            <a:lvl2pPr marL="742950" indent="-285750" latinLnBrk="1">
              <a:spcBef>
                <a:spcPct val="30000"/>
              </a:spcBef>
              <a:defRPr kumimoji="1" sz="1200">
                <a:solidFill>
                  <a:schemeClr val="tx1"/>
                </a:solidFill>
                <a:latin typeface="Gulim" panose="02010600030101010101" charset="-122"/>
                <a:ea typeface="Gulim" panose="02010600030101010101" charset="-122"/>
              </a:defRPr>
            </a:lvl2pPr>
            <a:lvl3pPr marL="1143000" indent="-228600" latinLnBrk="1">
              <a:spcBef>
                <a:spcPct val="30000"/>
              </a:spcBef>
              <a:defRPr kumimoji="1" sz="1200">
                <a:solidFill>
                  <a:schemeClr val="tx1"/>
                </a:solidFill>
                <a:latin typeface="Gulim" panose="02010600030101010101" charset="-122"/>
                <a:ea typeface="Gulim" panose="02010600030101010101" charset="-122"/>
              </a:defRPr>
            </a:lvl3pPr>
            <a:lvl4pPr marL="1600200" indent="-228600" latinLnBrk="1">
              <a:spcBef>
                <a:spcPct val="30000"/>
              </a:spcBef>
              <a:defRPr kumimoji="1" sz="1200">
                <a:solidFill>
                  <a:schemeClr val="tx1"/>
                </a:solidFill>
                <a:latin typeface="Gulim" panose="02010600030101010101" charset="-122"/>
                <a:ea typeface="Gulim" panose="02010600030101010101" charset="-122"/>
              </a:defRPr>
            </a:lvl4pPr>
            <a:lvl5pPr marL="2057400" indent="-228600" latinLnBrk="1">
              <a:spcBef>
                <a:spcPct val="30000"/>
              </a:spcBef>
              <a:defRPr kumimoji="1" sz="1200">
                <a:solidFill>
                  <a:schemeClr val="tx1"/>
                </a:solidFill>
                <a:latin typeface="Gulim" panose="02010600030101010101" charset="-122"/>
                <a:ea typeface="Gulim" panose="02010600030101010101" charset="-122"/>
              </a:defRPr>
            </a:lvl5pPr>
            <a:lvl6pPr marL="25146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6pPr>
            <a:lvl7pPr marL="29718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7pPr>
            <a:lvl8pPr marL="34290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8pPr>
            <a:lvl9pPr marL="38862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9pPr>
          </a:lstStyle>
          <a:p>
            <a:pPr>
              <a:spcBef>
                <a:spcPct val="0"/>
              </a:spcBef>
            </a:pPr>
            <a:fld id="{5CA2C4AE-C977-44B0-84E4-852FAB6BA196}" type="slidenum">
              <a:rPr lang="zh-CN" altLang="en-US" smtClean="0"/>
              <a:pPr>
                <a:spcBef>
                  <a:spcPct val="0"/>
                </a:spcBef>
              </a:pPr>
              <a:t>125</a:t>
            </a:fld>
            <a:endParaRPr lang="en-US" altLang="zh-CN" smtClean="0"/>
          </a:p>
        </p:txBody>
      </p:sp>
      <p:sp>
        <p:nvSpPr>
          <p:cNvPr id="133123" name="Rectangle 2"/>
          <p:cNvSpPr>
            <a:spLocks noGrp="1" noRot="1" noChangeAspect="1" noChangeArrowheads="1" noTextEdit="1"/>
          </p:cNvSpPr>
          <p:nvPr>
            <p:ph type="sldImg"/>
          </p:nvPr>
        </p:nvSpPr>
        <p:spPr>
          <a:ln/>
        </p:spPr>
      </p:sp>
      <p:sp>
        <p:nvSpPr>
          <p:cNvPr id="133124" name="Rectangle 3"/>
          <p:cNvSpPr>
            <a:spLocks noGrp="1" noChangeArrowheads="1"/>
          </p:cNvSpPr>
          <p:nvPr>
            <p:ph type="body" idx="1"/>
          </p:nvPr>
        </p:nvSpPr>
        <p:spPr>
          <a:noFill/>
        </p:spPr>
        <p:txBody>
          <a:bodyPr/>
          <a:lstStyle/>
          <a:p>
            <a:pPr eaLnBrk="1" hangingPunct="1"/>
            <a:endParaRPr lang="zh-CN" altLang="en-US" smtClean="0">
              <a:latin typeface="Gulim" panose="02010600030101010101" charset="-122"/>
              <a:ea typeface="Gulim" panose="02010600030101010101" charset="-122"/>
            </a:endParaRPr>
          </a:p>
        </p:txBody>
      </p:sp>
    </p:spTree>
    <p:extLst>
      <p:ext uri="{BB962C8B-B14F-4D97-AF65-F5344CB8AC3E}">
        <p14:creationId xmlns:p14="http://schemas.microsoft.com/office/powerpoint/2010/main" val="3145666512"/>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p:spPr>
        <p:txBody>
          <a:bodyPr/>
          <a:lstStyle>
            <a:lvl1pPr latinLnBrk="1">
              <a:spcBef>
                <a:spcPct val="30000"/>
              </a:spcBef>
              <a:defRPr kumimoji="1" sz="1200">
                <a:solidFill>
                  <a:schemeClr val="tx1"/>
                </a:solidFill>
                <a:latin typeface="Gulim" panose="02010600030101010101" charset="-122"/>
                <a:ea typeface="Gulim" panose="02010600030101010101" charset="-122"/>
              </a:defRPr>
            </a:lvl1pPr>
            <a:lvl2pPr marL="742950" indent="-285750" latinLnBrk="1">
              <a:spcBef>
                <a:spcPct val="30000"/>
              </a:spcBef>
              <a:defRPr kumimoji="1" sz="1200">
                <a:solidFill>
                  <a:schemeClr val="tx1"/>
                </a:solidFill>
                <a:latin typeface="Gulim" panose="02010600030101010101" charset="-122"/>
                <a:ea typeface="Gulim" panose="02010600030101010101" charset="-122"/>
              </a:defRPr>
            </a:lvl2pPr>
            <a:lvl3pPr marL="1143000" indent="-228600" latinLnBrk="1">
              <a:spcBef>
                <a:spcPct val="30000"/>
              </a:spcBef>
              <a:defRPr kumimoji="1" sz="1200">
                <a:solidFill>
                  <a:schemeClr val="tx1"/>
                </a:solidFill>
                <a:latin typeface="Gulim" panose="02010600030101010101" charset="-122"/>
                <a:ea typeface="Gulim" panose="02010600030101010101" charset="-122"/>
              </a:defRPr>
            </a:lvl3pPr>
            <a:lvl4pPr marL="1600200" indent="-228600" latinLnBrk="1">
              <a:spcBef>
                <a:spcPct val="30000"/>
              </a:spcBef>
              <a:defRPr kumimoji="1" sz="1200">
                <a:solidFill>
                  <a:schemeClr val="tx1"/>
                </a:solidFill>
                <a:latin typeface="Gulim" panose="02010600030101010101" charset="-122"/>
                <a:ea typeface="Gulim" panose="02010600030101010101" charset="-122"/>
              </a:defRPr>
            </a:lvl4pPr>
            <a:lvl5pPr marL="2057400" indent="-228600" latinLnBrk="1">
              <a:spcBef>
                <a:spcPct val="30000"/>
              </a:spcBef>
              <a:defRPr kumimoji="1" sz="1200">
                <a:solidFill>
                  <a:schemeClr val="tx1"/>
                </a:solidFill>
                <a:latin typeface="Gulim" panose="02010600030101010101" charset="-122"/>
                <a:ea typeface="Gulim" panose="02010600030101010101" charset="-122"/>
              </a:defRPr>
            </a:lvl5pPr>
            <a:lvl6pPr marL="25146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6pPr>
            <a:lvl7pPr marL="29718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7pPr>
            <a:lvl8pPr marL="34290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8pPr>
            <a:lvl9pPr marL="38862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9pPr>
          </a:lstStyle>
          <a:p>
            <a:pPr>
              <a:spcBef>
                <a:spcPct val="0"/>
              </a:spcBef>
            </a:pPr>
            <a:fld id="{97EC32D4-596F-4401-A9AC-0751C0E4F375}" type="slidenum">
              <a:rPr lang="zh-CN" altLang="en-US" smtClean="0"/>
              <a:pPr>
                <a:spcBef>
                  <a:spcPct val="0"/>
                </a:spcBef>
              </a:pPr>
              <a:t>126</a:t>
            </a:fld>
            <a:endParaRPr lang="en-US" altLang="zh-CN" smtClean="0"/>
          </a:p>
        </p:txBody>
      </p:sp>
      <p:sp>
        <p:nvSpPr>
          <p:cNvPr id="135171" name="Rectangle 2"/>
          <p:cNvSpPr>
            <a:spLocks noGrp="1" noRot="1" noChangeAspect="1" noChangeArrowheads="1" noTextEdit="1"/>
          </p:cNvSpPr>
          <p:nvPr>
            <p:ph type="sldImg"/>
          </p:nvPr>
        </p:nvSpPr>
        <p:spPr>
          <a:ln/>
        </p:spPr>
      </p:sp>
      <p:sp>
        <p:nvSpPr>
          <p:cNvPr id="135172" name="Rectangle 3"/>
          <p:cNvSpPr>
            <a:spLocks noGrp="1" noChangeArrowheads="1"/>
          </p:cNvSpPr>
          <p:nvPr>
            <p:ph type="body" idx="1"/>
          </p:nvPr>
        </p:nvSpPr>
        <p:spPr>
          <a:noFill/>
        </p:spPr>
        <p:txBody>
          <a:bodyPr/>
          <a:lstStyle/>
          <a:p>
            <a:pPr eaLnBrk="1" hangingPunct="1"/>
            <a:endParaRPr lang="zh-CN" altLang="en-US" smtClean="0">
              <a:latin typeface="Gulim" panose="02010600030101010101" charset="-122"/>
              <a:ea typeface="Gulim" panose="02010600030101010101" charset="-122"/>
            </a:endParaRPr>
          </a:p>
        </p:txBody>
      </p:sp>
    </p:spTree>
    <p:extLst>
      <p:ext uri="{BB962C8B-B14F-4D97-AF65-F5344CB8AC3E}">
        <p14:creationId xmlns:p14="http://schemas.microsoft.com/office/powerpoint/2010/main" val="1491384025"/>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a:noFill/>
        </p:spPr>
        <p:txBody>
          <a:bodyPr/>
          <a:lstStyle>
            <a:lvl1pPr latinLnBrk="1">
              <a:spcBef>
                <a:spcPct val="30000"/>
              </a:spcBef>
              <a:defRPr kumimoji="1" sz="1200">
                <a:solidFill>
                  <a:schemeClr val="tx1"/>
                </a:solidFill>
                <a:latin typeface="Gulim" panose="02010600030101010101" charset="-122"/>
                <a:ea typeface="Gulim" panose="02010600030101010101" charset="-122"/>
              </a:defRPr>
            </a:lvl1pPr>
            <a:lvl2pPr marL="742950" indent="-285750" latinLnBrk="1">
              <a:spcBef>
                <a:spcPct val="30000"/>
              </a:spcBef>
              <a:defRPr kumimoji="1" sz="1200">
                <a:solidFill>
                  <a:schemeClr val="tx1"/>
                </a:solidFill>
                <a:latin typeface="Gulim" panose="02010600030101010101" charset="-122"/>
                <a:ea typeface="Gulim" panose="02010600030101010101" charset="-122"/>
              </a:defRPr>
            </a:lvl2pPr>
            <a:lvl3pPr marL="1143000" indent="-228600" latinLnBrk="1">
              <a:spcBef>
                <a:spcPct val="30000"/>
              </a:spcBef>
              <a:defRPr kumimoji="1" sz="1200">
                <a:solidFill>
                  <a:schemeClr val="tx1"/>
                </a:solidFill>
                <a:latin typeface="Gulim" panose="02010600030101010101" charset="-122"/>
                <a:ea typeface="Gulim" panose="02010600030101010101" charset="-122"/>
              </a:defRPr>
            </a:lvl3pPr>
            <a:lvl4pPr marL="1600200" indent="-228600" latinLnBrk="1">
              <a:spcBef>
                <a:spcPct val="30000"/>
              </a:spcBef>
              <a:defRPr kumimoji="1" sz="1200">
                <a:solidFill>
                  <a:schemeClr val="tx1"/>
                </a:solidFill>
                <a:latin typeface="Gulim" panose="02010600030101010101" charset="-122"/>
                <a:ea typeface="Gulim" panose="02010600030101010101" charset="-122"/>
              </a:defRPr>
            </a:lvl4pPr>
            <a:lvl5pPr marL="2057400" indent="-228600" latinLnBrk="1">
              <a:spcBef>
                <a:spcPct val="30000"/>
              </a:spcBef>
              <a:defRPr kumimoji="1" sz="1200">
                <a:solidFill>
                  <a:schemeClr val="tx1"/>
                </a:solidFill>
                <a:latin typeface="Gulim" panose="02010600030101010101" charset="-122"/>
                <a:ea typeface="Gulim" panose="02010600030101010101" charset="-122"/>
              </a:defRPr>
            </a:lvl5pPr>
            <a:lvl6pPr marL="25146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6pPr>
            <a:lvl7pPr marL="29718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7pPr>
            <a:lvl8pPr marL="34290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8pPr>
            <a:lvl9pPr marL="38862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9pPr>
          </a:lstStyle>
          <a:p>
            <a:pPr>
              <a:spcBef>
                <a:spcPct val="0"/>
              </a:spcBef>
            </a:pPr>
            <a:fld id="{1B958F41-4926-43BE-A347-6F71A7D2FF02}" type="slidenum">
              <a:rPr lang="zh-CN" altLang="en-US" smtClean="0"/>
              <a:pPr>
                <a:spcBef>
                  <a:spcPct val="0"/>
                </a:spcBef>
              </a:pPr>
              <a:t>128</a:t>
            </a:fld>
            <a:endParaRPr lang="en-US" altLang="zh-CN" smtClean="0"/>
          </a:p>
        </p:txBody>
      </p:sp>
      <p:sp>
        <p:nvSpPr>
          <p:cNvPr id="138243" name="Rectangle 2"/>
          <p:cNvSpPr>
            <a:spLocks noGrp="1" noRot="1" noChangeAspect="1" noChangeArrowheads="1" noTextEdit="1"/>
          </p:cNvSpPr>
          <p:nvPr>
            <p:ph type="sldImg"/>
          </p:nvPr>
        </p:nvSpPr>
        <p:spPr>
          <a:ln/>
        </p:spPr>
      </p:sp>
      <p:sp>
        <p:nvSpPr>
          <p:cNvPr id="138244" name="Rectangle 3"/>
          <p:cNvSpPr>
            <a:spLocks noGrp="1" noChangeArrowheads="1"/>
          </p:cNvSpPr>
          <p:nvPr>
            <p:ph type="body" idx="1"/>
          </p:nvPr>
        </p:nvSpPr>
        <p:spPr>
          <a:noFill/>
        </p:spPr>
        <p:txBody>
          <a:bodyPr/>
          <a:lstStyle/>
          <a:p>
            <a:pPr eaLnBrk="1" hangingPunct="1"/>
            <a:endParaRPr lang="zh-CN" altLang="en-US" smtClean="0">
              <a:latin typeface="Gulim" panose="02010600030101010101" charset="-122"/>
              <a:ea typeface="Gulim" panose="02010600030101010101" charset="-122"/>
            </a:endParaRPr>
          </a:p>
        </p:txBody>
      </p:sp>
    </p:spTree>
    <p:extLst>
      <p:ext uri="{BB962C8B-B14F-4D97-AF65-F5344CB8AC3E}">
        <p14:creationId xmlns:p14="http://schemas.microsoft.com/office/powerpoint/2010/main" val="3996861445"/>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7"/>
          <p:cNvSpPr>
            <a:spLocks noGrp="1" noChangeArrowheads="1"/>
          </p:cNvSpPr>
          <p:nvPr>
            <p:ph type="sldNum" sz="quarter" idx="5"/>
          </p:nvPr>
        </p:nvSpPr>
        <p:spPr>
          <a:noFill/>
        </p:spPr>
        <p:txBody>
          <a:bodyPr/>
          <a:lstStyle>
            <a:lvl1pPr latinLnBrk="1">
              <a:spcBef>
                <a:spcPct val="30000"/>
              </a:spcBef>
              <a:defRPr kumimoji="1" sz="1200">
                <a:solidFill>
                  <a:schemeClr val="tx1"/>
                </a:solidFill>
                <a:latin typeface="Gulim" panose="02010600030101010101" charset="-122"/>
                <a:ea typeface="Gulim" panose="02010600030101010101" charset="-122"/>
              </a:defRPr>
            </a:lvl1pPr>
            <a:lvl2pPr marL="742950" indent="-285750" latinLnBrk="1">
              <a:spcBef>
                <a:spcPct val="30000"/>
              </a:spcBef>
              <a:defRPr kumimoji="1" sz="1200">
                <a:solidFill>
                  <a:schemeClr val="tx1"/>
                </a:solidFill>
                <a:latin typeface="Gulim" panose="02010600030101010101" charset="-122"/>
                <a:ea typeface="Gulim" panose="02010600030101010101" charset="-122"/>
              </a:defRPr>
            </a:lvl2pPr>
            <a:lvl3pPr marL="1143000" indent="-228600" latinLnBrk="1">
              <a:spcBef>
                <a:spcPct val="30000"/>
              </a:spcBef>
              <a:defRPr kumimoji="1" sz="1200">
                <a:solidFill>
                  <a:schemeClr val="tx1"/>
                </a:solidFill>
                <a:latin typeface="Gulim" panose="02010600030101010101" charset="-122"/>
                <a:ea typeface="Gulim" panose="02010600030101010101" charset="-122"/>
              </a:defRPr>
            </a:lvl3pPr>
            <a:lvl4pPr marL="1600200" indent="-228600" latinLnBrk="1">
              <a:spcBef>
                <a:spcPct val="30000"/>
              </a:spcBef>
              <a:defRPr kumimoji="1" sz="1200">
                <a:solidFill>
                  <a:schemeClr val="tx1"/>
                </a:solidFill>
                <a:latin typeface="Gulim" panose="02010600030101010101" charset="-122"/>
                <a:ea typeface="Gulim" panose="02010600030101010101" charset="-122"/>
              </a:defRPr>
            </a:lvl4pPr>
            <a:lvl5pPr marL="2057400" indent="-228600" latinLnBrk="1">
              <a:spcBef>
                <a:spcPct val="30000"/>
              </a:spcBef>
              <a:defRPr kumimoji="1" sz="1200">
                <a:solidFill>
                  <a:schemeClr val="tx1"/>
                </a:solidFill>
                <a:latin typeface="Gulim" panose="02010600030101010101" charset="-122"/>
                <a:ea typeface="Gulim" panose="02010600030101010101" charset="-122"/>
              </a:defRPr>
            </a:lvl5pPr>
            <a:lvl6pPr marL="25146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6pPr>
            <a:lvl7pPr marL="29718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7pPr>
            <a:lvl8pPr marL="34290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8pPr>
            <a:lvl9pPr marL="38862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9pPr>
          </a:lstStyle>
          <a:p>
            <a:pPr>
              <a:spcBef>
                <a:spcPct val="0"/>
              </a:spcBef>
            </a:pPr>
            <a:fld id="{48B0435A-BBB3-4397-86BF-0319B93102B4}" type="slidenum">
              <a:rPr lang="zh-CN" altLang="en-US" smtClean="0"/>
              <a:pPr>
                <a:spcBef>
                  <a:spcPct val="0"/>
                </a:spcBef>
              </a:pPr>
              <a:t>131</a:t>
            </a:fld>
            <a:endParaRPr lang="en-US" altLang="zh-CN" smtClean="0"/>
          </a:p>
        </p:txBody>
      </p:sp>
      <p:sp>
        <p:nvSpPr>
          <p:cNvPr id="144387" name="Rectangle 2"/>
          <p:cNvSpPr>
            <a:spLocks noGrp="1" noRot="1" noChangeAspect="1" noChangeArrowheads="1" noTextEdit="1"/>
          </p:cNvSpPr>
          <p:nvPr>
            <p:ph type="sldImg"/>
          </p:nvPr>
        </p:nvSpPr>
        <p:spPr>
          <a:ln/>
        </p:spPr>
      </p:sp>
      <p:sp>
        <p:nvSpPr>
          <p:cNvPr id="144388" name="Rectangle 3"/>
          <p:cNvSpPr>
            <a:spLocks noGrp="1" noChangeArrowheads="1"/>
          </p:cNvSpPr>
          <p:nvPr>
            <p:ph type="body" idx="1"/>
          </p:nvPr>
        </p:nvSpPr>
        <p:spPr>
          <a:noFill/>
        </p:spPr>
        <p:txBody>
          <a:bodyPr/>
          <a:lstStyle/>
          <a:p>
            <a:pPr eaLnBrk="1" hangingPunct="1"/>
            <a:endParaRPr lang="zh-CN" altLang="en-US" smtClean="0">
              <a:latin typeface="Gulim" panose="02010600030101010101" charset="-122"/>
              <a:ea typeface="Gulim" panose="02010600030101010101" charset="-122"/>
            </a:endParaRPr>
          </a:p>
        </p:txBody>
      </p:sp>
    </p:spTree>
    <p:extLst>
      <p:ext uri="{BB962C8B-B14F-4D97-AF65-F5344CB8AC3E}">
        <p14:creationId xmlns:p14="http://schemas.microsoft.com/office/powerpoint/2010/main" val="2411516668"/>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7"/>
          <p:cNvSpPr>
            <a:spLocks noGrp="1" noChangeArrowheads="1"/>
          </p:cNvSpPr>
          <p:nvPr>
            <p:ph type="sldNum" sz="quarter" idx="5"/>
          </p:nvPr>
        </p:nvSpPr>
        <p:spPr>
          <a:noFill/>
        </p:spPr>
        <p:txBody>
          <a:bodyPr/>
          <a:lstStyle>
            <a:lvl1pPr latinLnBrk="1">
              <a:spcBef>
                <a:spcPct val="30000"/>
              </a:spcBef>
              <a:defRPr kumimoji="1" sz="1200">
                <a:solidFill>
                  <a:schemeClr val="tx1"/>
                </a:solidFill>
                <a:latin typeface="Gulim" panose="02010600030101010101" charset="-122"/>
                <a:ea typeface="Gulim" panose="02010600030101010101" charset="-122"/>
              </a:defRPr>
            </a:lvl1pPr>
            <a:lvl2pPr marL="742950" indent="-285750" latinLnBrk="1">
              <a:spcBef>
                <a:spcPct val="30000"/>
              </a:spcBef>
              <a:defRPr kumimoji="1" sz="1200">
                <a:solidFill>
                  <a:schemeClr val="tx1"/>
                </a:solidFill>
                <a:latin typeface="Gulim" panose="02010600030101010101" charset="-122"/>
                <a:ea typeface="Gulim" panose="02010600030101010101" charset="-122"/>
              </a:defRPr>
            </a:lvl2pPr>
            <a:lvl3pPr marL="1143000" indent="-228600" latinLnBrk="1">
              <a:spcBef>
                <a:spcPct val="30000"/>
              </a:spcBef>
              <a:defRPr kumimoji="1" sz="1200">
                <a:solidFill>
                  <a:schemeClr val="tx1"/>
                </a:solidFill>
                <a:latin typeface="Gulim" panose="02010600030101010101" charset="-122"/>
                <a:ea typeface="Gulim" panose="02010600030101010101" charset="-122"/>
              </a:defRPr>
            </a:lvl3pPr>
            <a:lvl4pPr marL="1600200" indent="-228600" latinLnBrk="1">
              <a:spcBef>
                <a:spcPct val="30000"/>
              </a:spcBef>
              <a:defRPr kumimoji="1" sz="1200">
                <a:solidFill>
                  <a:schemeClr val="tx1"/>
                </a:solidFill>
                <a:latin typeface="Gulim" panose="02010600030101010101" charset="-122"/>
                <a:ea typeface="Gulim" panose="02010600030101010101" charset="-122"/>
              </a:defRPr>
            </a:lvl4pPr>
            <a:lvl5pPr marL="2057400" indent="-228600" latinLnBrk="1">
              <a:spcBef>
                <a:spcPct val="30000"/>
              </a:spcBef>
              <a:defRPr kumimoji="1" sz="1200">
                <a:solidFill>
                  <a:schemeClr val="tx1"/>
                </a:solidFill>
                <a:latin typeface="Gulim" panose="02010600030101010101" charset="-122"/>
                <a:ea typeface="Gulim" panose="02010600030101010101" charset="-122"/>
              </a:defRPr>
            </a:lvl5pPr>
            <a:lvl6pPr marL="25146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6pPr>
            <a:lvl7pPr marL="29718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7pPr>
            <a:lvl8pPr marL="34290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8pPr>
            <a:lvl9pPr marL="38862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9pPr>
          </a:lstStyle>
          <a:p>
            <a:pPr>
              <a:spcBef>
                <a:spcPct val="0"/>
              </a:spcBef>
            </a:pPr>
            <a:fld id="{8E7C7FA3-139B-4528-BB53-CB1A68848041}" type="slidenum">
              <a:rPr lang="zh-CN" altLang="en-US" smtClean="0"/>
              <a:pPr>
                <a:spcBef>
                  <a:spcPct val="0"/>
                </a:spcBef>
              </a:pPr>
              <a:t>132</a:t>
            </a:fld>
            <a:endParaRPr lang="en-US" altLang="zh-CN" smtClean="0"/>
          </a:p>
        </p:txBody>
      </p:sp>
      <p:sp>
        <p:nvSpPr>
          <p:cNvPr id="146435" name="Rectangle 2"/>
          <p:cNvSpPr>
            <a:spLocks noGrp="1" noRot="1" noChangeAspect="1" noChangeArrowheads="1" noTextEdit="1"/>
          </p:cNvSpPr>
          <p:nvPr>
            <p:ph type="sldImg"/>
          </p:nvPr>
        </p:nvSpPr>
        <p:spPr>
          <a:ln/>
        </p:spPr>
      </p:sp>
      <p:sp>
        <p:nvSpPr>
          <p:cNvPr id="146436" name="Rectangle 3"/>
          <p:cNvSpPr>
            <a:spLocks noGrp="1" noChangeArrowheads="1"/>
          </p:cNvSpPr>
          <p:nvPr>
            <p:ph type="body" idx="1"/>
          </p:nvPr>
        </p:nvSpPr>
        <p:spPr>
          <a:noFill/>
        </p:spPr>
        <p:txBody>
          <a:bodyPr/>
          <a:lstStyle/>
          <a:p>
            <a:pPr eaLnBrk="1" hangingPunct="1"/>
            <a:endParaRPr lang="zh-CN" altLang="en-US" smtClean="0">
              <a:latin typeface="Gulim" panose="02010600030101010101" charset="-122"/>
              <a:ea typeface="Gulim" panose="02010600030101010101" charset="-122"/>
            </a:endParaRPr>
          </a:p>
        </p:txBody>
      </p:sp>
    </p:spTree>
    <p:extLst>
      <p:ext uri="{BB962C8B-B14F-4D97-AF65-F5344CB8AC3E}">
        <p14:creationId xmlns:p14="http://schemas.microsoft.com/office/powerpoint/2010/main" val="2354419652"/>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7"/>
          <p:cNvSpPr>
            <a:spLocks noGrp="1" noChangeArrowheads="1"/>
          </p:cNvSpPr>
          <p:nvPr>
            <p:ph type="sldNum" sz="quarter" idx="5"/>
          </p:nvPr>
        </p:nvSpPr>
        <p:spPr>
          <a:noFill/>
        </p:spPr>
        <p:txBody>
          <a:bodyPr/>
          <a:lstStyle>
            <a:lvl1pPr latinLnBrk="1">
              <a:spcBef>
                <a:spcPct val="30000"/>
              </a:spcBef>
              <a:defRPr kumimoji="1" sz="1200">
                <a:solidFill>
                  <a:schemeClr val="tx1"/>
                </a:solidFill>
                <a:latin typeface="Gulim" panose="02010600030101010101" charset="-122"/>
                <a:ea typeface="Gulim" panose="02010600030101010101" charset="-122"/>
              </a:defRPr>
            </a:lvl1pPr>
            <a:lvl2pPr marL="742950" indent="-285750" latinLnBrk="1">
              <a:spcBef>
                <a:spcPct val="30000"/>
              </a:spcBef>
              <a:defRPr kumimoji="1" sz="1200">
                <a:solidFill>
                  <a:schemeClr val="tx1"/>
                </a:solidFill>
                <a:latin typeface="Gulim" panose="02010600030101010101" charset="-122"/>
                <a:ea typeface="Gulim" panose="02010600030101010101" charset="-122"/>
              </a:defRPr>
            </a:lvl2pPr>
            <a:lvl3pPr marL="1143000" indent="-228600" latinLnBrk="1">
              <a:spcBef>
                <a:spcPct val="30000"/>
              </a:spcBef>
              <a:defRPr kumimoji="1" sz="1200">
                <a:solidFill>
                  <a:schemeClr val="tx1"/>
                </a:solidFill>
                <a:latin typeface="Gulim" panose="02010600030101010101" charset="-122"/>
                <a:ea typeface="Gulim" panose="02010600030101010101" charset="-122"/>
              </a:defRPr>
            </a:lvl3pPr>
            <a:lvl4pPr marL="1600200" indent="-228600" latinLnBrk="1">
              <a:spcBef>
                <a:spcPct val="30000"/>
              </a:spcBef>
              <a:defRPr kumimoji="1" sz="1200">
                <a:solidFill>
                  <a:schemeClr val="tx1"/>
                </a:solidFill>
                <a:latin typeface="Gulim" panose="02010600030101010101" charset="-122"/>
                <a:ea typeface="Gulim" panose="02010600030101010101" charset="-122"/>
              </a:defRPr>
            </a:lvl4pPr>
            <a:lvl5pPr marL="2057400" indent="-228600" latinLnBrk="1">
              <a:spcBef>
                <a:spcPct val="30000"/>
              </a:spcBef>
              <a:defRPr kumimoji="1" sz="1200">
                <a:solidFill>
                  <a:schemeClr val="tx1"/>
                </a:solidFill>
                <a:latin typeface="Gulim" panose="02010600030101010101" charset="-122"/>
                <a:ea typeface="Gulim" panose="02010600030101010101" charset="-122"/>
              </a:defRPr>
            </a:lvl5pPr>
            <a:lvl6pPr marL="25146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6pPr>
            <a:lvl7pPr marL="29718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7pPr>
            <a:lvl8pPr marL="34290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8pPr>
            <a:lvl9pPr marL="38862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9pPr>
          </a:lstStyle>
          <a:p>
            <a:pPr>
              <a:spcBef>
                <a:spcPct val="0"/>
              </a:spcBef>
            </a:pPr>
            <a:fld id="{3F40AA6D-9F7E-4ADA-A348-FBAD4A0C1B53}" type="slidenum">
              <a:rPr lang="zh-CN" altLang="en-US" smtClean="0"/>
              <a:pPr>
                <a:spcBef>
                  <a:spcPct val="0"/>
                </a:spcBef>
              </a:pPr>
              <a:t>133</a:t>
            </a:fld>
            <a:endParaRPr lang="en-US" altLang="zh-CN" smtClean="0"/>
          </a:p>
        </p:txBody>
      </p:sp>
      <p:sp>
        <p:nvSpPr>
          <p:cNvPr id="148483" name="Rectangle 2"/>
          <p:cNvSpPr>
            <a:spLocks noGrp="1" noRot="1" noChangeAspect="1" noChangeArrowheads="1" noTextEdit="1"/>
          </p:cNvSpPr>
          <p:nvPr>
            <p:ph type="sldImg"/>
          </p:nvPr>
        </p:nvSpPr>
        <p:spPr>
          <a:ln/>
        </p:spPr>
      </p:sp>
      <p:sp>
        <p:nvSpPr>
          <p:cNvPr id="148484" name="Rectangle 3"/>
          <p:cNvSpPr>
            <a:spLocks noGrp="1" noChangeArrowheads="1"/>
          </p:cNvSpPr>
          <p:nvPr>
            <p:ph type="body" idx="1"/>
          </p:nvPr>
        </p:nvSpPr>
        <p:spPr>
          <a:noFill/>
        </p:spPr>
        <p:txBody>
          <a:bodyPr/>
          <a:lstStyle/>
          <a:p>
            <a:pPr eaLnBrk="1" hangingPunct="1"/>
            <a:endParaRPr lang="zh-CN" altLang="en-US" smtClean="0">
              <a:latin typeface="Gulim" panose="02010600030101010101" charset="-122"/>
              <a:ea typeface="Gulim" panose="02010600030101010101" charset="-122"/>
            </a:endParaRPr>
          </a:p>
        </p:txBody>
      </p:sp>
    </p:spTree>
    <p:extLst>
      <p:ext uri="{BB962C8B-B14F-4D97-AF65-F5344CB8AC3E}">
        <p14:creationId xmlns:p14="http://schemas.microsoft.com/office/powerpoint/2010/main" val="2393178913"/>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7"/>
          <p:cNvSpPr>
            <a:spLocks noGrp="1" noChangeArrowheads="1"/>
          </p:cNvSpPr>
          <p:nvPr>
            <p:ph type="sldNum" sz="quarter" idx="5"/>
          </p:nvPr>
        </p:nvSpPr>
        <p:spPr>
          <a:noFill/>
        </p:spPr>
        <p:txBody>
          <a:bodyPr/>
          <a:lstStyle>
            <a:lvl1pPr latinLnBrk="1">
              <a:spcBef>
                <a:spcPct val="30000"/>
              </a:spcBef>
              <a:defRPr kumimoji="1" sz="1200">
                <a:solidFill>
                  <a:schemeClr val="tx1"/>
                </a:solidFill>
                <a:latin typeface="Gulim" panose="02010600030101010101" charset="-122"/>
                <a:ea typeface="Gulim" panose="02010600030101010101" charset="-122"/>
              </a:defRPr>
            </a:lvl1pPr>
            <a:lvl2pPr marL="742950" indent="-285750" latinLnBrk="1">
              <a:spcBef>
                <a:spcPct val="30000"/>
              </a:spcBef>
              <a:defRPr kumimoji="1" sz="1200">
                <a:solidFill>
                  <a:schemeClr val="tx1"/>
                </a:solidFill>
                <a:latin typeface="Gulim" panose="02010600030101010101" charset="-122"/>
                <a:ea typeface="Gulim" panose="02010600030101010101" charset="-122"/>
              </a:defRPr>
            </a:lvl2pPr>
            <a:lvl3pPr marL="1143000" indent="-228600" latinLnBrk="1">
              <a:spcBef>
                <a:spcPct val="30000"/>
              </a:spcBef>
              <a:defRPr kumimoji="1" sz="1200">
                <a:solidFill>
                  <a:schemeClr val="tx1"/>
                </a:solidFill>
                <a:latin typeface="Gulim" panose="02010600030101010101" charset="-122"/>
                <a:ea typeface="Gulim" panose="02010600030101010101" charset="-122"/>
              </a:defRPr>
            </a:lvl3pPr>
            <a:lvl4pPr marL="1600200" indent="-228600" latinLnBrk="1">
              <a:spcBef>
                <a:spcPct val="30000"/>
              </a:spcBef>
              <a:defRPr kumimoji="1" sz="1200">
                <a:solidFill>
                  <a:schemeClr val="tx1"/>
                </a:solidFill>
                <a:latin typeface="Gulim" panose="02010600030101010101" charset="-122"/>
                <a:ea typeface="Gulim" panose="02010600030101010101" charset="-122"/>
              </a:defRPr>
            </a:lvl4pPr>
            <a:lvl5pPr marL="2057400" indent="-228600" latinLnBrk="1">
              <a:spcBef>
                <a:spcPct val="30000"/>
              </a:spcBef>
              <a:defRPr kumimoji="1" sz="1200">
                <a:solidFill>
                  <a:schemeClr val="tx1"/>
                </a:solidFill>
                <a:latin typeface="Gulim" panose="02010600030101010101" charset="-122"/>
                <a:ea typeface="Gulim" panose="02010600030101010101" charset="-122"/>
              </a:defRPr>
            </a:lvl5pPr>
            <a:lvl6pPr marL="25146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6pPr>
            <a:lvl7pPr marL="29718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7pPr>
            <a:lvl8pPr marL="34290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8pPr>
            <a:lvl9pPr marL="38862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9pPr>
          </a:lstStyle>
          <a:p>
            <a:pPr>
              <a:spcBef>
                <a:spcPct val="0"/>
              </a:spcBef>
            </a:pPr>
            <a:fld id="{C471193A-FF55-4093-A402-1EE3B54CEE88}" type="slidenum">
              <a:rPr lang="zh-CN" altLang="en-US" smtClean="0"/>
              <a:pPr>
                <a:spcBef>
                  <a:spcPct val="0"/>
                </a:spcBef>
              </a:pPr>
              <a:t>134</a:t>
            </a:fld>
            <a:endParaRPr lang="en-US" altLang="zh-CN" smtClean="0"/>
          </a:p>
        </p:txBody>
      </p:sp>
      <p:sp>
        <p:nvSpPr>
          <p:cNvPr id="150531" name="Rectangle 2"/>
          <p:cNvSpPr>
            <a:spLocks noGrp="1" noRot="1" noChangeAspect="1" noChangeArrowheads="1" noTextEdit="1"/>
          </p:cNvSpPr>
          <p:nvPr>
            <p:ph type="sldImg"/>
          </p:nvPr>
        </p:nvSpPr>
        <p:spPr>
          <a:ln/>
        </p:spPr>
      </p:sp>
      <p:sp>
        <p:nvSpPr>
          <p:cNvPr id="150532" name="Rectangle 3"/>
          <p:cNvSpPr>
            <a:spLocks noGrp="1" noChangeArrowheads="1"/>
          </p:cNvSpPr>
          <p:nvPr>
            <p:ph type="body" idx="1"/>
          </p:nvPr>
        </p:nvSpPr>
        <p:spPr>
          <a:noFill/>
        </p:spPr>
        <p:txBody>
          <a:bodyPr/>
          <a:lstStyle/>
          <a:p>
            <a:pPr eaLnBrk="1" hangingPunct="1"/>
            <a:endParaRPr lang="zh-CN" altLang="en-US" smtClean="0">
              <a:latin typeface="Gulim" panose="02010600030101010101" charset="-122"/>
              <a:ea typeface="Gulim" panose="02010600030101010101" charset="-122"/>
            </a:endParaRPr>
          </a:p>
        </p:txBody>
      </p:sp>
    </p:spTree>
    <p:extLst>
      <p:ext uri="{BB962C8B-B14F-4D97-AF65-F5344CB8AC3E}">
        <p14:creationId xmlns:p14="http://schemas.microsoft.com/office/powerpoint/2010/main" val="211893137"/>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zh-CN" altLang="en-US" dirty="0"/>
              <a:t>156</a:t>
            </a:fld>
            <a:endParaRPr lang="zh-CN" altLang="en-US" dirty="0"/>
          </a:p>
        </p:txBody>
      </p:sp>
      <p:sp>
        <p:nvSpPr>
          <p:cNvPr id="177155" name="Rectangle 2"/>
          <p:cNvSpPr>
            <a:spLocks noGrp="1" noRot="1" noChangeAspect="1" noTextEdit="1"/>
          </p:cNvSpPr>
          <p:nvPr>
            <p:ph type="sldImg"/>
          </p:nvPr>
        </p:nvSpPr>
        <p:spPr/>
      </p:sp>
      <p:sp>
        <p:nvSpPr>
          <p:cNvPr id="177156" name="Rectangle 3"/>
          <p:cNvSpPr>
            <a:spLocks noGrp="1"/>
          </p:cNvSpPr>
          <p:nvPr>
            <p:ph type="body" idx="1"/>
          </p:nvPr>
        </p:nvSpPr>
        <p:spPr/>
        <p:txBody>
          <a:bodyPr wrap="square" lIns="91440" tIns="45720" rIns="91440" bIns="45720" anchor="t" anchorCtr="0"/>
          <a:lstStyle/>
          <a:p>
            <a:pPr lvl="0" eaLnBrk="1" hangingPunct="1"/>
            <a:endParaRPr lang="zh-CN" altLang="en-US" dirty="0"/>
          </a:p>
        </p:txBody>
      </p:sp>
    </p:spTree>
    <p:extLst>
      <p:ext uri="{BB962C8B-B14F-4D97-AF65-F5344CB8AC3E}">
        <p14:creationId xmlns:p14="http://schemas.microsoft.com/office/powerpoint/2010/main" val="253716455"/>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p:spPr>
        <p:txBody>
          <a:bodyPr/>
          <a:lstStyle>
            <a:lvl1pPr latinLnBrk="1">
              <a:spcBef>
                <a:spcPct val="30000"/>
              </a:spcBef>
              <a:defRPr kumimoji="1" sz="1200">
                <a:solidFill>
                  <a:schemeClr val="tx1"/>
                </a:solidFill>
                <a:latin typeface="Gulim" pitchFamily="34" charset="-127"/>
                <a:ea typeface="Gulim" pitchFamily="34" charset="-127"/>
              </a:defRPr>
            </a:lvl1pPr>
            <a:lvl2pPr marL="742950" indent="-285750" latinLnBrk="1">
              <a:spcBef>
                <a:spcPct val="30000"/>
              </a:spcBef>
              <a:defRPr kumimoji="1" sz="1200">
                <a:solidFill>
                  <a:schemeClr val="tx1"/>
                </a:solidFill>
                <a:latin typeface="Gulim" pitchFamily="34" charset="-127"/>
                <a:ea typeface="Gulim" pitchFamily="34" charset="-127"/>
              </a:defRPr>
            </a:lvl2pPr>
            <a:lvl3pPr marL="1143000" indent="-228600" latinLnBrk="1">
              <a:spcBef>
                <a:spcPct val="30000"/>
              </a:spcBef>
              <a:defRPr kumimoji="1" sz="1200">
                <a:solidFill>
                  <a:schemeClr val="tx1"/>
                </a:solidFill>
                <a:latin typeface="Gulim" pitchFamily="34" charset="-127"/>
                <a:ea typeface="Gulim" pitchFamily="34" charset="-127"/>
              </a:defRPr>
            </a:lvl3pPr>
            <a:lvl4pPr marL="1600200" indent="-228600" latinLnBrk="1">
              <a:spcBef>
                <a:spcPct val="30000"/>
              </a:spcBef>
              <a:defRPr kumimoji="1" sz="1200">
                <a:solidFill>
                  <a:schemeClr val="tx1"/>
                </a:solidFill>
                <a:latin typeface="Gulim" pitchFamily="34" charset="-127"/>
                <a:ea typeface="Gulim" pitchFamily="34" charset="-127"/>
              </a:defRPr>
            </a:lvl4pPr>
            <a:lvl5pPr marL="2057400" indent="-228600" latinLnBrk="1">
              <a:spcBef>
                <a:spcPct val="30000"/>
              </a:spcBef>
              <a:defRPr kumimoji="1" sz="1200">
                <a:solidFill>
                  <a:schemeClr val="tx1"/>
                </a:solidFill>
                <a:latin typeface="Gulim" pitchFamily="34" charset="-127"/>
                <a:ea typeface="Gulim" pitchFamily="34" charset="-127"/>
              </a:defRPr>
            </a:lvl5pPr>
            <a:lvl6pPr marL="25146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6pPr>
            <a:lvl7pPr marL="29718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7pPr>
            <a:lvl8pPr marL="34290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8pPr>
            <a:lvl9pPr marL="38862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9pPr>
          </a:lstStyle>
          <a:p>
            <a:pPr>
              <a:spcBef>
                <a:spcPct val="0"/>
              </a:spcBef>
            </a:pPr>
            <a:fld id="{E2D5D9B3-52C0-4878-95B3-6211C57A6776}" type="slidenum">
              <a:rPr lang="zh-CN" altLang="en-US" smtClean="0"/>
              <a:pPr>
                <a:spcBef>
                  <a:spcPct val="0"/>
                </a:spcBef>
              </a:pPr>
              <a:t>157</a:t>
            </a:fld>
            <a:endParaRPr lang="en-US" altLang="zh-CN" smtClean="0"/>
          </a:p>
        </p:txBody>
      </p:sp>
      <p:sp>
        <p:nvSpPr>
          <p:cNvPr id="110595" name="Rectangle 2"/>
          <p:cNvSpPr>
            <a:spLocks noGrp="1" noRot="1" noChangeAspect="1" noChangeArrowheads="1" noTextEdit="1"/>
          </p:cNvSpPr>
          <p:nvPr>
            <p:ph type="sldImg"/>
          </p:nvPr>
        </p:nvSpPr>
        <p:spPr>
          <a:ln/>
        </p:spPr>
      </p:sp>
      <p:sp>
        <p:nvSpPr>
          <p:cNvPr id="110596" name="Rectangle 3"/>
          <p:cNvSpPr>
            <a:spLocks noGrp="1" noChangeArrowheads="1"/>
          </p:cNvSpPr>
          <p:nvPr>
            <p:ph type="body" idx="1"/>
          </p:nvPr>
        </p:nvSpPr>
        <p:spPr>
          <a:noFill/>
        </p:spPr>
        <p:txBody>
          <a:bodyPr/>
          <a:lstStyle/>
          <a:p>
            <a:pPr eaLnBrk="1" hangingPunct="1"/>
            <a:endParaRPr lang="zh-CN" altLang="en-US" smtClean="0"/>
          </a:p>
        </p:txBody>
      </p:sp>
    </p:spTree>
    <p:extLst>
      <p:ext uri="{BB962C8B-B14F-4D97-AF65-F5344CB8AC3E}">
        <p14:creationId xmlns:p14="http://schemas.microsoft.com/office/powerpoint/2010/main" val="1775008419"/>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a:spLocks noGrp="1" noChangeArrowheads="1"/>
          </p:cNvSpPr>
          <p:nvPr>
            <p:ph type="sldNum" sz="quarter" idx="5"/>
          </p:nvPr>
        </p:nvSpPr>
        <p:spPr>
          <a:noFill/>
        </p:spPr>
        <p:txBody>
          <a:bodyPr/>
          <a:lstStyle>
            <a:lvl1pPr latinLnBrk="1">
              <a:spcBef>
                <a:spcPct val="30000"/>
              </a:spcBef>
              <a:defRPr kumimoji="1" sz="1200">
                <a:solidFill>
                  <a:schemeClr val="tx1"/>
                </a:solidFill>
                <a:latin typeface="Gulim" pitchFamily="34" charset="-127"/>
                <a:ea typeface="Gulim" pitchFamily="34" charset="-127"/>
              </a:defRPr>
            </a:lvl1pPr>
            <a:lvl2pPr marL="742950" indent="-285750" latinLnBrk="1">
              <a:spcBef>
                <a:spcPct val="30000"/>
              </a:spcBef>
              <a:defRPr kumimoji="1" sz="1200">
                <a:solidFill>
                  <a:schemeClr val="tx1"/>
                </a:solidFill>
                <a:latin typeface="Gulim" pitchFamily="34" charset="-127"/>
                <a:ea typeface="Gulim" pitchFamily="34" charset="-127"/>
              </a:defRPr>
            </a:lvl2pPr>
            <a:lvl3pPr marL="1143000" indent="-228600" latinLnBrk="1">
              <a:spcBef>
                <a:spcPct val="30000"/>
              </a:spcBef>
              <a:defRPr kumimoji="1" sz="1200">
                <a:solidFill>
                  <a:schemeClr val="tx1"/>
                </a:solidFill>
                <a:latin typeface="Gulim" pitchFamily="34" charset="-127"/>
                <a:ea typeface="Gulim" pitchFamily="34" charset="-127"/>
              </a:defRPr>
            </a:lvl3pPr>
            <a:lvl4pPr marL="1600200" indent="-228600" latinLnBrk="1">
              <a:spcBef>
                <a:spcPct val="30000"/>
              </a:spcBef>
              <a:defRPr kumimoji="1" sz="1200">
                <a:solidFill>
                  <a:schemeClr val="tx1"/>
                </a:solidFill>
                <a:latin typeface="Gulim" pitchFamily="34" charset="-127"/>
                <a:ea typeface="Gulim" pitchFamily="34" charset="-127"/>
              </a:defRPr>
            </a:lvl4pPr>
            <a:lvl5pPr marL="2057400" indent="-228600" latinLnBrk="1">
              <a:spcBef>
                <a:spcPct val="30000"/>
              </a:spcBef>
              <a:defRPr kumimoji="1" sz="1200">
                <a:solidFill>
                  <a:schemeClr val="tx1"/>
                </a:solidFill>
                <a:latin typeface="Gulim" pitchFamily="34" charset="-127"/>
                <a:ea typeface="Gulim" pitchFamily="34" charset="-127"/>
              </a:defRPr>
            </a:lvl5pPr>
            <a:lvl6pPr marL="25146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6pPr>
            <a:lvl7pPr marL="29718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7pPr>
            <a:lvl8pPr marL="34290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8pPr>
            <a:lvl9pPr marL="3886200" indent="-228600" eaLnBrk="0" fontAlgn="base" latinLnBrk="1" hangingPunct="0">
              <a:spcBef>
                <a:spcPct val="30000"/>
              </a:spcBef>
              <a:spcAft>
                <a:spcPct val="0"/>
              </a:spcAft>
              <a:defRPr kumimoji="1" sz="1200">
                <a:solidFill>
                  <a:schemeClr val="tx1"/>
                </a:solidFill>
                <a:latin typeface="Gulim" pitchFamily="34" charset="-127"/>
                <a:ea typeface="Gulim" pitchFamily="34" charset="-127"/>
              </a:defRPr>
            </a:lvl9pPr>
          </a:lstStyle>
          <a:p>
            <a:pPr>
              <a:spcBef>
                <a:spcPct val="0"/>
              </a:spcBef>
            </a:pPr>
            <a:fld id="{5F0946EC-961E-4B2B-A5C0-0CE77CD70CCB}" type="slidenum">
              <a:rPr lang="zh-CN" altLang="en-US" smtClean="0"/>
              <a:pPr>
                <a:spcBef>
                  <a:spcPct val="0"/>
                </a:spcBef>
              </a:pPr>
              <a:t>158</a:t>
            </a:fld>
            <a:endParaRPr lang="en-US" altLang="zh-CN" smtClean="0"/>
          </a:p>
        </p:txBody>
      </p:sp>
      <p:sp>
        <p:nvSpPr>
          <p:cNvPr id="120835" name="Rectangle 2"/>
          <p:cNvSpPr>
            <a:spLocks noGrp="1" noRot="1" noChangeAspect="1" noChangeArrowheads="1" noTextEdit="1"/>
          </p:cNvSpPr>
          <p:nvPr>
            <p:ph type="sldImg"/>
          </p:nvPr>
        </p:nvSpPr>
        <p:spPr>
          <a:ln/>
        </p:spPr>
      </p:sp>
      <p:sp>
        <p:nvSpPr>
          <p:cNvPr id="120836" name="Rectangle 3"/>
          <p:cNvSpPr>
            <a:spLocks noGrp="1" noChangeArrowheads="1"/>
          </p:cNvSpPr>
          <p:nvPr>
            <p:ph type="body" idx="1"/>
          </p:nvPr>
        </p:nvSpPr>
        <p:spPr>
          <a:noFill/>
        </p:spPr>
        <p:txBody>
          <a:bodyPr/>
          <a:lstStyle/>
          <a:p>
            <a:pPr eaLnBrk="1" hangingPunct="1"/>
            <a:endParaRPr lang="zh-CN" altLang="en-US" smtClean="0"/>
          </a:p>
        </p:txBody>
      </p:sp>
    </p:spTree>
    <p:extLst>
      <p:ext uri="{BB962C8B-B14F-4D97-AF65-F5344CB8AC3E}">
        <p14:creationId xmlns:p14="http://schemas.microsoft.com/office/powerpoint/2010/main" val="3291023440"/>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p:spPr>
        <p:txBody>
          <a:bodyPr/>
          <a:lstStyle>
            <a:lvl1pPr latinLnBrk="1">
              <a:spcBef>
                <a:spcPct val="30000"/>
              </a:spcBef>
              <a:defRPr kumimoji="1" sz="1200">
                <a:solidFill>
                  <a:schemeClr val="tx1"/>
                </a:solidFill>
                <a:latin typeface="Gulim" panose="02010600030101010101" charset="-122"/>
                <a:ea typeface="Gulim" panose="02010600030101010101" charset="-122"/>
              </a:defRPr>
            </a:lvl1pPr>
            <a:lvl2pPr marL="742950" indent="-285750" latinLnBrk="1">
              <a:spcBef>
                <a:spcPct val="30000"/>
              </a:spcBef>
              <a:defRPr kumimoji="1" sz="1200">
                <a:solidFill>
                  <a:schemeClr val="tx1"/>
                </a:solidFill>
                <a:latin typeface="Gulim" panose="02010600030101010101" charset="-122"/>
                <a:ea typeface="Gulim" panose="02010600030101010101" charset="-122"/>
              </a:defRPr>
            </a:lvl2pPr>
            <a:lvl3pPr marL="1143000" indent="-228600" latinLnBrk="1">
              <a:spcBef>
                <a:spcPct val="30000"/>
              </a:spcBef>
              <a:defRPr kumimoji="1" sz="1200">
                <a:solidFill>
                  <a:schemeClr val="tx1"/>
                </a:solidFill>
                <a:latin typeface="Gulim" panose="02010600030101010101" charset="-122"/>
                <a:ea typeface="Gulim" panose="02010600030101010101" charset="-122"/>
              </a:defRPr>
            </a:lvl3pPr>
            <a:lvl4pPr marL="1600200" indent="-228600" latinLnBrk="1">
              <a:spcBef>
                <a:spcPct val="30000"/>
              </a:spcBef>
              <a:defRPr kumimoji="1" sz="1200">
                <a:solidFill>
                  <a:schemeClr val="tx1"/>
                </a:solidFill>
                <a:latin typeface="Gulim" panose="02010600030101010101" charset="-122"/>
                <a:ea typeface="Gulim" panose="02010600030101010101" charset="-122"/>
              </a:defRPr>
            </a:lvl4pPr>
            <a:lvl5pPr marL="2057400" indent="-228600" latinLnBrk="1">
              <a:spcBef>
                <a:spcPct val="30000"/>
              </a:spcBef>
              <a:defRPr kumimoji="1" sz="1200">
                <a:solidFill>
                  <a:schemeClr val="tx1"/>
                </a:solidFill>
                <a:latin typeface="Gulim" panose="02010600030101010101" charset="-122"/>
                <a:ea typeface="Gulim" panose="02010600030101010101" charset="-122"/>
              </a:defRPr>
            </a:lvl5pPr>
            <a:lvl6pPr marL="25146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6pPr>
            <a:lvl7pPr marL="29718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7pPr>
            <a:lvl8pPr marL="34290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8pPr>
            <a:lvl9pPr marL="3886200" indent="-228600" eaLnBrk="0" fontAlgn="base" latinLnBrk="1" hangingPunct="0">
              <a:spcBef>
                <a:spcPct val="30000"/>
              </a:spcBef>
              <a:spcAft>
                <a:spcPct val="0"/>
              </a:spcAft>
              <a:defRPr kumimoji="1" sz="1200">
                <a:solidFill>
                  <a:schemeClr val="tx1"/>
                </a:solidFill>
                <a:latin typeface="Gulim" panose="02010600030101010101" charset="-122"/>
                <a:ea typeface="Gulim" panose="02010600030101010101" charset="-122"/>
              </a:defRPr>
            </a:lvl9pPr>
          </a:lstStyle>
          <a:p>
            <a:pPr>
              <a:spcBef>
                <a:spcPct val="0"/>
              </a:spcBef>
            </a:pPr>
            <a:fld id="{00FB9129-2010-464D-AC35-73708EBD9F02}" type="slidenum">
              <a:rPr lang="zh-CN" altLang="en-US" smtClean="0"/>
              <a:pPr>
                <a:spcBef>
                  <a:spcPct val="0"/>
                </a:spcBef>
              </a:pPr>
              <a:t>159</a:t>
            </a:fld>
            <a:endParaRPr lang="en-US" altLang="zh-CN" smtClean="0"/>
          </a:p>
        </p:txBody>
      </p:sp>
      <p:sp>
        <p:nvSpPr>
          <p:cNvPr id="132099" name="Rectangle 2"/>
          <p:cNvSpPr>
            <a:spLocks noGrp="1" noRot="1" noChangeAspect="1" noChangeArrowheads="1" noTextEdit="1"/>
          </p:cNvSpPr>
          <p:nvPr>
            <p:ph type="sldImg"/>
          </p:nvPr>
        </p:nvSpPr>
        <p:spPr>
          <a:ln/>
        </p:spPr>
      </p:sp>
      <p:sp>
        <p:nvSpPr>
          <p:cNvPr id="132100" name="Rectangle 3"/>
          <p:cNvSpPr>
            <a:spLocks noGrp="1" noChangeArrowheads="1"/>
          </p:cNvSpPr>
          <p:nvPr>
            <p:ph type="body" idx="1"/>
          </p:nvPr>
        </p:nvSpPr>
        <p:spPr>
          <a:noFill/>
        </p:spPr>
        <p:txBody>
          <a:bodyPr/>
          <a:lstStyle/>
          <a:p>
            <a:pPr eaLnBrk="1" hangingPunct="1"/>
            <a:endParaRPr lang="zh-CN" altLang="en-US" smtClean="0">
              <a:latin typeface="Gulim" panose="02010600030101010101" charset="-122"/>
              <a:ea typeface="Gulim" panose="02010600030101010101" charset="-122"/>
            </a:endParaRPr>
          </a:p>
        </p:txBody>
      </p:sp>
    </p:spTree>
    <p:extLst>
      <p:ext uri="{BB962C8B-B14F-4D97-AF65-F5344CB8AC3E}">
        <p14:creationId xmlns:p14="http://schemas.microsoft.com/office/powerpoint/2010/main" val="273799658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pic>
        <p:nvPicPr>
          <p:cNvPr id="2050" name="Picture 2" descr="BB10"/>
          <p:cNvPicPr>
            <a:picLocks noChangeAspect="1"/>
          </p:cNvPicPr>
          <p:nvPr/>
        </p:nvPicPr>
        <p:blipFill>
          <a:blip r:embed="rId2"/>
          <a:stretch>
            <a:fillRect/>
          </a:stretch>
        </p:blipFill>
        <p:spPr>
          <a:xfrm>
            <a:off x="0" y="0"/>
            <a:ext cx="9144000" cy="6880225"/>
          </a:xfrm>
          <a:prstGeom prst="rect">
            <a:avLst/>
          </a:prstGeom>
          <a:noFill/>
          <a:ln w="9525">
            <a:noFill/>
          </a:ln>
        </p:spPr>
      </p:pic>
      <p:sp>
        <p:nvSpPr>
          <p:cNvPr id="51203" name="Rectangle 3"/>
          <p:cNvSpPr>
            <a:spLocks noGrp="1" noChangeArrowheads="1"/>
          </p:cNvSpPr>
          <p:nvPr>
            <p:ph type="ctrTitle" hasCustomPrompt="1"/>
          </p:nvPr>
        </p:nvSpPr>
        <p:spPr>
          <a:xfrm>
            <a:off x="592138" y="2628900"/>
            <a:ext cx="8139112" cy="1143000"/>
          </a:xfrm>
        </p:spPr>
        <p:txBody>
          <a:bodyPr/>
          <a:lstStyle>
            <a:lvl1pPr algn="ctr">
              <a:defRPr sz="4400">
                <a:solidFill>
                  <a:srgbClr val="FF6600"/>
                </a:solidFill>
              </a:defRPr>
            </a:lvl1pPr>
          </a:lstStyle>
          <a:p>
            <a:pPr lvl="0"/>
            <a:r>
              <a:rPr lang="ko-KR" altLang="en-US" noProof="0" smtClean="0"/>
              <a:t>마스터 제목 스타일 편집</a:t>
            </a:r>
          </a:p>
        </p:txBody>
      </p:sp>
      <p:sp>
        <p:nvSpPr>
          <p:cNvPr id="51204" name="Rectangle 4"/>
          <p:cNvSpPr>
            <a:spLocks noGrp="1" noChangeArrowheads="1"/>
          </p:cNvSpPr>
          <p:nvPr>
            <p:ph type="subTitle" idx="1" hasCustomPrompt="1"/>
          </p:nvPr>
        </p:nvSpPr>
        <p:spPr>
          <a:xfrm>
            <a:off x="600075" y="3792538"/>
            <a:ext cx="8140700" cy="812800"/>
          </a:xfrm>
        </p:spPr>
        <p:txBody>
          <a:bodyPr/>
          <a:lstStyle>
            <a:lvl1pPr marL="0" indent="0" algn="ctr">
              <a:buFontTx/>
              <a:buNone/>
              <a:defRPr sz="3200">
                <a:latin typeface="-윤체B" pitchFamily="18" charset="-127"/>
                <a:ea typeface="-윤체B" pitchFamily="18" charset="-127"/>
              </a:defRPr>
            </a:lvl1pPr>
          </a:lstStyle>
          <a:p>
            <a:pPr lvl="0"/>
            <a:r>
              <a:rPr lang="ko-KR" altLang="en-US" noProof="0" smtClean="0"/>
              <a:t>마스터 부제목 스타일 편집</a:t>
            </a:r>
          </a:p>
        </p:txBody>
      </p:sp>
      <p:sp>
        <p:nvSpPr>
          <p:cNvPr id="10" name="Rectangle 5"/>
          <p:cNvSpPr>
            <a:spLocks noGrp="1" noChangeArrowheads="1"/>
          </p:cNvSpPr>
          <p:nvPr>
            <p:ph type="dt" sz="half" idx="2"/>
          </p:nvPr>
        </p:nvSpPr>
        <p:spPr bwMode="auto">
          <a:xfrm>
            <a:off x="6858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11" name="Rectangle 6"/>
          <p:cNvSpPr>
            <a:spLocks noGrp="1" noChangeArrowheads="1"/>
          </p:cNvSpPr>
          <p:nvPr>
            <p:ph type="ftr" sz="quarter" idx="3"/>
          </p:nvPr>
        </p:nvSpPr>
        <p:spPr bwMode="auto">
          <a:xfrm>
            <a:off x="3124200" y="6248400"/>
            <a:ext cx="2895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ctr" defTabSz="914400" rtl="0" eaLnBrk="1" fontAlgn="base" latinLnBrk="1" hangingPunct="1">
              <a:lnSpc>
                <a:spcPct val="100000"/>
              </a:lnSpc>
              <a:spcBef>
                <a:spcPct val="0"/>
              </a:spcBef>
              <a:spcAft>
                <a:spcPct val="0"/>
              </a:spcAft>
              <a:buClrTx/>
              <a:buSzTx/>
              <a:buFontTx/>
              <a:buNone/>
              <a:defRPr/>
            </a:pPr>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12" name="Rectangle 7"/>
          <p:cNvSpPr>
            <a:spLocks noGrp="1" noChangeArrowheads="1"/>
          </p:cNvSpPr>
          <p:nvPr>
            <p:ph type="sldNum" sz="quarter" idx="4"/>
          </p:nvPr>
        </p:nvSpPr>
        <p:spPr bwMode="auto">
          <a:xfrm>
            <a:off x="65532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r" defTabSz="914400" rtl="0" eaLnBrk="1" fontAlgn="base" latinLnBrk="1" hangingPunct="1">
              <a:lnSpc>
                <a:spcPct val="100000"/>
              </a:lnSpc>
              <a:spcBef>
                <a:spcPct val="0"/>
              </a:spcBef>
              <a:spcAft>
                <a:spcPct val="0"/>
              </a:spcAft>
              <a:buClrTx/>
              <a:buSzTx/>
              <a:buFontTx/>
              <a:buNone/>
              <a:defRPr/>
            </a:pPr>
            <a:fld id="{72E2DCA5-DF78-443B-8028-D7D7D797A6A7}"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t>‹#›</a:t>
            </a:fld>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9" name="Rectangle 6"/>
          <p:cNvSpPr>
            <a:spLocks noGrp="1" noChangeArrowheads="1"/>
          </p:cNvSpPr>
          <p:nvPr>
            <p:ph type="dt" sz="half" idx="2"/>
          </p:nvPr>
        </p:nvSpPr>
        <p:spPr bwMode="auto">
          <a:xfrm>
            <a:off x="6858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10" name="Rectangle 7"/>
          <p:cNvSpPr>
            <a:spLocks noGrp="1" noChangeArrowheads="1"/>
          </p:cNvSpPr>
          <p:nvPr>
            <p:ph type="ftr" sz="quarter" idx="3"/>
          </p:nvPr>
        </p:nvSpPr>
        <p:spPr bwMode="auto">
          <a:xfrm>
            <a:off x="3124200" y="6248400"/>
            <a:ext cx="2895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ctr" defTabSz="914400" rtl="0" eaLnBrk="1" fontAlgn="base" latinLnBrk="1" hangingPunct="1">
              <a:lnSpc>
                <a:spcPct val="100000"/>
              </a:lnSpc>
              <a:spcBef>
                <a:spcPct val="0"/>
              </a:spcBef>
              <a:spcAft>
                <a:spcPct val="0"/>
              </a:spcAft>
              <a:buClrTx/>
              <a:buSzTx/>
              <a:buFontTx/>
              <a:buNone/>
              <a:defRPr/>
            </a:pPr>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11" name="Rectangle 8"/>
          <p:cNvSpPr>
            <a:spLocks noGrp="1" noChangeArrowheads="1"/>
          </p:cNvSpPr>
          <p:nvPr>
            <p:ph type="sldNum" sz="quarter" idx="4"/>
          </p:nvPr>
        </p:nvSpPr>
        <p:spPr bwMode="auto">
          <a:xfrm>
            <a:off x="65532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r" defTabSz="914400" rtl="0" eaLnBrk="1" fontAlgn="base" latinLnBrk="1" hangingPunct="1">
              <a:lnSpc>
                <a:spcPct val="100000"/>
              </a:lnSpc>
              <a:spcBef>
                <a:spcPct val="0"/>
              </a:spcBef>
              <a:spcAft>
                <a:spcPct val="0"/>
              </a:spcAft>
              <a:buClrTx/>
              <a:buSzTx/>
              <a:buFontTx/>
              <a:buNone/>
              <a:defRPr/>
            </a:pPr>
            <a:fld id="{C5B00538-E594-4BB4-BB6D-F65940AC1EF0}"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t>‹#›</a:t>
            </a:fld>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smtClean="0"/>
              <a:t>单击此处编辑母版文本样式</a:t>
            </a:r>
          </a:p>
        </p:txBody>
      </p:sp>
      <p:sp>
        <p:nvSpPr>
          <p:cNvPr id="9" name="Rectangle 6"/>
          <p:cNvSpPr>
            <a:spLocks noGrp="1" noChangeArrowheads="1"/>
          </p:cNvSpPr>
          <p:nvPr>
            <p:ph type="dt" sz="half" idx="2"/>
          </p:nvPr>
        </p:nvSpPr>
        <p:spPr bwMode="auto">
          <a:xfrm>
            <a:off x="6858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10" name="Rectangle 7"/>
          <p:cNvSpPr>
            <a:spLocks noGrp="1" noChangeArrowheads="1"/>
          </p:cNvSpPr>
          <p:nvPr>
            <p:ph type="ftr" sz="quarter" idx="3"/>
          </p:nvPr>
        </p:nvSpPr>
        <p:spPr bwMode="auto">
          <a:xfrm>
            <a:off x="3124200" y="6248400"/>
            <a:ext cx="2895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ctr" defTabSz="914400" rtl="0" eaLnBrk="1" fontAlgn="base" latinLnBrk="1" hangingPunct="1">
              <a:lnSpc>
                <a:spcPct val="100000"/>
              </a:lnSpc>
              <a:spcBef>
                <a:spcPct val="0"/>
              </a:spcBef>
              <a:spcAft>
                <a:spcPct val="0"/>
              </a:spcAft>
              <a:buClrTx/>
              <a:buSzTx/>
              <a:buFontTx/>
              <a:buNone/>
              <a:defRPr/>
            </a:pPr>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11" name="Rectangle 8"/>
          <p:cNvSpPr>
            <a:spLocks noGrp="1" noChangeArrowheads="1"/>
          </p:cNvSpPr>
          <p:nvPr>
            <p:ph type="sldNum" sz="quarter" idx="4"/>
          </p:nvPr>
        </p:nvSpPr>
        <p:spPr bwMode="auto">
          <a:xfrm>
            <a:off x="65532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r" defTabSz="914400" rtl="0" eaLnBrk="1" fontAlgn="base" latinLnBrk="1" hangingPunct="1">
              <a:lnSpc>
                <a:spcPct val="100000"/>
              </a:lnSpc>
              <a:spcBef>
                <a:spcPct val="0"/>
              </a:spcBef>
              <a:spcAft>
                <a:spcPct val="0"/>
              </a:spcAft>
              <a:buClrTx/>
              <a:buSzTx/>
              <a:buFontTx/>
              <a:buNone/>
              <a:defRPr/>
            </a:pPr>
            <a:fld id="{4C548806-D2EA-47B8-AF7A-D99D2AF16B05}"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t>‹#›</a:t>
            </a:fld>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98500" y="1804988"/>
            <a:ext cx="3810000" cy="4303712"/>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60900" y="1804988"/>
            <a:ext cx="3810000" cy="4303712"/>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9" name="Rectangle 6"/>
          <p:cNvSpPr>
            <a:spLocks noGrp="1" noChangeArrowheads="1"/>
          </p:cNvSpPr>
          <p:nvPr>
            <p:ph type="dt" sz="half" idx="12"/>
          </p:nvPr>
        </p:nvSpPr>
        <p:spPr bwMode="auto">
          <a:xfrm>
            <a:off x="6858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10" name="Rectangle 7"/>
          <p:cNvSpPr>
            <a:spLocks noGrp="1" noChangeArrowheads="1"/>
          </p:cNvSpPr>
          <p:nvPr>
            <p:ph type="ftr" sz="quarter" idx="3"/>
          </p:nvPr>
        </p:nvSpPr>
        <p:spPr bwMode="auto">
          <a:xfrm>
            <a:off x="3124200" y="6248400"/>
            <a:ext cx="2895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ctr" defTabSz="914400" rtl="0" eaLnBrk="1" fontAlgn="base" latinLnBrk="1" hangingPunct="1">
              <a:lnSpc>
                <a:spcPct val="100000"/>
              </a:lnSpc>
              <a:spcBef>
                <a:spcPct val="0"/>
              </a:spcBef>
              <a:spcAft>
                <a:spcPct val="0"/>
              </a:spcAft>
              <a:buClrTx/>
              <a:buSzTx/>
              <a:buFontTx/>
              <a:buNone/>
              <a:defRPr/>
            </a:pPr>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11" name="Rectangle 8"/>
          <p:cNvSpPr>
            <a:spLocks noGrp="1" noChangeArrowheads="1"/>
          </p:cNvSpPr>
          <p:nvPr>
            <p:ph type="sldNum" sz="quarter" idx="4"/>
          </p:nvPr>
        </p:nvSpPr>
        <p:spPr bwMode="auto">
          <a:xfrm>
            <a:off x="65532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r" defTabSz="914400" rtl="0" eaLnBrk="1" fontAlgn="base" latinLnBrk="1" hangingPunct="1">
              <a:lnSpc>
                <a:spcPct val="100000"/>
              </a:lnSpc>
              <a:spcBef>
                <a:spcPct val="0"/>
              </a:spcBef>
              <a:spcAft>
                <a:spcPct val="0"/>
              </a:spcAft>
              <a:buClrTx/>
              <a:buSzTx/>
              <a:buFontTx/>
              <a:buNone/>
              <a:defRPr/>
            </a:pPr>
            <a:fld id="{517C668F-803B-4E5D-9A68-C92F146BD2DE}"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t>‹#›</a:t>
            </a:fld>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9" name="Rectangle 6"/>
          <p:cNvSpPr>
            <a:spLocks noGrp="1" noChangeArrowheads="1"/>
          </p:cNvSpPr>
          <p:nvPr>
            <p:ph type="dt" sz="half" idx="12"/>
          </p:nvPr>
        </p:nvSpPr>
        <p:spPr bwMode="auto">
          <a:xfrm>
            <a:off x="6858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10" name="Rectangle 7"/>
          <p:cNvSpPr>
            <a:spLocks noGrp="1" noChangeArrowheads="1"/>
          </p:cNvSpPr>
          <p:nvPr>
            <p:ph type="ftr" sz="quarter" idx="13"/>
          </p:nvPr>
        </p:nvSpPr>
        <p:spPr bwMode="auto">
          <a:xfrm>
            <a:off x="3124200" y="6248400"/>
            <a:ext cx="2895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ctr" defTabSz="914400" rtl="0" eaLnBrk="1" fontAlgn="base" latinLnBrk="1" hangingPunct="1">
              <a:lnSpc>
                <a:spcPct val="100000"/>
              </a:lnSpc>
              <a:spcBef>
                <a:spcPct val="0"/>
              </a:spcBef>
              <a:spcAft>
                <a:spcPct val="0"/>
              </a:spcAft>
              <a:buClrTx/>
              <a:buSzTx/>
              <a:buFontTx/>
              <a:buNone/>
              <a:defRPr/>
            </a:pPr>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11" name="Rectangle 8"/>
          <p:cNvSpPr>
            <a:spLocks noGrp="1" noChangeArrowheads="1"/>
          </p:cNvSpPr>
          <p:nvPr>
            <p:ph type="sldNum" sz="quarter" idx="14"/>
          </p:nvPr>
        </p:nvSpPr>
        <p:spPr bwMode="auto">
          <a:xfrm>
            <a:off x="65532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r" defTabSz="914400" rtl="0" eaLnBrk="1" fontAlgn="base" latinLnBrk="1" hangingPunct="1">
              <a:lnSpc>
                <a:spcPct val="100000"/>
              </a:lnSpc>
              <a:spcBef>
                <a:spcPct val="0"/>
              </a:spcBef>
              <a:spcAft>
                <a:spcPct val="0"/>
              </a:spcAft>
              <a:buClrTx/>
              <a:buSzTx/>
              <a:buFontTx/>
              <a:buNone/>
              <a:defRPr/>
            </a:pPr>
            <a:fld id="{F220F8BC-D079-4030-83E0-4212EA208902}"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t>‹#›</a:t>
            </a:fld>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9" name="Rectangle 6"/>
          <p:cNvSpPr>
            <a:spLocks noGrp="1" noChangeArrowheads="1"/>
          </p:cNvSpPr>
          <p:nvPr>
            <p:ph type="dt" sz="half" idx="2"/>
          </p:nvPr>
        </p:nvSpPr>
        <p:spPr bwMode="auto">
          <a:xfrm>
            <a:off x="6858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10" name="Rectangle 7"/>
          <p:cNvSpPr>
            <a:spLocks noGrp="1" noChangeArrowheads="1"/>
          </p:cNvSpPr>
          <p:nvPr>
            <p:ph type="ftr" sz="quarter" idx="3"/>
          </p:nvPr>
        </p:nvSpPr>
        <p:spPr bwMode="auto">
          <a:xfrm>
            <a:off x="3124200" y="6248400"/>
            <a:ext cx="2895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ctr" defTabSz="914400" rtl="0" eaLnBrk="1" fontAlgn="base" latinLnBrk="1" hangingPunct="1">
              <a:lnSpc>
                <a:spcPct val="100000"/>
              </a:lnSpc>
              <a:spcBef>
                <a:spcPct val="0"/>
              </a:spcBef>
              <a:spcAft>
                <a:spcPct val="0"/>
              </a:spcAft>
              <a:buClrTx/>
              <a:buSzTx/>
              <a:buFontTx/>
              <a:buNone/>
              <a:defRPr/>
            </a:pPr>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11" name="Rectangle 8"/>
          <p:cNvSpPr>
            <a:spLocks noGrp="1" noChangeArrowheads="1"/>
          </p:cNvSpPr>
          <p:nvPr>
            <p:ph type="sldNum" sz="quarter" idx="4"/>
          </p:nvPr>
        </p:nvSpPr>
        <p:spPr bwMode="auto">
          <a:xfrm>
            <a:off x="65532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r" defTabSz="914400" rtl="0" eaLnBrk="1" fontAlgn="base" latinLnBrk="1" hangingPunct="1">
              <a:lnSpc>
                <a:spcPct val="100000"/>
              </a:lnSpc>
              <a:spcBef>
                <a:spcPct val="0"/>
              </a:spcBef>
              <a:spcAft>
                <a:spcPct val="0"/>
              </a:spcAft>
              <a:buClrTx/>
              <a:buSzTx/>
              <a:buFontTx/>
              <a:buNone/>
              <a:defRPr/>
            </a:pPr>
            <a:fld id="{92C1B5D2-0A2B-4E9A-BFDF-8056802CABE7}"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t>‹#›</a:t>
            </a:fld>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bg>
      <p:bgPr>
        <a:solidFill>
          <a:schemeClr val="bg1"/>
        </a:solidFill>
        <a:effectLst/>
      </p:bgPr>
    </p:bg>
    <p:spTree>
      <p:nvGrpSpPr>
        <p:cNvPr id="1" name=""/>
        <p:cNvGrpSpPr/>
        <p:nvPr/>
      </p:nvGrpSpPr>
      <p:grpSpPr>
        <a:xfrm>
          <a:off x="0" y="0"/>
          <a:ext cx="0" cy="0"/>
          <a:chOff x="0" y="0"/>
          <a:chExt cx="0" cy="0"/>
        </a:xfrm>
      </p:grpSpPr>
      <p:sp>
        <p:nvSpPr>
          <p:cNvPr id="9" name="Rectangle 6"/>
          <p:cNvSpPr>
            <a:spLocks noGrp="1" noChangeArrowheads="1"/>
          </p:cNvSpPr>
          <p:nvPr>
            <p:ph type="dt" sz="half" idx="2"/>
          </p:nvPr>
        </p:nvSpPr>
        <p:spPr bwMode="auto">
          <a:xfrm>
            <a:off x="6858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10" name="Rectangle 7"/>
          <p:cNvSpPr>
            <a:spLocks noGrp="1" noChangeArrowheads="1"/>
          </p:cNvSpPr>
          <p:nvPr>
            <p:ph type="ftr" sz="quarter" idx="3"/>
          </p:nvPr>
        </p:nvSpPr>
        <p:spPr bwMode="auto">
          <a:xfrm>
            <a:off x="3124200" y="6248400"/>
            <a:ext cx="2895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ctr" defTabSz="914400" rtl="0" eaLnBrk="1" fontAlgn="base" latinLnBrk="1" hangingPunct="1">
              <a:lnSpc>
                <a:spcPct val="100000"/>
              </a:lnSpc>
              <a:spcBef>
                <a:spcPct val="0"/>
              </a:spcBef>
              <a:spcAft>
                <a:spcPct val="0"/>
              </a:spcAft>
              <a:buClrTx/>
              <a:buSzTx/>
              <a:buFontTx/>
              <a:buNone/>
              <a:defRPr/>
            </a:pPr>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11" name="Rectangle 8"/>
          <p:cNvSpPr>
            <a:spLocks noGrp="1" noChangeArrowheads="1"/>
          </p:cNvSpPr>
          <p:nvPr>
            <p:ph type="sldNum" sz="quarter" idx="4"/>
          </p:nvPr>
        </p:nvSpPr>
        <p:spPr bwMode="auto">
          <a:xfrm>
            <a:off x="65532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r" defTabSz="914400" rtl="0" eaLnBrk="1" fontAlgn="base" latinLnBrk="1" hangingPunct="1">
              <a:lnSpc>
                <a:spcPct val="100000"/>
              </a:lnSpc>
              <a:spcBef>
                <a:spcPct val="0"/>
              </a:spcBef>
              <a:spcAft>
                <a:spcPct val="0"/>
              </a:spcAft>
              <a:buClrTx/>
              <a:buSzTx/>
              <a:buFontTx/>
              <a:buNone/>
              <a:defRPr/>
            </a:pPr>
            <a:fld id="{F3EF349A-2F37-4A2B-8015-A38259F647A1}"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t>‹#›</a:t>
            </a:fld>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9" name="Rectangle 6"/>
          <p:cNvSpPr>
            <a:spLocks noGrp="1" noChangeArrowheads="1"/>
          </p:cNvSpPr>
          <p:nvPr>
            <p:ph type="dt" sz="half" idx="12"/>
          </p:nvPr>
        </p:nvSpPr>
        <p:spPr bwMode="auto">
          <a:xfrm>
            <a:off x="6858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10" name="Rectangle 7"/>
          <p:cNvSpPr>
            <a:spLocks noGrp="1" noChangeArrowheads="1"/>
          </p:cNvSpPr>
          <p:nvPr>
            <p:ph type="ftr" sz="quarter" idx="3"/>
          </p:nvPr>
        </p:nvSpPr>
        <p:spPr bwMode="auto">
          <a:xfrm>
            <a:off x="3124200" y="6248400"/>
            <a:ext cx="2895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ctr" defTabSz="914400" rtl="0" eaLnBrk="1" fontAlgn="base" latinLnBrk="1" hangingPunct="1">
              <a:lnSpc>
                <a:spcPct val="100000"/>
              </a:lnSpc>
              <a:spcBef>
                <a:spcPct val="0"/>
              </a:spcBef>
              <a:spcAft>
                <a:spcPct val="0"/>
              </a:spcAft>
              <a:buClrTx/>
              <a:buSzTx/>
              <a:buFontTx/>
              <a:buNone/>
              <a:defRPr/>
            </a:pPr>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11" name="Rectangle 8"/>
          <p:cNvSpPr>
            <a:spLocks noGrp="1" noChangeArrowheads="1"/>
          </p:cNvSpPr>
          <p:nvPr>
            <p:ph type="sldNum" sz="quarter" idx="4"/>
          </p:nvPr>
        </p:nvSpPr>
        <p:spPr bwMode="auto">
          <a:xfrm>
            <a:off x="65532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r" defTabSz="914400" rtl="0" eaLnBrk="1" fontAlgn="base" latinLnBrk="1" hangingPunct="1">
              <a:lnSpc>
                <a:spcPct val="100000"/>
              </a:lnSpc>
              <a:spcBef>
                <a:spcPct val="0"/>
              </a:spcBef>
              <a:spcAft>
                <a:spcPct val="0"/>
              </a:spcAft>
              <a:buClrTx/>
              <a:buSzTx/>
              <a:buFontTx/>
              <a:buNone/>
              <a:defRPr/>
            </a:pPr>
            <a:fld id="{7CF20AF9-D2C4-47B9-A89F-8C19EAD95F9B}"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t>‹#›</a:t>
            </a:fld>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1" hangingPunct="0">
              <a:lnSpc>
                <a:spcPct val="100000"/>
              </a:lnSpc>
              <a:spcBef>
                <a:spcPct val="20000"/>
              </a:spcBef>
              <a:spcAft>
                <a:spcPct val="0"/>
              </a:spcAft>
              <a:buClrTx/>
              <a:buSzTx/>
              <a:buFontTx/>
              <a:buNone/>
              <a:defRPr/>
            </a:pPr>
            <a:endParaRPr kumimoji="1" lang="zh-CN" alt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9" name="Rectangle 6"/>
          <p:cNvSpPr>
            <a:spLocks noGrp="1" noChangeArrowheads="1"/>
          </p:cNvSpPr>
          <p:nvPr>
            <p:ph type="dt" sz="half" idx="12"/>
          </p:nvPr>
        </p:nvSpPr>
        <p:spPr bwMode="auto">
          <a:xfrm>
            <a:off x="6858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10" name="Rectangle 7"/>
          <p:cNvSpPr>
            <a:spLocks noGrp="1" noChangeArrowheads="1"/>
          </p:cNvSpPr>
          <p:nvPr>
            <p:ph type="ftr" sz="quarter" idx="3"/>
          </p:nvPr>
        </p:nvSpPr>
        <p:spPr bwMode="auto">
          <a:xfrm>
            <a:off x="3124200" y="6248400"/>
            <a:ext cx="2895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ctr" defTabSz="914400" rtl="0" eaLnBrk="1" fontAlgn="base" latinLnBrk="1" hangingPunct="1">
              <a:lnSpc>
                <a:spcPct val="100000"/>
              </a:lnSpc>
              <a:spcBef>
                <a:spcPct val="0"/>
              </a:spcBef>
              <a:spcAft>
                <a:spcPct val="0"/>
              </a:spcAft>
              <a:buClrTx/>
              <a:buSzTx/>
              <a:buFontTx/>
              <a:buNone/>
              <a:defRPr/>
            </a:pPr>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11" name="Rectangle 8"/>
          <p:cNvSpPr>
            <a:spLocks noGrp="1" noChangeArrowheads="1"/>
          </p:cNvSpPr>
          <p:nvPr>
            <p:ph type="sldNum" sz="quarter" idx="4"/>
          </p:nvPr>
        </p:nvSpPr>
        <p:spPr bwMode="auto">
          <a:xfrm>
            <a:off x="65532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r" defTabSz="914400" rtl="0" eaLnBrk="1" fontAlgn="base" latinLnBrk="1" hangingPunct="1">
              <a:lnSpc>
                <a:spcPct val="100000"/>
              </a:lnSpc>
              <a:spcBef>
                <a:spcPct val="0"/>
              </a:spcBef>
              <a:spcAft>
                <a:spcPct val="0"/>
              </a:spcAft>
              <a:buClrTx/>
              <a:buSzTx/>
              <a:buFontTx/>
              <a:buNone/>
              <a:defRPr/>
            </a:pPr>
            <a:fld id="{E8AC39B5-CBA5-4C12-963D-D2910B2F6768}"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t>‹#›</a:t>
            </a:fld>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9" name="Rectangle 6"/>
          <p:cNvSpPr>
            <a:spLocks noGrp="1" noChangeArrowheads="1"/>
          </p:cNvSpPr>
          <p:nvPr>
            <p:ph type="dt" sz="half" idx="2"/>
          </p:nvPr>
        </p:nvSpPr>
        <p:spPr bwMode="auto">
          <a:xfrm>
            <a:off x="6858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10" name="Rectangle 7"/>
          <p:cNvSpPr>
            <a:spLocks noGrp="1" noChangeArrowheads="1"/>
          </p:cNvSpPr>
          <p:nvPr>
            <p:ph type="ftr" sz="quarter" idx="3"/>
          </p:nvPr>
        </p:nvSpPr>
        <p:spPr bwMode="auto">
          <a:xfrm>
            <a:off x="3124200" y="6248400"/>
            <a:ext cx="2895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ctr" defTabSz="914400" rtl="0" eaLnBrk="1" fontAlgn="base" latinLnBrk="1" hangingPunct="1">
              <a:lnSpc>
                <a:spcPct val="100000"/>
              </a:lnSpc>
              <a:spcBef>
                <a:spcPct val="0"/>
              </a:spcBef>
              <a:spcAft>
                <a:spcPct val="0"/>
              </a:spcAft>
              <a:buClrTx/>
              <a:buSzTx/>
              <a:buFontTx/>
              <a:buNone/>
              <a:defRPr/>
            </a:pPr>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11" name="Rectangle 8"/>
          <p:cNvSpPr>
            <a:spLocks noGrp="1" noChangeArrowheads="1"/>
          </p:cNvSpPr>
          <p:nvPr>
            <p:ph type="sldNum" sz="quarter" idx="4"/>
          </p:nvPr>
        </p:nvSpPr>
        <p:spPr bwMode="auto">
          <a:xfrm>
            <a:off x="65532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r" defTabSz="914400" rtl="0" eaLnBrk="1" fontAlgn="base" latinLnBrk="1" hangingPunct="1">
              <a:lnSpc>
                <a:spcPct val="100000"/>
              </a:lnSpc>
              <a:spcBef>
                <a:spcPct val="0"/>
              </a:spcBef>
              <a:spcAft>
                <a:spcPct val="0"/>
              </a:spcAft>
              <a:buClrTx/>
              <a:buSzTx/>
              <a:buFontTx/>
              <a:buNone/>
              <a:defRPr/>
            </a:pPr>
            <a:fld id="{06297F9C-C6BF-4C9D-80E2-63FEBF1DA2C8}"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t>‹#›</a:t>
            </a:fld>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10;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24625" y="609600"/>
            <a:ext cx="1946275" cy="54991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85800" y="609600"/>
            <a:ext cx="5686425" cy="54991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9" name="Rectangle 6"/>
          <p:cNvSpPr>
            <a:spLocks noGrp="1" noChangeArrowheads="1"/>
          </p:cNvSpPr>
          <p:nvPr>
            <p:ph type="dt" sz="half" idx="2"/>
          </p:nvPr>
        </p:nvSpPr>
        <p:spPr bwMode="auto">
          <a:xfrm>
            <a:off x="6858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10" name="Rectangle 7"/>
          <p:cNvSpPr>
            <a:spLocks noGrp="1" noChangeArrowheads="1"/>
          </p:cNvSpPr>
          <p:nvPr>
            <p:ph type="ftr" sz="quarter" idx="3"/>
          </p:nvPr>
        </p:nvSpPr>
        <p:spPr bwMode="auto">
          <a:xfrm>
            <a:off x="3124200" y="6248400"/>
            <a:ext cx="2895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ctr" defTabSz="914400" rtl="0" eaLnBrk="1" fontAlgn="base" latinLnBrk="1" hangingPunct="1">
              <a:lnSpc>
                <a:spcPct val="100000"/>
              </a:lnSpc>
              <a:spcBef>
                <a:spcPct val="0"/>
              </a:spcBef>
              <a:spcAft>
                <a:spcPct val="0"/>
              </a:spcAft>
              <a:buClrTx/>
              <a:buSzTx/>
              <a:buFontTx/>
              <a:buNone/>
              <a:defRPr/>
            </a:pPr>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11" name="Rectangle 8"/>
          <p:cNvSpPr>
            <a:spLocks noGrp="1" noChangeArrowheads="1"/>
          </p:cNvSpPr>
          <p:nvPr>
            <p:ph type="sldNum" sz="quarter" idx="4"/>
          </p:nvPr>
        </p:nvSpPr>
        <p:spPr bwMode="auto">
          <a:xfrm>
            <a:off x="65532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r" defTabSz="914400" rtl="0" eaLnBrk="1" fontAlgn="base" latinLnBrk="1" hangingPunct="1">
              <a:lnSpc>
                <a:spcPct val="100000"/>
              </a:lnSpc>
              <a:spcBef>
                <a:spcPct val="0"/>
              </a:spcBef>
              <a:spcAft>
                <a:spcPct val="0"/>
              </a:spcAft>
              <a:buClrTx/>
              <a:buSzTx/>
              <a:buFontTx/>
              <a:buNone/>
              <a:defRPr/>
            </a:pPr>
            <a:fld id="{B95F23A7-6EB4-436C-808D-9AD85585EA10}"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t>‹#›</a:t>
            </a:fld>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AndObj" preserve="1">
  <p:cSld name="标题，文本与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98500" y="1804988"/>
            <a:ext cx="3810000" cy="4303712"/>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60900" y="1804988"/>
            <a:ext cx="3810000" cy="4303712"/>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9" name="Rectangle 6"/>
          <p:cNvSpPr>
            <a:spLocks noGrp="1" noChangeArrowheads="1"/>
          </p:cNvSpPr>
          <p:nvPr>
            <p:ph type="dt" sz="half" idx="12"/>
          </p:nvPr>
        </p:nvSpPr>
        <p:spPr bwMode="auto">
          <a:xfrm>
            <a:off x="6858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10" name="Rectangle 7"/>
          <p:cNvSpPr>
            <a:spLocks noGrp="1" noChangeArrowheads="1"/>
          </p:cNvSpPr>
          <p:nvPr>
            <p:ph type="ftr" sz="quarter" idx="3"/>
          </p:nvPr>
        </p:nvSpPr>
        <p:spPr bwMode="auto">
          <a:xfrm>
            <a:off x="3124200" y="6248400"/>
            <a:ext cx="2895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ctr" defTabSz="914400" rtl="0" eaLnBrk="1" fontAlgn="base" latinLnBrk="1" hangingPunct="1">
              <a:lnSpc>
                <a:spcPct val="100000"/>
              </a:lnSpc>
              <a:spcBef>
                <a:spcPct val="0"/>
              </a:spcBef>
              <a:spcAft>
                <a:spcPct val="0"/>
              </a:spcAft>
              <a:buClrTx/>
              <a:buSzTx/>
              <a:buFontTx/>
              <a:buNone/>
              <a:defRPr/>
            </a:pPr>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11" name="Rectangle 8"/>
          <p:cNvSpPr>
            <a:spLocks noGrp="1" noChangeArrowheads="1"/>
          </p:cNvSpPr>
          <p:nvPr>
            <p:ph type="sldNum" sz="quarter" idx="4"/>
          </p:nvPr>
        </p:nvSpPr>
        <p:spPr bwMode="auto">
          <a:xfrm>
            <a:off x="65532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r" defTabSz="914400" rtl="0" eaLnBrk="1" fontAlgn="base" latinLnBrk="1" hangingPunct="1">
              <a:lnSpc>
                <a:spcPct val="100000"/>
              </a:lnSpc>
              <a:spcBef>
                <a:spcPct val="0"/>
              </a:spcBef>
              <a:spcAft>
                <a:spcPct val="0"/>
              </a:spcAft>
              <a:buClrTx/>
              <a:buSzTx/>
              <a:buFontTx/>
              <a:buNone/>
              <a:defRPr/>
            </a:pPr>
            <a:fld id="{108D056F-CB8D-4FE7-B91E-EFCF2FD3AD64}"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t>‹#›</a:t>
            </a:fld>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AndTwoObj" preserve="1">
  <p:cSld name="标题，文本与两项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98500" y="1804988"/>
            <a:ext cx="3810000" cy="4303712"/>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660900" y="1804988"/>
            <a:ext cx="3810000" cy="2074862"/>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660900" y="4032250"/>
            <a:ext cx="3810000" cy="207645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9" name="Rectangle 6"/>
          <p:cNvSpPr>
            <a:spLocks noGrp="1" noChangeArrowheads="1"/>
          </p:cNvSpPr>
          <p:nvPr>
            <p:ph type="dt" sz="half" idx="12"/>
          </p:nvPr>
        </p:nvSpPr>
        <p:spPr bwMode="auto">
          <a:xfrm>
            <a:off x="6858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10" name="Rectangle 7"/>
          <p:cNvSpPr>
            <a:spLocks noGrp="1" noChangeArrowheads="1"/>
          </p:cNvSpPr>
          <p:nvPr>
            <p:ph type="ftr" sz="quarter" idx="13"/>
          </p:nvPr>
        </p:nvSpPr>
        <p:spPr bwMode="auto">
          <a:xfrm>
            <a:off x="3124200" y="6248400"/>
            <a:ext cx="2895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ctr" defTabSz="914400" rtl="0" eaLnBrk="1" fontAlgn="base" latinLnBrk="1" hangingPunct="1">
              <a:lnSpc>
                <a:spcPct val="100000"/>
              </a:lnSpc>
              <a:spcBef>
                <a:spcPct val="0"/>
              </a:spcBef>
              <a:spcAft>
                <a:spcPct val="0"/>
              </a:spcAft>
              <a:buClrTx/>
              <a:buSzTx/>
              <a:buFontTx/>
              <a:buNone/>
              <a:defRPr/>
            </a:pPr>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11" name="Rectangle 8"/>
          <p:cNvSpPr>
            <a:spLocks noGrp="1" noChangeArrowheads="1"/>
          </p:cNvSpPr>
          <p:nvPr>
            <p:ph type="sldNum" sz="quarter" idx="4"/>
          </p:nvPr>
        </p:nvSpPr>
        <p:spPr bwMode="auto">
          <a:xfrm>
            <a:off x="65532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r" defTabSz="914400" rtl="0" eaLnBrk="1" fontAlgn="base" latinLnBrk="1" hangingPunct="1">
              <a:lnSpc>
                <a:spcPct val="100000"/>
              </a:lnSpc>
              <a:spcBef>
                <a:spcPct val="0"/>
              </a:spcBef>
              <a:spcAft>
                <a:spcPct val="0"/>
              </a:spcAft>
              <a:buClrTx/>
              <a:buSzTx/>
              <a:buFontTx/>
              <a:buNone/>
              <a:defRPr/>
            </a:pPr>
            <a:fld id="{B8A438D6-CE21-4A51-B429-FDD2FA2C05C7}"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t>‹#›</a:t>
            </a:fld>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731838"/>
          </a:xfr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98500" y="1804988"/>
            <a:ext cx="3810000" cy="4303712"/>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660900" y="1804988"/>
            <a:ext cx="3810000" cy="2074862"/>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660900" y="4032250"/>
            <a:ext cx="3810000" cy="207645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Rectangle 9"/>
          <p:cNvSpPr>
            <a:spLocks noGrp="1" noChangeArrowheads="1"/>
          </p:cNvSpPr>
          <p:nvPr>
            <p:ph type="sldNum" sz="quarter" idx="10"/>
          </p:nvPr>
        </p:nvSpPr>
        <p:spPr/>
        <p:txBody>
          <a:bodyPr/>
          <a:lstStyle>
            <a:lvl1pPr>
              <a:defRPr/>
            </a:lvl1pPr>
          </a:lstStyle>
          <a:p>
            <a:pPr>
              <a:defRPr/>
            </a:pPr>
            <a:fld id="{3709F445-EF12-43D1-B5BA-2C33105CEE83}" type="slidenum">
              <a:rPr lang="zh-CN" altLang="en-US"/>
              <a:pPr>
                <a:defRPr/>
              </a:pPr>
              <a:t>‹#›</a:t>
            </a:fld>
            <a:endParaRPr lang="en-US" altLang="zh-CN"/>
          </a:p>
        </p:txBody>
      </p:sp>
    </p:spTree>
    <p:extLst>
      <p:ext uri="{BB962C8B-B14F-4D97-AF65-F5344CB8AC3E}">
        <p14:creationId xmlns:p14="http://schemas.microsoft.com/office/powerpoint/2010/main" val="16675927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cSld name="1_节标题">
    <p:spTree>
      <p:nvGrpSpPr>
        <p:cNvPr id="1" name=""/>
        <p:cNvGrpSpPr/>
        <p:nvPr/>
      </p:nvGrpSpPr>
      <p:grpSpPr>
        <a:xfrm>
          <a:off x="0" y="0"/>
          <a:ext cx="0" cy="0"/>
          <a:chOff x="0" y="0"/>
          <a:chExt cx="0" cy="0"/>
        </a:xfrm>
      </p:grpSpPr>
      <p:sp>
        <p:nvSpPr>
          <p:cNvPr id="2" name="日期占位符 1027"/>
          <p:cNvSpPr>
            <a:spLocks noGrp="1"/>
          </p:cNvSpPr>
          <p:nvPr>
            <p:ph type="dt" sz="half" idx="10"/>
          </p:nvPr>
        </p:nvSpPr>
        <p:spPr/>
        <p:txBody>
          <a:bodyPr/>
          <a:lstStyle>
            <a:lvl1pPr>
              <a:defRPr/>
            </a:lvl1pPr>
          </a:lstStyle>
          <a:p>
            <a:pPr>
              <a:defRPr/>
            </a:pPr>
            <a:fld id="{3B10358C-836A-4BF9-B45D-EFE9B6D1DBC4}" type="datetime1">
              <a:rPr lang="zh-CN" altLang="en-US"/>
              <a:pPr>
                <a:defRPr/>
              </a:pPr>
              <a:t>2023/10/9</a:t>
            </a:fld>
            <a:endParaRPr lang="zh-CN" altLang="en-US"/>
          </a:p>
        </p:txBody>
      </p:sp>
      <p:sp>
        <p:nvSpPr>
          <p:cNvPr id="3" name="页脚占位符 1028"/>
          <p:cNvSpPr>
            <a:spLocks noGrp="1"/>
          </p:cNvSpPr>
          <p:nvPr>
            <p:ph type="ftr" sz="quarter" idx="11"/>
          </p:nvPr>
        </p:nvSpPr>
        <p:spPr/>
        <p:txBody>
          <a:bodyPr/>
          <a:lstStyle>
            <a:lvl1pPr>
              <a:defRPr/>
            </a:lvl1pPr>
          </a:lstStyle>
          <a:p>
            <a:pPr>
              <a:defRPr/>
            </a:pPr>
            <a:r>
              <a:rPr lang="zh-CN" altLang="en-US"/>
              <a:t>ppt课件</a:t>
            </a:r>
          </a:p>
        </p:txBody>
      </p:sp>
      <p:sp>
        <p:nvSpPr>
          <p:cNvPr id="4" name="灯片编号占位符 1029"/>
          <p:cNvSpPr>
            <a:spLocks noGrp="1"/>
          </p:cNvSpPr>
          <p:nvPr>
            <p:ph type="sldNum" sz="quarter" idx="12"/>
          </p:nvPr>
        </p:nvSpPr>
        <p:spPr/>
        <p:txBody>
          <a:bodyPr/>
          <a:lstStyle>
            <a:lvl1pPr>
              <a:defRPr/>
            </a:lvl1pPr>
          </a:lstStyle>
          <a:p>
            <a:pPr>
              <a:defRPr/>
            </a:pPr>
            <a:fld id="{70D0656B-00F6-4BBB-968D-388CD5DA2631}" type="slidenum">
              <a:rPr lang="zh-CN" altLang="en-US"/>
              <a:pPr>
                <a:defRPr/>
              </a:pPr>
              <a:t>‹#›</a:t>
            </a:fld>
            <a:endParaRPr lang="zh-CN" altLang="en-US"/>
          </a:p>
        </p:txBody>
      </p:sp>
    </p:spTree>
    <p:extLst>
      <p:ext uri="{BB962C8B-B14F-4D97-AF65-F5344CB8AC3E}">
        <p14:creationId xmlns:p14="http://schemas.microsoft.com/office/powerpoint/2010/main" val="1339712539"/>
      </p:ext>
    </p:extLst>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2" descr="BB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8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03" name="Rectangle 3"/>
          <p:cNvSpPr>
            <a:spLocks noGrp="1" noChangeArrowheads="1"/>
          </p:cNvSpPr>
          <p:nvPr>
            <p:ph type="ctrTitle"/>
          </p:nvPr>
        </p:nvSpPr>
        <p:spPr>
          <a:xfrm>
            <a:off x="592138" y="2628900"/>
            <a:ext cx="8139112" cy="1143000"/>
          </a:xfrm>
        </p:spPr>
        <p:txBody>
          <a:bodyPr/>
          <a:lstStyle>
            <a:lvl1pPr algn="ctr">
              <a:defRPr sz="4800">
                <a:solidFill>
                  <a:srgbClr val="FF6600"/>
                </a:solidFill>
              </a:defRPr>
            </a:lvl1pPr>
          </a:lstStyle>
          <a:p>
            <a:pPr lvl="0"/>
            <a:r>
              <a:rPr lang="ko-KR" altLang="en-US" noProof="0" smtClean="0"/>
              <a:t>마스터 제목 스타일 편집</a:t>
            </a:r>
          </a:p>
        </p:txBody>
      </p:sp>
      <p:sp>
        <p:nvSpPr>
          <p:cNvPr id="51204" name="Rectangle 4"/>
          <p:cNvSpPr>
            <a:spLocks noGrp="1" noChangeArrowheads="1"/>
          </p:cNvSpPr>
          <p:nvPr>
            <p:ph type="subTitle" idx="1"/>
          </p:nvPr>
        </p:nvSpPr>
        <p:spPr>
          <a:xfrm>
            <a:off x="600075" y="3792538"/>
            <a:ext cx="8140700" cy="812800"/>
          </a:xfrm>
        </p:spPr>
        <p:txBody>
          <a:bodyPr/>
          <a:lstStyle>
            <a:lvl1pPr marL="0" indent="0" algn="ctr">
              <a:buFontTx/>
              <a:buNone/>
              <a:defRPr sz="4000">
                <a:latin typeface="-윤체B" panose="02020603050405020304" pitchFamily="18" charset="-127"/>
                <a:ea typeface="-윤체B" panose="02020603050405020304" pitchFamily="18" charset="-127"/>
              </a:defRPr>
            </a:lvl1pPr>
          </a:lstStyle>
          <a:p>
            <a:pPr lvl="0"/>
            <a:r>
              <a:rPr lang="ko-KR" altLang="en-US" noProof="0" smtClean="0"/>
              <a:t>마스터 부제목 스타일 편집</a:t>
            </a:r>
          </a:p>
        </p:txBody>
      </p:sp>
      <p:sp>
        <p:nvSpPr>
          <p:cNvPr id="5" name="Rectangle 5"/>
          <p:cNvSpPr>
            <a:spLocks noGrp="1" noChangeArrowheads="1"/>
          </p:cNvSpPr>
          <p:nvPr>
            <p:ph type="dt" sz="half" idx="10"/>
          </p:nvPr>
        </p:nvSpPr>
        <p:spPr bwMode="auto">
          <a:xfrm>
            <a:off x="6858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latinLnBrk="1" hangingPunct="1">
              <a:defRPr sz="1400">
                <a:latin typeface="-윤체M" panose="02020603050405020304" pitchFamily="18" charset="-127"/>
                <a:ea typeface="-윤체M" panose="02020603050405020304" pitchFamily="18" charset="-127"/>
              </a:defRPr>
            </a:lvl1pPr>
          </a:lstStyle>
          <a:p>
            <a:pPr>
              <a:defRPr/>
            </a:pPr>
            <a:endParaRPr kumimoji="1" lang="en-US" altLang="ko-KR">
              <a:solidFill>
                <a:srgbClr val="000000"/>
              </a:solidFill>
            </a:endParaRPr>
          </a:p>
        </p:txBody>
      </p:sp>
      <p:sp>
        <p:nvSpPr>
          <p:cNvPr id="6" name="Rectangle 6"/>
          <p:cNvSpPr>
            <a:spLocks noGrp="1" noChangeArrowheads="1"/>
          </p:cNvSpPr>
          <p:nvPr>
            <p:ph type="ftr" sz="quarter" idx="11"/>
          </p:nvPr>
        </p:nvSpPr>
        <p:spPr bwMode="auto">
          <a:xfrm>
            <a:off x="3124200" y="6248400"/>
            <a:ext cx="2895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latinLnBrk="1" hangingPunct="1">
              <a:defRPr sz="1400">
                <a:latin typeface="-윤체M" panose="02020603050405020304" pitchFamily="18" charset="-127"/>
                <a:ea typeface="-윤체M" panose="02020603050405020304" pitchFamily="18" charset="-127"/>
              </a:defRPr>
            </a:lvl1pPr>
          </a:lstStyle>
          <a:p>
            <a:pPr>
              <a:defRPr/>
            </a:pPr>
            <a:endParaRPr kumimoji="1" lang="en-US" altLang="ko-KR">
              <a:solidFill>
                <a:srgbClr val="000000"/>
              </a:solidFill>
            </a:endParaRPr>
          </a:p>
        </p:txBody>
      </p:sp>
      <p:sp>
        <p:nvSpPr>
          <p:cNvPr id="7" name="Rectangle 7"/>
          <p:cNvSpPr>
            <a:spLocks noGrp="1" noChangeArrowheads="1"/>
          </p:cNvSpPr>
          <p:nvPr>
            <p:ph type="sldNum" sz="quarter" idx="12"/>
          </p:nvPr>
        </p:nvSpPr>
        <p:spPr>
          <a:xfrm>
            <a:off x="6553200" y="6248400"/>
            <a:ext cx="1905000" cy="457200"/>
          </a:xfrm>
        </p:spPr>
        <p:txBody>
          <a:bodyPr/>
          <a:lstStyle>
            <a:lvl1pPr>
              <a:defRPr>
                <a:latin typeface="-윤체M" panose="02020603050405020304" pitchFamily="18" charset="-127"/>
                <a:ea typeface="-윤체M" panose="02020603050405020304" pitchFamily="18" charset="-127"/>
              </a:defRPr>
            </a:lvl1pPr>
          </a:lstStyle>
          <a:p>
            <a:pPr>
              <a:defRPr/>
            </a:pPr>
            <a:fld id="{CF1903D4-1C01-44DB-B0C8-12F99958B1C3}" type="slidenum">
              <a:rPr lang="en-US" altLang="ko-KR">
                <a:solidFill>
                  <a:srgbClr val="000000"/>
                </a:solidFill>
              </a:rPr>
              <a:pPr>
                <a:defRPr/>
              </a:pPr>
              <a:t>‹#›</a:t>
            </a:fld>
            <a:endParaRPr lang="en-US" altLang="ko-KR">
              <a:solidFill>
                <a:srgbClr val="000000"/>
              </a:solidFill>
            </a:endParaRPr>
          </a:p>
        </p:txBody>
      </p:sp>
    </p:spTree>
    <p:extLst>
      <p:ext uri="{BB962C8B-B14F-4D97-AF65-F5344CB8AC3E}">
        <p14:creationId xmlns:p14="http://schemas.microsoft.com/office/powerpoint/2010/main" val="13763981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9"/>
          <p:cNvSpPr>
            <a:spLocks noGrp="1" noChangeArrowheads="1"/>
          </p:cNvSpPr>
          <p:nvPr>
            <p:ph type="sldNum" sz="quarter" idx="10"/>
          </p:nvPr>
        </p:nvSpPr>
        <p:spPr/>
        <p:txBody>
          <a:bodyPr/>
          <a:lstStyle>
            <a:lvl1pPr>
              <a:defRPr/>
            </a:lvl1pPr>
          </a:lstStyle>
          <a:p>
            <a:pPr>
              <a:defRPr/>
            </a:pPr>
            <a:fld id="{6591D470-9D99-410D-BD95-6FD287B13C05}"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36872687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smtClean="0"/>
              <a:t>单击此处编辑母版文本样式</a:t>
            </a:r>
          </a:p>
        </p:txBody>
      </p:sp>
      <p:sp>
        <p:nvSpPr>
          <p:cNvPr id="4" name="Rectangle 9"/>
          <p:cNvSpPr>
            <a:spLocks noGrp="1" noChangeArrowheads="1"/>
          </p:cNvSpPr>
          <p:nvPr>
            <p:ph type="sldNum" sz="quarter" idx="10"/>
          </p:nvPr>
        </p:nvSpPr>
        <p:spPr/>
        <p:txBody>
          <a:bodyPr/>
          <a:lstStyle>
            <a:lvl1pPr>
              <a:defRPr/>
            </a:lvl1pPr>
          </a:lstStyle>
          <a:p>
            <a:pPr>
              <a:defRPr/>
            </a:pPr>
            <a:fld id="{A9B9C959-1D82-4072-B9B2-7EA48FA5B715}"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76228205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98500" y="1804988"/>
            <a:ext cx="3810000" cy="4303712"/>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60900" y="1804988"/>
            <a:ext cx="3810000" cy="4303712"/>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9"/>
          <p:cNvSpPr>
            <a:spLocks noGrp="1" noChangeArrowheads="1"/>
          </p:cNvSpPr>
          <p:nvPr>
            <p:ph type="sldNum" sz="quarter" idx="10"/>
          </p:nvPr>
        </p:nvSpPr>
        <p:spPr/>
        <p:txBody>
          <a:bodyPr/>
          <a:lstStyle>
            <a:lvl1pPr>
              <a:defRPr/>
            </a:lvl1pPr>
          </a:lstStyle>
          <a:p>
            <a:pPr>
              <a:defRPr/>
            </a:pPr>
            <a:fld id="{0A6484B7-EE50-4E6A-9680-383AD9304402}"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138953123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9"/>
          <p:cNvSpPr>
            <a:spLocks noGrp="1" noChangeArrowheads="1"/>
          </p:cNvSpPr>
          <p:nvPr>
            <p:ph type="sldNum" sz="quarter" idx="10"/>
          </p:nvPr>
        </p:nvSpPr>
        <p:spPr/>
        <p:txBody>
          <a:bodyPr/>
          <a:lstStyle>
            <a:lvl1pPr>
              <a:defRPr/>
            </a:lvl1pPr>
          </a:lstStyle>
          <a:p>
            <a:pPr>
              <a:defRPr/>
            </a:pPr>
            <a:fld id="{FA5753C2-9053-4B5C-92F5-4ED6E4EBEB9B}"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407924830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9"/>
          <p:cNvSpPr>
            <a:spLocks noGrp="1" noChangeArrowheads="1"/>
          </p:cNvSpPr>
          <p:nvPr>
            <p:ph type="sldNum" sz="quarter" idx="10"/>
          </p:nvPr>
        </p:nvSpPr>
        <p:spPr/>
        <p:txBody>
          <a:bodyPr/>
          <a:lstStyle>
            <a:lvl1pPr>
              <a:defRPr/>
            </a:lvl1pPr>
          </a:lstStyle>
          <a:p>
            <a:pPr>
              <a:defRPr/>
            </a:pPr>
            <a:fld id="{97E2078F-D5A7-48ED-8486-A6C73445BAAA}"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33732052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Rectangle 9"/>
          <p:cNvSpPr>
            <a:spLocks noGrp="1" noChangeArrowheads="1"/>
          </p:cNvSpPr>
          <p:nvPr>
            <p:ph type="sldNum" sz="quarter" idx="10"/>
          </p:nvPr>
        </p:nvSpPr>
        <p:spPr/>
        <p:txBody>
          <a:bodyPr/>
          <a:lstStyle>
            <a:lvl1pPr>
              <a:defRPr/>
            </a:lvl1pPr>
          </a:lstStyle>
          <a:p>
            <a:pPr>
              <a:defRPr/>
            </a:pPr>
            <a:fld id="{CD3B036A-CA75-445D-AACB-95E5864878C5}"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350417484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Rectangle 9"/>
          <p:cNvSpPr>
            <a:spLocks noGrp="1" noChangeArrowheads="1"/>
          </p:cNvSpPr>
          <p:nvPr>
            <p:ph type="sldNum" sz="quarter" idx="10"/>
          </p:nvPr>
        </p:nvSpPr>
        <p:spPr/>
        <p:txBody>
          <a:bodyPr/>
          <a:lstStyle>
            <a:lvl1pPr>
              <a:defRPr/>
            </a:lvl1pPr>
          </a:lstStyle>
          <a:p>
            <a:pPr>
              <a:defRPr/>
            </a:pPr>
            <a:fld id="{9F42C7CF-E446-4DFD-99D9-D7D90018CF83}"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305384357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Rectangle 9"/>
          <p:cNvSpPr>
            <a:spLocks noGrp="1" noChangeArrowheads="1"/>
          </p:cNvSpPr>
          <p:nvPr>
            <p:ph type="sldNum" sz="quarter" idx="10"/>
          </p:nvPr>
        </p:nvSpPr>
        <p:spPr/>
        <p:txBody>
          <a:bodyPr/>
          <a:lstStyle>
            <a:lvl1pPr>
              <a:defRPr/>
            </a:lvl1pPr>
          </a:lstStyle>
          <a:p>
            <a:pPr>
              <a:defRPr/>
            </a:pPr>
            <a:fld id="{DB2785EC-CE8B-49F1-994B-579765CF6B6E}"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138234606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9"/>
          <p:cNvSpPr>
            <a:spLocks noGrp="1" noChangeArrowheads="1"/>
          </p:cNvSpPr>
          <p:nvPr>
            <p:ph type="sldNum" sz="quarter" idx="10"/>
          </p:nvPr>
        </p:nvSpPr>
        <p:spPr/>
        <p:txBody>
          <a:bodyPr/>
          <a:lstStyle>
            <a:lvl1pPr>
              <a:defRPr/>
            </a:lvl1pPr>
          </a:lstStyle>
          <a:p>
            <a:pPr>
              <a:defRPr/>
            </a:pPr>
            <a:fld id="{16E0B510-3D4C-4900-9A0C-BF81A6E5EB45}"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100176462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24625" y="609600"/>
            <a:ext cx="1946275" cy="54991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85800" y="609600"/>
            <a:ext cx="5686425" cy="54991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9"/>
          <p:cNvSpPr>
            <a:spLocks noGrp="1" noChangeArrowheads="1"/>
          </p:cNvSpPr>
          <p:nvPr>
            <p:ph type="sldNum" sz="quarter" idx="10"/>
          </p:nvPr>
        </p:nvSpPr>
        <p:spPr/>
        <p:txBody>
          <a:bodyPr/>
          <a:lstStyle>
            <a:lvl1pPr>
              <a:defRPr/>
            </a:lvl1pPr>
          </a:lstStyle>
          <a:p>
            <a:pPr>
              <a:defRPr/>
            </a:pPr>
            <a:fld id="{552CE625-83DC-4EB1-97DB-39AD2C53E330}"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43458320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731838"/>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98500" y="1804988"/>
            <a:ext cx="3810000" cy="4303712"/>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60900" y="1804988"/>
            <a:ext cx="3810000" cy="4303712"/>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9"/>
          <p:cNvSpPr>
            <a:spLocks noGrp="1" noChangeArrowheads="1"/>
          </p:cNvSpPr>
          <p:nvPr>
            <p:ph type="sldNum" sz="quarter" idx="10"/>
          </p:nvPr>
        </p:nvSpPr>
        <p:spPr/>
        <p:txBody>
          <a:bodyPr/>
          <a:lstStyle>
            <a:lvl1pPr>
              <a:defRPr/>
            </a:lvl1pPr>
          </a:lstStyle>
          <a:p>
            <a:pPr>
              <a:defRPr/>
            </a:pPr>
            <a:fld id="{DBA66837-35F0-4D00-8B6C-228E5CDD46D8}"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12150265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731838"/>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98500" y="1804988"/>
            <a:ext cx="3810000" cy="4303712"/>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660900" y="1804988"/>
            <a:ext cx="3810000" cy="2074862"/>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660900" y="4032250"/>
            <a:ext cx="3810000" cy="207645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Rectangle 9"/>
          <p:cNvSpPr>
            <a:spLocks noGrp="1" noChangeArrowheads="1"/>
          </p:cNvSpPr>
          <p:nvPr>
            <p:ph type="sldNum" sz="quarter" idx="10"/>
          </p:nvPr>
        </p:nvSpPr>
        <p:spPr/>
        <p:txBody>
          <a:bodyPr/>
          <a:lstStyle>
            <a:lvl1pPr>
              <a:defRPr/>
            </a:lvl1pPr>
          </a:lstStyle>
          <a:p>
            <a:pPr>
              <a:defRPr/>
            </a:pPr>
            <a:fld id="{0AC4DED8-7C52-4EAC-8FA7-B3C8E9E8CF66}"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198415609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731838"/>
          </a:xfr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98500" y="1804988"/>
            <a:ext cx="3810000" cy="4303712"/>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660900" y="1804988"/>
            <a:ext cx="3810000" cy="2074862"/>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660900" y="4032250"/>
            <a:ext cx="3810000" cy="207645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Rectangle 9"/>
          <p:cNvSpPr>
            <a:spLocks noGrp="1" noChangeArrowheads="1"/>
          </p:cNvSpPr>
          <p:nvPr>
            <p:ph type="sldNum" sz="quarter" idx="10"/>
          </p:nvPr>
        </p:nvSpPr>
        <p:spPr/>
        <p:txBody>
          <a:bodyPr/>
          <a:lstStyle>
            <a:lvl1pPr>
              <a:defRPr/>
            </a:lvl1pPr>
          </a:lstStyle>
          <a:p>
            <a:pPr>
              <a:defRPr/>
            </a:pPr>
            <a:fld id="{444FDE6F-B69E-4490-8C83-8A4D8B2C93B3}" type="slidenum">
              <a:rPr lang="zh-CN" altLang="en-US">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16361958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17" Type="http://schemas.openxmlformats.org/officeDocument/2006/relationships/image" Target="../media/image2.jpeg"/><Relationship Id="rId2" Type="http://schemas.openxmlformats.org/officeDocument/2006/relationships/slideLayout" Target="../slideLayouts/slideLayout17.xml"/><Relationship Id="rId16" Type="http://schemas.openxmlformats.org/officeDocument/2006/relationships/image" Target="../media/image1.jpeg"/><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5" Type="http://schemas.openxmlformats.org/officeDocument/2006/relationships/theme" Target="../theme/theme2.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nbg10_2"/>
          <p:cNvPicPr>
            <a:picLocks noChangeAspect="1"/>
          </p:cNvPicPr>
          <p:nvPr/>
        </p:nvPicPr>
        <p:blipFill>
          <a:blip r:embed="rId17"/>
          <a:stretch>
            <a:fillRect/>
          </a:stretch>
        </p:blipFill>
        <p:spPr>
          <a:xfrm>
            <a:off x="0" y="0"/>
            <a:ext cx="9144000" cy="6858000"/>
          </a:xfrm>
          <a:prstGeom prst="rect">
            <a:avLst/>
          </a:prstGeom>
          <a:noFill/>
          <a:ln w="9525">
            <a:noFill/>
          </a:ln>
        </p:spPr>
      </p:pic>
      <p:pic>
        <p:nvPicPr>
          <p:cNvPr id="1027" name="Picture 3" descr="nbg10_2_1"/>
          <p:cNvPicPr>
            <a:picLocks noChangeAspect="1"/>
          </p:cNvPicPr>
          <p:nvPr/>
        </p:nvPicPr>
        <p:blipFill>
          <a:blip r:embed="rId18"/>
          <a:stretch>
            <a:fillRect/>
          </a:stretch>
        </p:blipFill>
        <p:spPr>
          <a:xfrm>
            <a:off x="0" y="847725"/>
            <a:ext cx="2660650" cy="1089025"/>
          </a:xfrm>
          <a:prstGeom prst="rect">
            <a:avLst/>
          </a:prstGeom>
          <a:noFill/>
          <a:ln w="9525">
            <a:noFill/>
          </a:ln>
        </p:spPr>
      </p:pic>
      <p:sp>
        <p:nvSpPr>
          <p:cNvPr id="1028" name="Rectangle 4"/>
          <p:cNvSpPr>
            <a:spLocks noGrp="1"/>
          </p:cNvSpPr>
          <p:nvPr>
            <p:ph type="title"/>
          </p:nvPr>
        </p:nvSpPr>
        <p:spPr>
          <a:xfrm>
            <a:off x="685800" y="609600"/>
            <a:ext cx="7772400" cy="1143000"/>
          </a:xfrm>
          <a:prstGeom prst="rect">
            <a:avLst/>
          </a:prstGeom>
          <a:noFill/>
          <a:ln w="9525">
            <a:noFill/>
          </a:ln>
        </p:spPr>
        <p:txBody>
          <a:bodyPr anchor="ctr" anchorCtr="0"/>
          <a:lstStyle/>
          <a:p>
            <a:pPr lvl="0"/>
            <a:r>
              <a:rPr lang="ko-KR" altLang="en-US" dirty="0"/>
              <a:t>마스터 제목 스타일 편집</a:t>
            </a:r>
          </a:p>
        </p:txBody>
      </p:sp>
      <p:sp>
        <p:nvSpPr>
          <p:cNvPr id="1029" name="Rectangle 5"/>
          <p:cNvSpPr>
            <a:spLocks noGrp="1"/>
          </p:cNvSpPr>
          <p:nvPr>
            <p:ph type="body" idx="1"/>
          </p:nvPr>
        </p:nvSpPr>
        <p:spPr>
          <a:xfrm>
            <a:off x="698500" y="1804988"/>
            <a:ext cx="7772400" cy="4303712"/>
          </a:xfrm>
          <a:prstGeom prst="rect">
            <a:avLst/>
          </a:prstGeom>
          <a:noFill/>
          <a:ln w="9525">
            <a:noFill/>
          </a:ln>
        </p:spPr>
        <p:txBody>
          <a:body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50182" name="Rectangle 6"/>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latinLnBrk="1" hangingPunct="1">
              <a:defRPr sz="1400">
                <a:latin typeface="+mn-lt"/>
                <a:ea typeface="+mn-ea"/>
              </a:defRPr>
            </a:lvl1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50183" name="Rectangle 7"/>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latinLnBrk="1" hangingPunct="1">
              <a:defRPr sz="1400">
                <a:latin typeface="+mn-lt"/>
                <a:ea typeface="+mn-ea"/>
              </a:defRPr>
            </a:lvl1pPr>
          </a:lstStyle>
          <a:p>
            <a:pPr marL="0" marR="0" lvl="0" indent="0" algn="ctr" defTabSz="914400" rtl="0" eaLnBrk="1" fontAlgn="base" latinLnBrk="1" hangingPunct="1">
              <a:lnSpc>
                <a:spcPct val="100000"/>
              </a:lnSpc>
              <a:spcBef>
                <a:spcPct val="0"/>
              </a:spcBef>
              <a:spcAft>
                <a:spcPct val="0"/>
              </a:spcAft>
              <a:buClrTx/>
              <a:buSzTx/>
              <a:buFontTx/>
              <a:buNone/>
              <a:defRPr/>
            </a:pPr>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50184" name="Rectangle 8"/>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latinLnBrk="1" hangingPunct="1">
              <a:defRPr sz="1400">
                <a:latin typeface="+mn-lt"/>
                <a:ea typeface="+mn-ea"/>
              </a:defRPr>
            </a:lvl1pPr>
          </a:lstStyle>
          <a:p>
            <a:pPr marL="0" marR="0" lvl="0" indent="0" algn="r" defTabSz="914400" rtl="0" eaLnBrk="1" fontAlgn="base" latinLnBrk="1" hangingPunct="1">
              <a:lnSpc>
                <a:spcPct val="100000"/>
              </a:lnSpc>
              <a:spcBef>
                <a:spcPct val="0"/>
              </a:spcBef>
              <a:spcAft>
                <a:spcPct val="0"/>
              </a:spcAft>
              <a:buClrTx/>
              <a:buSzTx/>
              <a:buFontTx/>
              <a:buNone/>
              <a:defRPr/>
            </a:pPr>
            <a:fld id="{7D53F09D-A894-452E-8E0D-71708704E3E6}"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t>‹#›</a:t>
            </a:fld>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78" r:id="rId14"/>
    <p:sldLayoutId id="2147483679" r:id="rId15"/>
  </p:sldLayoutIdLst>
  <p:hf sldNum="0" hdr="0" ftr="0" dt="0"/>
  <p:txStyles>
    <p:titleStyle>
      <a:lvl1pPr algn="l" rtl="0" eaLnBrk="0" fontAlgn="base" latinLnBrk="1" hangingPunct="0">
        <a:spcBef>
          <a:spcPct val="0"/>
        </a:spcBef>
        <a:spcAft>
          <a:spcPct val="0"/>
        </a:spcAft>
        <a:defRPr kumimoji="1" sz="3600" kern="1200">
          <a:solidFill>
            <a:srgbClr val="0033CC"/>
          </a:solidFill>
          <a:latin typeface="+mj-lt"/>
          <a:ea typeface="+mj-ea"/>
          <a:cs typeface="+mj-cs"/>
        </a:defRPr>
      </a:lvl1pPr>
      <a:lvl2pPr algn="l" rtl="0" eaLnBrk="0" fontAlgn="base" latinLnBrk="1" hangingPunct="0">
        <a:spcBef>
          <a:spcPct val="0"/>
        </a:spcBef>
        <a:spcAft>
          <a:spcPct val="0"/>
        </a:spcAft>
        <a:defRPr kumimoji="1" sz="3600">
          <a:solidFill>
            <a:srgbClr val="0033CC"/>
          </a:solidFill>
          <a:latin typeface="-윤체B" pitchFamily="18" charset="-127"/>
          <a:ea typeface="-윤체B" pitchFamily="18" charset="-127"/>
        </a:defRPr>
      </a:lvl2pPr>
      <a:lvl3pPr algn="l" rtl="0" eaLnBrk="0" fontAlgn="base" latinLnBrk="1" hangingPunct="0">
        <a:spcBef>
          <a:spcPct val="0"/>
        </a:spcBef>
        <a:spcAft>
          <a:spcPct val="0"/>
        </a:spcAft>
        <a:defRPr kumimoji="1" sz="3600">
          <a:solidFill>
            <a:srgbClr val="0033CC"/>
          </a:solidFill>
          <a:latin typeface="-윤체B" pitchFamily="18" charset="-127"/>
          <a:ea typeface="-윤체B" pitchFamily="18" charset="-127"/>
        </a:defRPr>
      </a:lvl3pPr>
      <a:lvl4pPr algn="l" rtl="0" eaLnBrk="0" fontAlgn="base" latinLnBrk="1" hangingPunct="0">
        <a:spcBef>
          <a:spcPct val="0"/>
        </a:spcBef>
        <a:spcAft>
          <a:spcPct val="0"/>
        </a:spcAft>
        <a:defRPr kumimoji="1" sz="3600">
          <a:solidFill>
            <a:srgbClr val="0033CC"/>
          </a:solidFill>
          <a:latin typeface="-윤체B" pitchFamily="18" charset="-127"/>
          <a:ea typeface="-윤체B" pitchFamily="18" charset="-127"/>
        </a:defRPr>
      </a:lvl4pPr>
      <a:lvl5pPr algn="l" rtl="0" eaLnBrk="0" fontAlgn="base" latinLnBrk="1" hangingPunct="0">
        <a:spcBef>
          <a:spcPct val="0"/>
        </a:spcBef>
        <a:spcAft>
          <a:spcPct val="0"/>
        </a:spcAft>
        <a:defRPr kumimoji="1" sz="3600">
          <a:solidFill>
            <a:srgbClr val="0033CC"/>
          </a:solidFill>
          <a:latin typeface="-윤체B" pitchFamily="18" charset="-127"/>
          <a:ea typeface="-윤체B" pitchFamily="18" charset="-127"/>
        </a:defRPr>
      </a:lvl5pPr>
      <a:lvl6pPr marL="457200" algn="l" rtl="0" fontAlgn="base" latinLnBrk="1">
        <a:spcBef>
          <a:spcPct val="0"/>
        </a:spcBef>
        <a:spcAft>
          <a:spcPct val="0"/>
        </a:spcAft>
        <a:defRPr kumimoji="1" sz="3600">
          <a:solidFill>
            <a:srgbClr val="0033CC"/>
          </a:solidFill>
          <a:latin typeface="-윤체B" pitchFamily="18" charset="-127"/>
          <a:ea typeface="-윤체B" pitchFamily="18" charset="-127"/>
        </a:defRPr>
      </a:lvl6pPr>
      <a:lvl7pPr marL="914400" algn="l" rtl="0" fontAlgn="base" latinLnBrk="1">
        <a:spcBef>
          <a:spcPct val="0"/>
        </a:spcBef>
        <a:spcAft>
          <a:spcPct val="0"/>
        </a:spcAft>
        <a:defRPr kumimoji="1" sz="3600">
          <a:solidFill>
            <a:srgbClr val="0033CC"/>
          </a:solidFill>
          <a:latin typeface="-윤체B" pitchFamily="18" charset="-127"/>
          <a:ea typeface="-윤체B" pitchFamily="18" charset="-127"/>
        </a:defRPr>
      </a:lvl7pPr>
      <a:lvl8pPr marL="1371600" algn="l" rtl="0" fontAlgn="base" latinLnBrk="1">
        <a:spcBef>
          <a:spcPct val="0"/>
        </a:spcBef>
        <a:spcAft>
          <a:spcPct val="0"/>
        </a:spcAft>
        <a:defRPr kumimoji="1" sz="3600">
          <a:solidFill>
            <a:srgbClr val="0033CC"/>
          </a:solidFill>
          <a:latin typeface="-윤체B" pitchFamily="18" charset="-127"/>
          <a:ea typeface="-윤체B" pitchFamily="18" charset="-127"/>
        </a:defRPr>
      </a:lvl8pPr>
      <a:lvl9pPr marL="1828800" algn="l" rtl="0" fontAlgn="base" latinLnBrk="1">
        <a:spcBef>
          <a:spcPct val="0"/>
        </a:spcBef>
        <a:spcAft>
          <a:spcPct val="0"/>
        </a:spcAft>
        <a:defRPr kumimoji="1" sz="3600">
          <a:solidFill>
            <a:srgbClr val="0033CC"/>
          </a:solidFill>
          <a:latin typeface="-윤체B" pitchFamily="18" charset="-127"/>
          <a:ea typeface="-윤체B" pitchFamily="18" charset="-127"/>
        </a:defRPr>
      </a:lvl9pPr>
    </p:titleStyle>
    <p:body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nbg10_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 name="Picture 3" descr="nbg10_2_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0" y="847725"/>
            <a:ext cx="2660650" cy="108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8" name="Rectangle 4"/>
          <p:cNvSpPr>
            <a:spLocks noGrp="1" noChangeArrowheads="1"/>
          </p:cNvSpPr>
          <p:nvPr>
            <p:ph type="title"/>
          </p:nvPr>
        </p:nvSpPr>
        <p:spPr bwMode="auto">
          <a:xfrm>
            <a:off x="685800" y="609600"/>
            <a:ext cx="7772400" cy="731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endParaRPr lang="zh-CN" altLang="en-US" smtClean="0"/>
          </a:p>
        </p:txBody>
      </p:sp>
      <p:sp>
        <p:nvSpPr>
          <p:cNvPr id="1029" name="Rectangle 5"/>
          <p:cNvSpPr>
            <a:spLocks noGrp="1" noChangeArrowheads="1"/>
          </p:cNvSpPr>
          <p:nvPr>
            <p:ph type="body" idx="1"/>
          </p:nvPr>
        </p:nvSpPr>
        <p:spPr bwMode="auto">
          <a:xfrm>
            <a:off x="698500" y="1804988"/>
            <a:ext cx="7772400" cy="4303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endParaRPr lang="zh-CN" altLang="en-US" smtClean="0"/>
          </a:p>
        </p:txBody>
      </p:sp>
      <p:sp>
        <p:nvSpPr>
          <p:cNvPr id="50185" name="Rectangle 9"/>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latinLnBrk="1" hangingPunct="1">
              <a:defRPr sz="1400">
                <a:latin typeface="Gulim" panose="020B0604020202020204" pitchFamily="34" charset="-127"/>
                <a:ea typeface="Gulim" panose="020B0604020202020204" pitchFamily="34" charset="-127"/>
              </a:defRPr>
            </a:lvl1pPr>
          </a:lstStyle>
          <a:p>
            <a:pPr>
              <a:defRPr/>
            </a:pPr>
            <a:fld id="{5E4B1C03-D777-470B-86CE-7C68962FAF9B}" type="slidenum">
              <a:rPr kumimoji="1" lang="zh-CN" altLang="en-US">
                <a:solidFill>
                  <a:srgbClr val="000000"/>
                </a:solidFill>
              </a:rPr>
              <a:pPr>
                <a:defRPr/>
              </a:pPr>
              <a:t>‹#›</a:t>
            </a:fld>
            <a:endParaRPr kumimoji="1" lang="en-US" altLang="zh-CN">
              <a:solidFill>
                <a:srgbClr val="000000"/>
              </a:solidFill>
            </a:endParaRPr>
          </a:p>
        </p:txBody>
      </p:sp>
    </p:spTree>
    <p:extLst>
      <p:ext uri="{BB962C8B-B14F-4D97-AF65-F5344CB8AC3E}">
        <p14:creationId xmlns:p14="http://schemas.microsoft.com/office/powerpoint/2010/main" val="689289505"/>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Lst>
  <p:hf hdr="0" ftr="0" dt="0"/>
  <p:txStyles>
    <p:titleStyle>
      <a:lvl1pPr algn="l" rtl="0" eaLnBrk="0" fontAlgn="base" latinLnBrk="1" hangingPunct="0">
        <a:spcBef>
          <a:spcPct val="0"/>
        </a:spcBef>
        <a:spcAft>
          <a:spcPct val="0"/>
        </a:spcAft>
        <a:defRPr kumimoji="1" sz="4000" kern="1200">
          <a:solidFill>
            <a:srgbClr val="0033CC"/>
          </a:solidFill>
          <a:latin typeface="+mj-lt"/>
          <a:ea typeface="+mj-ea"/>
          <a:cs typeface="+mj-cs"/>
        </a:defRPr>
      </a:lvl1pPr>
      <a:lvl2pPr algn="l" rtl="0" eaLnBrk="0" fontAlgn="base" latinLnBrk="1" hangingPunct="0">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2pPr>
      <a:lvl3pPr algn="l" rtl="0" eaLnBrk="0" fontAlgn="base" latinLnBrk="1" hangingPunct="0">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3pPr>
      <a:lvl4pPr algn="l" rtl="0" eaLnBrk="0" fontAlgn="base" latinLnBrk="1" hangingPunct="0">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4pPr>
      <a:lvl5pPr algn="l" rtl="0" eaLnBrk="0" fontAlgn="base" latinLnBrk="1" hangingPunct="0">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5pPr>
      <a:lvl6pPr marL="457200" algn="l" rtl="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6pPr>
      <a:lvl7pPr marL="914400" algn="l" rtl="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7pPr>
      <a:lvl8pPr marL="1371600" algn="l" rtl="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8pPr>
      <a:lvl9pPr marL="1828800" algn="l" rtl="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9pPr>
    </p:titleStyle>
    <p:body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anose="02020603050405020304" pitchFamily="18" charset="-127"/>
          <a:ea typeface="-윤체M" panose="02020603050405020304"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anose="02020603050405020304" pitchFamily="18" charset="-127"/>
          <a:ea typeface="-윤체M" panose="02020603050405020304"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anose="02020603050405020304" pitchFamily="18" charset="-127"/>
          <a:ea typeface="-윤체M" panose="02020603050405020304"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anose="02020603050405020304" pitchFamily="18" charset="-127"/>
          <a:ea typeface="-윤체M" panose="02020603050405020304" pitchFamily="18" charset="-127"/>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9.wmf"/><Relationship Id="rId5" Type="http://schemas.openxmlformats.org/officeDocument/2006/relationships/oleObject" Target="../embeddings/oleObject2.bin"/><Relationship Id="rId4" Type="http://schemas.openxmlformats.org/officeDocument/2006/relationships/image" Target="../media/image8.wm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2.xml"/><Relationship Id="rId1" Type="http://schemas.openxmlformats.org/officeDocument/2006/relationships/vmlDrawing" Target="../drawings/vmlDrawing2.vml"/><Relationship Id="rId5" Type="http://schemas.openxmlformats.org/officeDocument/2006/relationships/image" Target="../media/image10.wmf"/><Relationship Id="rId4" Type="http://schemas.openxmlformats.org/officeDocument/2006/relationships/oleObject" Target="../embeddings/oleObject3.bin"/></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11.wmf"/><Relationship Id="rId4" Type="http://schemas.openxmlformats.org/officeDocument/2006/relationships/oleObject" Target="../embeddings/oleObject4.bin"/></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5.xml"/><Relationship Id="rId4" Type="http://schemas.openxmlformats.org/officeDocument/2006/relationships/image" Target="../media/image21.png"/></Relationships>
</file>

<file path=ppt/slides/_rels/slide70.xml.rels><?xml version="1.0" encoding="UTF-8" standalone="yes"?>
<Relationships xmlns="http://schemas.openxmlformats.org/package/2006/relationships"><Relationship Id="rId8" Type="http://schemas.openxmlformats.org/officeDocument/2006/relationships/image" Target="../media/image28.jpe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png"/><Relationship Id="rId1" Type="http://schemas.openxmlformats.org/officeDocument/2006/relationships/slideLayout" Target="../slideLayouts/slideLayout15.xml"/><Relationship Id="rId6" Type="http://schemas.openxmlformats.org/officeDocument/2006/relationships/image" Target="../media/image26.jpeg"/><Relationship Id="rId5" Type="http://schemas.openxmlformats.org/officeDocument/2006/relationships/image" Target="../media/image25.jpeg"/><Relationship Id="rId4" Type="http://schemas.openxmlformats.org/officeDocument/2006/relationships/image" Target="../media/image24.png"/><Relationship Id="rId9" Type="http://schemas.openxmlformats.org/officeDocument/2006/relationships/image" Target="../media/image29.jpeg"/></Relationships>
</file>

<file path=ppt/slides/_rels/slide7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7.xml"/><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7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8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8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44.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7.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7.xml"/></Relationships>
</file>

<file path=ppt/slides/_rels/slide94.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27.xml"/><Relationship Id="rId1" Type="http://schemas.openxmlformats.org/officeDocument/2006/relationships/vmlDrawing" Target="../drawings/vmlDrawing4.vml"/><Relationship Id="rId6" Type="http://schemas.openxmlformats.org/officeDocument/2006/relationships/image" Target="../media/image49.png"/><Relationship Id="rId5" Type="http://schemas.openxmlformats.org/officeDocument/2006/relationships/image" Target="../media/image48.wmf"/><Relationship Id="rId4" Type="http://schemas.openxmlformats.org/officeDocument/2006/relationships/oleObject" Target="../embeddings/oleObject5.bin"/></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7.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7.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7.xml"/></Relationships>
</file>

<file path=ppt/slides/_rels/slide9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56.xml"/><Relationship Id="rId1" Type="http://schemas.openxmlformats.org/officeDocument/2006/relationships/slideLayout" Target="../slideLayouts/slideLayout28.xml"/></Relationships>
</file>

<file path=ppt/slides/_rels/slide99.xml.rels><?xml version="1.0" encoding="UTF-8" standalone="yes"?>
<Relationships xmlns="http://schemas.openxmlformats.org/package/2006/relationships"><Relationship Id="rId3" Type="http://schemas.openxmlformats.org/officeDocument/2006/relationships/notesSlide" Target="../notesSlides/notesSlide57.xml"/><Relationship Id="rId7" Type="http://schemas.openxmlformats.org/officeDocument/2006/relationships/image" Target="../media/image52.emf"/><Relationship Id="rId2" Type="http://schemas.openxmlformats.org/officeDocument/2006/relationships/slideLayout" Target="../slideLayouts/slideLayout28.xml"/><Relationship Id="rId1" Type="http://schemas.openxmlformats.org/officeDocument/2006/relationships/vmlDrawing" Target="../drawings/vmlDrawing5.vml"/><Relationship Id="rId6" Type="http://schemas.openxmlformats.org/officeDocument/2006/relationships/oleObject" Target="../embeddings/oleObject7.bin"/><Relationship Id="rId5" Type="http://schemas.openxmlformats.org/officeDocument/2006/relationships/image" Target="../media/image51.emf"/><Relationship Id="rId4" Type="http://schemas.openxmlformats.org/officeDocument/2006/relationships/oleObject" Target="../embeddings/oleObject6.bin"/></Relationships>
</file>

<file path=ppt/slides/_rels/slide10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58.xml"/><Relationship Id="rId1" Type="http://schemas.openxmlformats.org/officeDocument/2006/relationships/slideLayout" Target="../slideLayouts/slideLayout27.xml"/></Relationships>
</file>

<file path=ppt/slides/_rels/slide10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9.xml"/><Relationship Id="rId1" Type="http://schemas.openxmlformats.org/officeDocument/2006/relationships/slideLayout" Target="../slideLayouts/slideLayout27.xml"/><Relationship Id="rId4" Type="http://schemas.openxmlformats.org/officeDocument/2006/relationships/image" Target="../media/image55.png"/></Relationships>
</file>

<file path=ppt/slides/_rels/slide102.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27.xml"/><Relationship Id="rId1" Type="http://schemas.openxmlformats.org/officeDocument/2006/relationships/vmlDrawing" Target="../drawings/vmlDrawing6.vml"/><Relationship Id="rId5" Type="http://schemas.openxmlformats.org/officeDocument/2006/relationships/image" Target="../media/image56.emf"/><Relationship Id="rId4" Type="http://schemas.openxmlformats.org/officeDocument/2006/relationships/oleObject" Target="../embeddings/oleObject8.bin"/></Relationships>
</file>

<file path=ppt/slides/_rels/slide103.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27.xml"/><Relationship Id="rId1" Type="http://schemas.openxmlformats.org/officeDocument/2006/relationships/vmlDrawing" Target="../drawings/vmlDrawing7.vml"/><Relationship Id="rId5" Type="http://schemas.openxmlformats.org/officeDocument/2006/relationships/image" Target="../media/image57.emf"/><Relationship Id="rId4" Type="http://schemas.openxmlformats.org/officeDocument/2006/relationships/oleObject" Target="../embeddings/oleObject9.bin"/></Relationships>
</file>

<file path=ppt/slides/_rels/slide104.xml.rels><?xml version="1.0" encoding="UTF-8" standalone="yes"?>
<Relationships xmlns="http://schemas.openxmlformats.org/package/2006/relationships"><Relationship Id="rId8" Type="http://schemas.openxmlformats.org/officeDocument/2006/relationships/oleObject" Target="../embeddings/oleObject12.bin"/><Relationship Id="rId3" Type="http://schemas.openxmlformats.org/officeDocument/2006/relationships/notesSlide" Target="../notesSlides/notesSlide62.xml"/><Relationship Id="rId7" Type="http://schemas.openxmlformats.org/officeDocument/2006/relationships/image" Target="../media/image59.emf"/><Relationship Id="rId2" Type="http://schemas.openxmlformats.org/officeDocument/2006/relationships/slideLayout" Target="../slideLayouts/slideLayout28.xml"/><Relationship Id="rId1" Type="http://schemas.openxmlformats.org/officeDocument/2006/relationships/vmlDrawing" Target="../drawings/vmlDrawing8.vml"/><Relationship Id="rId6" Type="http://schemas.openxmlformats.org/officeDocument/2006/relationships/oleObject" Target="../embeddings/oleObject11.bin"/><Relationship Id="rId5" Type="http://schemas.openxmlformats.org/officeDocument/2006/relationships/image" Target="../media/image58.emf"/><Relationship Id="rId4" Type="http://schemas.openxmlformats.org/officeDocument/2006/relationships/oleObject" Target="../embeddings/oleObject10.bin"/><Relationship Id="rId9" Type="http://schemas.openxmlformats.org/officeDocument/2006/relationships/image" Target="../media/image60.emf"/></Relationships>
</file>

<file path=ppt/slides/_rels/slide105.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28.xml"/><Relationship Id="rId1" Type="http://schemas.openxmlformats.org/officeDocument/2006/relationships/vmlDrawing" Target="../drawings/vmlDrawing9.vml"/><Relationship Id="rId5" Type="http://schemas.openxmlformats.org/officeDocument/2006/relationships/image" Target="../media/image61.emf"/><Relationship Id="rId4" Type="http://schemas.openxmlformats.org/officeDocument/2006/relationships/oleObject" Target="../embeddings/oleObject13.bin"/></Relationships>
</file>

<file path=ppt/slides/_rels/slide106.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64.xml"/><Relationship Id="rId1" Type="http://schemas.openxmlformats.org/officeDocument/2006/relationships/slideLayout" Target="../slideLayouts/slideLayout28.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09.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7.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7.xml"/></Relationships>
</file>

<file path=ppt/slides/_rels/slide111.xml.rels><?xml version="1.0" encoding="UTF-8" standalone="yes"?>
<Relationships xmlns="http://schemas.openxmlformats.org/package/2006/relationships"><Relationship Id="rId3" Type="http://schemas.openxmlformats.org/officeDocument/2006/relationships/notesSlide" Target="../notesSlides/notesSlide67.xml"/><Relationship Id="rId7" Type="http://schemas.openxmlformats.org/officeDocument/2006/relationships/image" Target="../media/image65.wmf"/><Relationship Id="rId2" Type="http://schemas.openxmlformats.org/officeDocument/2006/relationships/slideLayout" Target="../slideLayouts/slideLayout27.xml"/><Relationship Id="rId1" Type="http://schemas.openxmlformats.org/officeDocument/2006/relationships/vmlDrawing" Target="../drawings/vmlDrawing10.vml"/><Relationship Id="rId6" Type="http://schemas.openxmlformats.org/officeDocument/2006/relationships/oleObject" Target="../embeddings/oleObject15.bin"/><Relationship Id="rId5" Type="http://schemas.openxmlformats.org/officeDocument/2006/relationships/image" Target="../media/image64.wmf"/><Relationship Id="rId4" Type="http://schemas.openxmlformats.org/officeDocument/2006/relationships/oleObject" Target="../embeddings/oleObject14.bin"/></Relationships>
</file>

<file path=ppt/slides/_rels/slide112.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7.xml"/><Relationship Id="rId4" Type="http://schemas.openxmlformats.org/officeDocument/2006/relationships/image" Target="../media/image68.png"/></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7.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7.xml"/></Relationships>
</file>

<file path=ppt/slides/_rels/slide11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70.xml"/><Relationship Id="rId1" Type="http://schemas.openxmlformats.org/officeDocument/2006/relationships/slideLayout" Target="../slideLayouts/slideLayout17.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7.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7.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7.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4.xml"/></Relationships>
</file>

<file path=ppt/slides/_rels/slide121.xml.rels><?xml version="1.0" encoding="UTF-8" standalone="yes"?>
<Relationships xmlns="http://schemas.openxmlformats.org/package/2006/relationships"><Relationship Id="rId3" Type="http://schemas.openxmlformats.org/officeDocument/2006/relationships/notesSlide" Target="../notesSlides/notesSlide76.xml"/><Relationship Id="rId2" Type="http://schemas.openxmlformats.org/officeDocument/2006/relationships/slideLayout" Target="../slideLayouts/slideLayout2.xml"/><Relationship Id="rId1" Type="http://schemas.openxmlformats.org/officeDocument/2006/relationships/vmlDrawing" Target="../drawings/vmlDrawing11.vml"/><Relationship Id="rId5" Type="http://schemas.openxmlformats.org/officeDocument/2006/relationships/image" Target="../media/image69.emf"/><Relationship Id="rId4" Type="http://schemas.openxmlformats.org/officeDocument/2006/relationships/oleObject" Target="../embeddings/oleObject16.bin"/></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4.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3" Type="http://schemas.openxmlformats.org/officeDocument/2006/relationships/notesSlide" Target="../notesSlides/notesSlide82.xml"/><Relationship Id="rId2" Type="http://schemas.openxmlformats.org/officeDocument/2006/relationships/slideLayout" Target="../slideLayouts/slideLayout2.xml"/><Relationship Id="rId1" Type="http://schemas.openxmlformats.org/officeDocument/2006/relationships/vmlDrawing" Target="../drawings/vmlDrawing12.vml"/><Relationship Id="rId5" Type="http://schemas.openxmlformats.org/officeDocument/2006/relationships/image" Target="../media/image70.emf"/><Relationship Id="rId4" Type="http://schemas.openxmlformats.org/officeDocument/2006/relationships/oleObject" Target="../embeddings/Microsoft_Word_97_-_2003___1.doc"/></Relationships>
</file>

<file path=ppt/slides/_rels/slide129.xml.rels><?xml version="1.0" encoding="UTF-8" standalone="yes"?>
<Relationships xmlns="http://schemas.openxmlformats.org/package/2006/relationships"><Relationship Id="rId8" Type="http://schemas.openxmlformats.org/officeDocument/2006/relationships/image" Target="../media/image73.wmf"/><Relationship Id="rId3" Type="http://schemas.openxmlformats.org/officeDocument/2006/relationships/oleObject" Target="../embeddings/oleObject17.bin"/><Relationship Id="rId7" Type="http://schemas.openxmlformats.org/officeDocument/2006/relationships/oleObject" Target="../embeddings/oleObject19.bin"/><Relationship Id="rId12" Type="http://schemas.openxmlformats.org/officeDocument/2006/relationships/image" Target="../media/image75.wmf"/><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image" Target="../media/image72.wmf"/><Relationship Id="rId11" Type="http://schemas.openxmlformats.org/officeDocument/2006/relationships/oleObject" Target="../embeddings/oleObject21.bin"/><Relationship Id="rId5" Type="http://schemas.openxmlformats.org/officeDocument/2006/relationships/oleObject" Target="../embeddings/oleObject18.bin"/><Relationship Id="rId10" Type="http://schemas.openxmlformats.org/officeDocument/2006/relationships/image" Target="../media/image74.wmf"/><Relationship Id="rId4" Type="http://schemas.openxmlformats.org/officeDocument/2006/relationships/image" Target="../media/image71.wmf"/><Relationship Id="rId9" Type="http://schemas.openxmlformats.org/officeDocument/2006/relationships/oleObject" Target="../embeddings/oleObject20.bin"/></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8" Type="http://schemas.openxmlformats.org/officeDocument/2006/relationships/oleObject" Target="../embeddings/oleObject24.bin"/><Relationship Id="rId3" Type="http://schemas.openxmlformats.org/officeDocument/2006/relationships/notesSlide" Target="../notesSlides/notesSlide83.xml"/><Relationship Id="rId7" Type="http://schemas.openxmlformats.org/officeDocument/2006/relationships/image" Target="../media/image77.wmf"/><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oleObject" Target="../embeddings/oleObject23.bin"/><Relationship Id="rId11" Type="http://schemas.openxmlformats.org/officeDocument/2006/relationships/image" Target="../media/image79.wmf"/><Relationship Id="rId5" Type="http://schemas.openxmlformats.org/officeDocument/2006/relationships/image" Target="../media/image76.wmf"/><Relationship Id="rId10" Type="http://schemas.openxmlformats.org/officeDocument/2006/relationships/oleObject" Target="../embeddings/oleObject25.bin"/><Relationship Id="rId4" Type="http://schemas.openxmlformats.org/officeDocument/2006/relationships/oleObject" Target="../embeddings/oleObject22.bin"/><Relationship Id="rId9" Type="http://schemas.openxmlformats.org/officeDocument/2006/relationships/image" Target="../media/image78.wmf"/></Relationships>
</file>

<file path=ppt/slides/_rels/slide132.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notesSlide" Target="../notesSlides/notesSlide85.xml"/><Relationship Id="rId7" Type="http://schemas.openxmlformats.org/officeDocument/2006/relationships/image" Target="../media/image82.emf"/><Relationship Id="rId2" Type="http://schemas.openxmlformats.org/officeDocument/2006/relationships/slideLayout" Target="../slideLayouts/slideLayout4.xml"/><Relationship Id="rId1" Type="http://schemas.openxmlformats.org/officeDocument/2006/relationships/vmlDrawing" Target="../drawings/vmlDrawing15.vml"/><Relationship Id="rId6" Type="http://schemas.openxmlformats.org/officeDocument/2006/relationships/oleObject" Target="../embeddings/oleObject27.bin"/><Relationship Id="rId5" Type="http://schemas.openxmlformats.org/officeDocument/2006/relationships/image" Target="../media/image81.wmf"/><Relationship Id="rId4" Type="http://schemas.openxmlformats.org/officeDocument/2006/relationships/oleObject" Target="../embeddings/oleObject26.bin"/></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7.xml"/><Relationship Id="rId1" Type="http://schemas.openxmlformats.org/officeDocument/2006/relationships/vmlDrawing" Target="../drawings/vmlDrawing16.vml"/><Relationship Id="rId6" Type="http://schemas.openxmlformats.org/officeDocument/2006/relationships/image" Target="../media/image84.wmf"/><Relationship Id="rId5" Type="http://schemas.openxmlformats.org/officeDocument/2006/relationships/oleObject" Target="../embeddings/oleObject29.bin"/><Relationship Id="rId4" Type="http://schemas.openxmlformats.org/officeDocument/2006/relationships/image" Target="../media/image83.wmf"/></Relationships>
</file>

<file path=ppt/slides/_rels/slide137.xml.rels><?xml version="1.0" encoding="UTF-8" standalone="yes"?>
<Relationships xmlns="http://schemas.openxmlformats.org/package/2006/relationships"><Relationship Id="rId8" Type="http://schemas.openxmlformats.org/officeDocument/2006/relationships/image" Target="../media/image87.wmf"/><Relationship Id="rId3" Type="http://schemas.openxmlformats.org/officeDocument/2006/relationships/oleObject" Target="../embeddings/oleObject30.bin"/><Relationship Id="rId7" Type="http://schemas.openxmlformats.org/officeDocument/2006/relationships/oleObject" Target="../embeddings/oleObject32.bin"/><Relationship Id="rId2" Type="http://schemas.openxmlformats.org/officeDocument/2006/relationships/slideLayout" Target="../slideLayouts/slideLayout7.xml"/><Relationship Id="rId1" Type="http://schemas.openxmlformats.org/officeDocument/2006/relationships/vmlDrawing" Target="../drawings/vmlDrawing17.vml"/><Relationship Id="rId6" Type="http://schemas.openxmlformats.org/officeDocument/2006/relationships/image" Target="../media/image86.wmf"/><Relationship Id="rId5" Type="http://schemas.openxmlformats.org/officeDocument/2006/relationships/oleObject" Target="../embeddings/oleObject31.bin"/><Relationship Id="rId4" Type="http://schemas.openxmlformats.org/officeDocument/2006/relationships/image" Target="../media/image85.wmf"/></Relationships>
</file>

<file path=ppt/slides/_rels/slide138.xml.rels><?xml version="1.0" encoding="UTF-8" standalone="yes"?>
<Relationships xmlns="http://schemas.openxmlformats.org/package/2006/relationships"><Relationship Id="rId3" Type="http://schemas.openxmlformats.org/officeDocument/2006/relationships/oleObject" Target="../embeddings/oleObject33.bin"/><Relationship Id="rId7" Type="http://schemas.openxmlformats.org/officeDocument/2006/relationships/image" Target="../media/image90.png"/><Relationship Id="rId2" Type="http://schemas.openxmlformats.org/officeDocument/2006/relationships/slideLayout" Target="../slideLayouts/slideLayout7.xml"/><Relationship Id="rId1" Type="http://schemas.openxmlformats.org/officeDocument/2006/relationships/vmlDrawing" Target="../drawings/vmlDrawing18.vml"/><Relationship Id="rId6" Type="http://schemas.openxmlformats.org/officeDocument/2006/relationships/image" Target="../media/image89.wmf"/><Relationship Id="rId5" Type="http://schemas.openxmlformats.org/officeDocument/2006/relationships/oleObject" Target="../embeddings/oleObject34.bin"/><Relationship Id="rId4" Type="http://schemas.openxmlformats.org/officeDocument/2006/relationships/image" Target="../media/image88.wmf"/></Relationships>
</file>

<file path=ppt/slides/_rels/slide139.xml.rels><?xml version="1.0" encoding="UTF-8" standalone="yes"?>
<Relationships xmlns="http://schemas.openxmlformats.org/package/2006/relationships"><Relationship Id="rId8" Type="http://schemas.openxmlformats.org/officeDocument/2006/relationships/image" Target="../media/image93.wmf"/><Relationship Id="rId3" Type="http://schemas.openxmlformats.org/officeDocument/2006/relationships/oleObject" Target="../embeddings/oleObject35.bin"/><Relationship Id="rId7" Type="http://schemas.openxmlformats.org/officeDocument/2006/relationships/oleObject" Target="../embeddings/oleObject37.bin"/><Relationship Id="rId2" Type="http://schemas.openxmlformats.org/officeDocument/2006/relationships/slideLayout" Target="../slideLayouts/slideLayout7.xml"/><Relationship Id="rId1" Type="http://schemas.openxmlformats.org/officeDocument/2006/relationships/vmlDrawing" Target="../drawings/vmlDrawing19.vml"/><Relationship Id="rId6" Type="http://schemas.openxmlformats.org/officeDocument/2006/relationships/image" Target="../media/image92.wmf"/><Relationship Id="rId5" Type="http://schemas.openxmlformats.org/officeDocument/2006/relationships/oleObject" Target="../embeddings/oleObject36.bin"/><Relationship Id="rId4" Type="http://schemas.openxmlformats.org/officeDocument/2006/relationships/image" Target="../media/image91.wmf"/></Relationships>
</file>

<file path=ppt/slides/_rels/slide140.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Layout" Target="../slideLayouts/slideLayout7.xml"/><Relationship Id="rId1" Type="http://schemas.openxmlformats.org/officeDocument/2006/relationships/vmlDrawing" Target="../drawings/vmlDrawing20.vml"/><Relationship Id="rId4" Type="http://schemas.openxmlformats.org/officeDocument/2006/relationships/image" Target="../media/image94.wmf"/></Relationships>
</file>

<file path=ppt/slides/_rels/slide141.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Layout" Target="../slideLayouts/slideLayout7.xml"/><Relationship Id="rId1" Type="http://schemas.openxmlformats.org/officeDocument/2006/relationships/vmlDrawing" Target="../drawings/vmlDrawing21.vml"/><Relationship Id="rId6" Type="http://schemas.openxmlformats.org/officeDocument/2006/relationships/image" Target="../media/image96.wmf"/><Relationship Id="rId5" Type="http://schemas.openxmlformats.org/officeDocument/2006/relationships/oleObject" Target="../embeddings/oleObject40.bin"/><Relationship Id="rId4" Type="http://schemas.openxmlformats.org/officeDocument/2006/relationships/image" Target="../media/image95.wmf"/></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2" Type="http://schemas.openxmlformats.org/officeDocument/2006/relationships/image" Target="../media/image97.emf"/><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3" Type="http://schemas.openxmlformats.org/officeDocument/2006/relationships/oleObject" Target="../embeddings/oleObject41.bin"/><Relationship Id="rId2" Type="http://schemas.openxmlformats.org/officeDocument/2006/relationships/slideLayout" Target="../slideLayouts/slideLayout7.xml"/><Relationship Id="rId1" Type="http://schemas.openxmlformats.org/officeDocument/2006/relationships/vmlDrawing" Target="../drawings/vmlDrawing22.vml"/><Relationship Id="rId6" Type="http://schemas.openxmlformats.org/officeDocument/2006/relationships/image" Target="../media/image84.wmf"/><Relationship Id="rId5" Type="http://schemas.openxmlformats.org/officeDocument/2006/relationships/oleObject" Target="../embeddings/oleObject42.bin"/><Relationship Id="rId4" Type="http://schemas.openxmlformats.org/officeDocument/2006/relationships/image" Target="../media/image83.wmf"/></Relationships>
</file>

<file path=ppt/slides/_rels/slide150.xml.rels><?xml version="1.0" encoding="UTF-8" standalone="yes"?>
<Relationships xmlns="http://schemas.openxmlformats.org/package/2006/relationships"><Relationship Id="rId3" Type="http://schemas.openxmlformats.org/officeDocument/2006/relationships/oleObject" Target="../embeddings/oleObject43.bin"/><Relationship Id="rId2" Type="http://schemas.openxmlformats.org/officeDocument/2006/relationships/slideLayout" Target="../slideLayouts/slideLayout7.xml"/><Relationship Id="rId1" Type="http://schemas.openxmlformats.org/officeDocument/2006/relationships/vmlDrawing" Target="../drawings/vmlDrawing23.vml"/><Relationship Id="rId6" Type="http://schemas.openxmlformats.org/officeDocument/2006/relationships/image" Target="../media/image84.wmf"/><Relationship Id="rId5" Type="http://schemas.openxmlformats.org/officeDocument/2006/relationships/oleObject" Target="../embeddings/oleObject44.bin"/><Relationship Id="rId4" Type="http://schemas.openxmlformats.org/officeDocument/2006/relationships/image" Target="../media/image100.wmf"/></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3" Type="http://schemas.openxmlformats.org/officeDocument/2006/relationships/oleObject" Target="../embeddings/oleObject45.bin"/><Relationship Id="rId2" Type="http://schemas.openxmlformats.org/officeDocument/2006/relationships/slideLayout" Target="../slideLayouts/slideLayout7.xml"/><Relationship Id="rId1" Type="http://schemas.openxmlformats.org/officeDocument/2006/relationships/vmlDrawing" Target="../drawings/vmlDrawing24.vml"/><Relationship Id="rId4" Type="http://schemas.openxmlformats.org/officeDocument/2006/relationships/image" Target="../media/image101.wmf"/></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8" Type="http://schemas.openxmlformats.org/officeDocument/2006/relationships/image" Target="../media/image104.wmf"/><Relationship Id="rId3" Type="http://schemas.openxmlformats.org/officeDocument/2006/relationships/oleObject" Target="../embeddings/oleObject46.bin"/><Relationship Id="rId7" Type="http://schemas.openxmlformats.org/officeDocument/2006/relationships/oleObject" Target="../embeddings/oleObject48.bin"/><Relationship Id="rId2" Type="http://schemas.openxmlformats.org/officeDocument/2006/relationships/slideLayout" Target="../slideLayouts/slideLayout7.xml"/><Relationship Id="rId1" Type="http://schemas.openxmlformats.org/officeDocument/2006/relationships/vmlDrawing" Target="../drawings/vmlDrawing25.vml"/><Relationship Id="rId6" Type="http://schemas.openxmlformats.org/officeDocument/2006/relationships/image" Target="../media/image103.wmf"/><Relationship Id="rId5" Type="http://schemas.openxmlformats.org/officeDocument/2006/relationships/oleObject" Target="../embeddings/oleObject47.bin"/><Relationship Id="rId4" Type="http://schemas.openxmlformats.org/officeDocument/2006/relationships/image" Target="../media/image102.wmf"/></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18" name="Rectangle 2"/>
          <p:cNvSpPr>
            <a:spLocks noGrp="1" noChangeArrowheads="1"/>
          </p:cNvSpPr>
          <p:nvPr>
            <p:ph type="ctrTitle" hasCustomPrompt="1"/>
          </p:nvPr>
        </p:nvSpPr>
        <p:spPr>
          <a:xfrm>
            <a:off x="539552" y="980728"/>
            <a:ext cx="8139113" cy="3960813"/>
          </a:xfrm>
        </p:spPr>
        <p:txBody>
          <a:bodyPr vert="horz" wrap="square" lIns="91440" tIns="45720" rIns="91440" bIns="45720" numCol="1" anchor="ctr" anchorCtr="0" compatLnSpc="1"/>
          <a:lstStyle/>
          <a:p>
            <a:pPr marL="0" marR="0" lvl="0" indent="0" algn="ctr" defTabSz="914400" rtl="0" eaLnBrk="1" fontAlgn="base" latinLnBrk="1" hangingPunct="1">
              <a:lnSpc>
                <a:spcPct val="100000"/>
              </a:lnSpc>
              <a:spcBef>
                <a:spcPct val="0"/>
              </a:spcBef>
              <a:spcAft>
                <a:spcPct val="0"/>
              </a:spcAft>
              <a:buClrTx/>
              <a:buSzTx/>
              <a:buFontTx/>
              <a:buNone/>
              <a:defRPr/>
            </a:pPr>
            <a:r>
              <a:rPr kumimoji="1" lang="zh-CN" altLang="en-US" sz="48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rPr>
              <a:t>人工智能原理及应用</a:t>
            </a:r>
            <a:r>
              <a:rPr kumimoji="1" lang="zh-CN" altLang="en-US" sz="44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rPr>
              <a:t/>
            </a:r>
            <a:br>
              <a:rPr kumimoji="1" lang="zh-CN" altLang="en-US" sz="44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rPr>
            </a:br>
            <a:r>
              <a:rPr kumimoji="1" lang="zh-CN" altLang="en-US" sz="44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rPr>
              <a:t/>
            </a:r>
            <a:br>
              <a:rPr kumimoji="1" lang="zh-CN" altLang="en-US" sz="44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rPr>
            </a:br>
            <a:r>
              <a:rPr kumimoji="1" lang="zh-CN" altLang="en-US" sz="60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rPr>
              <a:t>第</a:t>
            </a:r>
            <a:r>
              <a:rPr kumimoji="1" lang="en-US" altLang="zh-CN" sz="60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rPr>
              <a:t>3</a:t>
            </a:r>
            <a:r>
              <a:rPr kumimoji="1" lang="zh-CN" altLang="en-US" sz="60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rPr>
              <a:t>章 逻辑推理</a:t>
            </a:r>
            <a:r>
              <a:rPr kumimoji="1" lang="en-US" altLang="zh-CN" sz="4400" b="0" i="0" u="none" strike="noStrike" kern="1200" cap="none" spc="0" normalizeH="0" baseline="0" noProof="0" dirty="0" smtClean="0">
                <a:ln>
                  <a:noFill/>
                </a:ln>
                <a:solidFill>
                  <a:srgbClr val="FF6600"/>
                </a:solidFill>
                <a:effectLst/>
                <a:uLnTx/>
                <a:uFillTx/>
                <a:latin typeface="微软雅黑" panose="020B0503020204020204" pitchFamily="34" charset="-122"/>
                <a:ea typeface="微软雅黑" panose="020B0503020204020204" pitchFamily="34" charset="-122"/>
              </a:rPr>
              <a:t> </a:t>
            </a:r>
          </a:p>
        </p:txBody>
      </p:sp>
      <p:pic>
        <p:nvPicPr>
          <p:cNvPr id="3" name="Picture 4" descr="index_0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5834" y="198058"/>
            <a:ext cx="22383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7762" name="Rectangle 2"/>
          <p:cNvSpPr>
            <a:spLocks noGrp="1" noChangeArrowheads="1"/>
          </p:cNvSpPr>
          <p:nvPr>
            <p:ph type="ctrTitle" hasCustomPrompt="1"/>
          </p:nvPr>
        </p:nvSpPr>
        <p:spPr>
          <a:xfrm>
            <a:off x="611188" y="1052513"/>
            <a:ext cx="8139113" cy="5184775"/>
          </a:xfrm>
        </p:spPr>
        <p:txBody>
          <a:bodyPr vert="horz" wrap="square" lIns="91440" tIns="45720" rIns="91440" bIns="45720" numCol="1" anchor="ctr" anchorCtr="0" compatLnSpc="1"/>
          <a:lstStyle/>
          <a:p>
            <a:pPr lvl="0" algn="l" eaLnBrk="1" hangingPunct="1">
              <a:lnSpc>
                <a:spcPct val="120000"/>
              </a:lnSpc>
              <a:defRPr/>
            </a:pPr>
            <a:r>
              <a:rPr kumimoji="1" lang="zh-CN" altLang="en-US" sz="44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rPr>
              <a:t>			</a:t>
            </a:r>
            <a:r>
              <a:rPr kumimoji="1" lang="zh-CN" altLang="en-US" sz="48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rPr>
              <a:t>本章内容</a:t>
            </a:r>
            <a:br>
              <a:rPr kumimoji="1" lang="zh-CN" altLang="en-US" sz="48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rPr>
            </a:br>
            <a:r>
              <a:rPr kumimoji="1" lang="zh-CN" altLang="en-US" sz="36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rPr>
              <a:t/>
            </a:r>
            <a:br>
              <a:rPr kumimoji="1" lang="zh-CN" altLang="en-US" sz="36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rPr>
            </a:br>
            <a:r>
              <a:rPr kumimoji="1" lang="zh-CN" altLang="en-US" sz="36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rPr>
              <a:t>	</a:t>
            </a:r>
            <a:r>
              <a:rPr kumimoji="1" lang="en-US" altLang="zh-CN" sz="36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rPr>
              <a:t>3.1 </a:t>
            </a:r>
            <a:r>
              <a:rPr kumimoji="1" lang="zh-CN" altLang="en-US" sz="36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rPr>
              <a:t>推理的基本概念</a:t>
            </a:r>
            <a:br>
              <a:rPr kumimoji="1" lang="zh-CN" altLang="en-US" sz="36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rPr>
            </a:br>
            <a:r>
              <a:rPr kumimoji="1" lang="zh-CN" altLang="en-US" sz="36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rPr>
              <a:t>	</a:t>
            </a:r>
            <a:r>
              <a:rPr kumimoji="1" lang="en-US" altLang="zh-CN" sz="36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rPr>
              <a:t>3.2 </a:t>
            </a:r>
            <a:r>
              <a:rPr kumimoji="1" lang="zh-CN" altLang="en-US" sz="36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rPr>
              <a:t>命题逻辑</a:t>
            </a:r>
            <a:r>
              <a:rPr kumimoji="1" lang="zh-CN" altLang="en-US" sz="36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和</a:t>
            </a:r>
            <a:r>
              <a:rPr kumimoji="1" lang="zh-CN" altLang="en-US" sz="36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rPr>
              <a:t>一阶谓词逻辑</a:t>
            </a:r>
            <a:br>
              <a:rPr kumimoji="1" lang="zh-CN" altLang="en-US" sz="36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rPr>
            </a:br>
            <a:r>
              <a:rPr kumimoji="1" lang="zh-CN" altLang="en-US" sz="36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rPr>
              <a:t>	</a:t>
            </a:r>
            <a:r>
              <a:rPr kumimoji="1" lang="en-US" altLang="zh-CN" sz="36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rPr>
              <a:t>3.3 </a:t>
            </a:r>
            <a:r>
              <a:rPr lang="zh-CN" altLang="en-US" sz="3600" dirty="0">
                <a:solidFill>
                  <a:schemeClr val="tx1"/>
                </a:solidFill>
                <a:latin typeface="微软雅黑" panose="020B0503020204020204" pitchFamily="34" charset="-122"/>
                <a:ea typeface="微软雅黑" panose="020B0503020204020204" pitchFamily="34" charset="-122"/>
              </a:rPr>
              <a:t>确定性</a:t>
            </a:r>
            <a:r>
              <a:rPr kumimoji="1" lang="zh-CN" altLang="en-US" sz="36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rPr>
              <a:t>推理</a:t>
            </a:r>
            <a:r>
              <a:rPr kumimoji="1" lang="en-US" altLang="zh-CN" sz="36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rPr>
              <a:t/>
            </a:r>
            <a:br>
              <a:rPr kumimoji="1" lang="en-US" altLang="zh-CN" sz="36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rPr>
            </a:br>
            <a:r>
              <a:rPr kumimoji="1" lang="en-US" altLang="zh-CN" sz="36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rPr>
              <a:t>       3.4 </a:t>
            </a:r>
            <a:r>
              <a:rPr lang="zh-CN" altLang="en-US" sz="3600" dirty="0" smtClean="0">
                <a:solidFill>
                  <a:schemeClr val="tx1"/>
                </a:solidFill>
                <a:latin typeface="微软雅黑" panose="020B0503020204020204" pitchFamily="34" charset="-122"/>
                <a:ea typeface="微软雅黑" panose="020B0503020204020204" pitchFamily="34" charset="-122"/>
              </a:rPr>
              <a:t>基于</a:t>
            </a:r>
            <a:r>
              <a:rPr lang="zh-CN" altLang="en-US" sz="3600" dirty="0">
                <a:solidFill>
                  <a:schemeClr val="tx1"/>
                </a:solidFill>
                <a:latin typeface="微软雅黑" panose="020B0503020204020204" pitchFamily="34" charset="-122"/>
                <a:ea typeface="微软雅黑" panose="020B0503020204020204" pitchFamily="34" charset="-122"/>
              </a:rPr>
              <a:t>知识图谱的推理</a:t>
            </a:r>
            <a:br>
              <a:rPr lang="zh-CN" altLang="en-US" sz="3600" dirty="0">
                <a:solidFill>
                  <a:schemeClr val="tx1"/>
                </a:solidFill>
                <a:latin typeface="微软雅黑" panose="020B0503020204020204" pitchFamily="34" charset="-122"/>
                <a:ea typeface="微软雅黑" panose="020B0503020204020204" pitchFamily="34" charset="-122"/>
              </a:rPr>
            </a:br>
            <a:r>
              <a:rPr lang="en-US" altLang="zh-CN" sz="3600" dirty="0" smtClean="0">
                <a:solidFill>
                  <a:schemeClr val="tx1"/>
                </a:solidFill>
                <a:latin typeface="微软雅黑" panose="020B0503020204020204" pitchFamily="34" charset="-122"/>
                <a:ea typeface="微软雅黑" panose="020B0503020204020204" pitchFamily="34" charset="-122"/>
              </a:rPr>
              <a:t>       3.5 </a:t>
            </a:r>
            <a:r>
              <a:rPr kumimoji="1" lang="zh-CN" altLang="en-US" sz="40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rPr>
              <a:t>	</a:t>
            </a:r>
            <a:r>
              <a:rPr lang="zh-CN" altLang="en-US" sz="4000" dirty="0">
                <a:solidFill>
                  <a:schemeClr val="tx1"/>
                </a:solidFill>
                <a:latin typeface="微软雅黑" panose="020B0503020204020204" pitchFamily="34" charset="-122"/>
                <a:ea typeface="微软雅黑" panose="020B0503020204020204" pitchFamily="34" charset="-122"/>
              </a:rPr>
              <a:t>不确定性推理</a:t>
            </a:r>
            <a:endParaRPr kumimoji="1" lang="zh-CN" altLang="en-US" sz="40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endParaRPr>
          </a:p>
        </p:txBody>
      </p:sp>
      <p:sp>
        <p:nvSpPr>
          <p:cNvPr id="18435" name="Text Box 3"/>
          <p:cNvSpPr txBox="1"/>
          <p:nvPr/>
        </p:nvSpPr>
        <p:spPr>
          <a:xfrm>
            <a:off x="0" y="404813"/>
            <a:ext cx="2339975" cy="457200"/>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0" lvl="0" indent="0" eaLnBrk="1" hangingPunct="1">
              <a:spcBef>
                <a:spcPct val="50000"/>
              </a:spcBef>
              <a:buNone/>
            </a:pPr>
            <a:r>
              <a:rPr lang="zh-CN" altLang="en-US" sz="2400" dirty="0">
                <a:latin typeface="华文行楷" panose="02010800040101010101" pitchFamily="2" charset="-122"/>
                <a:ea typeface="华文行楷" panose="02010800040101010101" pitchFamily="2" charset="-122"/>
              </a:rPr>
              <a:t>第</a:t>
            </a:r>
            <a:r>
              <a:rPr lang="en-US" altLang="zh-CN" sz="2400" dirty="0">
                <a:latin typeface="华文行楷" panose="02010800040101010101" pitchFamily="2" charset="-122"/>
                <a:ea typeface="华文行楷" panose="02010800040101010101" pitchFamily="2" charset="-122"/>
              </a:rPr>
              <a:t>3</a:t>
            </a:r>
            <a:r>
              <a:rPr lang="zh-CN" altLang="en-US" sz="2400" dirty="0">
                <a:latin typeface="华文行楷" panose="02010800040101010101" pitchFamily="2" charset="-122"/>
                <a:ea typeface="华文行楷" panose="02010800040101010101" pitchFamily="2" charset="-122"/>
              </a:rPr>
              <a:t>章 逻辑系统</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4294967295"/>
          </p:nvPr>
        </p:nvSpPr>
        <p:spPr>
          <a:xfrm>
            <a:off x="6553200" y="6248400"/>
            <a:ext cx="1905000" cy="457200"/>
          </a:xfrm>
          <a:prstGeom prst="rect">
            <a:avLst/>
          </a:prstGeom>
        </p:spPr>
        <p:txBody>
          <a:bodyPr/>
          <a:lstStyle>
            <a:lvl1pPr>
              <a:defRPr kumimoji="1" sz="2400">
                <a:solidFill>
                  <a:schemeClr val="tx1"/>
                </a:solidFill>
                <a:latin typeface="宋体" panose="02010600030101010101" pitchFamily="2" charset="-122"/>
                <a:ea typeface="宋体" panose="02010600030101010101" pitchFamily="2" charset="-122"/>
              </a:defRPr>
            </a:lvl1pPr>
            <a:lvl2pPr marL="742950" indent="-285750">
              <a:defRPr kumimoji="1" sz="2400">
                <a:solidFill>
                  <a:schemeClr val="tx1"/>
                </a:solidFill>
                <a:latin typeface="宋体" panose="02010600030101010101" pitchFamily="2" charset="-122"/>
                <a:ea typeface="宋体" panose="02010600030101010101" pitchFamily="2" charset="-122"/>
              </a:defRPr>
            </a:lvl2pPr>
            <a:lvl3pPr marL="1143000" indent="-228600">
              <a:defRPr kumimoji="1" sz="2400">
                <a:solidFill>
                  <a:schemeClr val="tx1"/>
                </a:solidFill>
                <a:latin typeface="宋体" panose="02010600030101010101" pitchFamily="2" charset="-122"/>
                <a:ea typeface="宋体" panose="02010600030101010101" pitchFamily="2" charset="-122"/>
              </a:defRPr>
            </a:lvl3pPr>
            <a:lvl4pPr marL="1600200" indent="-228600">
              <a:defRPr kumimoji="1" sz="2400">
                <a:solidFill>
                  <a:schemeClr val="tx1"/>
                </a:solidFill>
                <a:latin typeface="宋体" panose="02010600030101010101" pitchFamily="2" charset="-122"/>
                <a:ea typeface="宋体" panose="02010600030101010101" pitchFamily="2" charset="-122"/>
              </a:defRPr>
            </a:lvl4pPr>
            <a:lvl5pPr marL="2057400" indent="-22860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fld id="{B998E93D-F975-4B20-8D80-F470C2419339}" type="slidenum">
              <a:rPr lang="en-US" altLang="ko-KR" sz="1400">
                <a:latin typeface="-윤체M" panose="020B0604020202020204" charset="0"/>
              </a:rPr>
              <a:pPr/>
              <a:t>3</a:t>
            </a:fld>
            <a:endParaRPr lang="en-US" altLang="ko-KR" sz="1400">
              <a:latin typeface="-윤체M" panose="020B0604020202020204" charset="0"/>
            </a:endParaRPr>
          </a:p>
        </p:txBody>
      </p:sp>
      <p:sp>
        <p:nvSpPr>
          <p:cNvPr id="128002" name="Rectangle 2"/>
          <p:cNvSpPr>
            <a:spLocks noGrp="1" noChangeArrowheads="1"/>
          </p:cNvSpPr>
          <p:nvPr>
            <p:ph type="title"/>
          </p:nvPr>
        </p:nvSpPr>
        <p:spPr>
          <a:xfrm>
            <a:off x="685800" y="609600"/>
            <a:ext cx="7772400" cy="803275"/>
          </a:xfrm>
        </p:spPr>
        <p:txBody>
          <a:bodyPr/>
          <a:lstStyle/>
          <a:p>
            <a:pPr algn="ctr" eaLnBrk="1" hangingPunct="1">
              <a:defRPr/>
            </a:pPr>
            <a:r>
              <a:rPr lang="zh-CN" altLang="en-US" sz="4000" b="1" dirty="0" smtClean="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逻辑与推理</a:t>
            </a:r>
          </a:p>
        </p:txBody>
      </p:sp>
      <p:sp>
        <p:nvSpPr>
          <p:cNvPr id="128003" name="Rectangle 3"/>
          <p:cNvSpPr>
            <a:spLocks noGrp="1" noChangeArrowheads="1"/>
          </p:cNvSpPr>
          <p:nvPr>
            <p:ph type="body" idx="1"/>
          </p:nvPr>
        </p:nvSpPr>
        <p:spPr>
          <a:xfrm>
            <a:off x="684213" y="1484313"/>
            <a:ext cx="7772400" cy="5113337"/>
          </a:xfrm>
        </p:spPr>
        <p:txBody>
          <a:bodyPr/>
          <a:lstStyle/>
          <a:p>
            <a:pPr eaLnBrk="1" hangingPunct="1">
              <a:lnSpc>
                <a:spcPct val="120000"/>
              </a:lnSpc>
            </a:pPr>
            <a:r>
              <a:rPr lang="en-US" altLang="zh-CN" sz="2800" dirty="0" smtClean="0">
                <a:latin typeface="微软雅黑" panose="020B0503020204020204" pitchFamily="34" charset="-122"/>
                <a:ea typeface="微软雅黑" panose="020B0503020204020204" pitchFamily="34" charset="-122"/>
              </a:rPr>
              <a:t>AI</a:t>
            </a:r>
            <a:r>
              <a:rPr lang="zh-CN" altLang="en-US" sz="2800" dirty="0" smtClean="0">
                <a:latin typeface="微软雅黑" panose="020B0503020204020204" pitchFamily="34" charset="-122"/>
                <a:ea typeface="微软雅黑" panose="020B0503020204020204" pitchFamily="34" charset="-122"/>
              </a:rPr>
              <a:t>的核心问题是推理，即研究怎样使计算机获得自动推理的能力</a:t>
            </a:r>
          </a:p>
          <a:p>
            <a:pPr eaLnBrk="1" hangingPunct="1">
              <a:lnSpc>
                <a:spcPct val="120000"/>
              </a:lnSpc>
            </a:pPr>
            <a:r>
              <a:rPr lang="zh-CN" altLang="en-US" sz="2800" dirty="0" smtClean="0">
                <a:latin typeface="微软雅黑" panose="020B0503020204020204" pitchFamily="34" charset="-122"/>
                <a:ea typeface="微软雅黑" panose="020B0503020204020204" pitchFamily="34" charset="-122"/>
              </a:rPr>
              <a:t>理论基础：数理逻辑</a:t>
            </a:r>
            <a:r>
              <a:rPr lang="en-US" altLang="zh-CN" sz="2800" dirty="0" smtClean="0">
                <a:latin typeface="微软雅黑" panose="020B0503020204020204" pitchFamily="34" charset="-122"/>
                <a:ea typeface="微软雅黑" panose="020B0503020204020204" pitchFamily="34" charset="-122"/>
              </a:rPr>
              <a:t>——</a:t>
            </a:r>
            <a:r>
              <a:rPr lang="zh-CN" altLang="en-US" sz="2800" dirty="0" smtClean="0">
                <a:latin typeface="微软雅黑" panose="020B0503020204020204" pitchFamily="34" charset="-122"/>
                <a:ea typeface="微软雅黑" panose="020B0503020204020204" pitchFamily="34" charset="-122"/>
              </a:rPr>
              <a:t>用数学方法研究各种推理中的逻辑问题，以推理本身作为研究对象</a:t>
            </a:r>
          </a:p>
          <a:p>
            <a:pPr eaLnBrk="1" hangingPunct="1">
              <a:lnSpc>
                <a:spcPct val="120000"/>
              </a:lnSpc>
            </a:pPr>
            <a:r>
              <a:rPr lang="zh-CN" altLang="en-US" sz="2800" dirty="0" smtClean="0">
                <a:latin typeface="微软雅黑" panose="020B0503020204020204" pitchFamily="34" charset="-122"/>
                <a:ea typeface="微软雅黑" panose="020B0503020204020204" pitchFamily="34" charset="-122"/>
              </a:rPr>
              <a:t>数理逻辑的经典部分</a:t>
            </a:r>
            <a:r>
              <a:rPr lang="en-US" altLang="zh-CN" sz="2800" dirty="0" smtClean="0">
                <a:latin typeface="微软雅黑" panose="020B0503020204020204" pitchFamily="34" charset="-122"/>
                <a:ea typeface="微软雅黑" panose="020B0503020204020204" pitchFamily="34" charset="-122"/>
              </a:rPr>
              <a:t>—</a:t>
            </a:r>
            <a:r>
              <a:rPr lang="zh-CN" altLang="en-US" sz="2800" dirty="0" smtClean="0">
                <a:latin typeface="微软雅黑" panose="020B0503020204020204" pitchFamily="34" charset="-122"/>
                <a:ea typeface="微软雅黑" panose="020B0503020204020204" pitchFamily="34" charset="-122"/>
              </a:rPr>
              <a:t>经典的</a:t>
            </a:r>
            <a:r>
              <a:rPr lang="zh-CN" altLang="en-US" sz="2800" dirty="0" smtClean="0">
                <a:solidFill>
                  <a:srgbClr val="FF0000"/>
                </a:solidFill>
                <a:latin typeface="微软雅黑" panose="020B0503020204020204" pitchFamily="34" charset="-122"/>
                <a:ea typeface="微软雅黑" panose="020B0503020204020204" pitchFamily="34" charset="-122"/>
              </a:rPr>
              <a:t>命题逻辑</a:t>
            </a:r>
            <a:r>
              <a:rPr lang="zh-CN" altLang="en-US" sz="2800" dirty="0" smtClean="0">
                <a:latin typeface="微软雅黑" panose="020B0503020204020204" pitchFamily="34" charset="-122"/>
                <a:ea typeface="微软雅黑" panose="020B0503020204020204" pitchFamily="34" charset="-122"/>
              </a:rPr>
              <a:t>和</a:t>
            </a:r>
            <a:r>
              <a:rPr lang="zh-CN" altLang="en-US" sz="2800" dirty="0" smtClean="0">
                <a:solidFill>
                  <a:srgbClr val="FF0000"/>
                </a:solidFill>
                <a:latin typeface="微软雅黑" panose="020B0503020204020204" pitchFamily="34" charset="-122"/>
                <a:ea typeface="微软雅黑" panose="020B0503020204020204" pitchFamily="34" charset="-122"/>
              </a:rPr>
              <a:t>一阶谓词逻辑</a:t>
            </a:r>
            <a:r>
              <a:rPr lang="zh-CN" altLang="en-US" sz="2800" dirty="0" smtClean="0">
                <a:latin typeface="微软雅黑" panose="020B0503020204020204" pitchFamily="34" charset="-122"/>
                <a:ea typeface="微软雅黑" panose="020B0503020204020204" pitchFamily="34" charset="-122"/>
              </a:rPr>
              <a:t>，同时作为人工智能的知识表示方法和推理方法而存在；</a:t>
            </a:r>
          </a:p>
        </p:txBody>
      </p:sp>
      <p:sp>
        <p:nvSpPr>
          <p:cNvPr id="20485" name="Text Box 4"/>
          <p:cNvSpPr txBox="1">
            <a:spLocks noChangeArrowheads="1"/>
          </p:cNvSpPr>
          <p:nvPr/>
        </p:nvSpPr>
        <p:spPr bwMode="auto">
          <a:xfrm>
            <a:off x="0" y="188913"/>
            <a:ext cx="2339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2200">
                <a:solidFill>
                  <a:schemeClr val="tx1"/>
                </a:solidFill>
                <a:latin typeface="-윤체M" panose="020B0604020202020204" charset="0"/>
                <a:ea typeface="-윤체M" panose="020B0604020202020204" charset="0"/>
                <a:cs typeface="-윤체M" panose="020B0604020202020204" charset="0"/>
              </a:defRPr>
            </a:lvl1pPr>
            <a:lvl2pPr marL="742950" indent="-285750" latinLnBrk="1">
              <a:spcBef>
                <a:spcPct val="20000"/>
              </a:spcBef>
              <a:buChar char="•"/>
              <a:defRPr kumimoji="1" sz="2000">
                <a:solidFill>
                  <a:schemeClr val="tx1"/>
                </a:solidFill>
                <a:latin typeface="-윤체M" panose="020B0604020202020204" charset="0"/>
                <a:ea typeface="-윤체M" panose="020B0604020202020204" charset="0"/>
                <a:cs typeface="-윤체M" panose="020B0604020202020204" charset="0"/>
              </a:defRPr>
            </a:lvl2pPr>
            <a:lvl3pPr marL="1143000" indent="-228600" latinLnBrk="1">
              <a:spcBef>
                <a:spcPct val="20000"/>
              </a:spcBef>
              <a:buChar char="•"/>
              <a:defRPr kumimoji="1">
                <a:solidFill>
                  <a:schemeClr val="tx1"/>
                </a:solidFill>
                <a:latin typeface="-윤체M" panose="020B0604020202020204" charset="0"/>
                <a:ea typeface="-윤체M" panose="020B0604020202020204" charset="0"/>
                <a:cs typeface="-윤체M" panose="020B0604020202020204" charset="0"/>
              </a:defRPr>
            </a:lvl3pPr>
            <a:lvl4pPr marL="1600200" indent="-228600" latinLnBrk="1">
              <a:spcBef>
                <a:spcPct val="20000"/>
              </a:spcBef>
              <a:buChar char="•"/>
              <a:defRPr kumimoji="1" sz="1600">
                <a:solidFill>
                  <a:schemeClr val="tx1"/>
                </a:solidFill>
                <a:latin typeface="-윤체M" panose="020B0604020202020204" charset="0"/>
                <a:ea typeface="-윤체M" panose="020B0604020202020204" charset="0"/>
                <a:cs typeface="-윤체M" panose="020B0604020202020204" charset="0"/>
              </a:defRPr>
            </a:lvl4pPr>
            <a:lvl5pPr marL="2057400" indent="-228600" latinLnBrk="1">
              <a:spcBef>
                <a:spcPct val="20000"/>
              </a:spcBef>
              <a:buChar char="•"/>
              <a:defRPr kumimoji="1" sz="1400">
                <a:solidFill>
                  <a:schemeClr val="tx1"/>
                </a:solidFill>
                <a:latin typeface="-윤체M" panose="020B0604020202020204" charset="0"/>
                <a:ea typeface="-윤체M" panose="020B0604020202020204" charset="0"/>
                <a:cs typeface="-윤체M" panose="020B0604020202020204" charset="0"/>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윤체M" panose="020B0604020202020204" charset="0"/>
                <a:cs typeface="-윤체M" panose="020B0604020202020204" charset="0"/>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윤체M" panose="020B0604020202020204" charset="0"/>
                <a:cs typeface="-윤체M" panose="020B0604020202020204" charset="0"/>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윤체M" panose="020B0604020202020204" charset="0"/>
                <a:cs typeface="-윤체M" panose="020B0604020202020204" charset="0"/>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윤체M" panose="020B0604020202020204" charset="0"/>
                <a:cs typeface="-윤체M" panose="020B0604020202020204" charset="0"/>
              </a:defRPr>
            </a:lvl9pPr>
          </a:lstStyle>
          <a:p>
            <a:pPr eaLnBrk="1" hangingPunct="1">
              <a:spcBef>
                <a:spcPct val="50000"/>
              </a:spcBef>
              <a:buFontTx/>
              <a:buNone/>
            </a:pPr>
            <a:r>
              <a:rPr lang="zh-CN" altLang="en-US" sz="2400">
                <a:latin typeface="华文行楷" panose="02010800040101010101" pitchFamily="2" charset="-122"/>
                <a:ea typeface="华文行楷" panose="02010800040101010101" pitchFamily="2" charset="-122"/>
              </a:rPr>
              <a:t>第</a:t>
            </a:r>
            <a:r>
              <a:rPr lang="en-US" altLang="zh-CN" sz="2400">
                <a:latin typeface="华文行楷" panose="02010800040101010101" pitchFamily="2" charset="-122"/>
                <a:ea typeface="华文行楷" panose="02010800040101010101" pitchFamily="2" charset="-122"/>
              </a:rPr>
              <a:t>3</a:t>
            </a:r>
            <a:r>
              <a:rPr lang="zh-CN" altLang="en-US" sz="2400">
                <a:latin typeface="华文行楷" panose="02010800040101010101" pitchFamily="2" charset="-122"/>
                <a:ea typeface="华文行楷" panose="02010800040101010101" pitchFamily="2" charset="-122"/>
              </a:rPr>
              <a:t>章 逻辑系统</a:t>
            </a:r>
          </a:p>
        </p:txBody>
      </p:sp>
    </p:spTree>
    <p:extLst>
      <p:ext uri="{BB962C8B-B14F-4D97-AF65-F5344CB8AC3E}">
        <p14:creationId xmlns:p14="http://schemas.microsoft.com/office/powerpoint/2010/main" val="367537166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28003">
                                            <p:txEl>
                                              <p:pRg st="1" end="1"/>
                                            </p:txEl>
                                          </p:spTgt>
                                        </p:tgtEl>
                                        <p:attrNameLst>
                                          <p:attrName>style.visibility</p:attrName>
                                        </p:attrNameLst>
                                      </p:cBhvr>
                                      <p:to>
                                        <p:strVal val="visible"/>
                                      </p:to>
                                    </p:set>
                                    <p:animEffect transition="in" filter="blinds(horizontal)">
                                      <p:cBhvr>
                                        <p:cTn id="7" dur="500"/>
                                        <p:tgtEl>
                                          <p:spTgt spid="12800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28003">
                                            <p:txEl>
                                              <p:pRg st="2" end="2"/>
                                            </p:txEl>
                                          </p:spTgt>
                                        </p:tgtEl>
                                        <p:attrNameLst>
                                          <p:attrName>style.visibility</p:attrName>
                                        </p:attrNameLst>
                                      </p:cBhvr>
                                      <p:to>
                                        <p:strVal val="visible"/>
                                      </p:to>
                                    </p:set>
                                    <p:animEffect transition="in" filter="blinds(horizontal)">
                                      <p:cBhvr>
                                        <p:cTn id="12" dur="500"/>
                                        <p:tgtEl>
                                          <p:spTgt spid="12800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4294967295"/>
          </p:nvPr>
        </p:nvSpPr>
        <p:spPr>
          <a:xfrm>
            <a:off x="6553200" y="6248400"/>
            <a:ext cx="1905000" cy="457200"/>
          </a:xfrm>
          <a:prstGeom prst="rect">
            <a:avLst/>
          </a:prstGeom>
        </p:spPr>
        <p:txBody>
          <a:bodyPr/>
          <a:lstStyle>
            <a:lvl1pPr>
              <a:defRPr kumimoji="1" sz="2400">
                <a:solidFill>
                  <a:schemeClr val="tx1"/>
                </a:solidFill>
                <a:latin typeface="宋体" panose="02010600030101010101" pitchFamily="2" charset="-122"/>
                <a:ea typeface="宋体" panose="02010600030101010101" pitchFamily="2" charset="-122"/>
              </a:defRPr>
            </a:lvl1pPr>
            <a:lvl2pPr marL="742950" indent="-285750">
              <a:defRPr kumimoji="1" sz="2400">
                <a:solidFill>
                  <a:schemeClr val="tx1"/>
                </a:solidFill>
                <a:latin typeface="宋体" panose="02010600030101010101" pitchFamily="2" charset="-122"/>
                <a:ea typeface="宋体" panose="02010600030101010101" pitchFamily="2" charset="-122"/>
              </a:defRPr>
            </a:lvl2pPr>
            <a:lvl3pPr marL="1143000" indent="-228600">
              <a:defRPr kumimoji="1" sz="2400">
                <a:solidFill>
                  <a:schemeClr val="tx1"/>
                </a:solidFill>
                <a:latin typeface="宋体" panose="02010600030101010101" pitchFamily="2" charset="-122"/>
                <a:ea typeface="宋体" panose="02010600030101010101" pitchFamily="2" charset="-122"/>
              </a:defRPr>
            </a:lvl3pPr>
            <a:lvl4pPr marL="1600200" indent="-228600">
              <a:defRPr kumimoji="1" sz="2400">
                <a:solidFill>
                  <a:schemeClr val="tx1"/>
                </a:solidFill>
                <a:latin typeface="宋体" panose="02010600030101010101" pitchFamily="2" charset="-122"/>
                <a:ea typeface="宋体" panose="02010600030101010101" pitchFamily="2" charset="-122"/>
              </a:defRPr>
            </a:lvl4pPr>
            <a:lvl5pPr marL="2057400" indent="-22860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fld id="{4369FC14-3109-4701-B01B-E0E071A4B2C2}" type="slidenum">
              <a:rPr lang="en-US" altLang="ko-KR" sz="1400">
                <a:latin typeface="-윤체M" panose="020B0604020202020204" charset="0"/>
              </a:rPr>
              <a:pPr/>
              <a:t>4</a:t>
            </a:fld>
            <a:endParaRPr lang="en-US" altLang="ko-KR" sz="1400">
              <a:latin typeface="-윤체M" panose="020B0604020202020204" charset="0"/>
            </a:endParaRPr>
          </a:p>
        </p:txBody>
      </p:sp>
      <p:sp>
        <p:nvSpPr>
          <p:cNvPr id="22531" name="Text Box 4"/>
          <p:cNvSpPr txBox="1">
            <a:spLocks noChangeArrowheads="1"/>
          </p:cNvSpPr>
          <p:nvPr/>
        </p:nvSpPr>
        <p:spPr bwMode="auto">
          <a:xfrm>
            <a:off x="0" y="188913"/>
            <a:ext cx="2339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2200">
                <a:solidFill>
                  <a:schemeClr val="tx1"/>
                </a:solidFill>
                <a:latin typeface="-윤체M" panose="020B0604020202020204" charset="0"/>
                <a:ea typeface="-윤체M" panose="020B0604020202020204" charset="0"/>
                <a:cs typeface="-윤체M" panose="020B0604020202020204" charset="0"/>
              </a:defRPr>
            </a:lvl1pPr>
            <a:lvl2pPr marL="742950" indent="-285750" latinLnBrk="1">
              <a:spcBef>
                <a:spcPct val="20000"/>
              </a:spcBef>
              <a:buChar char="•"/>
              <a:defRPr kumimoji="1" sz="2000">
                <a:solidFill>
                  <a:schemeClr val="tx1"/>
                </a:solidFill>
                <a:latin typeface="-윤체M" panose="020B0604020202020204" charset="0"/>
                <a:ea typeface="-윤체M" panose="020B0604020202020204" charset="0"/>
                <a:cs typeface="-윤체M" panose="020B0604020202020204" charset="0"/>
              </a:defRPr>
            </a:lvl2pPr>
            <a:lvl3pPr marL="1143000" indent="-228600" latinLnBrk="1">
              <a:spcBef>
                <a:spcPct val="20000"/>
              </a:spcBef>
              <a:buChar char="•"/>
              <a:defRPr kumimoji="1">
                <a:solidFill>
                  <a:schemeClr val="tx1"/>
                </a:solidFill>
                <a:latin typeface="-윤체M" panose="020B0604020202020204" charset="0"/>
                <a:ea typeface="-윤체M" panose="020B0604020202020204" charset="0"/>
                <a:cs typeface="-윤체M" panose="020B0604020202020204" charset="0"/>
              </a:defRPr>
            </a:lvl3pPr>
            <a:lvl4pPr marL="1600200" indent="-228600" latinLnBrk="1">
              <a:spcBef>
                <a:spcPct val="20000"/>
              </a:spcBef>
              <a:buChar char="•"/>
              <a:defRPr kumimoji="1" sz="1600">
                <a:solidFill>
                  <a:schemeClr val="tx1"/>
                </a:solidFill>
                <a:latin typeface="-윤체M" panose="020B0604020202020204" charset="0"/>
                <a:ea typeface="-윤체M" panose="020B0604020202020204" charset="0"/>
                <a:cs typeface="-윤체M" panose="020B0604020202020204" charset="0"/>
              </a:defRPr>
            </a:lvl4pPr>
            <a:lvl5pPr marL="2057400" indent="-228600" latinLnBrk="1">
              <a:spcBef>
                <a:spcPct val="20000"/>
              </a:spcBef>
              <a:buChar char="•"/>
              <a:defRPr kumimoji="1" sz="1400">
                <a:solidFill>
                  <a:schemeClr val="tx1"/>
                </a:solidFill>
                <a:latin typeface="-윤체M" panose="020B0604020202020204" charset="0"/>
                <a:ea typeface="-윤체M" panose="020B0604020202020204" charset="0"/>
                <a:cs typeface="-윤체M" panose="020B0604020202020204" charset="0"/>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윤체M" panose="020B0604020202020204" charset="0"/>
                <a:cs typeface="-윤체M" panose="020B0604020202020204" charset="0"/>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윤체M" panose="020B0604020202020204" charset="0"/>
                <a:cs typeface="-윤체M" panose="020B0604020202020204" charset="0"/>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윤체M" panose="020B0604020202020204" charset="0"/>
                <a:cs typeface="-윤체M" panose="020B0604020202020204" charset="0"/>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윤체M" panose="020B0604020202020204" charset="0"/>
                <a:cs typeface="-윤체M" panose="020B0604020202020204" charset="0"/>
              </a:defRPr>
            </a:lvl9pPr>
          </a:lstStyle>
          <a:p>
            <a:pPr eaLnBrk="1" hangingPunct="1">
              <a:spcBef>
                <a:spcPct val="50000"/>
              </a:spcBef>
              <a:buFontTx/>
              <a:buNone/>
            </a:pPr>
            <a:r>
              <a:rPr lang="zh-CN" altLang="en-US" sz="2400">
                <a:latin typeface="华文行楷" panose="02010800040101010101" pitchFamily="2" charset="-122"/>
                <a:ea typeface="华文行楷" panose="02010800040101010101" pitchFamily="2" charset="-122"/>
              </a:rPr>
              <a:t>第</a:t>
            </a:r>
            <a:r>
              <a:rPr lang="en-US" altLang="zh-CN" sz="2400">
                <a:latin typeface="华文行楷" panose="02010800040101010101" pitchFamily="2" charset="-122"/>
                <a:ea typeface="华文行楷" panose="02010800040101010101" pitchFamily="2" charset="-122"/>
              </a:rPr>
              <a:t>3</a:t>
            </a:r>
            <a:r>
              <a:rPr lang="zh-CN" altLang="en-US" sz="2400">
                <a:latin typeface="华文行楷" panose="02010800040101010101" pitchFamily="2" charset="-122"/>
                <a:ea typeface="华文行楷" panose="02010800040101010101" pitchFamily="2" charset="-122"/>
              </a:rPr>
              <a:t>章 逻辑系统</a:t>
            </a:r>
          </a:p>
        </p:txBody>
      </p:sp>
      <p:pic>
        <p:nvPicPr>
          <p:cNvPr id="22532" name="图片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84213" y="981075"/>
            <a:ext cx="7518400" cy="5075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7366685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4294967295"/>
          </p:nvPr>
        </p:nvSpPr>
        <p:spPr>
          <a:xfrm>
            <a:off x="6553200" y="6248400"/>
            <a:ext cx="1905000" cy="457200"/>
          </a:xfrm>
          <a:prstGeom prst="rect">
            <a:avLst/>
          </a:prstGeom>
        </p:spPr>
        <p:txBody>
          <a:bodyPr/>
          <a:lstStyle>
            <a:lvl1pPr>
              <a:defRPr kumimoji="1" sz="2400">
                <a:solidFill>
                  <a:schemeClr val="tx1"/>
                </a:solidFill>
                <a:latin typeface="宋体" panose="02010600030101010101" pitchFamily="2" charset="-122"/>
                <a:ea typeface="宋体" panose="02010600030101010101" pitchFamily="2" charset="-122"/>
              </a:defRPr>
            </a:lvl1pPr>
            <a:lvl2pPr marL="742950" indent="-285750">
              <a:defRPr kumimoji="1" sz="2400">
                <a:solidFill>
                  <a:schemeClr val="tx1"/>
                </a:solidFill>
                <a:latin typeface="宋体" panose="02010600030101010101" pitchFamily="2" charset="-122"/>
                <a:ea typeface="宋体" panose="02010600030101010101" pitchFamily="2" charset="-122"/>
              </a:defRPr>
            </a:lvl2pPr>
            <a:lvl3pPr marL="1143000" indent="-228600">
              <a:defRPr kumimoji="1" sz="2400">
                <a:solidFill>
                  <a:schemeClr val="tx1"/>
                </a:solidFill>
                <a:latin typeface="宋体" panose="02010600030101010101" pitchFamily="2" charset="-122"/>
                <a:ea typeface="宋体" panose="02010600030101010101" pitchFamily="2" charset="-122"/>
              </a:defRPr>
            </a:lvl3pPr>
            <a:lvl4pPr marL="1600200" indent="-228600">
              <a:defRPr kumimoji="1" sz="2400">
                <a:solidFill>
                  <a:schemeClr val="tx1"/>
                </a:solidFill>
                <a:latin typeface="宋体" panose="02010600030101010101" pitchFamily="2" charset="-122"/>
                <a:ea typeface="宋体" panose="02010600030101010101" pitchFamily="2" charset="-122"/>
              </a:defRPr>
            </a:lvl4pPr>
            <a:lvl5pPr marL="2057400" indent="-22860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fld id="{EFFD5E81-5D86-4D31-B8B3-A76382A9ABD4}" type="slidenum">
              <a:rPr lang="en-US" altLang="ko-KR" sz="1400">
                <a:latin typeface="-윤체M" panose="020B0604020202020204" charset="0"/>
              </a:rPr>
              <a:pPr/>
              <a:t>5</a:t>
            </a:fld>
            <a:endParaRPr lang="en-US" altLang="ko-KR" sz="1400">
              <a:latin typeface="-윤체M" panose="020B0604020202020204" charset="0"/>
            </a:endParaRPr>
          </a:p>
        </p:txBody>
      </p:sp>
      <p:sp>
        <p:nvSpPr>
          <p:cNvPr id="24579" name="Text Box 4"/>
          <p:cNvSpPr txBox="1">
            <a:spLocks noChangeArrowheads="1"/>
          </p:cNvSpPr>
          <p:nvPr/>
        </p:nvSpPr>
        <p:spPr bwMode="auto">
          <a:xfrm>
            <a:off x="0" y="188913"/>
            <a:ext cx="2339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2200">
                <a:solidFill>
                  <a:schemeClr val="tx1"/>
                </a:solidFill>
                <a:latin typeface="-윤체M" panose="020B0604020202020204" charset="0"/>
                <a:ea typeface="-윤체M" panose="020B0604020202020204" charset="0"/>
                <a:cs typeface="-윤체M" panose="020B0604020202020204" charset="0"/>
              </a:defRPr>
            </a:lvl1pPr>
            <a:lvl2pPr marL="742950" indent="-285750" latinLnBrk="1">
              <a:spcBef>
                <a:spcPct val="20000"/>
              </a:spcBef>
              <a:buChar char="•"/>
              <a:defRPr kumimoji="1" sz="2000">
                <a:solidFill>
                  <a:schemeClr val="tx1"/>
                </a:solidFill>
                <a:latin typeface="-윤체M" panose="020B0604020202020204" charset="0"/>
                <a:ea typeface="-윤체M" panose="020B0604020202020204" charset="0"/>
                <a:cs typeface="-윤체M" panose="020B0604020202020204" charset="0"/>
              </a:defRPr>
            </a:lvl2pPr>
            <a:lvl3pPr marL="1143000" indent="-228600" latinLnBrk="1">
              <a:spcBef>
                <a:spcPct val="20000"/>
              </a:spcBef>
              <a:buChar char="•"/>
              <a:defRPr kumimoji="1">
                <a:solidFill>
                  <a:schemeClr val="tx1"/>
                </a:solidFill>
                <a:latin typeface="-윤체M" panose="020B0604020202020204" charset="0"/>
                <a:ea typeface="-윤체M" panose="020B0604020202020204" charset="0"/>
                <a:cs typeface="-윤체M" panose="020B0604020202020204" charset="0"/>
              </a:defRPr>
            </a:lvl3pPr>
            <a:lvl4pPr marL="1600200" indent="-228600" latinLnBrk="1">
              <a:spcBef>
                <a:spcPct val="20000"/>
              </a:spcBef>
              <a:buChar char="•"/>
              <a:defRPr kumimoji="1" sz="1600">
                <a:solidFill>
                  <a:schemeClr val="tx1"/>
                </a:solidFill>
                <a:latin typeface="-윤체M" panose="020B0604020202020204" charset="0"/>
                <a:ea typeface="-윤체M" panose="020B0604020202020204" charset="0"/>
                <a:cs typeface="-윤체M" panose="020B0604020202020204" charset="0"/>
              </a:defRPr>
            </a:lvl4pPr>
            <a:lvl5pPr marL="2057400" indent="-228600" latinLnBrk="1">
              <a:spcBef>
                <a:spcPct val="20000"/>
              </a:spcBef>
              <a:buChar char="•"/>
              <a:defRPr kumimoji="1" sz="1400">
                <a:solidFill>
                  <a:schemeClr val="tx1"/>
                </a:solidFill>
                <a:latin typeface="-윤체M" panose="020B0604020202020204" charset="0"/>
                <a:ea typeface="-윤체M" panose="020B0604020202020204" charset="0"/>
                <a:cs typeface="-윤체M" panose="020B0604020202020204" charset="0"/>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윤체M" panose="020B0604020202020204" charset="0"/>
                <a:cs typeface="-윤체M" panose="020B0604020202020204" charset="0"/>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윤체M" panose="020B0604020202020204" charset="0"/>
                <a:cs typeface="-윤체M" panose="020B0604020202020204" charset="0"/>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윤체M" panose="020B0604020202020204" charset="0"/>
                <a:cs typeface="-윤체M" panose="020B0604020202020204" charset="0"/>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윤체M" panose="020B0604020202020204" charset="0"/>
                <a:cs typeface="-윤체M" panose="020B0604020202020204" charset="0"/>
              </a:defRPr>
            </a:lvl9pPr>
          </a:lstStyle>
          <a:p>
            <a:pPr eaLnBrk="1" hangingPunct="1">
              <a:spcBef>
                <a:spcPct val="50000"/>
              </a:spcBef>
              <a:buFontTx/>
              <a:buNone/>
            </a:pPr>
            <a:r>
              <a:rPr lang="zh-CN" altLang="en-US" sz="2400">
                <a:latin typeface="华文行楷" panose="02010800040101010101" pitchFamily="2" charset="-122"/>
                <a:ea typeface="华文行楷" panose="02010800040101010101" pitchFamily="2" charset="-122"/>
              </a:rPr>
              <a:t>第</a:t>
            </a:r>
            <a:r>
              <a:rPr lang="en-US" altLang="zh-CN" sz="2400">
                <a:latin typeface="华文行楷" panose="02010800040101010101" pitchFamily="2" charset="-122"/>
                <a:ea typeface="华文行楷" panose="02010800040101010101" pitchFamily="2" charset="-122"/>
              </a:rPr>
              <a:t>3</a:t>
            </a:r>
            <a:r>
              <a:rPr lang="zh-CN" altLang="en-US" sz="2400">
                <a:latin typeface="华文行楷" panose="02010800040101010101" pitchFamily="2" charset="-122"/>
                <a:ea typeface="华文行楷" panose="02010800040101010101" pitchFamily="2" charset="-122"/>
              </a:rPr>
              <a:t>章 逻辑系统</a:t>
            </a:r>
          </a:p>
        </p:txBody>
      </p:sp>
      <p:pic>
        <p:nvPicPr>
          <p:cNvPr id="24580" name="图片 6"/>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76238" y="723900"/>
            <a:ext cx="8391525"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7979957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028"/>
          <p:cNvSpPr>
            <a:spLocks noChangeArrowheads="1"/>
          </p:cNvSpPr>
          <p:nvPr/>
        </p:nvSpPr>
        <p:spPr bwMode="auto">
          <a:xfrm>
            <a:off x="323850" y="549275"/>
            <a:ext cx="7772400" cy="763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latinLnBrk="1">
              <a:spcBef>
                <a:spcPct val="20000"/>
              </a:spcBef>
              <a:buChar char="•"/>
              <a:defRPr kumimoji="1" sz="2200">
                <a:solidFill>
                  <a:schemeClr val="tx1"/>
                </a:solidFill>
                <a:latin typeface="-윤체M" panose="020B0604020202020204" charset="0"/>
                <a:ea typeface="-윤체M" panose="020B0604020202020204" charset="0"/>
                <a:cs typeface="-윤체M" panose="020B0604020202020204" charset="0"/>
              </a:defRPr>
            </a:lvl1pPr>
            <a:lvl2pPr marL="742950" indent="-285750" latinLnBrk="1">
              <a:spcBef>
                <a:spcPct val="20000"/>
              </a:spcBef>
              <a:buChar char="•"/>
              <a:defRPr kumimoji="1" sz="2000">
                <a:solidFill>
                  <a:schemeClr val="tx1"/>
                </a:solidFill>
                <a:latin typeface="-윤체M" panose="020B0604020202020204" charset="0"/>
                <a:ea typeface="-윤체M" panose="020B0604020202020204" charset="0"/>
                <a:cs typeface="-윤체M" panose="020B0604020202020204" charset="0"/>
              </a:defRPr>
            </a:lvl2pPr>
            <a:lvl3pPr marL="1143000" indent="-228600" latinLnBrk="1">
              <a:spcBef>
                <a:spcPct val="20000"/>
              </a:spcBef>
              <a:buChar char="•"/>
              <a:defRPr kumimoji="1">
                <a:solidFill>
                  <a:schemeClr val="tx1"/>
                </a:solidFill>
                <a:latin typeface="-윤체M" panose="020B0604020202020204" charset="0"/>
                <a:ea typeface="-윤체M" panose="020B0604020202020204" charset="0"/>
                <a:cs typeface="-윤체M" panose="020B0604020202020204" charset="0"/>
              </a:defRPr>
            </a:lvl3pPr>
            <a:lvl4pPr marL="1600200" indent="-228600" latinLnBrk="1">
              <a:spcBef>
                <a:spcPct val="20000"/>
              </a:spcBef>
              <a:buChar char="•"/>
              <a:defRPr kumimoji="1" sz="1600">
                <a:solidFill>
                  <a:schemeClr val="tx1"/>
                </a:solidFill>
                <a:latin typeface="-윤체M" panose="020B0604020202020204" charset="0"/>
                <a:ea typeface="-윤체M" panose="020B0604020202020204" charset="0"/>
                <a:cs typeface="-윤체M" panose="020B0604020202020204" charset="0"/>
              </a:defRPr>
            </a:lvl4pPr>
            <a:lvl5pPr marL="2057400" indent="-228600" latinLnBrk="1">
              <a:spcBef>
                <a:spcPct val="20000"/>
              </a:spcBef>
              <a:buChar char="•"/>
              <a:defRPr kumimoji="1" sz="1400">
                <a:solidFill>
                  <a:schemeClr val="tx1"/>
                </a:solidFill>
                <a:latin typeface="-윤체M" panose="020B0604020202020204" charset="0"/>
                <a:ea typeface="-윤체M" panose="020B0604020202020204" charset="0"/>
                <a:cs typeface="-윤체M" panose="020B0604020202020204" charset="0"/>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윤체M" panose="020B0604020202020204" charset="0"/>
                <a:cs typeface="-윤체M" panose="020B0604020202020204" charset="0"/>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윤체M" panose="020B0604020202020204" charset="0"/>
                <a:cs typeface="-윤체M" panose="020B0604020202020204" charset="0"/>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윤체M" panose="020B0604020202020204" charset="0"/>
                <a:cs typeface="-윤체M" panose="020B0604020202020204" charset="0"/>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윤체M" panose="020B0604020202020204" charset="0"/>
                <a:cs typeface="-윤체M" panose="020B0604020202020204" charset="0"/>
              </a:defRPr>
            </a:lvl9pPr>
          </a:lstStyle>
          <a:p>
            <a:pPr latinLnBrk="0">
              <a:spcBef>
                <a:spcPct val="0"/>
              </a:spcBef>
              <a:buFontTx/>
              <a:buNone/>
            </a:pPr>
            <a:r>
              <a:rPr lang="en-US" altLang="zh-CN" sz="3600" b="1">
                <a:solidFill>
                  <a:schemeClr val="tx2"/>
                </a:solidFill>
                <a:latin typeface="微软雅黑" panose="020B0503020204020204" pitchFamily="34" charset="-122"/>
                <a:ea typeface="微软雅黑" panose="020B0503020204020204" pitchFamily="34" charset="-122"/>
              </a:rPr>
              <a:t>      </a:t>
            </a:r>
            <a:r>
              <a:rPr lang="zh-CN" altLang="en-US" sz="3600" b="1">
                <a:solidFill>
                  <a:schemeClr val="tx2"/>
                </a:solidFill>
                <a:latin typeface="微软雅黑" panose="020B0503020204020204" pitchFamily="34" charset="-122"/>
                <a:ea typeface="微软雅黑" panose="020B0503020204020204" pitchFamily="34" charset="-122"/>
              </a:rPr>
              <a:t>动物识别的例子</a:t>
            </a:r>
            <a:r>
              <a:rPr lang="en-US" altLang="zh-CN" sz="3600" b="1">
                <a:solidFill>
                  <a:schemeClr val="tx2"/>
                </a:solidFill>
                <a:latin typeface="微软雅黑" panose="020B0503020204020204" pitchFamily="34" charset="-122"/>
                <a:ea typeface="微软雅黑" panose="020B0503020204020204" pitchFamily="34" charset="-122"/>
              </a:rPr>
              <a:t>(</a:t>
            </a:r>
            <a:r>
              <a:rPr lang="zh-CN" altLang="en-US" sz="3600" b="1">
                <a:solidFill>
                  <a:schemeClr val="tx2"/>
                </a:solidFill>
                <a:latin typeface="微软雅黑" panose="020B0503020204020204" pitchFamily="34" charset="-122"/>
                <a:ea typeface="微软雅黑" panose="020B0503020204020204" pitchFamily="34" charset="-122"/>
              </a:rPr>
              <a:t>深度学习</a:t>
            </a:r>
            <a:r>
              <a:rPr lang="en-US" altLang="zh-CN" sz="3600" b="1">
                <a:solidFill>
                  <a:schemeClr val="tx2"/>
                </a:solidFill>
                <a:latin typeface="微软雅黑" panose="020B0503020204020204" pitchFamily="34" charset="-122"/>
                <a:ea typeface="微软雅黑" panose="020B0503020204020204" pitchFamily="34" charset="-122"/>
              </a:rPr>
              <a:t>)</a:t>
            </a:r>
          </a:p>
        </p:txBody>
      </p:sp>
      <p:pic>
        <p:nvPicPr>
          <p:cNvPr id="26627"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1484313"/>
            <a:ext cx="9144000" cy="487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8" name="文本框 2"/>
          <p:cNvSpPr txBox="1">
            <a:spLocks noChangeArrowheads="1"/>
          </p:cNvSpPr>
          <p:nvPr/>
        </p:nvSpPr>
        <p:spPr bwMode="auto">
          <a:xfrm>
            <a:off x="8388350" y="3716338"/>
            <a:ext cx="755650" cy="29527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latinLnBrk="1">
              <a:spcBef>
                <a:spcPct val="20000"/>
              </a:spcBef>
              <a:buChar char="•"/>
              <a:defRPr kumimoji="1" sz="2200">
                <a:solidFill>
                  <a:schemeClr val="tx1"/>
                </a:solidFill>
                <a:latin typeface="-윤체M" panose="020B0604020202020204" charset="0"/>
                <a:ea typeface="-윤체M" panose="020B0604020202020204" charset="0"/>
                <a:cs typeface="-윤체M" panose="020B0604020202020204" charset="0"/>
              </a:defRPr>
            </a:lvl1pPr>
            <a:lvl2pPr marL="742950" indent="-285750" latinLnBrk="1">
              <a:spcBef>
                <a:spcPct val="20000"/>
              </a:spcBef>
              <a:buChar char="•"/>
              <a:defRPr kumimoji="1" sz="2000">
                <a:solidFill>
                  <a:schemeClr val="tx1"/>
                </a:solidFill>
                <a:latin typeface="-윤체M" panose="020B0604020202020204" charset="0"/>
                <a:ea typeface="-윤체M" panose="020B0604020202020204" charset="0"/>
                <a:cs typeface="-윤체M" panose="020B0604020202020204" charset="0"/>
              </a:defRPr>
            </a:lvl2pPr>
            <a:lvl3pPr marL="1143000" indent="-228600" latinLnBrk="1">
              <a:spcBef>
                <a:spcPct val="20000"/>
              </a:spcBef>
              <a:buChar char="•"/>
              <a:defRPr kumimoji="1">
                <a:solidFill>
                  <a:schemeClr val="tx1"/>
                </a:solidFill>
                <a:latin typeface="-윤체M" panose="020B0604020202020204" charset="0"/>
                <a:ea typeface="-윤체M" panose="020B0604020202020204" charset="0"/>
                <a:cs typeface="-윤체M" panose="020B0604020202020204" charset="0"/>
              </a:defRPr>
            </a:lvl3pPr>
            <a:lvl4pPr marL="1600200" indent="-228600" latinLnBrk="1">
              <a:spcBef>
                <a:spcPct val="20000"/>
              </a:spcBef>
              <a:buChar char="•"/>
              <a:defRPr kumimoji="1" sz="1600">
                <a:solidFill>
                  <a:schemeClr val="tx1"/>
                </a:solidFill>
                <a:latin typeface="-윤체M" panose="020B0604020202020204" charset="0"/>
                <a:ea typeface="-윤체M" panose="020B0604020202020204" charset="0"/>
                <a:cs typeface="-윤체M" panose="020B0604020202020204" charset="0"/>
              </a:defRPr>
            </a:lvl4pPr>
            <a:lvl5pPr marL="2057400" indent="-228600" latinLnBrk="1">
              <a:spcBef>
                <a:spcPct val="20000"/>
              </a:spcBef>
              <a:buChar char="•"/>
              <a:defRPr kumimoji="1" sz="1400">
                <a:solidFill>
                  <a:schemeClr val="tx1"/>
                </a:solidFill>
                <a:latin typeface="-윤체M" panose="020B0604020202020204" charset="0"/>
                <a:ea typeface="-윤체M" panose="020B0604020202020204" charset="0"/>
                <a:cs typeface="-윤체M" panose="020B0604020202020204" charset="0"/>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윤체M" panose="020B0604020202020204" charset="0"/>
                <a:cs typeface="-윤체M" panose="020B0604020202020204" charset="0"/>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윤체M" panose="020B0604020202020204" charset="0"/>
                <a:cs typeface="-윤체M" panose="020B0604020202020204" charset="0"/>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윤체M" panose="020B0604020202020204" charset="0"/>
                <a:cs typeface="-윤체M" panose="020B0604020202020204" charset="0"/>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윤체M" panose="020B0604020202020204" charset="0"/>
                <a:cs typeface="-윤체M" panose="020B0604020202020204" charset="0"/>
              </a:defRPr>
            </a:lvl9pPr>
          </a:lstStyle>
          <a:p>
            <a:pPr latinLnBrk="0">
              <a:spcBef>
                <a:spcPct val="0"/>
              </a:spcBef>
              <a:buFontTx/>
              <a:buNone/>
            </a:pPr>
            <a:endParaRPr lang="zh-CN" altLang="en-US" sz="240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105786138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1028"/>
          <p:cNvSpPr>
            <a:spLocks noChangeArrowheads="1"/>
          </p:cNvSpPr>
          <p:nvPr/>
        </p:nvSpPr>
        <p:spPr bwMode="auto">
          <a:xfrm>
            <a:off x="323850" y="549275"/>
            <a:ext cx="7772400" cy="763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latinLnBrk="1">
              <a:spcBef>
                <a:spcPct val="20000"/>
              </a:spcBef>
              <a:buChar char="•"/>
              <a:defRPr kumimoji="1" sz="2200">
                <a:solidFill>
                  <a:schemeClr val="tx1"/>
                </a:solidFill>
                <a:latin typeface="-윤체M" panose="020B0604020202020204" charset="0"/>
                <a:ea typeface="-윤체M" panose="020B0604020202020204" charset="0"/>
                <a:cs typeface="-윤체M" panose="020B0604020202020204" charset="0"/>
              </a:defRPr>
            </a:lvl1pPr>
            <a:lvl2pPr marL="742950" indent="-285750" latinLnBrk="1">
              <a:spcBef>
                <a:spcPct val="20000"/>
              </a:spcBef>
              <a:buChar char="•"/>
              <a:defRPr kumimoji="1" sz="2000">
                <a:solidFill>
                  <a:schemeClr val="tx1"/>
                </a:solidFill>
                <a:latin typeface="-윤체M" panose="020B0604020202020204" charset="0"/>
                <a:ea typeface="-윤체M" panose="020B0604020202020204" charset="0"/>
                <a:cs typeface="-윤체M" panose="020B0604020202020204" charset="0"/>
              </a:defRPr>
            </a:lvl2pPr>
            <a:lvl3pPr marL="1143000" indent="-228600" latinLnBrk="1">
              <a:spcBef>
                <a:spcPct val="20000"/>
              </a:spcBef>
              <a:buChar char="•"/>
              <a:defRPr kumimoji="1">
                <a:solidFill>
                  <a:schemeClr val="tx1"/>
                </a:solidFill>
                <a:latin typeface="-윤체M" panose="020B0604020202020204" charset="0"/>
                <a:ea typeface="-윤체M" panose="020B0604020202020204" charset="0"/>
                <a:cs typeface="-윤체M" panose="020B0604020202020204" charset="0"/>
              </a:defRPr>
            </a:lvl3pPr>
            <a:lvl4pPr marL="1600200" indent="-228600" latinLnBrk="1">
              <a:spcBef>
                <a:spcPct val="20000"/>
              </a:spcBef>
              <a:buChar char="•"/>
              <a:defRPr kumimoji="1" sz="1600">
                <a:solidFill>
                  <a:schemeClr val="tx1"/>
                </a:solidFill>
                <a:latin typeface="-윤체M" panose="020B0604020202020204" charset="0"/>
                <a:ea typeface="-윤체M" panose="020B0604020202020204" charset="0"/>
                <a:cs typeface="-윤체M" panose="020B0604020202020204" charset="0"/>
              </a:defRPr>
            </a:lvl4pPr>
            <a:lvl5pPr marL="2057400" indent="-228600" latinLnBrk="1">
              <a:spcBef>
                <a:spcPct val="20000"/>
              </a:spcBef>
              <a:buChar char="•"/>
              <a:defRPr kumimoji="1" sz="1400">
                <a:solidFill>
                  <a:schemeClr val="tx1"/>
                </a:solidFill>
                <a:latin typeface="-윤체M" panose="020B0604020202020204" charset="0"/>
                <a:ea typeface="-윤체M" panose="020B0604020202020204" charset="0"/>
                <a:cs typeface="-윤체M" panose="020B0604020202020204" charset="0"/>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윤체M" panose="020B0604020202020204" charset="0"/>
                <a:cs typeface="-윤체M" panose="020B0604020202020204" charset="0"/>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윤체M" panose="020B0604020202020204" charset="0"/>
                <a:cs typeface="-윤체M" panose="020B0604020202020204" charset="0"/>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윤체M" panose="020B0604020202020204" charset="0"/>
                <a:cs typeface="-윤체M" panose="020B0604020202020204" charset="0"/>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윤체M" panose="020B0604020202020204" charset="0"/>
                <a:cs typeface="-윤체M" panose="020B0604020202020204" charset="0"/>
              </a:defRPr>
            </a:lvl9pPr>
          </a:lstStyle>
          <a:p>
            <a:pPr latinLnBrk="0">
              <a:spcBef>
                <a:spcPct val="0"/>
              </a:spcBef>
              <a:buFontTx/>
              <a:buNone/>
            </a:pPr>
            <a:r>
              <a:rPr lang="en-US" altLang="zh-CN" sz="3600" b="1">
                <a:solidFill>
                  <a:schemeClr val="tx2"/>
                </a:solidFill>
                <a:latin typeface="微软雅黑" panose="020B0503020204020204" pitchFamily="34" charset="-122"/>
                <a:ea typeface="微软雅黑" panose="020B0503020204020204" pitchFamily="34" charset="-122"/>
              </a:rPr>
              <a:t>      </a:t>
            </a:r>
            <a:r>
              <a:rPr lang="zh-CN" altLang="en-US" sz="3600" b="1">
                <a:solidFill>
                  <a:schemeClr val="tx2"/>
                </a:solidFill>
                <a:latin typeface="微软雅黑" panose="020B0503020204020204" pitchFamily="34" charset="-122"/>
                <a:ea typeface="微软雅黑" panose="020B0503020204020204" pitchFamily="34" charset="-122"/>
              </a:rPr>
              <a:t>动物识别的例子</a:t>
            </a:r>
            <a:r>
              <a:rPr lang="en-US" altLang="zh-CN" sz="3600" b="1">
                <a:solidFill>
                  <a:schemeClr val="tx2"/>
                </a:solidFill>
                <a:latin typeface="微软雅黑" panose="020B0503020204020204" pitchFamily="34" charset="-122"/>
                <a:ea typeface="微软雅黑" panose="020B0503020204020204" pitchFamily="34" charset="-122"/>
              </a:rPr>
              <a:t>(</a:t>
            </a:r>
            <a:r>
              <a:rPr lang="zh-CN" altLang="en-US" sz="3600" b="1">
                <a:solidFill>
                  <a:schemeClr val="tx2"/>
                </a:solidFill>
                <a:latin typeface="微软雅黑" panose="020B0503020204020204" pitchFamily="34" charset="-122"/>
                <a:ea typeface="微软雅黑" panose="020B0503020204020204" pitchFamily="34" charset="-122"/>
              </a:rPr>
              <a:t>正向推理</a:t>
            </a:r>
            <a:r>
              <a:rPr lang="en-US" altLang="zh-CN" sz="3600" b="1">
                <a:solidFill>
                  <a:schemeClr val="tx2"/>
                </a:solidFill>
                <a:latin typeface="微软雅黑" panose="020B0503020204020204" pitchFamily="34" charset="-122"/>
                <a:ea typeface="微软雅黑" panose="020B0503020204020204" pitchFamily="34" charset="-122"/>
              </a:rPr>
              <a:t>)</a:t>
            </a:r>
          </a:p>
        </p:txBody>
      </p:sp>
      <p:sp>
        <p:nvSpPr>
          <p:cNvPr id="113669" name="Rectangle 1029" descr="Rectangle: Click to edit Master text styles&#10;Second level&#10;Third level&#10;Fourth level&#10;Fifth level"/>
          <p:cNvSpPr>
            <a:spLocks noChangeArrowheads="1"/>
          </p:cNvSpPr>
          <p:nvPr/>
        </p:nvSpPr>
        <p:spPr bwMode="auto">
          <a:xfrm>
            <a:off x="835051" y="2564904"/>
            <a:ext cx="6317338" cy="3746484"/>
          </a:xfrm>
          <a:prstGeom prst="rect">
            <a:avLst/>
          </a:prstGeom>
          <a:solidFill>
            <a:schemeClr val="accent5">
              <a:lumMod val="20000"/>
              <a:lumOff val="80000"/>
            </a:schemeClr>
          </a:solidFill>
          <a:ln w="28575">
            <a:solidFill>
              <a:schemeClr val="accent6">
                <a:lumMod val="40000"/>
                <a:lumOff val="60000"/>
              </a:schemeClr>
            </a:solidFill>
          </a:ln>
          <a:effectLst/>
          <a:extLst/>
        </p:spPr>
        <p:txBody>
          <a:bodyPr/>
          <a:lstStyle>
            <a:lvl1pPr latinLnBrk="1">
              <a:spcBef>
                <a:spcPct val="20000"/>
              </a:spcBef>
              <a:buChar char="•"/>
              <a:defRPr kumimoji="1" sz="2200">
                <a:solidFill>
                  <a:schemeClr val="tx1"/>
                </a:solidFill>
                <a:latin typeface="-윤체M" panose="020B0604020202020204" charset="0"/>
                <a:ea typeface="-윤체M" panose="020B0604020202020204" charset="0"/>
                <a:cs typeface="-윤체M" panose="020B0604020202020204" charset="0"/>
              </a:defRPr>
            </a:lvl1pPr>
            <a:lvl2pPr marL="742950" indent="-285750" latinLnBrk="1">
              <a:spcBef>
                <a:spcPct val="20000"/>
              </a:spcBef>
              <a:buChar char="•"/>
              <a:defRPr kumimoji="1" sz="2000">
                <a:solidFill>
                  <a:schemeClr val="tx1"/>
                </a:solidFill>
                <a:latin typeface="-윤체M" panose="020B0604020202020204" charset="0"/>
                <a:ea typeface="-윤체M" panose="020B0604020202020204" charset="0"/>
                <a:cs typeface="-윤체M" panose="020B0604020202020204" charset="0"/>
              </a:defRPr>
            </a:lvl2pPr>
            <a:lvl3pPr marL="1143000" indent="-228600" latinLnBrk="1">
              <a:spcBef>
                <a:spcPct val="20000"/>
              </a:spcBef>
              <a:buChar char="•"/>
              <a:defRPr kumimoji="1">
                <a:solidFill>
                  <a:schemeClr val="tx1"/>
                </a:solidFill>
                <a:latin typeface="-윤체M" panose="020B0604020202020204" charset="0"/>
                <a:ea typeface="-윤체M" panose="020B0604020202020204" charset="0"/>
                <a:cs typeface="-윤체M" panose="020B0604020202020204" charset="0"/>
              </a:defRPr>
            </a:lvl3pPr>
            <a:lvl4pPr marL="1600200" indent="-228600" latinLnBrk="1">
              <a:spcBef>
                <a:spcPct val="20000"/>
              </a:spcBef>
              <a:buChar char="•"/>
              <a:defRPr kumimoji="1" sz="1600">
                <a:solidFill>
                  <a:schemeClr val="tx1"/>
                </a:solidFill>
                <a:latin typeface="-윤체M" panose="020B0604020202020204" charset="0"/>
                <a:ea typeface="-윤체M" panose="020B0604020202020204" charset="0"/>
                <a:cs typeface="-윤체M" panose="020B0604020202020204" charset="0"/>
              </a:defRPr>
            </a:lvl4pPr>
            <a:lvl5pPr marL="2057400" indent="-228600" latinLnBrk="1">
              <a:spcBef>
                <a:spcPct val="20000"/>
              </a:spcBef>
              <a:buChar char="•"/>
              <a:defRPr kumimoji="1" sz="1400">
                <a:solidFill>
                  <a:schemeClr val="tx1"/>
                </a:solidFill>
                <a:latin typeface="-윤체M" panose="020B0604020202020204" charset="0"/>
                <a:ea typeface="-윤체M" panose="020B0604020202020204" charset="0"/>
                <a:cs typeface="-윤체M" panose="020B0604020202020204" charset="0"/>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윤체M" panose="020B0604020202020204" charset="0"/>
                <a:cs typeface="-윤체M" panose="020B0604020202020204" charset="0"/>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윤체M" panose="020B0604020202020204" charset="0"/>
                <a:cs typeface="-윤체M" panose="020B0604020202020204" charset="0"/>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윤체M" panose="020B0604020202020204" charset="0"/>
                <a:cs typeface="-윤체M" panose="020B0604020202020204" charset="0"/>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윤체M" panose="020B0604020202020204" charset="0"/>
                <a:cs typeface="-윤체M" panose="020B0604020202020204" charset="0"/>
              </a:defRPr>
            </a:lvl9pPr>
          </a:lstStyle>
          <a:p>
            <a:pPr lvl="1" latinLnBrk="0">
              <a:buClr>
                <a:schemeClr val="tx1"/>
              </a:buClr>
              <a:buSzPct val="60000"/>
              <a:buFont typeface="Wingdings" panose="05000000000000000000" pitchFamily="2" charset="2"/>
              <a:buChar char="n"/>
            </a:pPr>
            <a:r>
              <a:rPr lang="en-US" altLang="zh-CN" sz="2400" b="1" dirty="0" err="1" smtClean="0">
                <a:solidFill>
                  <a:srgbClr val="D31128"/>
                </a:solidFill>
                <a:latin typeface="微软雅黑" panose="020B0503020204020204" pitchFamily="34" charset="-122"/>
                <a:ea typeface="微软雅黑" panose="020B0503020204020204" pitchFamily="34" charset="-122"/>
              </a:rPr>
              <a:t>R1</a:t>
            </a:r>
            <a:r>
              <a:rPr lang="zh-CN" altLang="en-US" sz="2400" b="1" dirty="0">
                <a:solidFill>
                  <a:srgbClr val="D31128"/>
                </a:solidFill>
                <a:latin typeface="微软雅黑" panose="020B0503020204020204" pitchFamily="34" charset="-122"/>
                <a:ea typeface="微软雅黑" panose="020B0503020204020204" pitchFamily="34" charset="-122"/>
              </a:rPr>
              <a:t>：动物有毛 → 哺乳类</a:t>
            </a:r>
            <a:r>
              <a:rPr lang="zh-CN" altLang="en-US" sz="2400" b="1" dirty="0">
                <a:latin typeface="微软雅黑" panose="020B0503020204020204" pitchFamily="34" charset="-122"/>
                <a:ea typeface="微软雅黑" panose="020B0503020204020204" pitchFamily="34" charset="-122"/>
              </a:rPr>
              <a:t> </a:t>
            </a:r>
          </a:p>
          <a:p>
            <a:pPr lvl="1" latinLnBrk="0">
              <a:buClr>
                <a:schemeClr val="tx1"/>
              </a:buClr>
              <a:buSzPct val="60000"/>
              <a:buFont typeface="Wingdings" panose="05000000000000000000" pitchFamily="2" charset="2"/>
              <a:buChar char="n"/>
            </a:pPr>
            <a:r>
              <a:rPr lang="en-US" altLang="zh-CN" sz="2400" b="1" dirty="0" err="1">
                <a:latin typeface="微软雅黑" panose="020B0503020204020204" pitchFamily="34" charset="-122"/>
                <a:ea typeface="微软雅黑" panose="020B0503020204020204" pitchFamily="34" charset="-122"/>
              </a:rPr>
              <a:t>R2</a:t>
            </a:r>
            <a:r>
              <a:rPr lang="zh-CN" altLang="en-US" sz="2400" b="1" dirty="0">
                <a:latin typeface="微软雅黑" panose="020B0503020204020204" pitchFamily="34" charset="-122"/>
                <a:ea typeface="微软雅黑" panose="020B0503020204020204" pitchFamily="34" charset="-122"/>
              </a:rPr>
              <a:t>：动物产奶 → 哺乳类 </a:t>
            </a:r>
          </a:p>
          <a:p>
            <a:pPr lvl="1" latinLnBrk="0">
              <a:buClr>
                <a:schemeClr val="tx1"/>
              </a:buClr>
              <a:buSzPct val="60000"/>
              <a:buFont typeface="Wingdings" panose="05000000000000000000" pitchFamily="2" charset="2"/>
              <a:buChar char="n"/>
            </a:pPr>
            <a:r>
              <a:rPr lang="en-US" altLang="zh-CN" sz="2400" b="1" dirty="0" err="1">
                <a:latin typeface="微软雅黑" panose="020B0503020204020204" pitchFamily="34" charset="-122"/>
                <a:ea typeface="微软雅黑" panose="020B0503020204020204" pitchFamily="34" charset="-122"/>
              </a:rPr>
              <a:t>R3</a:t>
            </a:r>
            <a:r>
              <a:rPr lang="zh-CN" altLang="en-US" sz="2400" b="1" dirty="0">
                <a:latin typeface="微软雅黑" panose="020B0503020204020204" pitchFamily="34" charset="-122"/>
                <a:ea typeface="微软雅黑" panose="020B0503020204020204" pitchFamily="34" charset="-122"/>
              </a:rPr>
              <a:t>：哺乳类 ∧ 吃肉 → 食肉类 </a:t>
            </a:r>
          </a:p>
          <a:p>
            <a:pPr lvl="1" latinLnBrk="0">
              <a:buClr>
                <a:schemeClr val="tx1"/>
              </a:buClr>
              <a:buSzPct val="60000"/>
              <a:buFont typeface="Wingdings" panose="05000000000000000000" pitchFamily="2" charset="2"/>
              <a:buChar char="n"/>
            </a:pPr>
            <a:r>
              <a:rPr lang="en-US" altLang="zh-CN" sz="2400" b="1" dirty="0" err="1">
                <a:solidFill>
                  <a:srgbClr val="D31128"/>
                </a:solidFill>
                <a:latin typeface="微软雅黑" panose="020B0503020204020204" pitchFamily="34" charset="-122"/>
                <a:ea typeface="微软雅黑" panose="020B0503020204020204" pitchFamily="34" charset="-122"/>
              </a:rPr>
              <a:t>R4</a:t>
            </a:r>
            <a:r>
              <a:rPr lang="zh-CN" altLang="en-US" sz="2400" b="1" dirty="0">
                <a:solidFill>
                  <a:srgbClr val="D31128"/>
                </a:solidFill>
                <a:latin typeface="微软雅黑" panose="020B0503020204020204" pitchFamily="34" charset="-122"/>
                <a:ea typeface="微软雅黑" panose="020B0503020204020204" pitchFamily="34" charset="-122"/>
              </a:rPr>
              <a:t>：哺乳类 ∧ 吃草 → 有蹄类</a:t>
            </a:r>
            <a:r>
              <a:rPr lang="zh-CN" altLang="en-US" sz="2400" b="1" dirty="0">
                <a:latin typeface="微软雅黑" panose="020B0503020204020204" pitchFamily="34" charset="-122"/>
                <a:ea typeface="微软雅黑" panose="020B0503020204020204" pitchFamily="34" charset="-122"/>
              </a:rPr>
              <a:t> </a:t>
            </a:r>
          </a:p>
          <a:p>
            <a:pPr lvl="1" latinLnBrk="0">
              <a:buClr>
                <a:schemeClr val="tx1"/>
              </a:buClr>
              <a:buSzPct val="60000"/>
              <a:buFont typeface="Wingdings" panose="05000000000000000000" pitchFamily="2" charset="2"/>
              <a:buChar char="n"/>
            </a:pPr>
            <a:r>
              <a:rPr lang="en-US" altLang="zh-CN" sz="2400" b="1" dirty="0" err="1">
                <a:latin typeface="微软雅黑" panose="020B0503020204020204" pitchFamily="34" charset="-122"/>
                <a:ea typeface="微软雅黑" panose="020B0503020204020204" pitchFamily="34" charset="-122"/>
              </a:rPr>
              <a:t>R5</a:t>
            </a:r>
            <a:r>
              <a:rPr lang="zh-CN" altLang="en-US" sz="2400" b="1" dirty="0">
                <a:latin typeface="微软雅黑" panose="020B0503020204020204" pitchFamily="34" charset="-122"/>
                <a:ea typeface="微软雅黑" panose="020B0503020204020204" pitchFamily="34" charset="-122"/>
              </a:rPr>
              <a:t>：食肉类 ∧ 黄褐色 ∧ 有斑点→ 猎狗 </a:t>
            </a:r>
          </a:p>
          <a:p>
            <a:pPr lvl="1" latinLnBrk="0">
              <a:buClr>
                <a:schemeClr val="tx1"/>
              </a:buClr>
              <a:buSzPct val="60000"/>
              <a:buFont typeface="Wingdings" panose="05000000000000000000" pitchFamily="2" charset="2"/>
              <a:buChar char="n"/>
            </a:pPr>
            <a:r>
              <a:rPr lang="en-US" altLang="zh-CN" sz="2400" b="1" dirty="0" err="1">
                <a:latin typeface="微软雅黑" panose="020B0503020204020204" pitchFamily="34" charset="-122"/>
                <a:ea typeface="微软雅黑" panose="020B0503020204020204" pitchFamily="34" charset="-122"/>
              </a:rPr>
              <a:t>R6</a:t>
            </a:r>
            <a:r>
              <a:rPr lang="zh-CN" altLang="en-US" sz="2400" b="1" dirty="0">
                <a:latin typeface="微软雅黑" panose="020B0503020204020204" pitchFamily="34" charset="-122"/>
                <a:ea typeface="微软雅黑" panose="020B0503020204020204" pitchFamily="34" charset="-122"/>
              </a:rPr>
              <a:t>：食肉类 ∧ 黄褐色 ∧ 黑条纹→ 虎 </a:t>
            </a:r>
          </a:p>
          <a:p>
            <a:pPr lvl="1" latinLnBrk="0">
              <a:buClr>
                <a:schemeClr val="tx1"/>
              </a:buClr>
              <a:buSzPct val="60000"/>
              <a:buFont typeface="Wingdings" panose="05000000000000000000" pitchFamily="2" charset="2"/>
              <a:buChar char="n"/>
            </a:pPr>
            <a:r>
              <a:rPr lang="en-US" altLang="zh-CN" sz="2400" b="1" dirty="0" err="1">
                <a:latin typeface="微软雅黑" panose="020B0503020204020204" pitchFamily="34" charset="-122"/>
                <a:ea typeface="微软雅黑" panose="020B0503020204020204" pitchFamily="34" charset="-122"/>
              </a:rPr>
              <a:t>R7</a:t>
            </a:r>
            <a:r>
              <a:rPr lang="zh-CN" altLang="en-US" sz="2400" b="1" dirty="0">
                <a:latin typeface="微软雅黑" panose="020B0503020204020204" pitchFamily="34" charset="-122"/>
                <a:ea typeface="微软雅黑" panose="020B0503020204020204" pitchFamily="34" charset="-122"/>
              </a:rPr>
              <a:t>：有蹄类 ∧ 长脖 → 长颈鹿 </a:t>
            </a:r>
          </a:p>
          <a:p>
            <a:pPr lvl="1" latinLnBrk="0">
              <a:buClr>
                <a:schemeClr val="tx1"/>
              </a:buClr>
              <a:buSzPct val="60000"/>
              <a:buFont typeface="Wingdings" panose="05000000000000000000" pitchFamily="2" charset="2"/>
              <a:buChar char="n"/>
            </a:pPr>
            <a:r>
              <a:rPr lang="en-US" altLang="zh-CN" sz="2400" b="1" dirty="0" err="1">
                <a:solidFill>
                  <a:srgbClr val="D31128"/>
                </a:solidFill>
                <a:latin typeface="微软雅黑" panose="020B0503020204020204" pitchFamily="34" charset="-122"/>
                <a:ea typeface="微软雅黑" panose="020B0503020204020204" pitchFamily="34" charset="-122"/>
              </a:rPr>
              <a:t>R8</a:t>
            </a:r>
            <a:r>
              <a:rPr lang="zh-CN" altLang="en-US" sz="2400" b="1" dirty="0">
                <a:solidFill>
                  <a:srgbClr val="D31128"/>
                </a:solidFill>
                <a:latin typeface="微软雅黑" panose="020B0503020204020204" pitchFamily="34" charset="-122"/>
                <a:ea typeface="微软雅黑" panose="020B0503020204020204" pitchFamily="34" charset="-122"/>
              </a:rPr>
              <a:t>：有蹄类 ∧ 黑条纹 → 斑马</a:t>
            </a:r>
          </a:p>
        </p:txBody>
      </p:sp>
      <p:sp>
        <p:nvSpPr>
          <p:cNvPr id="2" name="矩形 1"/>
          <p:cNvSpPr/>
          <p:nvPr/>
        </p:nvSpPr>
        <p:spPr>
          <a:xfrm>
            <a:off x="631917" y="1628800"/>
            <a:ext cx="6533362" cy="461665"/>
          </a:xfrm>
          <a:prstGeom prst="rect">
            <a:avLst/>
          </a:prstGeom>
        </p:spPr>
        <p:txBody>
          <a:bodyPr wrap="square">
            <a:spAutoFit/>
          </a:bodyPr>
          <a:lstStyle/>
          <a:p>
            <a:r>
              <a:rPr lang="zh-CN" altLang="en-US" b="1" dirty="0">
                <a:latin typeface="微软雅黑" panose="020B0503020204020204" pitchFamily="34" charset="-122"/>
                <a:ea typeface="微软雅黑" panose="020B0503020204020204" pitchFamily="34" charset="-122"/>
              </a:rPr>
              <a:t>输入</a:t>
            </a:r>
            <a:r>
              <a:rPr lang="zh-CN" altLang="en-US" b="1" dirty="0" smtClean="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一动物</a:t>
            </a:r>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有毛，吃草，黑条纹</a:t>
            </a:r>
            <a:r>
              <a:rPr lang="en-US" altLang="zh-CN" b="1" dirty="0">
                <a:latin typeface="微软雅黑" panose="020B0503020204020204" pitchFamily="34" charset="-122"/>
                <a:ea typeface="微软雅黑" panose="020B0503020204020204" pitchFamily="34" charset="-122"/>
              </a:rPr>
              <a:t>}</a:t>
            </a:r>
          </a:p>
        </p:txBody>
      </p:sp>
      <p:sp>
        <p:nvSpPr>
          <p:cNvPr id="3" name="文本框 2"/>
          <p:cNvSpPr txBox="1"/>
          <p:nvPr/>
        </p:nvSpPr>
        <p:spPr>
          <a:xfrm>
            <a:off x="601940" y="3429000"/>
            <a:ext cx="431726" cy="1200329"/>
          </a:xfrm>
          <a:prstGeom prst="rect">
            <a:avLst/>
          </a:prstGeom>
          <a:solidFill>
            <a:schemeClr val="accent5">
              <a:lumMod val="20000"/>
              <a:lumOff val="80000"/>
            </a:schemeClr>
          </a:solidFill>
        </p:spPr>
        <p:txBody>
          <a:bodyPr wrap="square" rtlCol="0">
            <a:spAutoFit/>
          </a:bodyPr>
          <a:lstStyle/>
          <a:p>
            <a:r>
              <a:rPr lang="zh-CN" altLang="en-US" b="1" dirty="0" smtClean="0">
                <a:latin typeface="微软雅黑" panose="020B0503020204020204" pitchFamily="34" charset="-122"/>
                <a:ea typeface="微软雅黑" panose="020B0503020204020204" pitchFamily="34" charset="-122"/>
              </a:rPr>
              <a:t>规则库</a:t>
            </a:r>
            <a:endParaRPr lang="zh-CN" altLang="en-US" b="1" dirty="0">
              <a:latin typeface="微软雅黑" panose="020B0503020204020204" pitchFamily="34" charset="-122"/>
              <a:ea typeface="微软雅黑" panose="020B0503020204020204" pitchFamily="34" charset="-122"/>
            </a:endParaRPr>
          </a:p>
        </p:txBody>
      </p:sp>
      <p:sp>
        <p:nvSpPr>
          <p:cNvPr id="4" name="加号 3"/>
          <p:cNvSpPr/>
          <p:nvPr/>
        </p:nvSpPr>
        <p:spPr bwMode="auto">
          <a:xfrm>
            <a:off x="2843808" y="2090465"/>
            <a:ext cx="432048" cy="474439"/>
          </a:xfrm>
          <a:prstGeom prst="mathPlus">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1" hangingPunct="1">
              <a:lnSpc>
                <a:spcPct val="100000"/>
              </a:lnSpc>
              <a:spcBef>
                <a:spcPct val="0"/>
              </a:spcBef>
              <a:spcAft>
                <a:spcPct val="0"/>
              </a:spcAft>
              <a:buClrTx/>
              <a:buSzTx/>
              <a:buFontTx/>
              <a:buNone/>
            </a:pPr>
            <a:endParaRPr kumimoji="1" lang="zh-CN" altLang="en-US" sz="24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p:txBody>
      </p:sp>
      <p:sp>
        <p:nvSpPr>
          <p:cNvPr id="5" name="右箭头 4"/>
          <p:cNvSpPr/>
          <p:nvPr/>
        </p:nvSpPr>
        <p:spPr bwMode="auto">
          <a:xfrm>
            <a:off x="6444208" y="2090465"/>
            <a:ext cx="648072" cy="237219"/>
          </a:xfrm>
          <a:prstGeom prst="rightArrow">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1" hangingPunct="1">
              <a:lnSpc>
                <a:spcPct val="100000"/>
              </a:lnSpc>
              <a:spcBef>
                <a:spcPct val="0"/>
              </a:spcBef>
              <a:spcAft>
                <a:spcPct val="0"/>
              </a:spcAft>
              <a:buClrTx/>
              <a:buSzTx/>
              <a:buFontTx/>
              <a:buNone/>
            </a:pPr>
            <a:endParaRPr kumimoji="1" lang="zh-CN" altLang="en-US" sz="24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p:txBody>
      </p:sp>
      <p:sp>
        <p:nvSpPr>
          <p:cNvPr id="6" name="矩形 5"/>
          <p:cNvSpPr/>
          <p:nvPr/>
        </p:nvSpPr>
        <p:spPr>
          <a:xfrm>
            <a:off x="7210719" y="1978241"/>
            <a:ext cx="1261884" cy="461665"/>
          </a:xfrm>
          <a:prstGeom prst="rect">
            <a:avLst/>
          </a:prstGeom>
        </p:spPr>
        <p:txBody>
          <a:bodyPr wrap="none">
            <a:spAutoFit/>
          </a:bodyPr>
          <a:lstStyle/>
          <a:p>
            <a:pPr lvl="1">
              <a:buClr>
                <a:schemeClr val="tx1"/>
              </a:buClr>
              <a:buSzPct val="60000"/>
            </a:pPr>
            <a:r>
              <a:rPr lang="zh-CN" altLang="en-US" b="1" dirty="0">
                <a:solidFill>
                  <a:srgbClr val="D31128"/>
                </a:solidFill>
                <a:latin typeface="微软雅黑" panose="020B0503020204020204" pitchFamily="34" charset="-122"/>
                <a:ea typeface="微软雅黑" panose="020B0503020204020204" pitchFamily="34" charset="-122"/>
              </a:rPr>
              <a:t>斑马</a:t>
            </a:r>
          </a:p>
        </p:txBody>
      </p:sp>
    </p:spTree>
    <p:extLst>
      <p:ext uri="{BB962C8B-B14F-4D97-AF65-F5344CB8AC3E}">
        <p14:creationId xmlns:p14="http://schemas.microsoft.com/office/powerpoint/2010/main" val="276697204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8" presetClass="emph" presetSubtype="0" fill="hold" nodeType="clickEffect">
                                  <p:stCondLst>
                                    <p:cond delay="0"/>
                                  </p:stCondLst>
                                  <p:childTnLst>
                                    <p:animRot by="21600000">
                                      <p:cBhvr>
                                        <p:cTn id="10" dur="500" fill="hold"/>
                                        <p:tgtEl>
                                          <p:spTgt spid="113669">
                                            <p:txEl>
                                              <p:pRg st="0" end="0"/>
                                            </p:txEl>
                                          </p:spTgt>
                                        </p:tgtEl>
                                        <p:attrNameLst>
                                          <p:attrName>r</p:attrName>
                                        </p:attrNameLst>
                                      </p:cBhvr>
                                    </p:animRot>
                                  </p:childTnLst>
                                </p:cTn>
                              </p:par>
                            </p:childTnLst>
                          </p:cTn>
                        </p:par>
                      </p:childTnLst>
                    </p:cTn>
                  </p:par>
                  <p:par>
                    <p:cTn id="11" fill="hold" nodeType="clickPar">
                      <p:stCondLst>
                        <p:cond delay="indefinite"/>
                      </p:stCondLst>
                      <p:childTnLst>
                        <p:par>
                          <p:cTn id="12" fill="hold" nodeType="withGroup">
                            <p:stCondLst>
                              <p:cond delay="0"/>
                            </p:stCondLst>
                            <p:childTnLst>
                              <p:par>
                                <p:cTn id="13" presetID="8" presetClass="emph" presetSubtype="0" fill="hold" nodeType="clickEffect">
                                  <p:stCondLst>
                                    <p:cond delay="0"/>
                                  </p:stCondLst>
                                  <p:childTnLst>
                                    <p:animRot by="21600000">
                                      <p:cBhvr>
                                        <p:cTn id="14" dur="500" fill="hold"/>
                                        <p:tgtEl>
                                          <p:spTgt spid="113669">
                                            <p:txEl>
                                              <p:pRg st="3" end="3"/>
                                            </p:txEl>
                                          </p:spTgt>
                                        </p:tgtEl>
                                        <p:attrNameLst>
                                          <p:attrName>r</p:attrName>
                                        </p:attrNameLst>
                                      </p:cBhvr>
                                    </p:animRot>
                                  </p:childTnLst>
                                </p:cTn>
                              </p:par>
                            </p:childTnLst>
                          </p:cTn>
                        </p:par>
                      </p:childTnLst>
                    </p:cTn>
                  </p:par>
                  <p:par>
                    <p:cTn id="15" fill="hold" nodeType="clickPar">
                      <p:stCondLst>
                        <p:cond delay="indefinite"/>
                      </p:stCondLst>
                      <p:childTnLst>
                        <p:par>
                          <p:cTn id="16" fill="hold" nodeType="withGroup">
                            <p:stCondLst>
                              <p:cond delay="0"/>
                            </p:stCondLst>
                            <p:childTnLst>
                              <p:par>
                                <p:cTn id="17" presetID="8" presetClass="emph" presetSubtype="0" fill="hold" nodeType="clickEffect">
                                  <p:stCondLst>
                                    <p:cond delay="0"/>
                                  </p:stCondLst>
                                  <p:childTnLst>
                                    <p:animRot by="21600000">
                                      <p:cBhvr>
                                        <p:cTn id="18" dur="500" fill="hold"/>
                                        <p:tgtEl>
                                          <p:spTgt spid="113669">
                                            <p:txEl>
                                              <p:pRg st="7" end="7"/>
                                            </p:txEl>
                                          </p:spTgt>
                                        </p:tgtEl>
                                        <p:attrNameLst>
                                          <p:attrName>r</p:attrName>
                                        </p:attrNameLst>
                                      </p:cBhvr>
                                    </p:animRo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ctrTitle"/>
          </p:nvPr>
        </p:nvSpPr>
        <p:spPr>
          <a:xfrm>
            <a:off x="2051051" y="1844675"/>
            <a:ext cx="5977334" cy="2736850"/>
          </a:xfrm>
        </p:spPr>
        <p:txBody>
          <a:bodyPr/>
          <a:lstStyle/>
          <a:p>
            <a:pPr algn="l" eaLnBrk="1" hangingPunct="1">
              <a:lnSpc>
                <a:spcPct val="120000"/>
              </a:lnSpc>
            </a:pPr>
            <a:r>
              <a:rPr lang="en-US" altLang="zh-CN" sz="2800" dirty="0" smtClean="0">
                <a:solidFill>
                  <a:schemeClr val="tx1"/>
                </a:solidFill>
                <a:latin typeface="Times New Roman" panose="02020603050405020304" pitchFamily="18" charset="0"/>
                <a:ea typeface="黑体" panose="02010609060101010101" pitchFamily="49" charset="-122"/>
              </a:rPr>
              <a:t>3.1.1  </a:t>
            </a:r>
            <a:r>
              <a:rPr lang="zh-CN" altLang="en-US" sz="2800" dirty="0" smtClean="0">
                <a:solidFill>
                  <a:schemeClr val="tx1"/>
                </a:solidFill>
                <a:latin typeface="Times New Roman" panose="02020603050405020304" pitchFamily="18" charset="0"/>
                <a:ea typeface="黑体" panose="02010609060101010101" pitchFamily="49" charset="-122"/>
              </a:rPr>
              <a:t>什么是推理</a:t>
            </a:r>
            <a:br>
              <a:rPr lang="zh-CN" altLang="en-US" sz="2800" dirty="0" smtClean="0">
                <a:solidFill>
                  <a:schemeClr val="tx1"/>
                </a:solidFill>
                <a:latin typeface="Times New Roman" panose="02020603050405020304" pitchFamily="18" charset="0"/>
                <a:ea typeface="黑体" panose="02010609060101010101" pitchFamily="49" charset="-122"/>
              </a:rPr>
            </a:br>
            <a:r>
              <a:rPr lang="en-US" altLang="zh-CN" sz="2800" dirty="0" smtClean="0">
                <a:solidFill>
                  <a:schemeClr val="tx1"/>
                </a:solidFill>
                <a:latin typeface="Times New Roman" panose="02020603050405020304" pitchFamily="18" charset="0"/>
                <a:ea typeface="黑体" panose="02010609060101010101" pitchFamily="49" charset="-122"/>
              </a:rPr>
              <a:t>3.1.2  </a:t>
            </a:r>
            <a:r>
              <a:rPr lang="zh-CN" altLang="en-US" sz="2800" dirty="0" smtClean="0">
                <a:solidFill>
                  <a:schemeClr val="tx1"/>
                </a:solidFill>
                <a:latin typeface="Times New Roman" panose="02020603050405020304" pitchFamily="18" charset="0"/>
                <a:ea typeface="黑体" panose="02010609060101010101" pitchFamily="49" charset="-122"/>
              </a:rPr>
              <a:t>推理方法及其分类</a:t>
            </a:r>
            <a:br>
              <a:rPr lang="zh-CN" altLang="en-US" sz="2800" dirty="0" smtClean="0">
                <a:solidFill>
                  <a:schemeClr val="tx1"/>
                </a:solidFill>
                <a:latin typeface="Times New Roman" panose="02020603050405020304" pitchFamily="18" charset="0"/>
                <a:ea typeface="黑体" panose="02010609060101010101" pitchFamily="49" charset="-122"/>
              </a:rPr>
            </a:br>
            <a:r>
              <a:rPr lang="en-US" altLang="zh-CN" sz="2800" dirty="0" smtClean="0">
                <a:solidFill>
                  <a:schemeClr val="tx1"/>
                </a:solidFill>
                <a:latin typeface="Times New Roman" panose="02020603050405020304" pitchFamily="18" charset="0"/>
                <a:ea typeface="黑体" panose="02010609060101010101" pitchFamily="49" charset="-122"/>
              </a:rPr>
              <a:t>3.1.3  </a:t>
            </a:r>
            <a:r>
              <a:rPr lang="zh-CN" altLang="en-US" sz="2800" dirty="0" smtClean="0">
                <a:solidFill>
                  <a:schemeClr val="tx1"/>
                </a:solidFill>
                <a:latin typeface="Times New Roman" panose="02020603050405020304" pitchFamily="18" charset="0"/>
                <a:ea typeface="黑体" panose="02010609060101010101" pitchFamily="49" charset="-122"/>
              </a:rPr>
              <a:t>逻辑智能体的构造</a:t>
            </a:r>
            <a:br>
              <a:rPr lang="zh-CN" altLang="en-US" sz="2800" dirty="0" smtClean="0">
                <a:solidFill>
                  <a:schemeClr val="tx1"/>
                </a:solidFill>
                <a:latin typeface="Times New Roman" panose="02020603050405020304" pitchFamily="18" charset="0"/>
                <a:ea typeface="黑体" panose="02010609060101010101" pitchFamily="49" charset="-122"/>
              </a:rPr>
            </a:br>
            <a:endParaRPr lang="zh-CN" altLang="en-US" sz="4000" dirty="0" smtClean="0">
              <a:solidFill>
                <a:schemeClr val="tx1"/>
              </a:solidFill>
              <a:latin typeface="Times New Roman" panose="02020603050405020304" pitchFamily="18" charset="0"/>
              <a:ea typeface="黑体" panose="02010609060101010101" pitchFamily="49" charset="-122"/>
            </a:endParaRPr>
          </a:p>
        </p:txBody>
      </p:sp>
      <p:sp>
        <p:nvSpPr>
          <p:cNvPr id="28675" name="Text Box 3"/>
          <p:cNvSpPr txBox="1">
            <a:spLocks noChangeArrowheads="1"/>
          </p:cNvSpPr>
          <p:nvPr/>
        </p:nvSpPr>
        <p:spPr bwMode="auto">
          <a:xfrm>
            <a:off x="0" y="404813"/>
            <a:ext cx="2339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2200">
                <a:solidFill>
                  <a:schemeClr val="tx1"/>
                </a:solidFill>
                <a:latin typeface="-윤체M" panose="020B0604020202020204" charset="0"/>
                <a:ea typeface="-윤체M" panose="020B0604020202020204" charset="0"/>
                <a:cs typeface="-윤체M" panose="020B0604020202020204" charset="0"/>
              </a:defRPr>
            </a:lvl1pPr>
            <a:lvl2pPr marL="742950" indent="-285750" latinLnBrk="1">
              <a:spcBef>
                <a:spcPct val="20000"/>
              </a:spcBef>
              <a:buChar char="•"/>
              <a:defRPr kumimoji="1" sz="2000">
                <a:solidFill>
                  <a:schemeClr val="tx1"/>
                </a:solidFill>
                <a:latin typeface="-윤체M" panose="020B0604020202020204" charset="0"/>
                <a:ea typeface="-윤체M" panose="020B0604020202020204" charset="0"/>
                <a:cs typeface="-윤체M" panose="020B0604020202020204" charset="0"/>
              </a:defRPr>
            </a:lvl2pPr>
            <a:lvl3pPr marL="1143000" indent="-228600" latinLnBrk="1">
              <a:spcBef>
                <a:spcPct val="20000"/>
              </a:spcBef>
              <a:buChar char="•"/>
              <a:defRPr kumimoji="1">
                <a:solidFill>
                  <a:schemeClr val="tx1"/>
                </a:solidFill>
                <a:latin typeface="-윤체M" panose="020B0604020202020204" charset="0"/>
                <a:ea typeface="-윤체M" panose="020B0604020202020204" charset="0"/>
                <a:cs typeface="-윤체M" panose="020B0604020202020204" charset="0"/>
              </a:defRPr>
            </a:lvl3pPr>
            <a:lvl4pPr marL="1600200" indent="-228600" latinLnBrk="1">
              <a:spcBef>
                <a:spcPct val="20000"/>
              </a:spcBef>
              <a:buChar char="•"/>
              <a:defRPr kumimoji="1" sz="1600">
                <a:solidFill>
                  <a:schemeClr val="tx1"/>
                </a:solidFill>
                <a:latin typeface="-윤체M" panose="020B0604020202020204" charset="0"/>
                <a:ea typeface="-윤체M" panose="020B0604020202020204" charset="0"/>
                <a:cs typeface="-윤체M" panose="020B0604020202020204" charset="0"/>
              </a:defRPr>
            </a:lvl4pPr>
            <a:lvl5pPr marL="2057400" indent="-228600" latinLnBrk="1">
              <a:spcBef>
                <a:spcPct val="20000"/>
              </a:spcBef>
              <a:buChar char="•"/>
              <a:defRPr kumimoji="1" sz="1400">
                <a:solidFill>
                  <a:schemeClr val="tx1"/>
                </a:solidFill>
                <a:latin typeface="-윤체M" panose="020B0604020202020204" charset="0"/>
                <a:ea typeface="-윤체M" panose="020B0604020202020204" charset="0"/>
                <a:cs typeface="-윤체M" panose="020B0604020202020204" charset="0"/>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윤체M" panose="020B0604020202020204" charset="0"/>
                <a:cs typeface="-윤체M" panose="020B0604020202020204" charset="0"/>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윤체M" panose="020B0604020202020204" charset="0"/>
                <a:cs typeface="-윤체M" panose="020B0604020202020204" charset="0"/>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윤체M" panose="020B0604020202020204" charset="0"/>
                <a:cs typeface="-윤체M" panose="020B0604020202020204" charset="0"/>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윤체M" panose="020B0604020202020204" charset="0"/>
                <a:cs typeface="-윤체M" panose="020B0604020202020204" charset="0"/>
              </a:defRPr>
            </a:lvl9pPr>
          </a:lstStyle>
          <a:p>
            <a:pPr eaLnBrk="1" hangingPunct="1">
              <a:spcBef>
                <a:spcPct val="50000"/>
              </a:spcBef>
              <a:buFontTx/>
              <a:buNone/>
            </a:pPr>
            <a:r>
              <a:rPr lang="zh-CN" altLang="en-US" sz="2400">
                <a:latin typeface="华文行楷" panose="02010800040101010101" pitchFamily="2" charset="-122"/>
                <a:ea typeface="华文行楷" panose="02010800040101010101" pitchFamily="2" charset="-122"/>
              </a:rPr>
              <a:t>第</a:t>
            </a:r>
            <a:r>
              <a:rPr lang="en-US" altLang="zh-CN" sz="2400">
                <a:latin typeface="华文行楷" panose="02010800040101010101" pitchFamily="2" charset="-122"/>
                <a:ea typeface="华文行楷" panose="02010800040101010101" pitchFamily="2" charset="-122"/>
              </a:rPr>
              <a:t>3</a:t>
            </a:r>
            <a:r>
              <a:rPr lang="zh-CN" altLang="en-US" sz="2400">
                <a:latin typeface="华文行楷" panose="02010800040101010101" pitchFamily="2" charset="-122"/>
                <a:ea typeface="华文行楷" panose="02010800040101010101" pitchFamily="2" charset="-122"/>
              </a:rPr>
              <a:t>章 逻辑系统</a:t>
            </a:r>
          </a:p>
        </p:txBody>
      </p:sp>
      <p:sp>
        <p:nvSpPr>
          <p:cNvPr id="28676" name="矩形 1"/>
          <p:cNvSpPr>
            <a:spLocks noChangeArrowheads="1"/>
          </p:cNvSpPr>
          <p:nvPr/>
        </p:nvSpPr>
        <p:spPr bwMode="auto">
          <a:xfrm>
            <a:off x="2051050" y="981075"/>
            <a:ext cx="45720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latinLnBrk="1">
              <a:spcBef>
                <a:spcPct val="20000"/>
              </a:spcBef>
              <a:buChar char="•"/>
              <a:defRPr kumimoji="1" sz="2200">
                <a:solidFill>
                  <a:schemeClr val="tx1"/>
                </a:solidFill>
                <a:latin typeface="-윤체M" panose="020B0604020202020204" charset="0"/>
                <a:ea typeface="-윤체M" panose="020B0604020202020204" charset="0"/>
                <a:cs typeface="-윤체M" panose="020B0604020202020204" charset="0"/>
              </a:defRPr>
            </a:lvl1pPr>
            <a:lvl2pPr marL="742950" indent="-285750" latinLnBrk="1">
              <a:spcBef>
                <a:spcPct val="20000"/>
              </a:spcBef>
              <a:buChar char="•"/>
              <a:defRPr kumimoji="1" sz="2000">
                <a:solidFill>
                  <a:schemeClr val="tx1"/>
                </a:solidFill>
                <a:latin typeface="-윤체M" panose="020B0604020202020204" charset="0"/>
                <a:ea typeface="-윤체M" panose="020B0604020202020204" charset="0"/>
                <a:cs typeface="-윤체M" panose="020B0604020202020204" charset="0"/>
              </a:defRPr>
            </a:lvl2pPr>
            <a:lvl3pPr marL="1143000" indent="-228600" latinLnBrk="1">
              <a:spcBef>
                <a:spcPct val="20000"/>
              </a:spcBef>
              <a:buChar char="•"/>
              <a:defRPr kumimoji="1">
                <a:solidFill>
                  <a:schemeClr val="tx1"/>
                </a:solidFill>
                <a:latin typeface="-윤체M" panose="020B0604020202020204" charset="0"/>
                <a:ea typeface="-윤체M" panose="020B0604020202020204" charset="0"/>
                <a:cs typeface="-윤체M" panose="020B0604020202020204" charset="0"/>
              </a:defRPr>
            </a:lvl3pPr>
            <a:lvl4pPr marL="1600200" indent="-228600" latinLnBrk="1">
              <a:spcBef>
                <a:spcPct val="20000"/>
              </a:spcBef>
              <a:buChar char="•"/>
              <a:defRPr kumimoji="1" sz="1600">
                <a:solidFill>
                  <a:schemeClr val="tx1"/>
                </a:solidFill>
                <a:latin typeface="-윤체M" panose="020B0604020202020204" charset="0"/>
                <a:ea typeface="-윤체M" panose="020B0604020202020204" charset="0"/>
                <a:cs typeface="-윤체M" panose="020B0604020202020204" charset="0"/>
              </a:defRPr>
            </a:lvl4pPr>
            <a:lvl5pPr marL="2057400" indent="-228600" latinLnBrk="1">
              <a:spcBef>
                <a:spcPct val="20000"/>
              </a:spcBef>
              <a:buChar char="•"/>
              <a:defRPr kumimoji="1" sz="1400">
                <a:solidFill>
                  <a:schemeClr val="tx1"/>
                </a:solidFill>
                <a:latin typeface="-윤체M" panose="020B0604020202020204" charset="0"/>
                <a:ea typeface="-윤체M" panose="020B0604020202020204" charset="0"/>
                <a:cs typeface="-윤체M" panose="020B0604020202020204" charset="0"/>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윤체M" panose="020B0604020202020204" charset="0"/>
                <a:cs typeface="-윤체M" panose="020B0604020202020204" charset="0"/>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윤체M" panose="020B0604020202020204" charset="0"/>
                <a:cs typeface="-윤체M" panose="020B0604020202020204" charset="0"/>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윤체M" panose="020B0604020202020204" charset="0"/>
                <a:cs typeface="-윤체M" panose="020B0604020202020204" charset="0"/>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윤체M" panose="020B0604020202020204" charset="0"/>
                <a:cs typeface="-윤체M" panose="020B0604020202020204" charset="0"/>
              </a:defRPr>
            </a:lvl9pPr>
          </a:lstStyle>
          <a:p>
            <a:pPr latinLnBrk="0">
              <a:spcBef>
                <a:spcPct val="0"/>
              </a:spcBef>
              <a:buFontTx/>
              <a:buNone/>
            </a:pPr>
            <a:r>
              <a:rPr lang="en-US" altLang="zh-CN" sz="3600">
                <a:latin typeface="Times New Roman" panose="02020603050405020304" pitchFamily="18" charset="0"/>
                <a:ea typeface="黑体" panose="02010609060101010101" pitchFamily="49" charset="-122"/>
              </a:rPr>
              <a:t>3.1 </a:t>
            </a:r>
            <a:r>
              <a:rPr lang="zh-CN" altLang="en-US" sz="3600">
                <a:latin typeface="Times New Roman" panose="02020603050405020304" pitchFamily="18" charset="0"/>
                <a:ea typeface="黑体" panose="02010609060101010101" pitchFamily="49" charset="-122"/>
              </a:rPr>
              <a:t>推理的基本概念</a:t>
            </a:r>
            <a:br>
              <a:rPr lang="zh-CN" altLang="en-US" sz="3600">
                <a:latin typeface="Times New Roman" panose="02020603050405020304" pitchFamily="18" charset="0"/>
                <a:ea typeface="黑体" panose="02010609060101010101" pitchFamily="49" charset="-122"/>
              </a:rPr>
            </a:br>
            <a:endParaRPr lang="zh-CN" altLang="en-US" sz="360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25361110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a:xfrm>
            <a:off x="6553200" y="6248400"/>
            <a:ext cx="1905000" cy="457200"/>
          </a:xfrm>
          <a:prstGeom prst="rect">
            <a:avLst/>
          </a:prstGeom>
        </p:spPr>
        <p:txBody>
          <a:bodyPr/>
          <a:lstStyle>
            <a:lvl1pPr>
              <a:defRPr kumimoji="1" sz="2400">
                <a:solidFill>
                  <a:schemeClr val="tx1"/>
                </a:solidFill>
                <a:latin typeface="宋体" panose="02010600030101010101" pitchFamily="2" charset="-122"/>
                <a:ea typeface="宋体" panose="02010600030101010101" pitchFamily="2" charset="-122"/>
              </a:defRPr>
            </a:lvl1pPr>
            <a:lvl2pPr marL="742950" indent="-285750">
              <a:defRPr kumimoji="1" sz="2400">
                <a:solidFill>
                  <a:schemeClr val="tx1"/>
                </a:solidFill>
                <a:latin typeface="宋体" panose="02010600030101010101" pitchFamily="2" charset="-122"/>
                <a:ea typeface="宋体" panose="02010600030101010101" pitchFamily="2" charset="-122"/>
              </a:defRPr>
            </a:lvl2pPr>
            <a:lvl3pPr marL="1143000" indent="-228600">
              <a:defRPr kumimoji="1" sz="2400">
                <a:solidFill>
                  <a:schemeClr val="tx1"/>
                </a:solidFill>
                <a:latin typeface="宋体" panose="02010600030101010101" pitchFamily="2" charset="-122"/>
                <a:ea typeface="宋体" panose="02010600030101010101" pitchFamily="2" charset="-122"/>
              </a:defRPr>
            </a:lvl3pPr>
            <a:lvl4pPr marL="1600200" indent="-228600">
              <a:defRPr kumimoji="1" sz="2400">
                <a:solidFill>
                  <a:schemeClr val="tx1"/>
                </a:solidFill>
                <a:latin typeface="宋体" panose="02010600030101010101" pitchFamily="2" charset="-122"/>
                <a:ea typeface="宋体" panose="02010600030101010101" pitchFamily="2" charset="-122"/>
              </a:defRPr>
            </a:lvl4pPr>
            <a:lvl5pPr marL="2057400" indent="-22860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fld id="{01F3C61B-437D-470F-944D-4BBA5E0BDCEC}" type="slidenum">
              <a:rPr lang="en-US" altLang="ko-KR" sz="1400">
                <a:latin typeface="-윤체M" panose="020B0604020202020204" charset="0"/>
              </a:rPr>
              <a:pPr/>
              <a:t>9</a:t>
            </a:fld>
            <a:endParaRPr lang="en-US" altLang="ko-KR" sz="1400">
              <a:latin typeface="-윤체M" panose="020B0604020202020204" charset="0"/>
            </a:endParaRPr>
          </a:p>
        </p:txBody>
      </p:sp>
      <p:sp>
        <p:nvSpPr>
          <p:cNvPr id="30723" name="Rectangle 2"/>
          <p:cNvSpPr>
            <a:spLocks noGrp="1" noChangeArrowheads="1"/>
          </p:cNvSpPr>
          <p:nvPr>
            <p:ph type="title"/>
          </p:nvPr>
        </p:nvSpPr>
        <p:spPr>
          <a:xfrm>
            <a:off x="468313" y="333375"/>
            <a:ext cx="8229600" cy="865188"/>
          </a:xfrm>
        </p:spPr>
        <p:txBody>
          <a:bodyPr/>
          <a:lstStyle/>
          <a:p>
            <a:pPr eaLnBrk="1" hangingPunct="1"/>
            <a:r>
              <a:rPr lang="en-US" altLang="zh-CN" sz="3200" b="1" smtClean="0">
                <a:solidFill>
                  <a:schemeClr val="tx1"/>
                </a:solidFill>
                <a:latin typeface="Times New Roman" panose="02020603050405020304" pitchFamily="18" charset="0"/>
                <a:ea typeface="黑体" panose="02010609060101010101" pitchFamily="49" charset="-122"/>
              </a:rPr>
              <a:t>3.1.1  </a:t>
            </a:r>
            <a:r>
              <a:rPr lang="zh-CN" altLang="en-US" sz="3200" b="1" smtClean="0">
                <a:solidFill>
                  <a:schemeClr val="tx1"/>
                </a:solidFill>
                <a:latin typeface="Times New Roman" panose="02020603050405020304" pitchFamily="18" charset="0"/>
                <a:ea typeface="黑体" panose="02010609060101010101" pitchFamily="49" charset="-122"/>
              </a:rPr>
              <a:t>什么是推理</a:t>
            </a:r>
          </a:p>
        </p:txBody>
      </p:sp>
      <p:sp>
        <p:nvSpPr>
          <p:cNvPr id="605187" name="Rectangle 3"/>
          <p:cNvSpPr>
            <a:spLocks noGrp="1" noChangeArrowheads="1"/>
          </p:cNvSpPr>
          <p:nvPr>
            <p:ph type="body" idx="1"/>
          </p:nvPr>
        </p:nvSpPr>
        <p:spPr>
          <a:xfrm>
            <a:off x="179388" y="1484313"/>
            <a:ext cx="8785225" cy="5229225"/>
          </a:xfrm>
        </p:spPr>
        <p:txBody>
          <a:bodyPr/>
          <a:lstStyle/>
          <a:p>
            <a:pPr eaLnBrk="1" hangingPunct="1">
              <a:lnSpc>
                <a:spcPct val="150000"/>
              </a:lnSpc>
            </a:pPr>
            <a:r>
              <a:rPr lang="zh-CN" altLang="en-US" sz="2400" dirty="0" smtClean="0">
                <a:solidFill>
                  <a:srgbClr val="C00000"/>
                </a:solidFill>
                <a:latin typeface="微软雅黑" panose="020B0503020204020204" pitchFamily="34" charset="-122"/>
                <a:ea typeface="微软雅黑" panose="020B0503020204020204" pitchFamily="34" charset="-122"/>
              </a:rPr>
              <a:t>推理的概念：</a:t>
            </a:r>
            <a:r>
              <a:rPr lang="zh-CN" altLang="en-US" sz="2400" dirty="0" smtClean="0">
                <a:latin typeface="微软雅黑" panose="020B0503020204020204" pitchFamily="34" charset="-122"/>
                <a:ea typeface="微软雅黑" panose="020B0503020204020204" pitchFamily="34" charset="-122"/>
              </a:rPr>
              <a:t>是指按照某种策略从已知事实出发去推出结论的过程。</a:t>
            </a:r>
          </a:p>
          <a:p>
            <a:pPr eaLnBrk="1" hangingPunct="1">
              <a:lnSpc>
                <a:spcPct val="150000"/>
              </a:lnSpc>
            </a:pPr>
            <a:r>
              <a:rPr lang="zh-CN" altLang="en-US" sz="2400" dirty="0" smtClean="0">
                <a:solidFill>
                  <a:srgbClr val="C00000"/>
                </a:solidFill>
                <a:latin typeface="微软雅黑" panose="020B0503020204020204" pitchFamily="34" charset="-122"/>
                <a:ea typeface="微软雅黑" panose="020B0503020204020204" pitchFamily="34" charset="-122"/>
              </a:rPr>
              <a:t>推理所用的事实：</a:t>
            </a:r>
          </a:p>
          <a:p>
            <a:pPr lvl="1" eaLnBrk="1" hangingPunct="1">
              <a:lnSpc>
                <a:spcPct val="150000"/>
              </a:lnSpc>
            </a:pPr>
            <a:r>
              <a:rPr lang="zh-CN" altLang="en-US" sz="2400" dirty="0" smtClean="0">
                <a:latin typeface="微软雅黑" panose="020B0503020204020204" pitchFamily="34" charset="-122"/>
                <a:ea typeface="微软雅黑" panose="020B0503020204020204" pitchFamily="34" charset="-122"/>
              </a:rPr>
              <a:t>初始证据：推理前用户提供的</a:t>
            </a:r>
          </a:p>
          <a:p>
            <a:pPr lvl="1" eaLnBrk="1" hangingPunct="1">
              <a:lnSpc>
                <a:spcPct val="150000"/>
              </a:lnSpc>
            </a:pPr>
            <a:r>
              <a:rPr lang="zh-CN" altLang="en-US" sz="2400" dirty="0" smtClean="0">
                <a:latin typeface="微软雅黑" panose="020B0503020204020204" pitchFamily="34" charset="-122"/>
                <a:ea typeface="微软雅黑" panose="020B0503020204020204" pitchFamily="34" charset="-122"/>
              </a:rPr>
              <a:t>中间结论：推理过程中所得到的</a:t>
            </a:r>
          </a:p>
          <a:p>
            <a:pPr eaLnBrk="1" hangingPunct="1">
              <a:lnSpc>
                <a:spcPct val="150000"/>
              </a:lnSpc>
            </a:pPr>
            <a:r>
              <a:rPr lang="zh-CN" altLang="en-US" sz="2400" dirty="0" smtClean="0">
                <a:solidFill>
                  <a:srgbClr val="FF0000"/>
                </a:solidFill>
                <a:latin typeface="微软雅黑" panose="020B0503020204020204" pitchFamily="34" charset="-122"/>
                <a:ea typeface="微软雅黑" panose="020B0503020204020204" pitchFamily="34" charset="-122"/>
              </a:rPr>
              <a:t>推理的两个基本问题</a:t>
            </a:r>
          </a:p>
          <a:p>
            <a:pPr lvl="1" eaLnBrk="1" hangingPunct="1">
              <a:lnSpc>
                <a:spcPct val="150000"/>
              </a:lnSpc>
            </a:pPr>
            <a:r>
              <a:rPr lang="zh-CN" altLang="en-US" sz="2400" dirty="0" smtClean="0">
                <a:latin typeface="微软雅黑" panose="020B0503020204020204" pitchFamily="34" charset="-122"/>
                <a:ea typeface="微软雅黑" panose="020B0503020204020204" pitchFamily="34" charset="-122"/>
              </a:rPr>
              <a:t>推理的方法：解决前提和结论的逻辑关系，不确定性传递</a:t>
            </a:r>
          </a:p>
          <a:p>
            <a:pPr lvl="1" eaLnBrk="1" hangingPunct="1">
              <a:lnSpc>
                <a:spcPct val="150000"/>
              </a:lnSpc>
            </a:pPr>
            <a:r>
              <a:rPr lang="zh-CN" altLang="en-US" sz="2400" dirty="0" smtClean="0">
                <a:latin typeface="微软雅黑" panose="020B0503020204020204" pitchFamily="34" charset="-122"/>
                <a:ea typeface="微软雅黑" panose="020B0503020204020204" pitchFamily="34" charset="-122"/>
              </a:rPr>
              <a:t>推理的控制策略：解决推理方向，冲突消解策略</a:t>
            </a:r>
          </a:p>
        </p:txBody>
      </p:sp>
    </p:spTree>
    <p:extLst>
      <p:ext uri="{BB962C8B-B14F-4D97-AF65-F5344CB8AC3E}">
        <p14:creationId xmlns:p14="http://schemas.microsoft.com/office/powerpoint/2010/main" val="199752009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05187">
                                            <p:txEl>
                                              <p:pRg st="0" end="0"/>
                                            </p:txEl>
                                          </p:spTgt>
                                        </p:tgtEl>
                                        <p:attrNameLst>
                                          <p:attrName>style.visibility</p:attrName>
                                        </p:attrNameLst>
                                      </p:cBhvr>
                                      <p:to>
                                        <p:strVal val="visible"/>
                                      </p:to>
                                    </p:set>
                                    <p:animEffect transition="in" filter="blinds(horizontal)">
                                      <p:cBhvr>
                                        <p:cTn id="7" dur="500"/>
                                        <p:tgtEl>
                                          <p:spTgt spid="60518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05187">
                                            <p:txEl>
                                              <p:pRg st="1" end="1"/>
                                            </p:txEl>
                                          </p:spTgt>
                                        </p:tgtEl>
                                        <p:attrNameLst>
                                          <p:attrName>style.visibility</p:attrName>
                                        </p:attrNameLst>
                                      </p:cBhvr>
                                      <p:to>
                                        <p:strVal val="visible"/>
                                      </p:to>
                                    </p:set>
                                    <p:animEffect transition="in" filter="blinds(horizontal)">
                                      <p:cBhvr>
                                        <p:cTn id="12" dur="500"/>
                                        <p:tgtEl>
                                          <p:spTgt spid="605187">
                                            <p:txEl>
                                              <p:pRg st="1" end="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605187">
                                            <p:txEl>
                                              <p:pRg st="2" end="2"/>
                                            </p:txEl>
                                          </p:spTgt>
                                        </p:tgtEl>
                                        <p:attrNameLst>
                                          <p:attrName>style.visibility</p:attrName>
                                        </p:attrNameLst>
                                      </p:cBhvr>
                                      <p:to>
                                        <p:strVal val="visible"/>
                                      </p:to>
                                    </p:set>
                                    <p:animEffect transition="in" filter="blinds(horizontal)">
                                      <p:cBhvr>
                                        <p:cTn id="15" dur="500"/>
                                        <p:tgtEl>
                                          <p:spTgt spid="605187">
                                            <p:txEl>
                                              <p:pRg st="2" end="2"/>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605187">
                                            <p:txEl>
                                              <p:pRg st="3" end="3"/>
                                            </p:txEl>
                                          </p:spTgt>
                                        </p:tgtEl>
                                        <p:attrNameLst>
                                          <p:attrName>style.visibility</p:attrName>
                                        </p:attrNameLst>
                                      </p:cBhvr>
                                      <p:to>
                                        <p:strVal val="visible"/>
                                      </p:to>
                                    </p:set>
                                    <p:animEffect transition="in" filter="blinds(horizontal)">
                                      <p:cBhvr>
                                        <p:cTn id="18" dur="500"/>
                                        <p:tgtEl>
                                          <p:spTgt spid="605187">
                                            <p:txEl>
                                              <p:pRg st="3" end="3"/>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p:cTn id="22" dur="1" fill="hold">
                                          <p:stCondLst>
                                            <p:cond delay="0"/>
                                          </p:stCondLst>
                                        </p:cTn>
                                        <p:tgtEl>
                                          <p:spTgt spid="605187">
                                            <p:txEl>
                                              <p:pRg st="4" end="4"/>
                                            </p:txEl>
                                          </p:spTgt>
                                        </p:tgtEl>
                                        <p:attrNameLst>
                                          <p:attrName>style.visibility</p:attrName>
                                        </p:attrNameLst>
                                      </p:cBhvr>
                                      <p:to>
                                        <p:strVal val="visible"/>
                                      </p:to>
                                    </p:set>
                                    <p:animEffect transition="in" filter="blinds(horizontal)">
                                      <p:cBhvr>
                                        <p:cTn id="23" dur="500"/>
                                        <p:tgtEl>
                                          <p:spTgt spid="605187">
                                            <p:txEl>
                                              <p:pRg st="4" end="4"/>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605187">
                                            <p:txEl>
                                              <p:pRg st="5" end="5"/>
                                            </p:txEl>
                                          </p:spTgt>
                                        </p:tgtEl>
                                        <p:attrNameLst>
                                          <p:attrName>style.visibility</p:attrName>
                                        </p:attrNameLst>
                                      </p:cBhvr>
                                      <p:to>
                                        <p:strVal val="visible"/>
                                      </p:to>
                                    </p:set>
                                    <p:animEffect transition="in" filter="blinds(horizontal)">
                                      <p:cBhvr>
                                        <p:cTn id="26" dur="500"/>
                                        <p:tgtEl>
                                          <p:spTgt spid="605187">
                                            <p:txEl>
                                              <p:pRg st="5" end="5"/>
                                            </p:txEl>
                                          </p:spTgt>
                                        </p:tgtEl>
                                      </p:cBhvr>
                                    </p:animEffect>
                                  </p:childTnLst>
                                </p:cTn>
                              </p:par>
                              <p:par>
                                <p:cTn id="27" presetID="3" presetClass="entr" presetSubtype="10" fill="hold" nodeType="withEffect">
                                  <p:stCondLst>
                                    <p:cond delay="0"/>
                                  </p:stCondLst>
                                  <p:childTnLst>
                                    <p:set>
                                      <p:cBhvr>
                                        <p:cTn id="28" dur="1" fill="hold">
                                          <p:stCondLst>
                                            <p:cond delay="0"/>
                                          </p:stCondLst>
                                        </p:cTn>
                                        <p:tgtEl>
                                          <p:spTgt spid="605187">
                                            <p:txEl>
                                              <p:pRg st="6" end="6"/>
                                            </p:txEl>
                                          </p:spTgt>
                                        </p:tgtEl>
                                        <p:attrNameLst>
                                          <p:attrName>style.visibility</p:attrName>
                                        </p:attrNameLst>
                                      </p:cBhvr>
                                      <p:to>
                                        <p:strVal val="visible"/>
                                      </p:to>
                                    </p:set>
                                    <p:animEffect transition="in" filter="blinds(horizontal)">
                                      <p:cBhvr>
                                        <p:cTn id="29" dur="500"/>
                                        <p:tgtEl>
                                          <p:spTgt spid="60518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a:xfrm>
            <a:off x="6553200" y="6248400"/>
            <a:ext cx="1905000" cy="457200"/>
          </a:xfrm>
          <a:prstGeom prst="rect">
            <a:avLst/>
          </a:prstGeom>
        </p:spPr>
        <p:txBody>
          <a:bodyPr/>
          <a:lstStyle>
            <a:lvl1pPr>
              <a:defRPr kumimoji="1" sz="2400">
                <a:solidFill>
                  <a:schemeClr val="tx1"/>
                </a:solidFill>
                <a:latin typeface="宋体" panose="02010600030101010101" pitchFamily="2" charset="-122"/>
                <a:ea typeface="宋体" panose="02010600030101010101" pitchFamily="2" charset="-122"/>
              </a:defRPr>
            </a:lvl1pPr>
            <a:lvl2pPr marL="742950" indent="-285750">
              <a:defRPr kumimoji="1" sz="2400">
                <a:solidFill>
                  <a:schemeClr val="tx1"/>
                </a:solidFill>
                <a:latin typeface="宋体" panose="02010600030101010101" pitchFamily="2" charset="-122"/>
                <a:ea typeface="宋体" panose="02010600030101010101" pitchFamily="2" charset="-122"/>
              </a:defRPr>
            </a:lvl2pPr>
            <a:lvl3pPr marL="1143000" indent="-228600">
              <a:defRPr kumimoji="1" sz="2400">
                <a:solidFill>
                  <a:schemeClr val="tx1"/>
                </a:solidFill>
                <a:latin typeface="宋体" panose="02010600030101010101" pitchFamily="2" charset="-122"/>
                <a:ea typeface="宋体" panose="02010600030101010101" pitchFamily="2" charset="-122"/>
              </a:defRPr>
            </a:lvl3pPr>
            <a:lvl4pPr marL="1600200" indent="-228600">
              <a:defRPr kumimoji="1" sz="2400">
                <a:solidFill>
                  <a:schemeClr val="tx1"/>
                </a:solidFill>
                <a:latin typeface="宋体" panose="02010600030101010101" pitchFamily="2" charset="-122"/>
                <a:ea typeface="宋体" panose="02010600030101010101" pitchFamily="2" charset="-122"/>
              </a:defRPr>
            </a:lvl4pPr>
            <a:lvl5pPr marL="2057400" indent="-22860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fld id="{040BB855-B2F9-488B-A93F-8F206D13EE4F}" type="slidenum">
              <a:rPr lang="en-US" altLang="ko-KR" sz="1400">
                <a:latin typeface="-윤체M" panose="020B0604020202020204" charset="0"/>
              </a:rPr>
              <a:pPr/>
              <a:t>10</a:t>
            </a:fld>
            <a:endParaRPr lang="en-US" altLang="ko-KR" sz="1400">
              <a:latin typeface="-윤체M" panose="020B0604020202020204" charset="0"/>
            </a:endParaRPr>
          </a:p>
        </p:txBody>
      </p:sp>
      <p:sp>
        <p:nvSpPr>
          <p:cNvPr id="31747" name="Rectangle 2"/>
          <p:cNvSpPr>
            <a:spLocks noGrp="1" noChangeArrowheads="1"/>
          </p:cNvSpPr>
          <p:nvPr>
            <p:ph type="title"/>
          </p:nvPr>
        </p:nvSpPr>
        <p:spPr>
          <a:xfrm>
            <a:off x="250825" y="142875"/>
            <a:ext cx="8893175" cy="1125538"/>
          </a:xfrm>
        </p:spPr>
        <p:txBody>
          <a:bodyPr/>
          <a:lstStyle/>
          <a:p>
            <a:pPr marL="762000" indent="-762000" eaLnBrk="1" hangingPunct="1"/>
            <a:r>
              <a:rPr lang="en-US" altLang="zh-CN" sz="3200" b="1" smtClean="0">
                <a:solidFill>
                  <a:schemeClr val="tx1"/>
                </a:solidFill>
                <a:latin typeface="黑体" panose="02010609060101010101" pitchFamily="49" charset="-122"/>
                <a:ea typeface="黑体" panose="02010609060101010101" pitchFamily="49" charset="-122"/>
              </a:rPr>
              <a:t>3.1.2  </a:t>
            </a:r>
            <a:r>
              <a:rPr lang="zh-CN" altLang="en-US" sz="3200" b="1" smtClean="0">
                <a:solidFill>
                  <a:schemeClr val="tx1"/>
                </a:solidFill>
                <a:latin typeface="黑体" panose="02010609060101010101" pitchFamily="49" charset="-122"/>
                <a:ea typeface="黑体" panose="02010609060101010101" pitchFamily="49" charset="-122"/>
              </a:rPr>
              <a:t>推理方法及其分类</a:t>
            </a:r>
            <a:r>
              <a:rPr lang="en-US" altLang="zh-CN" sz="3200" b="1" smtClean="0">
                <a:solidFill>
                  <a:schemeClr val="tx1"/>
                </a:solidFill>
                <a:latin typeface="黑体" panose="02010609060101010101" pitchFamily="49" charset="-122"/>
                <a:ea typeface="黑体" panose="02010609060101010101" pitchFamily="49" charset="-122"/>
              </a:rPr>
              <a:t>--</a:t>
            </a:r>
            <a:r>
              <a:rPr lang="en-US" altLang="zh-CN" sz="2800" smtClean="0">
                <a:solidFill>
                  <a:srgbClr val="FF0000"/>
                </a:solidFill>
                <a:latin typeface="黑体" panose="02010609060101010101" pitchFamily="49" charset="-122"/>
                <a:ea typeface="黑体" panose="02010609060101010101" pitchFamily="49" charset="-122"/>
              </a:rPr>
              <a:t> </a:t>
            </a:r>
            <a:r>
              <a:rPr lang="zh-CN" altLang="en-US" sz="2400" b="1" smtClean="0">
                <a:solidFill>
                  <a:srgbClr val="FF0000"/>
                </a:solidFill>
                <a:latin typeface="黑体" panose="02010609060101010101" pitchFamily="49" charset="-122"/>
                <a:ea typeface="黑体" panose="02010609060101010101" pitchFamily="49" charset="-122"/>
              </a:rPr>
              <a:t>按推理的逻辑基础分类</a:t>
            </a:r>
            <a:endParaRPr lang="en-US" altLang="zh-CN" sz="2400" b="1" smtClean="0">
              <a:solidFill>
                <a:srgbClr val="FF0000"/>
              </a:solidFill>
              <a:latin typeface="黑体" panose="02010609060101010101" pitchFamily="49" charset="-122"/>
              <a:ea typeface="黑体" panose="02010609060101010101" pitchFamily="49" charset="-122"/>
            </a:endParaRPr>
          </a:p>
        </p:txBody>
      </p:sp>
      <p:sp>
        <p:nvSpPr>
          <p:cNvPr id="31748" name="Rectangle 3"/>
          <p:cNvSpPr>
            <a:spLocks noGrp="1" noChangeArrowheads="1"/>
          </p:cNvSpPr>
          <p:nvPr>
            <p:ph type="body" idx="1"/>
          </p:nvPr>
        </p:nvSpPr>
        <p:spPr>
          <a:xfrm>
            <a:off x="0" y="1556792"/>
            <a:ext cx="8964613" cy="5472658"/>
          </a:xfrm>
        </p:spPr>
        <p:txBody>
          <a:bodyPr/>
          <a:lstStyle/>
          <a:p>
            <a:pPr marL="609600" indent="-609600" eaLnBrk="1" hangingPunct="1">
              <a:lnSpc>
                <a:spcPct val="120000"/>
              </a:lnSpc>
            </a:pPr>
            <a:r>
              <a:rPr lang="zh-CN" altLang="en-US" sz="2400" dirty="0" smtClean="0">
                <a:solidFill>
                  <a:srgbClr val="C00000"/>
                </a:solidFill>
                <a:latin typeface="微软雅黑" panose="020B0503020204020204" pitchFamily="34" charset="-122"/>
                <a:ea typeface="微软雅黑" panose="020B0503020204020204" pitchFamily="34" charset="-122"/>
              </a:rPr>
              <a:t>演绎推理</a:t>
            </a:r>
            <a:r>
              <a:rPr lang="zh-CN" altLang="en-US" sz="2400" dirty="0" smtClean="0">
                <a:latin typeface="微软雅黑" panose="020B0503020204020204" pitchFamily="34" charset="-122"/>
                <a:ea typeface="微软雅黑" panose="020B0503020204020204" pitchFamily="34" charset="-122"/>
              </a:rPr>
              <a:t> </a:t>
            </a:r>
            <a:r>
              <a:rPr lang="en-US" altLang="zh-CN" sz="2400" dirty="0" smtClean="0">
                <a:latin typeface="微软雅黑" panose="020B0503020204020204" pitchFamily="34" charset="-122"/>
                <a:ea typeface="微软雅黑" panose="020B0503020204020204" pitchFamily="34" charset="-122"/>
              </a:rPr>
              <a:t>--</a:t>
            </a:r>
            <a:r>
              <a:rPr lang="zh-CN" altLang="en-US" sz="2400" dirty="0" smtClean="0">
                <a:latin typeface="微软雅黑" panose="020B0503020204020204" pitchFamily="34" charset="-122"/>
                <a:ea typeface="微软雅黑" panose="020B0503020204020204" pitchFamily="34" charset="-122"/>
              </a:rPr>
              <a:t>从已知的一般性知识出发，去推出蕴含在这些已知知识中的适合于某种个别情况的结论。</a:t>
            </a:r>
            <a:endParaRPr lang="en-US" altLang="zh-CN" sz="2400" dirty="0" smtClean="0">
              <a:latin typeface="微软雅黑" panose="020B0503020204020204" pitchFamily="34" charset="-122"/>
              <a:ea typeface="微软雅黑" panose="020B0503020204020204" pitchFamily="34" charset="-122"/>
            </a:endParaRPr>
          </a:p>
          <a:p>
            <a:pPr marL="609600" indent="-609600" eaLnBrk="1" hangingPunct="1">
              <a:lnSpc>
                <a:spcPct val="120000"/>
              </a:lnSpc>
            </a:pPr>
            <a:r>
              <a:rPr lang="zh-CN" altLang="en-US" sz="2400" dirty="0" smtClean="0">
                <a:latin typeface="微软雅黑" panose="020B0503020204020204" pitchFamily="34" charset="-122"/>
                <a:ea typeface="微软雅黑" panose="020B0503020204020204" pitchFamily="34" charset="-122"/>
              </a:rPr>
              <a:t>是一种由一般到个别的推理方法，其核心是三段论</a:t>
            </a:r>
            <a:endParaRPr lang="zh-CN" altLang="en-US" sz="2000" dirty="0" smtClean="0">
              <a:latin typeface="微软雅黑" panose="020B0503020204020204" pitchFamily="34" charset="-122"/>
              <a:ea typeface="微软雅黑" panose="020B0503020204020204" pitchFamily="34" charset="-122"/>
            </a:endParaRPr>
          </a:p>
        </p:txBody>
      </p:sp>
      <p:sp>
        <p:nvSpPr>
          <p:cNvPr id="31749" name="矩形 1"/>
          <p:cNvSpPr>
            <a:spLocks noChangeArrowheads="1"/>
          </p:cNvSpPr>
          <p:nvPr/>
        </p:nvSpPr>
        <p:spPr bwMode="auto">
          <a:xfrm>
            <a:off x="809624" y="3284984"/>
            <a:ext cx="7345363" cy="247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609600" indent="-609600" latinLnBrk="1">
              <a:spcBef>
                <a:spcPct val="20000"/>
              </a:spcBef>
              <a:buChar char="•"/>
              <a:defRPr kumimoji="1" sz="2200">
                <a:solidFill>
                  <a:schemeClr val="tx1"/>
                </a:solidFill>
                <a:latin typeface="-윤체M" panose="020B0604020202020204" charset="0"/>
                <a:ea typeface="-윤체M" panose="020B0604020202020204" charset="0"/>
                <a:cs typeface="-윤체M" panose="020B0604020202020204" charset="0"/>
              </a:defRPr>
            </a:lvl1pPr>
            <a:lvl2pPr marL="742950" indent="-285750" latinLnBrk="1">
              <a:spcBef>
                <a:spcPct val="20000"/>
              </a:spcBef>
              <a:buChar char="•"/>
              <a:defRPr kumimoji="1" sz="2000">
                <a:solidFill>
                  <a:schemeClr val="tx1"/>
                </a:solidFill>
                <a:latin typeface="-윤체M" panose="020B0604020202020204" charset="0"/>
                <a:ea typeface="-윤체M" panose="020B0604020202020204" charset="0"/>
                <a:cs typeface="-윤체M" panose="020B0604020202020204" charset="0"/>
              </a:defRPr>
            </a:lvl2pPr>
            <a:lvl3pPr marL="1143000" indent="-228600" latinLnBrk="1">
              <a:spcBef>
                <a:spcPct val="20000"/>
              </a:spcBef>
              <a:buChar char="•"/>
              <a:defRPr kumimoji="1">
                <a:solidFill>
                  <a:schemeClr val="tx1"/>
                </a:solidFill>
                <a:latin typeface="-윤체M" panose="020B0604020202020204" charset="0"/>
                <a:ea typeface="-윤체M" panose="020B0604020202020204" charset="0"/>
                <a:cs typeface="-윤체M" panose="020B0604020202020204" charset="0"/>
              </a:defRPr>
            </a:lvl3pPr>
            <a:lvl4pPr marL="1600200" indent="-228600" latinLnBrk="1">
              <a:spcBef>
                <a:spcPct val="20000"/>
              </a:spcBef>
              <a:buChar char="•"/>
              <a:defRPr kumimoji="1" sz="1600">
                <a:solidFill>
                  <a:schemeClr val="tx1"/>
                </a:solidFill>
                <a:latin typeface="-윤체M" panose="020B0604020202020204" charset="0"/>
                <a:ea typeface="-윤체M" panose="020B0604020202020204" charset="0"/>
                <a:cs typeface="-윤체M" panose="020B0604020202020204" charset="0"/>
              </a:defRPr>
            </a:lvl4pPr>
            <a:lvl5pPr marL="2057400" indent="-228600" latinLnBrk="1">
              <a:spcBef>
                <a:spcPct val="20000"/>
              </a:spcBef>
              <a:buChar char="•"/>
              <a:defRPr kumimoji="1" sz="1400">
                <a:solidFill>
                  <a:schemeClr val="tx1"/>
                </a:solidFill>
                <a:latin typeface="-윤체M" panose="020B0604020202020204" charset="0"/>
                <a:ea typeface="-윤체M" panose="020B0604020202020204" charset="0"/>
                <a:cs typeface="-윤체M" panose="020B0604020202020204" charset="0"/>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윤체M" panose="020B0604020202020204" charset="0"/>
                <a:cs typeface="-윤체M" panose="020B0604020202020204" charset="0"/>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윤체M" panose="020B0604020202020204" charset="0"/>
                <a:cs typeface="-윤체M" panose="020B0604020202020204" charset="0"/>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윤체M" panose="020B0604020202020204" charset="0"/>
                <a:cs typeface="-윤체M" panose="020B0604020202020204" charset="0"/>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윤체M" panose="020B0604020202020204" charset="0"/>
                <a:cs typeface="-윤체M" panose="020B0604020202020204" charset="0"/>
              </a:defRPr>
            </a:lvl9pPr>
          </a:lstStyle>
          <a:p>
            <a:pPr eaLnBrk="1" latinLnBrk="0" hangingPunct="1">
              <a:lnSpc>
                <a:spcPct val="110000"/>
              </a:lnSpc>
              <a:spcBef>
                <a:spcPct val="0"/>
              </a:spcBef>
              <a:buFontTx/>
              <a:buNone/>
            </a:pPr>
            <a:r>
              <a:rPr lang="zh-CN" altLang="en-US" sz="2400" b="1" dirty="0">
                <a:latin typeface="楷体" panose="02010609060101010101" pitchFamily="49" charset="-122"/>
                <a:ea typeface="楷体" panose="02010609060101010101" pitchFamily="49" charset="-122"/>
              </a:rPr>
              <a:t>例如，有如下三个判断：</a:t>
            </a:r>
          </a:p>
          <a:p>
            <a:pPr eaLnBrk="1" latinLnBrk="0" hangingPunct="1">
              <a:lnSpc>
                <a:spcPct val="110000"/>
              </a:lnSpc>
              <a:spcBef>
                <a:spcPct val="0"/>
              </a:spcBef>
              <a:buFontTx/>
              <a:buNone/>
            </a:pPr>
            <a:r>
              <a:rPr lang="zh-CN" altLang="en-US" sz="2400" b="1" dirty="0">
                <a:latin typeface="楷体" panose="02010609060101010101" pitchFamily="49" charset="-122"/>
                <a:ea typeface="楷体" panose="02010609060101010101" pitchFamily="49" charset="-122"/>
              </a:rPr>
              <a:t>     ①  计算机系的学生都会编程序（一般性知识）</a:t>
            </a:r>
          </a:p>
          <a:p>
            <a:pPr eaLnBrk="1" latinLnBrk="0" hangingPunct="1">
              <a:lnSpc>
                <a:spcPct val="110000"/>
              </a:lnSpc>
              <a:spcBef>
                <a:spcPct val="0"/>
              </a:spcBef>
              <a:buFontTx/>
              <a:buNone/>
            </a:pPr>
            <a:r>
              <a:rPr lang="zh-CN" altLang="en-US" sz="2400" b="1" dirty="0">
                <a:latin typeface="楷体" panose="02010609060101010101" pitchFamily="49" charset="-122"/>
                <a:ea typeface="楷体" panose="02010609060101010101" pitchFamily="49" charset="-122"/>
              </a:rPr>
              <a:t>     ②  程强是计算机系的一位学生（具体情况）</a:t>
            </a:r>
          </a:p>
          <a:p>
            <a:pPr eaLnBrk="1" latinLnBrk="0" hangingPunct="1">
              <a:lnSpc>
                <a:spcPct val="110000"/>
              </a:lnSpc>
              <a:spcBef>
                <a:spcPct val="0"/>
              </a:spcBef>
              <a:buFontTx/>
              <a:buNone/>
            </a:pPr>
            <a:r>
              <a:rPr lang="zh-CN" altLang="en-US" sz="2400" b="1" dirty="0">
                <a:latin typeface="楷体" panose="02010609060101010101" pitchFamily="49" charset="-122"/>
                <a:ea typeface="楷体" panose="02010609060101010101" pitchFamily="49" charset="-122"/>
              </a:rPr>
              <a:t>     ③  程强会编程序。          （结论）</a:t>
            </a:r>
          </a:p>
          <a:p>
            <a:pPr eaLnBrk="1" latinLnBrk="0" hangingPunct="1">
              <a:lnSpc>
                <a:spcPct val="110000"/>
              </a:lnSpc>
              <a:spcBef>
                <a:spcPct val="0"/>
              </a:spcBef>
              <a:buFontTx/>
              <a:buNone/>
            </a:pPr>
            <a:r>
              <a:rPr lang="zh-CN" altLang="en-US" sz="2400" b="1" dirty="0">
                <a:latin typeface="楷体" panose="02010609060101010101" pitchFamily="49" charset="-122"/>
                <a:ea typeface="楷体" panose="02010609060101010101" pitchFamily="49" charset="-122"/>
              </a:rPr>
              <a:t>这是一个三段论推理。其中，①是大前提，②是小前提；③是经演绎推出来的结论。</a:t>
            </a:r>
          </a:p>
        </p:txBody>
      </p:sp>
    </p:spTree>
    <p:extLst>
      <p:ext uri="{BB962C8B-B14F-4D97-AF65-F5344CB8AC3E}">
        <p14:creationId xmlns:p14="http://schemas.microsoft.com/office/powerpoint/2010/main" val="413586676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a:xfrm>
            <a:off x="6553200" y="6248400"/>
            <a:ext cx="1905000" cy="457200"/>
          </a:xfrm>
          <a:prstGeom prst="rect">
            <a:avLst/>
          </a:prstGeom>
        </p:spPr>
        <p:txBody>
          <a:bodyPr/>
          <a:lstStyle>
            <a:lvl1pPr>
              <a:defRPr kumimoji="1" sz="2400">
                <a:solidFill>
                  <a:schemeClr val="tx1"/>
                </a:solidFill>
                <a:latin typeface="宋体" panose="02010600030101010101" pitchFamily="2" charset="-122"/>
                <a:ea typeface="宋体" panose="02010600030101010101" pitchFamily="2" charset="-122"/>
              </a:defRPr>
            </a:lvl1pPr>
            <a:lvl2pPr marL="742950" indent="-285750">
              <a:defRPr kumimoji="1" sz="2400">
                <a:solidFill>
                  <a:schemeClr val="tx1"/>
                </a:solidFill>
                <a:latin typeface="宋体" panose="02010600030101010101" pitchFamily="2" charset="-122"/>
                <a:ea typeface="宋体" panose="02010600030101010101" pitchFamily="2" charset="-122"/>
              </a:defRPr>
            </a:lvl2pPr>
            <a:lvl3pPr marL="1143000" indent="-228600">
              <a:defRPr kumimoji="1" sz="2400">
                <a:solidFill>
                  <a:schemeClr val="tx1"/>
                </a:solidFill>
                <a:latin typeface="宋体" panose="02010600030101010101" pitchFamily="2" charset="-122"/>
                <a:ea typeface="宋体" panose="02010600030101010101" pitchFamily="2" charset="-122"/>
              </a:defRPr>
            </a:lvl3pPr>
            <a:lvl4pPr marL="1600200" indent="-228600">
              <a:defRPr kumimoji="1" sz="2400">
                <a:solidFill>
                  <a:schemeClr val="tx1"/>
                </a:solidFill>
                <a:latin typeface="宋体" panose="02010600030101010101" pitchFamily="2" charset="-122"/>
                <a:ea typeface="宋体" panose="02010600030101010101" pitchFamily="2" charset="-122"/>
              </a:defRPr>
            </a:lvl4pPr>
            <a:lvl5pPr marL="2057400" indent="-22860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fld id="{688B940D-02E7-41A8-8BED-D2E695D76C28}" type="slidenum">
              <a:rPr lang="en-US" altLang="ko-KR" sz="1400">
                <a:latin typeface="-윤체M" panose="020B0604020202020204" charset="0"/>
              </a:rPr>
              <a:pPr/>
              <a:t>11</a:t>
            </a:fld>
            <a:endParaRPr lang="en-US" altLang="ko-KR" sz="1400">
              <a:latin typeface="-윤체M" panose="020B0604020202020204" charset="0"/>
            </a:endParaRPr>
          </a:p>
        </p:txBody>
      </p:sp>
      <p:sp>
        <p:nvSpPr>
          <p:cNvPr id="32771" name="Rectangle 2"/>
          <p:cNvSpPr>
            <a:spLocks noGrp="1" noChangeArrowheads="1"/>
          </p:cNvSpPr>
          <p:nvPr>
            <p:ph type="title"/>
          </p:nvPr>
        </p:nvSpPr>
        <p:spPr>
          <a:xfrm>
            <a:off x="250825" y="142875"/>
            <a:ext cx="8893175" cy="1125538"/>
          </a:xfrm>
        </p:spPr>
        <p:txBody>
          <a:bodyPr/>
          <a:lstStyle/>
          <a:p>
            <a:pPr marL="762000" indent="-762000" eaLnBrk="1" hangingPunct="1"/>
            <a:r>
              <a:rPr lang="en-US" altLang="zh-CN" sz="3200" b="1" smtClean="0">
                <a:solidFill>
                  <a:schemeClr val="tx1"/>
                </a:solidFill>
                <a:latin typeface="黑体" panose="02010609060101010101" pitchFamily="49" charset="-122"/>
                <a:ea typeface="黑体" panose="02010609060101010101" pitchFamily="49" charset="-122"/>
              </a:rPr>
              <a:t>3.1.2  </a:t>
            </a:r>
            <a:r>
              <a:rPr lang="zh-CN" altLang="en-US" sz="3200" b="1" smtClean="0">
                <a:solidFill>
                  <a:schemeClr val="tx1"/>
                </a:solidFill>
                <a:latin typeface="黑体" panose="02010609060101010101" pitchFamily="49" charset="-122"/>
                <a:ea typeface="黑体" panose="02010609060101010101" pitchFamily="49" charset="-122"/>
              </a:rPr>
              <a:t>推理方法及其分类</a:t>
            </a:r>
            <a:r>
              <a:rPr lang="en-US" altLang="zh-CN" sz="3200" b="1" smtClean="0">
                <a:solidFill>
                  <a:schemeClr val="tx1"/>
                </a:solidFill>
                <a:latin typeface="黑体" panose="02010609060101010101" pitchFamily="49" charset="-122"/>
                <a:ea typeface="黑体" panose="02010609060101010101" pitchFamily="49" charset="-122"/>
              </a:rPr>
              <a:t>--</a:t>
            </a:r>
            <a:r>
              <a:rPr lang="en-US" altLang="zh-CN" sz="2800" smtClean="0">
                <a:solidFill>
                  <a:srgbClr val="FF0000"/>
                </a:solidFill>
                <a:latin typeface="黑体" panose="02010609060101010101" pitchFamily="49" charset="-122"/>
                <a:ea typeface="黑体" panose="02010609060101010101" pitchFamily="49" charset="-122"/>
              </a:rPr>
              <a:t> </a:t>
            </a:r>
            <a:r>
              <a:rPr lang="zh-CN" altLang="en-US" sz="2400" b="1" smtClean="0">
                <a:solidFill>
                  <a:srgbClr val="FF0000"/>
                </a:solidFill>
                <a:latin typeface="黑体" panose="02010609060101010101" pitchFamily="49" charset="-122"/>
                <a:ea typeface="黑体" panose="02010609060101010101" pitchFamily="49" charset="-122"/>
              </a:rPr>
              <a:t>按推理的逻辑基础分类</a:t>
            </a:r>
            <a:endParaRPr lang="en-US" altLang="zh-CN" sz="2400" b="1" smtClean="0">
              <a:solidFill>
                <a:srgbClr val="FF0000"/>
              </a:solidFill>
              <a:latin typeface="黑体" panose="02010609060101010101" pitchFamily="49" charset="-122"/>
              <a:ea typeface="黑体" panose="02010609060101010101" pitchFamily="49" charset="-122"/>
            </a:endParaRPr>
          </a:p>
        </p:txBody>
      </p:sp>
      <p:sp>
        <p:nvSpPr>
          <p:cNvPr id="32772" name="Rectangle 3"/>
          <p:cNvSpPr>
            <a:spLocks noGrp="1" noChangeArrowheads="1"/>
          </p:cNvSpPr>
          <p:nvPr>
            <p:ph type="body" idx="1"/>
          </p:nvPr>
        </p:nvSpPr>
        <p:spPr>
          <a:xfrm>
            <a:off x="12700" y="1196975"/>
            <a:ext cx="8964613" cy="5472113"/>
          </a:xfrm>
        </p:spPr>
        <p:txBody>
          <a:bodyPr/>
          <a:lstStyle/>
          <a:p>
            <a:pPr marL="609600" indent="-609600" eaLnBrk="1" hangingPunct="1">
              <a:lnSpc>
                <a:spcPct val="110000"/>
              </a:lnSpc>
            </a:pPr>
            <a:r>
              <a:rPr lang="zh-CN" altLang="en-US" sz="2400" smtClean="0">
                <a:solidFill>
                  <a:srgbClr val="C00000"/>
                </a:solidFill>
                <a:latin typeface="微软雅黑" panose="020B0503020204020204" pitchFamily="34" charset="-122"/>
                <a:ea typeface="微软雅黑" panose="020B0503020204020204" pitchFamily="34" charset="-122"/>
              </a:rPr>
              <a:t>自然演绎推理</a:t>
            </a:r>
            <a:r>
              <a:rPr lang="zh-CN" altLang="en-US" sz="2400" smtClean="0">
                <a:latin typeface="微软雅黑" panose="020B0503020204020204" pitchFamily="34" charset="-122"/>
                <a:ea typeface="微软雅黑" panose="020B0503020204020204" pitchFamily="34" charset="-122"/>
              </a:rPr>
              <a:t> </a:t>
            </a:r>
            <a:r>
              <a:rPr lang="en-US" altLang="zh-CN" sz="2400" smtClean="0">
                <a:latin typeface="微软雅黑" panose="020B0503020204020204" pitchFamily="34" charset="-122"/>
                <a:ea typeface="微软雅黑" panose="020B0503020204020204" pitchFamily="34" charset="-122"/>
              </a:rPr>
              <a:t>--</a:t>
            </a:r>
            <a:r>
              <a:rPr lang="zh-CN" altLang="en-US" sz="2400" smtClean="0">
                <a:latin typeface="微软雅黑" panose="020B0503020204020204" pitchFamily="34" charset="-122"/>
                <a:ea typeface="微软雅黑" panose="020B0503020204020204" pitchFamily="34" charset="-122"/>
              </a:rPr>
              <a:t>基本的推理规则是</a:t>
            </a:r>
            <a:r>
              <a:rPr lang="en-US" altLang="zh-CN" sz="2400" smtClean="0">
                <a:latin typeface="微软雅黑" panose="020B0503020204020204" pitchFamily="34" charset="-122"/>
                <a:ea typeface="微软雅黑" panose="020B0503020204020204" pitchFamily="34" charset="-122"/>
              </a:rPr>
              <a:t>P</a:t>
            </a:r>
            <a:r>
              <a:rPr lang="zh-CN" altLang="en-US" sz="2400" smtClean="0">
                <a:latin typeface="微软雅黑" panose="020B0503020204020204" pitchFamily="34" charset="-122"/>
                <a:ea typeface="微软雅黑" panose="020B0503020204020204" pitchFamily="34" charset="-122"/>
              </a:rPr>
              <a:t>规则、</a:t>
            </a:r>
            <a:r>
              <a:rPr lang="en-US" altLang="zh-CN" sz="2400" smtClean="0">
                <a:latin typeface="微软雅黑" panose="020B0503020204020204" pitchFamily="34" charset="-122"/>
                <a:ea typeface="微软雅黑" panose="020B0503020204020204" pitchFamily="34" charset="-122"/>
              </a:rPr>
              <a:t>T</a:t>
            </a:r>
            <a:r>
              <a:rPr lang="zh-CN" altLang="en-US" sz="2400" smtClean="0">
                <a:latin typeface="微软雅黑" panose="020B0503020204020204" pitchFamily="34" charset="-122"/>
                <a:ea typeface="微软雅黑" panose="020B0503020204020204" pitchFamily="34" charset="-122"/>
              </a:rPr>
              <a:t>规则、假言推理、拒取式推理等</a:t>
            </a:r>
            <a:endParaRPr lang="zh-CN" altLang="en-US" sz="2000" smtClean="0">
              <a:latin typeface="微软雅黑" panose="020B0503020204020204" pitchFamily="34" charset="-122"/>
              <a:ea typeface="微软雅黑" panose="020B0503020204020204" pitchFamily="34" charset="-122"/>
            </a:endParaRPr>
          </a:p>
        </p:txBody>
      </p:sp>
      <p:sp>
        <p:nvSpPr>
          <p:cNvPr id="31749" name="矩形 1"/>
          <p:cNvSpPr>
            <a:spLocks noChangeArrowheads="1"/>
          </p:cNvSpPr>
          <p:nvPr/>
        </p:nvSpPr>
        <p:spPr bwMode="auto">
          <a:xfrm>
            <a:off x="581025" y="2133600"/>
            <a:ext cx="7345363" cy="113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609600" indent="-609600" latinLnBrk="1">
              <a:spcBef>
                <a:spcPct val="20000"/>
              </a:spcBef>
              <a:buChar char="•"/>
              <a:defRPr kumimoji="1" sz="2200">
                <a:solidFill>
                  <a:schemeClr val="tx1"/>
                </a:solidFill>
                <a:latin typeface="-윤체M" panose="020B0604020202020204" charset="0"/>
                <a:ea typeface="-윤체M" panose="020B0604020202020204" charset="0"/>
                <a:cs typeface="-윤체M" panose="020B0604020202020204" charset="0"/>
              </a:defRPr>
            </a:lvl1pPr>
            <a:lvl2pPr marL="742950" indent="-285750" latinLnBrk="1">
              <a:spcBef>
                <a:spcPct val="20000"/>
              </a:spcBef>
              <a:buChar char="•"/>
              <a:defRPr kumimoji="1" sz="2000">
                <a:solidFill>
                  <a:schemeClr val="tx1"/>
                </a:solidFill>
                <a:latin typeface="-윤체M" panose="020B0604020202020204" charset="0"/>
                <a:ea typeface="-윤체M" panose="020B0604020202020204" charset="0"/>
                <a:cs typeface="-윤체M" panose="020B0604020202020204" charset="0"/>
              </a:defRPr>
            </a:lvl2pPr>
            <a:lvl3pPr marL="1143000" indent="-228600" latinLnBrk="1">
              <a:spcBef>
                <a:spcPct val="20000"/>
              </a:spcBef>
              <a:buChar char="•"/>
              <a:defRPr kumimoji="1">
                <a:solidFill>
                  <a:schemeClr val="tx1"/>
                </a:solidFill>
                <a:latin typeface="-윤체M" panose="020B0604020202020204" charset="0"/>
                <a:ea typeface="-윤체M" panose="020B0604020202020204" charset="0"/>
                <a:cs typeface="-윤체M" panose="020B0604020202020204" charset="0"/>
              </a:defRPr>
            </a:lvl3pPr>
            <a:lvl4pPr marL="1600200" indent="-228600" latinLnBrk="1">
              <a:spcBef>
                <a:spcPct val="20000"/>
              </a:spcBef>
              <a:buChar char="•"/>
              <a:defRPr kumimoji="1" sz="1600">
                <a:solidFill>
                  <a:schemeClr val="tx1"/>
                </a:solidFill>
                <a:latin typeface="-윤체M" panose="020B0604020202020204" charset="0"/>
                <a:ea typeface="-윤체M" panose="020B0604020202020204" charset="0"/>
                <a:cs typeface="-윤체M" panose="020B0604020202020204" charset="0"/>
              </a:defRPr>
            </a:lvl4pPr>
            <a:lvl5pPr marL="2057400" indent="-228600" latinLnBrk="1">
              <a:spcBef>
                <a:spcPct val="20000"/>
              </a:spcBef>
              <a:buChar char="•"/>
              <a:defRPr kumimoji="1" sz="1400">
                <a:solidFill>
                  <a:schemeClr val="tx1"/>
                </a:solidFill>
                <a:latin typeface="-윤체M" panose="020B0604020202020204" charset="0"/>
                <a:ea typeface="-윤체M" panose="020B0604020202020204" charset="0"/>
                <a:cs typeface="-윤체M" panose="020B0604020202020204" charset="0"/>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윤체M" panose="020B0604020202020204" charset="0"/>
                <a:cs typeface="-윤체M" panose="020B0604020202020204" charset="0"/>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윤체M" panose="020B0604020202020204" charset="0"/>
                <a:cs typeface="-윤체M" panose="020B0604020202020204" charset="0"/>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윤체M" panose="020B0604020202020204" charset="0"/>
                <a:cs typeface="-윤체M" panose="020B0604020202020204" charset="0"/>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윤체M" panose="020B0604020202020204" charset="0"/>
                <a:cs typeface="-윤체M" panose="020B0604020202020204" charset="0"/>
              </a:defRPr>
            </a:lvl9pPr>
          </a:lstStyle>
          <a:p>
            <a:pPr eaLnBrk="1" latinLnBrk="0" hangingPunct="1">
              <a:lnSpc>
                <a:spcPct val="150000"/>
              </a:lnSpc>
              <a:spcBef>
                <a:spcPct val="0"/>
              </a:spcBef>
              <a:buFontTx/>
              <a:buNone/>
            </a:pPr>
            <a:r>
              <a:rPr lang="zh-CN" altLang="en-US" sz="2400" b="1">
                <a:latin typeface="微软雅黑" panose="020B0503020204020204" pitchFamily="34" charset="-122"/>
                <a:ea typeface="微软雅黑" panose="020B0503020204020204" pitchFamily="34" charset="-122"/>
              </a:rPr>
              <a:t>假言推理的一般形式</a:t>
            </a:r>
          </a:p>
          <a:p>
            <a:pPr eaLnBrk="1" latinLnBrk="0" hangingPunct="1">
              <a:lnSpc>
                <a:spcPct val="150000"/>
              </a:lnSpc>
              <a:spcBef>
                <a:spcPct val="0"/>
              </a:spcBef>
              <a:buFontTx/>
              <a:buNone/>
            </a:pPr>
            <a:r>
              <a:rPr lang="zh-CN" altLang="en-US" sz="2400" b="1">
                <a:latin typeface="微软雅黑" panose="020B0503020204020204" pitchFamily="34" charset="-122"/>
                <a:ea typeface="微软雅黑" panose="020B0503020204020204" pitchFamily="34" charset="-122"/>
              </a:rPr>
              <a:t>拒取式推理的一般形式</a:t>
            </a:r>
          </a:p>
        </p:txBody>
      </p:sp>
      <p:graphicFrame>
        <p:nvGraphicFramePr>
          <p:cNvPr id="32774" name="Object 1028"/>
          <p:cNvGraphicFramePr>
            <a:graphicFrameLocks noChangeAspect="1"/>
          </p:cNvGraphicFramePr>
          <p:nvPr/>
        </p:nvGraphicFramePr>
        <p:xfrm>
          <a:off x="3890963" y="2333625"/>
          <a:ext cx="2232025" cy="366713"/>
        </p:xfrm>
        <a:graphic>
          <a:graphicData uri="http://schemas.openxmlformats.org/presentationml/2006/ole">
            <mc:AlternateContent xmlns:mc="http://schemas.openxmlformats.org/markup-compatibility/2006">
              <mc:Choice xmlns:v="urn:schemas-microsoft-com:vml" Requires="v">
                <p:oleObj spid="_x0000_s19490" name="Equation" r:id="rId3" imgW="1612900" imgH="342900" progId="Equation.DSMT4">
                  <p:embed/>
                </p:oleObj>
              </mc:Choice>
              <mc:Fallback>
                <p:oleObj name="Equation" r:id="rId3" imgW="1612900" imgH="3429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90963" y="2333625"/>
                        <a:ext cx="22320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2775" name="Object 1029"/>
          <p:cNvGraphicFramePr>
            <a:graphicFrameLocks noChangeAspect="1"/>
          </p:cNvGraphicFramePr>
          <p:nvPr/>
        </p:nvGraphicFramePr>
        <p:xfrm>
          <a:off x="3924300" y="2863850"/>
          <a:ext cx="2738438" cy="404813"/>
        </p:xfrm>
        <a:graphic>
          <a:graphicData uri="http://schemas.openxmlformats.org/presentationml/2006/ole">
            <mc:AlternateContent xmlns:mc="http://schemas.openxmlformats.org/markup-compatibility/2006">
              <mc:Choice xmlns:v="urn:schemas-microsoft-com:vml" Requires="v">
                <p:oleObj spid="_x0000_s19491" name="Equation" r:id="rId5" imgW="2044700" imgH="342900" progId="Equation.DSMT4">
                  <p:embed/>
                </p:oleObj>
              </mc:Choice>
              <mc:Fallback>
                <p:oleObj name="Equation" r:id="rId5" imgW="2044700" imgH="3429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24300" y="2863850"/>
                        <a:ext cx="2738438"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Rectangle 2051" descr="Rectangle: Click to edit Master text styles&#10;Second level&#10;Third level&#10;Fourth level&#10;Fifth level"/>
          <p:cNvSpPr txBox="1">
            <a:spLocks noChangeArrowheads="1"/>
          </p:cNvSpPr>
          <p:nvPr/>
        </p:nvSpPr>
        <p:spPr bwMode="auto">
          <a:xfrm>
            <a:off x="581025" y="3303588"/>
            <a:ext cx="8369300" cy="1541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latinLnBrk="1">
              <a:spcBef>
                <a:spcPct val="20000"/>
              </a:spcBef>
              <a:buChar char="•"/>
              <a:defRPr kumimoji="1" sz="2200">
                <a:solidFill>
                  <a:schemeClr val="tx1"/>
                </a:solidFill>
                <a:latin typeface="-윤체M" panose="020B0604020202020204" charset="0"/>
                <a:ea typeface="-윤체M" panose="020B0604020202020204" charset="0"/>
                <a:cs typeface="-윤체M" panose="020B0604020202020204" charset="0"/>
              </a:defRPr>
            </a:lvl1pPr>
            <a:lvl2pPr marL="742950" indent="-285750" latinLnBrk="1">
              <a:spcBef>
                <a:spcPct val="20000"/>
              </a:spcBef>
              <a:buChar char="•"/>
              <a:defRPr kumimoji="1" sz="2000">
                <a:solidFill>
                  <a:schemeClr val="tx1"/>
                </a:solidFill>
                <a:latin typeface="-윤체M" panose="020B0604020202020204" charset="0"/>
                <a:ea typeface="-윤체M" panose="020B0604020202020204" charset="0"/>
                <a:cs typeface="-윤체M" panose="020B0604020202020204" charset="0"/>
              </a:defRPr>
            </a:lvl2pPr>
            <a:lvl3pPr marL="1143000" indent="-228600" latinLnBrk="1">
              <a:spcBef>
                <a:spcPct val="20000"/>
              </a:spcBef>
              <a:buChar char="•"/>
              <a:defRPr kumimoji="1">
                <a:solidFill>
                  <a:schemeClr val="tx1"/>
                </a:solidFill>
                <a:latin typeface="-윤체M" panose="020B0604020202020204" charset="0"/>
                <a:ea typeface="-윤체M" panose="020B0604020202020204" charset="0"/>
                <a:cs typeface="-윤체M" panose="020B0604020202020204" charset="0"/>
              </a:defRPr>
            </a:lvl3pPr>
            <a:lvl4pPr marL="1600200" indent="-228600" latinLnBrk="1">
              <a:spcBef>
                <a:spcPct val="20000"/>
              </a:spcBef>
              <a:buChar char="•"/>
              <a:defRPr kumimoji="1" sz="1600">
                <a:solidFill>
                  <a:schemeClr val="tx1"/>
                </a:solidFill>
                <a:latin typeface="-윤체M" panose="020B0604020202020204" charset="0"/>
                <a:ea typeface="-윤체M" panose="020B0604020202020204" charset="0"/>
                <a:cs typeface="-윤체M" panose="020B0604020202020204" charset="0"/>
              </a:defRPr>
            </a:lvl4pPr>
            <a:lvl5pPr marL="2057400" indent="-228600" latinLnBrk="1">
              <a:spcBef>
                <a:spcPct val="20000"/>
              </a:spcBef>
              <a:buChar char="•"/>
              <a:defRPr kumimoji="1" sz="1400">
                <a:solidFill>
                  <a:schemeClr val="tx1"/>
                </a:solidFill>
                <a:latin typeface="-윤체M" panose="020B0604020202020204" charset="0"/>
                <a:ea typeface="-윤체M" panose="020B0604020202020204" charset="0"/>
                <a:cs typeface="-윤체M" panose="020B0604020202020204" charset="0"/>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윤체M" panose="020B0604020202020204" charset="0"/>
                <a:cs typeface="-윤체M" panose="020B0604020202020204" charset="0"/>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윤체M" panose="020B0604020202020204" charset="0"/>
                <a:cs typeface="-윤체M" panose="020B0604020202020204" charset="0"/>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윤체M" panose="020B0604020202020204" charset="0"/>
                <a:cs typeface="-윤체M" panose="020B0604020202020204" charset="0"/>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윤체M" panose="020B0604020202020204" charset="0"/>
                <a:cs typeface="-윤체M" panose="020B0604020202020204" charset="0"/>
              </a:defRPr>
            </a:lvl9pPr>
          </a:lstStyle>
          <a:p>
            <a:pPr>
              <a:lnSpc>
                <a:spcPct val="120000"/>
              </a:lnSpc>
              <a:spcBef>
                <a:spcPct val="0"/>
              </a:spcBef>
              <a:spcAft>
                <a:spcPts val="600"/>
              </a:spcAft>
              <a:buFont typeface="Wingdings" panose="05000000000000000000" pitchFamily="2" charset="2"/>
              <a:buNone/>
            </a:pPr>
            <a:r>
              <a:rPr lang="en-US" altLang="zh-CN" sz="2400" b="1">
                <a:latin typeface="微软雅黑" panose="020B0503020204020204" pitchFamily="34" charset="-122"/>
                <a:ea typeface="微软雅黑" panose="020B0503020204020204" pitchFamily="34" charset="-122"/>
              </a:rPr>
              <a:t>P</a:t>
            </a:r>
            <a:r>
              <a:rPr lang="zh-CN" altLang="en-US" sz="2400" b="1">
                <a:latin typeface="微软雅黑" panose="020B0503020204020204" pitchFamily="34" charset="-122"/>
                <a:ea typeface="微软雅黑" panose="020B0503020204020204" pitchFamily="34" charset="-122"/>
              </a:rPr>
              <a:t>规则：</a:t>
            </a:r>
            <a:r>
              <a:rPr lang="zh-CN" altLang="en-US" sz="2400">
                <a:latin typeface="微软雅黑" panose="020B0503020204020204" pitchFamily="34" charset="-122"/>
                <a:ea typeface="微软雅黑" panose="020B0503020204020204" pitchFamily="34" charset="-122"/>
              </a:rPr>
              <a:t>在推理的任何步骤都可以引入前提。</a:t>
            </a:r>
          </a:p>
          <a:p>
            <a:pPr>
              <a:lnSpc>
                <a:spcPct val="120000"/>
              </a:lnSpc>
              <a:spcBef>
                <a:spcPct val="0"/>
              </a:spcBef>
              <a:spcAft>
                <a:spcPts val="600"/>
              </a:spcAft>
              <a:buFont typeface="Wingdings" panose="05000000000000000000" pitchFamily="2" charset="2"/>
              <a:buNone/>
            </a:pPr>
            <a:r>
              <a:rPr lang="en-US" altLang="zh-CN" sz="2400" b="1">
                <a:latin typeface="微软雅黑" panose="020B0503020204020204" pitchFamily="34" charset="-122"/>
                <a:ea typeface="微软雅黑" panose="020B0503020204020204" pitchFamily="34" charset="-122"/>
              </a:rPr>
              <a:t>T</a:t>
            </a:r>
            <a:r>
              <a:rPr lang="zh-CN" altLang="en-US" sz="2400" b="1">
                <a:latin typeface="微软雅黑" panose="020B0503020204020204" pitchFamily="34" charset="-122"/>
                <a:ea typeface="微软雅黑" panose="020B0503020204020204" pitchFamily="34" charset="-122"/>
              </a:rPr>
              <a:t>规则：</a:t>
            </a:r>
            <a:r>
              <a:rPr lang="zh-CN" altLang="en-US" sz="2400">
                <a:latin typeface="微软雅黑" panose="020B0503020204020204" pitchFamily="34" charset="-122"/>
                <a:ea typeface="微软雅黑" panose="020B0503020204020204" pitchFamily="34" charset="-122"/>
              </a:rPr>
              <a:t>推理时，如果前面步骤中有一个或者多个公式永真蕴含公式</a:t>
            </a:r>
            <a:r>
              <a:rPr lang="en-US" altLang="zh-CN" sz="2400">
                <a:latin typeface="微软雅黑" panose="020B0503020204020204" pitchFamily="34" charset="-122"/>
                <a:ea typeface="微软雅黑" panose="020B0503020204020204" pitchFamily="34" charset="-122"/>
              </a:rPr>
              <a:t>S</a:t>
            </a:r>
            <a:r>
              <a:rPr lang="zh-CN" altLang="en-US" sz="2400">
                <a:latin typeface="微软雅黑" panose="020B0503020204020204" pitchFamily="34" charset="-122"/>
                <a:ea typeface="微软雅黑" panose="020B0503020204020204" pitchFamily="34" charset="-122"/>
              </a:rPr>
              <a:t>，则可把</a:t>
            </a:r>
            <a:r>
              <a:rPr lang="en-US" altLang="zh-CN" sz="2400">
                <a:latin typeface="微软雅黑" panose="020B0503020204020204" pitchFamily="34" charset="-122"/>
                <a:ea typeface="微软雅黑" panose="020B0503020204020204" pitchFamily="34" charset="-122"/>
              </a:rPr>
              <a:t>S</a:t>
            </a:r>
            <a:r>
              <a:rPr lang="zh-CN" altLang="en-US" sz="2400">
                <a:latin typeface="微软雅黑" panose="020B0503020204020204" pitchFamily="34" charset="-122"/>
                <a:ea typeface="微软雅黑" panose="020B0503020204020204" pitchFamily="34" charset="-122"/>
              </a:rPr>
              <a:t>引入推理过程中。</a:t>
            </a:r>
          </a:p>
          <a:p>
            <a:pPr>
              <a:lnSpc>
                <a:spcPct val="120000"/>
              </a:lnSpc>
              <a:spcBef>
                <a:spcPct val="0"/>
              </a:spcBef>
              <a:spcAft>
                <a:spcPts val="600"/>
              </a:spcAft>
              <a:buFont typeface="Wingdings" panose="05000000000000000000" pitchFamily="2" charset="2"/>
              <a:buNone/>
            </a:pPr>
            <a:endParaRPr kumimoji="0" lang="en-US" altLang="zh-CN" sz="2800" b="1">
              <a:latin typeface="宋体" panose="02010600030101010101" pitchFamily="2" charset="-122"/>
              <a:ea typeface="宋体" panose="02010600030101010101" pitchFamily="2" charset="-122"/>
            </a:endParaRPr>
          </a:p>
        </p:txBody>
      </p:sp>
      <p:sp>
        <p:nvSpPr>
          <p:cNvPr id="9" name="Rectangle 3"/>
          <p:cNvSpPr txBox="1">
            <a:spLocks noChangeArrowheads="1"/>
          </p:cNvSpPr>
          <p:nvPr/>
        </p:nvSpPr>
        <p:spPr bwMode="auto">
          <a:xfrm>
            <a:off x="12700" y="5006975"/>
            <a:ext cx="8964613" cy="1079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609600" latinLnBrk="1">
              <a:spcBef>
                <a:spcPct val="20000"/>
              </a:spcBef>
              <a:buChar char="•"/>
              <a:defRPr kumimoji="1" sz="2200">
                <a:solidFill>
                  <a:schemeClr val="tx1"/>
                </a:solidFill>
                <a:latin typeface="-윤체M" panose="020B0604020202020204" charset="0"/>
                <a:ea typeface="-윤체M" panose="020B0604020202020204" charset="0"/>
                <a:cs typeface="-윤체M" panose="020B0604020202020204" charset="0"/>
              </a:defRPr>
            </a:lvl1pPr>
            <a:lvl2pPr marL="742950" indent="-285750" latinLnBrk="1">
              <a:spcBef>
                <a:spcPct val="20000"/>
              </a:spcBef>
              <a:buChar char="•"/>
              <a:defRPr kumimoji="1" sz="2000">
                <a:solidFill>
                  <a:schemeClr val="tx1"/>
                </a:solidFill>
                <a:latin typeface="-윤체M" panose="020B0604020202020204" charset="0"/>
                <a:ea typeface="-윤체M" panose="020B0604020202020204" charset="0"/>
                <a:cs typeface="-윤체M" panose="020B0604020202020204" charset="0"/>
              </a:defRPr>
            </a:lvl2pPr>
            <a:lvl3pPr marL="1143000" indent="-228600" latinLnBrk="1">
              <a:spcBef>
                <a:spcPct val="20000"/>
              </a:spcBef>
              <a:buChar char="•"/>
              <a:defRPr kumimoji="1">
                <a:solidFill>
                  <a:schemeClr val="tx1"/>
                </a:solidFill>
                <a:latin typeface="-윤체M" panose="020B0604020202020204" charset="0"/>
                <a:ea typeface="-윤체M" panose="020B0604020202020204" charset="0"/>
                <a:cs typeface="-윤체M" panose="020B0604020202020204" charset="0"/>
              </a:defRPr>
            </a:lvl3pPr>
            <a:lvl4pPr marL="1600200" indent="-228600" latinLnBrk="1">
              <a:spcBef>
                <a:spcPct val="20000"/>
              </a:spcBef>
              <a:buChar char="•"/>
              <a:defRPr kumimoji="1" sz="1600">
                <a:solidFill>
                  <a:schemeClr val="tx1"/>
                </a:solidFill>
                <a:latin typeface="-윤체M" panose="020B0604020202020204" charset="0"/>
                <a:ea typeface="-윤체M" panose="020B0604020202020204" charset="0"/>
                <a:cs typeface="-윤체M" panose="020B0604020202020204" charset="0"/>
              </a:defRPr>
            </a:lvl4pPr>
            <a:lvl5pPr marL="2057400" indent="-228600" latinLnBrk="1">
              <a:spcBef>
                <a:spcPct val="20000"/>
              </a:spcBef>
              <a:buChar char="•"/>
              <a:defRPr kumimoji="1" sz="1400">
                <a:solidFill>
                  <a:schemeClr val="tx1"/>
                </a:solidFill>
                <a:latin typeface="-윤체M" panose="020B0604020202020204" charset="0"/>
                <a:ea typeface="-윤체M" panose="020B0604020202020204" charset="0"/>
                <a:cs typeface="-윤체M" panose="020B0604020202020204" charset="0"/>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윤체M" panose="020B0604020202020204" charset="0"/>
                <a:cs typeface="-윤체M" panose="020B0604020202020204" charset="0"/>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윤체M" panose="020B0604020202020204" charset="0"/>
                <a:cs typeface="-윤체M" panose="020B0604020202020204" charset="0"/>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윤체M" panose="020B0604020202020204" charset="0"/>
                <a:cs typeface="-윤체M" panose="020B0604020202020204" charset="0"/>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윤체M" panose="020B0604020202020204" charset="0"/>
                <a:cs typeface="-윤체M" panose="020B0604020202020204" charset="0"/>
              </a:defRPr>
            </a:lvl9pPr>
          </a:lstStyle>
          <a:p>
            <a:pPr eaLnBrk="1" hangingPunct="1">
              <a:lnSpc>
                <a:spcPct val="120000"/>
              </a:lnSpc>
            </a:pPr>
            <a:r>
              <a:rPr lang="zh-CN" altLang="en-US" sz="2400">
                <a:solidFill>
                  <a:srgbClr val="C00000"/>
                </a:solidFill>
                <a:latin typeface="微软雅黑" panose="020B0503020204020204" pitchFamily="34" charset="-122"/>
                <a:ea typeface="微软雅黑" panose="020B0503020204020204" pitchFamily="34" charset="-122"/>
              </a:rPr>
              <a:t>归结演绎推理 </a:t>
            </a:r>
            <a:r>
              <a:rPr lang="en-US" altLang="zh-CN" sz="2400">
                <a:solidFill>
                  <a:srgbClr val="C00000"/>
                </a:solidFill>
                <a:latin typeface="微软雅黑" panose="020B0503020204020204" pitchFamily="34" charset="-122"/>
                <a:ea typeface="微软雅黑" panose="020B0503020204020204" pitchFamily="34" charset="-122"/>
              </a:rPr>
              <a:t>-- </a:t>
            </a:r>
            <a:r>
              <a:rPr lang="zh-CN" altLang="en-US" sz="2400">
                <a:latin typeface="微软雅黑" panose="020B0503020204020204" pitchFamily="34" charset="-122"/>
                <a:ea typeface="微软雅黑" panose="020B0503020204020204" pitchFamily="34" charset="-122"/>
              </a:rPr>
              <a:t>定理证明：要证明</a:t>
            </a:r>
            <a:r>
              <a:rPr lang="en-US" altLang="zh-CN" sz="2400">
                <a:latin typeface="微软雅黑" panose="020B0503020204020204" pitchFamily="34" charset="-122"/>
                <a:ea typeface="微软雅黑" panose="020B0503020204020204" pitchFamily="34" charset="-122"/>
              </a:rPr>
              <a:t>P→Q(¬P∨Q)</a:t>
            </a:r>
            <a:r>
              <a:rPr lang="zh-CN" altLang="en-US" sz="2400">
                <a:latin typeface="微软雅黑" panose="020B0503020204020204" pitchFamily="34" charset="-122"/>
                <a:ea typeface="微软雅黑" panose="020B0503020204020204" pitchFamily="34" charset="-122"/>
              </a:rPr>
              <a:t>的永真性。根据反证法，只要证明其否定</a:t>
            </a:r>
            <a:r>
              <a:rPr lang="en-US" altLang="zh-CN" sz="2400">
                <a:latin typeface="微软雅黑" panose="020B0503020204020204" pitchFamily="34" charset="-122"/>
                <a:ea typeface="微软雅黑" panose="020B0503020204020204" pitchFamily="34" charset="-122"/>
              </a:rPr>
              <a:t>(P∧¬Q) </a:t>
            </a:r>
            <a:r>
              <a:rPr lang="zh-CN" altLang="en-US" sz="2400">
                <a:latin typeface="微软雅黑" panose="020B0503020204020204" pitchFamily="34" charset="-122"/>
                <a:ea typeface="微软雅黑" panose="020B0503020204020204" pitchFamily="34" charset="-122"/>
              </a:rPr>
              <a:t>不可满足性即可。</a:t>
            </a:r>
            <a:endParaRPr lang="zh-CN" altLang="en-US" sz="200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85741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74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9" grpId="0"/>
      <p:bldP spid="8" grpId="0"/>
      <p:bldP spid="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a:xfrm>
            <a:off x="6553200" y="6248400"/>
            <a:ext cx="1905000" cy="457200"/>
          </a:xfrm>
          <a:prstGeom prst="rect">
            <a:avLst/>
          </a:prstGeom>
        </p:spPr>
        <p:txBody>
          <a:bodyPr/>
          <a:lstStyle>
            <a:lvl1pPr>
              <a:defRPr kumimoji="1" sz="2400">
                <a:solidFill>
                  <a:schemeClr val="tx1"/>
                </a:solidFill>
                <a:latin typeface="宋体" panose="02010600030101010101" pitchFamily="2" charset="-122"/>
                <a:ea typeface="宋体" panose="02010600030101010101" pitchFamily="2" charset="-122"/>
              </a:defRPr>
            </a:lvl1pPr>
            <a:lvl2pPr marL="742950" indent="-285750">
              <a:defRPr kumimoji="1" sz="2400">
                <a:solidFill>
                  <a:schemeClr val="tx1"/>
                </a:solidFill>
                <a:latin typeface="宋体" panose="02010600030101010101" pitchFamily="2" charset="-122"/>
                <a:ea typeface="宋体" panose="02010600030101010101" pitchFamily="2" charset="-122"/>
              </a:defRPr>
            </a:lvl2pPr>
            <a:lvl3pPr marL="1143000" indent="-228600">
              <a:defRPr kumimoji="1" sz="2400">
                <a:solidFill>
                  <a:schemeClr val="tx1"/>
                </a:solidFill>
                <a:latin typeface="宋体" panose="02010600030101010101" pitchFamily="2" charset="-122"/>
                <a:ea typeface="宋体" panose="02010600030101010101" pitchFamily="2" charset="-122"/>
              </a:defRPr>
            </a:lvl3pPr>
            <a:lvl4pPr marL="1600200" indent="-228600">
              <a:defRPr kumimoji="1" sz="2400">
                <a:solidFill>
                  <a:schemeClr val="tx1"/>
                </a:solidFill>
                <a:latin typeface="宋体" panose="02010600030101010101" pitchFamily="2" charset="-122"/>
                <a:ea typeface="宋体" panose="02010600030101010101" pitchFamily="2" charset="-122"/>
              </a:defRPr>
            </a:lvl4pPr>
            <a:lvl5pPr marL="2057400" indent="-22860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fld id="{12D314F7-4AE8-4C5C-952B-42D88C70B5A5}" type="slidenum">
              <a:rPr lang="en-US" altLang="ko-KR" sz="1400">
                <a:latin typeface="-윤체M" panose="020B0604020202020204" charset="0"/>
              </a:rPr>
              <a:pPr/>
              <a:t>12</a:t>
            </a:fld>
            <a:endParaRPr lang="en-US" altLang="ko-KR" sz="1400">
              <a:latin typeface="-윤체M" panose="020B0604020202020204" charset="0"/>
            </a:endParaRPr>
          </a:p>
        </p:txBody>
      </p:sp>
      <p:sp>
        <p:nvSpPr>
          <p:cNvPr id="33795" name="Rectangle 3"/>
          <p:cNvSpPr>
            <a:spLocks noGrp="1" noChangeArrowheads="1"/>
          </p:cNvSpPr>
          <p:nvPr>
            <p:ph type="body" idx="1"/>
          </p:nvPr>
        </p:nvSpPr>
        <p:spPr>
          <a:xfrm>
            <a:off x="0" y="1196753"/>
            <a:ext cx="8893175" cy="5661248"/>
          </a:xfrm>
        </p:spPr>
        <p:txBody>
          <a:bodyPr/>
          <a:lstStyle/>
          <a:p>
            <a:pPr marL="609600" indent="-609600" eaLnBrk="1" hangingPunct="1">
              <a:lnSpc>
                <a:spcPct val="110000"/>
              </a:lnSpc>
            </a:pPr>
            <a:r>
              <a:rPr lang="zh-CN" altLang="en-US" sz="2400" dirty="0" smtClean="0">
                <a:solidFill>
                  <a:srgbClr val="C00000"/>
                </a:solidFill>
                <a:latin typeface="微软雅黑" panose="020B0503020204020204" pitchFamily="34" charset="-122"/>
                <a:ea typeface="微软雅黑" panose="020B0503020204020204" pitchFamily="34" charset="-122"/>
              </a:rPr>
              <a:t>归纳推理</a:t>
            </a:r>
            <a:r>
              <a:rPr lang="en-US" altLang="zh-CN" sz="2400" dirty="0" smtClean="0">
                <a:latin typeface="微软雅黑" panose="020B0503020204020204" pitchFamily="34" charset="-122"/>
                <a:ea typeface="微软雅黑" panose="020B0503020204020204" pitchFamily="34" charset="-122"/>
              </a:rPr>
              <a:t>--</a:t>
            </a:r>
            <a:r>
              <a:rPr lang="zh-CN" altLang="en-US" sz="2400" dirty="0" smtClean="0">
                <a:latin typeface="微软雅黑" panose="020B0503020204020204" pitchFamily="34" charset="-122"/>
                <a:ea typeface="微软雅黑" panose="020B0503020204020204" pitchFamily="34" charset="-122"/>
              </a:rPr>
              <a:t>是一种由个别到一般的推理方法。</a:t>
            </a:r>
          </a:p>
          <a:p>
            <a:pPr marL="990600" lvl="1" indent="-533400" eaLnBrk="1" hangingPunct="1">
              <a:lnSpc>
                <a:spcPct val="110000"/>
              </a:lnSpc>
            </a:pPr>
            <a:r>
              <a:rPr lang="zh-CN" altLang="en-US" sz="2400" dirty="0" smtClean="0">
                <a:latin typeface="微软雅黑" panose="020B0503020204020204" pitchFamily="34" charset="-122"/>
                <a:ea typeface="微软雅黑" panose="020B0503020204020204" pitchFamily="34" charset="-122"/>
              </a:rPr>
              <a:t>按照推理所使用的方法可分为</a:t>
            </a:r>
            <a:r>
              <a:rPr lang="zh-CN" altLang="en-US" sz="2400" dirty="0" smtClean="0">
                <a:solidFill>
                  <a:srgbClr val="C00000"/>
                </a:solidFill>
                <a:latin typeface="微软雅黑" panose="020B0503020204020204" pitchFamily="34" charset="-122"/>
                <a:ea typeface="微软雅黑" panose="020B0503020204020204" pitchFamily="34" charset="-122"/>
              </a:rPr>
              <a:t>枚举、类比、统计和差异归纳推理</a:t>
            </a:r>
            <a:r>
              <a:rPr lang="zh-CN" altLang="en-US" sz="2400" dirty="0" smtClean="0">
                <a:latin typeface="微软雅黑" panose="020B0503020204020204" pitchFamily="34" charset="-122"/>
                <a:ea typeface="微软雅黑" panose="020B0503020204020204" pitchFamily="34" charset="-122"/>
              </a:rPr>
              <a:t>等</a:t>
            </a:r>
          </a:p>
          <a:p>
            <a:pPr marL="609600" indent="-609600" eaLnBrk="1" hangingPunct="1">
              <a:lnSpc>
                <a:spcPct val="110000"/>
              </a:lnSpc>
            </a:pPr>
            <a:r>
              <a:rPr lang="zh-CN" altLang="en-US" sz="2400" dirty="0" smtClean="0">
                <a:solidFill>
                  <a:srgbClr val="C00000"/>
                </a:solidFill>
                <a:latin typeface="微软雅黑" panose="020B0503020204020204" pitchFamily="34" charset="-122"/>
                <a:ea typeface="微软雅黑" panose="020B0503020204020204" pitchFamily="34" charset="-122"/>
              </a:rPr>
              <a:t>枚举归纳推理</a:t>
            </a:r>
            <a:r>
              <a:rPr lang="en-US" altLang="zh-CN" sz="2400" dirty="0" smtClean="0">
                <a:latin typeface="微软雅黑" panose="020B0503020204020204" pitchFamily="34" charset="-122"/>
                <a:ea typeface="微软雅黑" panose="020B0503020204020204" pitchFamily="34" charset="-122"/>
              </a:rPr>
              <a:t>--</a:t>
            </a:r>
            <a:r>
              <a:rPr lang="zh-CN" altLang="en-US" sz="2400" dirty="0" smtClean="0">
                <a:latin typeface="微软雅黑" panose="020B0503020204020204" pitchFamily="34" charset="-122"/>
                <a:ea typeface="微软雅黑" panose="020B0503020204020204" pitchFamily="34" charset="-122"/>
              </a:rPr>
              <a:t>是指在进行归纳时，如果已知某类事物的有限可数个具体事物都具有某种属性，则可推出该类事物都具有此种属性。</a:t>
            </a:r>
          </a:p>
        </p:txBody>
      </p:sp>
      <p:sp>
        <p:nvSpPr>
          <p:cNvPr id="33796" name="Rectangle 8"/>
          <p:cNvSpPr>
            <a:spLocks noGrp="1" noChangeArrowheads="1"/>
          </p:cNvSpPr>
          <p:nvPr>
            <p:ph type="title"/>
          </p:nvPr>
        </p:nvSpPr>
        <p:spPr>
          <a:xfrm>
            <a:off x="250825" y="142875"/>
            <a:ext cx="8893175" cy="1125538"/>
          </a:xfrm>
          <a:noFill/>
        </p:spPr>
        <p:txBody>
          <a:bodyPr/>
          <a:lstStyle/>
          <a:p>
            <a:pPr marL="762000" indent="-762000" eaLnBrk="1" hangingPunct="1"/>
            <a:r>
              <a:rPr lang="en-US" altLang="zh-CN" sz="3200" b="1" dirty="0" smtClean="0">
                <a:solidFill>
                  <a:schemeClr val="tx1"/>
                </a:solidFill>
                <a:latin typeface="黑体" panose="02010609060101010101" pitchFamily="49" charset="-122"/>
                <a:ea typeface="黑体" panose="02010609060101010101" pitchFamily="49" charset="-122"/>
              </a:rPr>
              <a:t>3.1.2  </a:t>
            </a:r>
            <a:r>
              <a:rPr lang="zh-CN" altLang="en-US" sz="3200" b="1" dirty="0" smtClean="0">
                <a:solidFill>
                  <a:schemeClr val="tx1"/>
                </a:solidFill>
                <a:latin typeface="黑体" panose="02010609060101010101" pitchFamily="49" charset="-122"/>
                <a:ea typeface="黑体" panose="02010609060101010101" pitchFamily="49" charset="-122"/>
              </a:rPr>
              <a:t>推理方法及其分类</a:t>
            </a:r>
            <a:r>
              <a:rPr lang="en-US" altLang="zh-CN" sz="2800" b="1" dirty="0" smtClean="0">
                <a:solidFill>
                  <a:schemeClr val="tx1"/>
                </a:solidFill>
                <a:latin typeface="黑体" panose="02010609060101010101" pitchFamily="49" charset="-122"/>
                <a:ea typeface="黑体" panose="02010609060101010101" pitchFamily="49" charset="-122"/>
              </a:rPr>
              <a:t>--</a:t>
            </a:r>
            <a:r>
              <a:rPr lang="en-US" altLang="zh-CN" sz="2400" dirty="0" smtClean="0">
                <a:solidFill>
                  <a:srgbClr val="FF0000"/>
                </a:solidFill>
                <a:latin typeface="黑体" panose="02010609060101010101" pitchFamily="49" charset="-122"/>
                <a:ea typeface="黑体" panose="02010609060101010101" pitchFamily="49" charset="-122"/>
              </a:rPr>
              <a:t> </a:t>
            </a:r>
            <a:r>
              <a:rPr lang="zh-CN" altLang="en-US" sz="2400" b="1" dirty="0" smtClean="0">
                <a:solidFill>
                  <a:srgbClr val="FF0000"/>
                </a:solidFill>
                <a:latin typeface="黑体" panose="02010609060101010101" pitchFamily="49" charset="-122"/>
                <a:ea typeface="黑体" panose="02010609060101010101" pitchFamily="49" charset="-122"/>
              </a:rPr>
              <a:t>按推理的逻辑基础分类</a:t>
            </a:r>
            <a:endParaRPr lang="en-US" altLang="zh-CN" sz="2400" b="1" dirty="0" smtClean="0">
              <a:solidFill>
                <a:srgbClr val="FF0000"/>
              </a:solidFill>
              <a:latin typeface="黑体" panose="02010609060101010101" pitchFamily="49" charset="-122"/>
              <a:ea typeface="黑体" panose="02010609060101010101" pitchFamily="49" charset="-122"/>
            </a:endParaRPr>
          </a:p>
        </p:txBody>
      </p:sp>
      <p:sp>
        <p:nvSpPr>
          <p:cNvPr id="33797" name="矩形 1"/>
          <p:cNvSpPr>
            <a:spLocks noChangeArrowheads="1"/>
          </p:cNvSpPr>
          <p:nvPr/>
        </p:nvSpPr>
        <p:spPr bwMode="auto">
          <a:xfrm>
            <a:off x="736599" y="3940175"/>
            <a:ext cx="7921625"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609600" indent="-609600" latinLnBrk="1">
              <a:spcBef>
                <a:spcPct val="20000"/>
              </a:spcBef>
              <a:buChar char="•"/>
              <a:defRPr kumimoji="1" sz="2200">
                <a:solidFill>
                  <a:schemeClr val="tx1"/>
                </a:solidFill>
                <a:latin typeface="-윤체M" panose="020B0604020202020204" charset="0"/>
                <a:ea typeface="-윤체M" panose="020B0604020202020204" charset="0"/>
                <a:cs typeface="-윤체M" panose="020B0604020202020204" charset="0"/>
              </a:defRPr>
            </a:lvl1pPr>
            <a:lvl2pPr marL="742950" indent="-285750" latinLnBrk="1">
              <a:spcBef>
                <a:spcPct val="20000"/>
              </a:spcBef>
              <a:buChar char="•"/>
              <a:defRPr kumimoji="1" sz="2000">
                <a:solidFill>
                  <a:schemeClr val="tx1"/>
                </a:solidFill>
                <a:latin typeface="-윤체M" panose="020B0604020202020204" charset="0"/>
                <a:ea typeface="-윤체M" panose="020B0604020202020204" charset="0"/>
                <a:cs typeface="-윤체M" panose="020B0604020202020204" charset="0"/>
              </a:defRPr>
            </a:lvl2pPr>
            <a:lvl3pPr marL="1371600" indent="-457200" latinLnBrk="1">
              <a:spcBef>
                <a:spcPct val="20000"/>
              </a:spcBef>
              <a:buChar char="•"/>
              <a:defRPr kumimoji="1">
                <a:solidFill>
                  <a:schemeClr val="tx1"/>
                </a:solidFill>
                <a:latin typeface="-윤체M" panose="020B0604020202020204" charset="0"/>
                <a:ea typeface="-윤체M" panose="020B0604020202020204" charset="0"/>
                <a:cs typeface="-윤체M" panose="020B0604020202020204" charset="0"/>
              </a:defRPr>
            </a:lvl3pPr>
            <a:lvl4pPr marL="1600200" indent="-228600" latinLnBrk="1">
              <a:spcBef>
                <a:spcPct val="20000"/>
              </a:spcBef>
              <a:buChar char="•"/>
              <a:defRPr kumimoji="1" sz="1600">
                <a:solidFill>
                  <a:schemeClr val="tx1"/>
                </a:solidFill>
                <a:latin typeface="-윤체M" panose="020B0604020202020204" charset="0"/>
                <a:ea typeface="-윤체M" panose="020B0604020202020204" charset="0"/>
                <a:cs typeface="-윤체M" panose="020B0604020202020204" charset="0"/>
              </a:defRPr>
            </a:lvl4pPr>
            <a:lvl5pPr marL="2057400" indent="-228600" latinLnBrk="1">
              <a:spcBef>
                <a:spcPct val="20000"/>
              </a:spcBef>
              <a:buChar char="•"/>
              <a:defRPr kumimoji="1" sz="1400">
                <a:solidFill>
                  <a:schemeClr val="tx1"/>
                </a:solidFill>
                <a:latin typeface="-윤체M" panose="020B0604020202020204" charset="0"/>
                <a:ea typeface="-윤체M" panose="020B0604020202020204" charset="0"/>
                <a:cs typeface="-윤체M" panose="020B0604020202020204" charset="0"/>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윤체M" panose="020B0604020202020204" charset="0"/>
                <a:cs typeface="-윤체M" panose="020B0604020202020204" charset="0"/>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윤체M" panose="020B0604020202020204" charset="0"/>
                <a:cs typeface="-윤체M" panose="020B0604020202020204" charset="0"/>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윤체M" panose="020B0604020202020204" charset="0"/>
                <a:cs typeface="-윤체M" panose="020B0604020202020204" charset="0"/>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윤체M" panose="020B0604020202020204" charset="0"/>
                <a:cs typeface="-윤체M" panose="020B0604020202020204" charset="0"/>
              </a:defRPr>
            </a:lvl9pPr>
          </a:lstStyle>
          <a:p>
            <a:pPr eaLnBrk="1" latinLnBrk="0" hangingPunct="1">
              <a:spcBef>
                <a:spcPct val="0"/>
              </a:spcBef>
              <a:buFontTx/>
              <a:buNone/>
            </a:pPr>
            <a:r>
              <a:rPr lang="zh-CN" altLang="en-US" sz="2400" b="1" dirty="0">
                <a:latin typeface="楷体" panose="02010609060101010101" pitchFamily="49" charset="-122"/>
                <a:ea typeface="楷体" panose="02010609060101010101" pitchFamily="49" charset="-122"/>
              </a:rPr>
              <a:t>例如，设有如下事例：</a:t>
            </a:r>
          </a:p>
          <a:p>
            <a:pPr lvl="2" eaLnBrk="1" latinLnBrk="0" hangingPunct="1">
              <a:spcBef>
                <a:spcPct val="0"/>
              </a:spcBef>
              <a:buFontTx/>
              <a:buNone/>
            </a:pPr>
            <a:r>
              <a:rPr lang="zh-CN" altLang="en-US" b="1" dirty="0">
                <a:latin typeface="楷体" panose="02010609060101010101" pitchFamily="49" charset="-122"/>
                <a:ea typeface="楷体" panose="02010609060101010101" pitchFamily="49" charset="-122"/>
              </a:rPr>
              <a:t>    </a:t>
            </a:r>
            <a:r>
              <a:rPr lang="zh-CN" altLang="en-US" b="1" dirty="0">
                <a:solidFill>
                  <a:srgbClr val="C00000"/>
                </a:solidFill>
                <a:latin typeface="楷体" panose="02010609060101010101" pitchFamily="49" charset="-122"/>
                <a:ea typeface="楷体" panose="02010609060101010101" pitchFamily="49" charset="-122"/>
              </a:rPr>
              <a:t>王强</a:t>
            </a:r>
            <a:r>
              <a:rPr lang="zh-CN" altLang="en-US" b="1" dirty="0">
                <a:solidFill>
                  <a:srgbClr val="0000FF"/>
                </a:solidFill>
                <a:latin typeface="楷体" panose="02010609060101010101" pitchFamily="49" charset="-122"/>
                <a:ea typeface="楷体" panose="02010609060101010101" pitchFamily="49" charset="-122"/>
              </a:rPr>
              <a:t>是计算机系学生，他会编程序；</a:t>
            </a:r>
          </a:p>
          <a:p>
            <a:pPr lvl="2" eaLnBrk="1" latinLnBrk="0" hangingPunct="1">
              <a:spcBef>
                <a:spcPct val="0"/>
              </a:spcBef>
              <a:buFontTx/>
              <a:buNone/>
            </a:pPr>
            <a:r>
              <a:rPr lang="zh-CN" altLang="en-US" b="1" dirty="0">
                <a:latin typeface="楷体" panose="02010609060101010101" pitchFamily="49" charset="-122"/>
                <a:ea typeface="楷体" panose="02010609060101010101" pitchFamily="49" charset="-122"/>
              </a:rPr>
              <a:t>    </a:t>
            </a:r>
            <a:r>
              <a:rPr lang="zh-CN" altLang="en-US" b="1" dirty="0">
                <a:solidFill>
                  <a:srgbClr val="C00000"/>
                </a:solidFill>
                <a:latin typeface="楷体" panose="02010609060101010101" pitchFamily="49" charset="-122"/>
                <a:ea typeface="楷体" panose="02010609060101010101" pitchFamily="49" charset="-122"/>
              </a:rPr>
              <a:t>高华</a:t>
            </a:r>
            <a:r>
              <a:rPr lang="zh-CN" altLang="en-US" b="1" dirty="0">
                <a:solidFill>
                  <a:srgbClr val="0000FF"/>
                </a:solidFill>
                <a:latin typeface="楷体" panose="02010609060101010101" pitchFamily="49" charset="-122"/>
                <a:ea typeface="楷体" panose="02010609060101010101" pitchFamily="49" charset="-122"/>
              </a:rPr>
              <a:t>是计算机系学生，她会编程序；</a:t>
            </a:r>
          </a:p>
          <a:p>
            <a:pPr lvl="2" eaLnBrk="1" latinLnBrk="0" hangingPunct="1">
              <a:spcBef>
                <a:spcPct val="0"/>
              </a:spcBef>
              <a:buFontTx/>
              <a:buNone/>
            </a:pPr>
            <a:r>
              <a:rPr lang="zh-CN" altLang="en-US" b="1" dirty="0">
                <a:latin typeface="楷体" panose="02010609060101010101" pitchFamily="49" charset="-122"/>
                <a:ea typeface="楷体" panose="02010609060101010101" pitchFamily="49" charset="-122"/>
              </a:rPr>
              <a:t>     </a:t>
            </a:r>
            <a:r>
              <a:rPr lang="en-US" altLang="zh-CN" b="1" dirty="0">
                <a:latin typeface="楷体" panose="02010609060101010101" pitchFamily="49" charset="-122"/>
                <a:ea typeface="楷体" panose="02010609060101010101" pitchFamily="49" charset="-122"/>
              </a:rPr>
              <a:t>……                ……</a:t>
            </a:r>
          </a:p>
          <a:p>
            <a:pPr eaLnBrk="1" latinLnBrk="0" hangingPunct="1">
              <a:spcBef>
                <a:spcPct val="0"/>
              </a:spcBef>
              <a:buFontTx/>
              <a:buNone/>
            </a:pPr>
            <a:r>
              <a:rPr lang="zh-CN" altLang="en-US" sz="2400" b="1" dirty="0">
                <a:latin typeface="楷体" panose="02010609060101010101" pitchFamily="49" charset="-122"/>
                <a:ea typeface="楷体" panose="02010609060101010101" pitchFamily="49" charset="-122"/>
              </a:rPr>
              <a:t>当这些具体事例足够多时，就可归纳出一个一般性的知识：</a:t>
            </a:r>
          </a:p>
          <a:p>
            <a:pPr eaLnBrk="1" latinLnBrk="0" hangingPunct="1">
              <a:spcBef>
                <a:spcPct val="0"/>
              </a:spcBef>
              <a:buFontTx/>
              <a:buNone/>
            </a:pPr>
            <a:r>
              <a:rPr lang="zh-CN" altLang="en-US" sz="2400" b="1" dirty="0">
                <a:latin typeface="楷体" panose="02010609060101010101" pitchFamily="49" charset="-122"/>
                <a:ea typeface="楷体" panose="02010609060101010101" pitchFamily="49" charset="-122"/>
              </a:rPr>
              <a:t>     </a:t>
            </a:r>
            <a:r>
              <a:rPr lang="zh-CN" altLang="en-US" sz="2400" b="1" dirty="0">
                <a:solidFill>
                  <a:srgbClr val="C00000"/>
                </a:solidFill>
                <a:latin typeface="楷体" panose="02010609060101010101" pitchFamily="49" charset="-122"/>
                <a:ea typeface="楷体" panose="02010609060101010101" pitchFamily="49" charset="-122"/>
              </a:rPr>
              <a:t>凡是</a:t>
            </a:r>
            <a:r>
              <a:rPr lang="zh-CN" altLang="en-US" sz="2400" b="1" dirty="0">
                <a:solidFill>
                  <a:srgbClr val="0000FF"/>
                </a:solidFill>
                <a:latin typeface="楷体" panose="02010609060101010101" pitchFamily="49" charset="-122"/>
                <a:ea typeface="楷体" panose="02010609060101010101" pitchFamily="49" charset="-122"/>
              </a:rPr>
              <a:t>计算机系的学生，就一定会编程序</a:t>
            </a:r>
            <a:r>
              <a:rPr lang="zh-CN" altLang="en-US" sz="2400" b="1" dirty="0">
                <a:latin typeface="楷体" panose="02010609060101010101" pitchFamily="49" charset="-122"/>
                <a:ea typeface="楷体" panose="02010609060101010101" pitchFamily="49" charset="-122"/>
              </a:rPr>
              <a:t>。</a:t>
            </a:r>
          </a:p>
        </p:txBody>
      </p:sp>
    </p:spTree>
    <p:extLst>
      <p:ext uri="{BB962C8B-B14F-4D97-AF65-F5344CB8AC3E}">
        <p14:creationId xmlns:p14="http://schemas.microsoft.com/office/powerpoint/2010/main" val="219111241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txBox="1">
            <a:spLocks noGrp="1"/>
          </p:cNvSpPr>
          <p:nvPr>
            <p:ph type="sldNum" sz="quarter" idx="4"/>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40" tIns="45720" rIns="91440" bIns="45720" numCol="1" anchor="t" anchorCtr="0" compatLnSpc="1"/>
          <a:lstStyle/>
          <a:p>
            <a:pPr marL="0" marR="0" lvl="0" indent="0" algn="r" defTabSz="914400" rtl="0" eaLnBrk="1" fontAlgn="base" latinLnBrk="1" hangingPunct="1">
              <a:lnSpc>
                <a:spcPct val="100000"/>
              </a:lnSpc>
              <a:spcBef>
                <a:spcPct val="0"/>
              </a:spcBef>
              <a:spcAft>
                <a:spcPct val="0"/>
              </a:spcAft>
              <a:buClrTx/>
              <a:buSzTx/>
              <a:buFontTx/>
              <a:buNone/>
              <a:defRPr/>
            </a:pPr>
            <a:fld id="{8343AE97-D333-40F9-8AC8-6DA2DADE7F8E}"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t>13</a:t>
            </a:fld>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165890" name="Rectangle 2"/>
          <p:cNvSpPr>
            <a:spLocks noGrp="1" noChangeArrowheads="1"/>
          </p:cNvSpPr>
          <p:nvPr>
            <p:ph type="title"/>
          </p:nvPr>
        </p:nvSpPr>
        <p:spPr>
          <a:xfrm>
            <a:off x="684213" y="476250"/>
            <a:ext cx="7772400" cy="731838"/>
          </a:xfrm>
        </p:spPr>
        <p:txBody>
          <a:bodyPr vert="horz" wrap="square" lIns="91440" tIns="45720" rIns="91440" bIns="45720" numCol="1" anchor="ctr" anchorCtr="0" compatLnSpc="1"/>
          <a:lstStyle/>
          <a:p>
            <a:pPr marL="0" marR="0" lvl="0" indent="0" algn="ctr" defTabSz="914400" rtl="0" eaLnBrk="1" fontAlgn="base" latinLnBrk="1" hangingPunct="1">
              <a:lnSpc>
                <a:spcPct val="100000"/>
              </a:lnSpc>
              <a:spcBef>
                <a:spcPct val="0"/>
              </a:spcBef>
              <a:spcAft>
                <a:spcPct val="0"/>
              </a:spcAft>
              <a:buClrTx/>
              <a:buSzTx/>
              <a:buFontTx/>
              <a:buNone/>
              <a:defRPr/>
            </a:pPr>
            <a:r>
              <a:rPr kumimoji="1" lang="en-US" altLang="zh-CN"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j-cs"/>
              </a:rPr>
              <a:t>3.1.3</a:t>
            </a:r>
            <a:r>
              <a:rPr kumimoji="1" lang="zh-CN" altLang="en-US"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j-cs"/>
              </a:rPr>
              <a:t>逻辑智能体的构造</a:t>
            </a:r>
            <a:endParaRPr kumimoji="1" lang="en-US" altLang="zh-CN"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j-cs"/>
            </a:endParaRPr>
          </a:p>
        </p:txBody>
      </p:sp>
      <p:sp>
        <p:nvSpPr>
          <p:cNvPr id="97285" name="Text Box 4"/>
          <p:cNvSpPr txBox="1"/>
          <p:nvPr/>
        </p:nvSpPr>
        <p:spPr>
          <a:xfrm>
            <a:off x="0" y="188913"/>
            <a:ext cx="2339975" cy="457200"/>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0" lvl="0" indent="0" eaLnBrk="1" hangingPunct="1">
              <a:spcBef>
                <a:spcPct val="50000"/>
              </a:spcBef>
              <a:buNone/>
            </a:pPr>
            <a:r>
              <a:rPr lang="zh-CN" altLang="en-US" sz="2400" dirty="0">
                <a:latin typeface="华文行楷" panose="02010800040101010101" pitchFamily="2" charset="-122"/>
                <a:ea typeface="华文行楷" panose="02010800040101010101" pitchFamily="2" charset="-122"/>
              </a:rPr>
              <a:t>第</a:t>
            </a:r>
            <a:r>
              <a:rPr lang="en-US" altLang="zh-CN" sz="2400" dirty="0">
                <a:latin typeface="华文行楷" panose="02010800040101010101" pitchFamily="2" charset="-122"/>
                <a:ea typeface="华文行楷" panose="02010800040101010101" pitchFamily="2" charset="-122"/>
              </a:rPr>
              <a:t>3</a:t>
            </a:r>
            <a:r>
              <a:rPr lang="zh-CN" altLang="en-US" sz="2400" dirty="0">
                <a:latin typeface="华文行楷" panose="02010800040101010101" pitchFamily="2" charset="-122"/>
                <a:ea typeface="华文行楷" panose="02010800040101010101" pitchFamily="2" charset="-122"/>
              </a:rPr>
              <a:t>章 逻辑系统</a:t>
            </a:r>
          </a:p>
        </p:txBody>
      </p:sp>
      <p:sp>
        <p:nvSpPr>
          <p:cNvPr id="6" name="Rectangle 3"/>
          <p:cNvSpPr txBox="1"/>
          <p:nvPr/>
        </p:nvSpPr>
        <p:spPr>
          <a:xfrm>
            <a:off x="395536" y="1495425"/>
            <a:ext cx="7772400" cy="4670599"/>
          </a:xfrm>
          <a:prstGeom prst="rect">
            <a:avLst/>
          </a:prstGeom>
          <a:noFill/>
          <a:ln w="9525">
            <a:noFill/>
          </a:ln>
        </p:spPr>
        <p:txBody>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342900" lvl="0" indent="-342900" eaLnBrk="1" hangingPunct="1">
              <a:lnSpc>
                <a:spcPct val="120000"/>
              </a:lnSpc>
            </a:pPr>
            <a:r>
              <a:rPr lang="zh-CN" altLang="en-US" sz="2400" dirty="0">
                <a:latin typeface="微软雅黑" panose="020B0503020204020204" pitchFamily="34" charset="-122"/>
                <a:ea typeface="微软雅黑" panose="020B0503020204020204" pitchFamily="34" charset="-122"/>
                <a:sym typeface="Symbol" panose="05050102010706020507" pitchFamily="18" charset="2"/>
              </a:rPr>
              <a:t>一般构造知识库</a:t>
            </a:r>
            <a:r>
              <a:rPr lang="en-US" altLang="zh-CN" sz="2400" dirty="0">
                <a:latin typeface="微软雅黑" panose="020B0503020204020204" pitchFamily="34" charset="-122"/>
                <a:ea typeface="微软雅黑" panose="020B0503020204020204" pitchFamily="34" charset="-122"/>
                <a:sym typeface="Symbol" panose="05050102010706020507" pitchFamily="18" charset="2"/>
              </a:rPr>
              <a:t>(</a:t>
            </a:r>
            <a:r>
              <a:rPr lang="zh-CN" altLang="en-US" sz="2400" dirty="0">
                <a:latin typeface="微软雅黑" panose="020B0503020204020204" pitchFamily="34" charset="-122"/>
                <a:ea typeface="微软雅黑" panose="020B0503020204020204" pitchFamily="34" charset="-122"/>
                <a:sym typeface="Symbol" panose="05050102010706020507" pitchFamily="18" charset="2"/>
              </a:rPr>
              <a:t>知识工程</a:t>
            </a:r>
            <a:r>
              <a:rPr lang="en-US" altLang="zh-CN" sz="2400" dirty="0">
                <a:latin typeface="微软雅黑" panose="020B0503020204020204" pitchFamily="34" charset="-122"/>
                <a:ea typeface="微软雅黑" panose="020B0503020204020204" pitchFamily="34" charset="-122"/>
                <a:sym typeface="Symbol" panose="05050102010706020507" pitchFamily="18" charset="2"/>
              </a:rPr>
              <a:t>)</a:t>
            </a:r>
            <a:r>
              <a:rPr lang="zh-CN" altLang="en-US" sz="2400" dirty="0">
                <a:latin typeface="微软雅黑" panose="020B0503020204020204" pitchFamily="34" charset="-122"/>
                <a:ea typeface="微软雅黑" panose="020B0503020204020204" pitchFamily="34" charset="-122"/>
                <a:sym typeface="Symbol" panose="05050102010706020507" pitchFamily="18" charset="2"/>
              </a:rPr>
              <a:t>的过程包括：</a:t>
            </a:r>
          </a:p>
          <a:p>
            <a:pPr marL="742950" lvl="1" indent="-285750" eaLnBrk="1" hangingPunct="1">
              <a:lnSpc>
                <a:spcPct val="120000"/>
              </a:lnSpc>
            </a:pPr>
            <a:r>
              <a:rPr lang="zh-CN" altLang="en-US" sz="2400" dirty="0">
                <a:latin typeface="微软雅黑" panose="020B0503020204020204" pitchFamily="34" charset="-122"/>
                <a:ea typeface="微软雅黑" panose="020B0503020204020204" pitchFamily="34" charset="-122"/>
                <a:sym typeface="Symbol" panose="05050102010706020507" pitchFamily="18" charset="2"/>
              </a:rPr>
              <a:t>确定任务</a:t>
            </a:r>
          </a:p>
          <a:p>
            <a:pPr marL="742950" lvl="1" indent="-285750" eaLnBrk="1" hangingPunct="1">
              <a:lnSpc>
                <a:spcPct val="120000"/>
              </a:lnSpc>
            </a:pPr>
            <a:r>
              <a:rPr lang="zh-CN" altLang="en-US" sz="2400" dirty="0">
                <a:latin typeface="微软雅黑" panose="020B0503020204020204" pitchFamily="34" charset="-122"/>
                <a:ea typeface="微软雅黑" panose="020B0503020204020204" pitchFamily="34" charset="-122"/>
                <a:sym typeface="Symbol" panose="05050102010706020507" pitchFamily="18" charset="2"/>
              </a:rPr>
              <a:t>收集相关知识</a:t>
            </a:r>
          </a:p>
          <a:p>
            <a:pPr marL="742950" lvl="1" indent="-285750" eaLnBrk="1" hangingPunct="1">
              <a:lnSpc>
                <a:spcPct val="120000"/>
              </a:lnSpc>
            </a:pPr>
            <a:r>
              <a:rPr lang="zh-CN" altLang="en-US" sz="2400" dirty="0" smtClean="0">
                <a:latin typeface="微软雅黑" panose="020B0503020204020204" pitchFamily="34" charset="-122"/>
                <a:ea typeface="微软雅黑" panose="020B0503020204020204" pitchFamily="34" charset="-122"/>
                <a:sym typeface="Symbol" panose="05050102010706020507" pitchFamily="18" charset="2"/>
              </a:rPr>
              <a:t>对</a:t>
            </a:r>
            <a:r>
              <a:rPr lang="zh-CN" altLang="en-US" sz="2400" dirty="0">
                <a:latin typeface="微软雅黑" panose="020B0503020204020204" pitchFamily="34" charset="-122"/>
                <a:ea typeface="微软雅黑" panose="020B0503020204020204" pitchFamily="34" charset="-122"/>
                <a:sym typeface="Symbol" panose="05050102010706020507" pitchFamily="18" charset="2"/>
              </a:rPr>
              <a:t>领域</a:t>
            </a:r>
            <a:r>
              <a:rPr lang="en-US" altLang="zh-CN" sz="2400" dirty="0">
                <a:latin typeface="微软雅黑" panose="020B0503020204020204" pitchFamily="34" charset="-122"/>
                <a:ea typeface="微软雅黑" panose="020B0503020204020204" pitchFamily="34" charset="-122"/>
                <a:sym typeface="Symbol" panose="05050102010706020507" pitchFamily="18" charset="2"/>
              </a:rPr>
              <a:t>(</a:t>
            </a:r>
            <a:r>
              <a:rPr lang="zh-CN" altLang="en-US" sz="2400" dirty="0">
                <a:latin typeface="微软雅黑" panose="020B0503020204020204" pitchFamily="34" charset="-122"/>
                <a:ea typeface="微软雅黑" panose="020B0503020204020204" pitchFamily="34" charset="-122"/>
                <a:sym typeface="Symbol" panose="05050102010706020507" pitchFamily="18" charset="2"/>
              </a:rPr>
              <a:t>论域</a:t>
            </a:r>
            <a:r>
              <a:rPr lang="en-US" altLang="zh-CN" sz="2400" dirty="0">
                <a:latin typeface="微软雅黑" panose="020B0503020204020204" pitchFamily="34" charset="-122"/>
                <a:ea typeface="微软雅黑" panose="020B0503020204020204" pitchFamily="34" charset="-122"/>
                <a:sym typeface="Symbol" panose="05050102010706020507" pitchFamily="18" charset="2"/>
              </a:rPr>
              <a:t>)</a:t>
            </a:r>
            <a:r>
              <a:rPr lang="zh-CN" altLang="en-US" sz="2400" dirty="0">
                <a:latin typeface="微软雅黑" panose="020B0503020204020204" pitchFamily="34" charset="-122"/>
                <a:ea typeface="微软雅黑" panose="020B0503020204020204" pitchFamily="34" charset="-122"/>
                <a:sym typeface="Symbol" panose="05050102010706020507" pitchFamily="18" charset="2"/>
              </a:rPr>
              <a:t>的通用知识进行编码</a:t>
            </a:r>
          </a:p>
          <a:p>
            <a:pPr marL="742950" lvl="1" indent="-285750" eaLnBrk="1" hangingPunct="1">
              <a:lnSpc>
                <a:spcPct val="120000"/>
              </a:lnSpc>
            </a:pPr>
            <a:r>
              <a:rPr lang="zh-CN" altLang="en-US" sz="2400" dirty="0">
                <a:latin typeface="微软雅黑" panose="020B0503020204020204" pitchFamily="34" charset="-122"/>
                <a:ea typeface="微软雅黑" panose="020B0503020204020204" pitchFamily="34" charset="-122"/>
                <a:sym typeface="Symbol" panose="05050102010706020507" pitchFamily="18" charset="2"/>
              </a:rPr>
              <a:t>对特定问题实例的描述进行编码</a:t>
            </a:r>
          </a:p>
          <a:p>
            <a:pPr marL="742950" lvl="1" indent="-285750" eaLnBrk="1" hangingPunct="1">
              <a:lnSpc>
                <a:spcPct val="120000"/>
              </a:lnSpc>
            </a:pPr>
            <a:r>
              <a:rPr lang="zh-CN" altLang="en-US" sz="2400" dirty="0">
                <a:latin typeface="微软雅黑" panose="020B0503020204020204" pitchFamily="34" charset="-122"/>
                <a:ea typeface="微软雅黑" panose="020B0503020204020204" pitchFamily="34" charset="-122"/>
                <a:sym typeface="Symbol" panose="05050102010706020507" pitchFamily="18" charset="2"/>
              </a:rPr>
              <a:t>查询提交、推理、给出答案</a:t>
            </a:r>
          </a:p>
          <a:p>
            <a:pPr marL="742950" lvl="1" indent="-285750" eaLnBrk="1" hangingPunct="1">
              <a:lnSpc>
                <a:spcPct val="120000"/>
              </a:lnSpc>
            </a:pPr>
            <a:r>
              <a:rPr lang="zh-CN" altLang="en-US" sz="2400" dirty="0">
                <a:latin typeface="微软雅黑" panose="020B0503020204020204" pitchFamily="34" charset="-122"/>
                <a:ea typeface="微软雅黑" panose="020B0503020204020204" pitchFamily="34" charset="-122"/>
                <a:sym typeface="Symbol" panose="05050102010706020507" pitchFamily="18" charset="2"/>
              </a:rPr>
              <a:t>调试知识库</a:t>
            </a:r>
          </a:p>
        </p:txBody>
      </p:sp>
      <p:sp>
        <p:nvSpPr>
          <p:cNvPr id="2" name="线形标注 1 1"/>
          <p:cNvSpPr/>
          <p:nvPr/>
        </p:nvSpPr>
        <p:spPr bwMode="auto">
          <a:xfrm>
            <a:off x="4211960" y="2060848"/>
            <a:ext cx="2341240" cy="576064"/>
          </a:xfrm>
          <a:prstGeom prst="borderCallout1">
            <a:avLst>
              <a:gd name="adj1" fmla="val 48611"/>
              <a:gd name="adj2" fmla="val -986"/>
              <a:gd name="adj3" fmla="val 44921"/>
              <a:gd name="adj4" fmla="val -71784"/>
            </a:avLst>
          </a:prstGeom>
          <a:solidFill>
            <a:schemeClr val="accent5">
              <a:lumMod val="40000"/>
              <a:lumOff val="6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1" hangingPunct="1">
              <a:lnSpc>
                <a:spcPct val="100000"/>
              </a:lnSpc>
              <a:spcBef>
                <a:spcPct val="0"/>
              </a:spcBef>
              <a:spcAft>
                <a:spcPct val="0"/>
              </a:spcAft>
              <a:buClrTx/>
              <a:buSzTx/>
              <a:buFontTx/>
              <a:buNone/>
            </a:pPr>
            <a:r>
              <a:rPr kumimoji="1" lang="zh-CN" altLang="en-US"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动物分类系统</a:t>
            </a:r>
          </a:p>
        </p:txBody>
      </p:sp>
    </p:spTree>
    <p:extLst>
      <p:ext uri="{BB962C8B-B14F-4D97-AF65-F5344CB8AC3E}">
        <p14:creationId xmlns:p14="http://schemas.microsoft.com/office/powerpoint/2010/main" val="157996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linds(horizontal)">
                                      <p:cBhvr>
                                        <p:cTn id="7" dur="500"/>
                                        <p:tgtEl>
                                          <p:spTgt spid="6">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blinds(horizontal)">
                                      <p:cBhvr>
                                        <p:cTn id="10" dur="500"/>
                                        <p:tgtEl>
                                          <p:spTgt spid="6">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Effect transition="in" filter="blinds(horizontal)">
                                      <p:cBhvr>
                                        <p:cTn id="13" dur="500"/>
                                        <p:tgtEl>
                                          <p:spTgt spid="6">
                                            <p:txEl>
                                              <p:pRg st="2" end="2"/>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6">
                                            <p:txEl>
                                              <p:pRg st="3" end="3"/>
                                            </p:txEl>
                                          </p:spTgt>
                                        </p:tgtEl>
                                        <p:attrNameLst>
                                          <p:attrName>style.visibility</p:attrName>
                                        </p:attrNameLst>
                                      </p:cBhvr>
                                      <p:to>
                                        <p:strVal val="visible"/>
                                      </p:to>
                                    </p:set>
                                    <p:animEffect transition="in" filter="blinds(horizontal)">
                                      <p:cBhvr>
                                        <p:cTn id="16" dur="500"/>
                                        <p:tgtEl>
                                          <p:spTgt spid="6">
                                            <p:txEl>
                                              <p:pRg st="3" end="3"/>
                                            </p:txEl>
                                          </p:spTgt>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animEffect transition="in" filter="blinds(horizontal)">
                                      <p:cBhvr>
                                        <p:cTn id="19" dur="500"/>
                                        <p:tgtEl>
                                          <p:spTgt spid="6">
                                            <p:txEl>
                                              <p:pRg st="4" end="4"/>
                                            </p:txEl>
                                          </p:spTgt>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6">
                                            <p:txEl>
                                              <p:pRg st="5" end="5"/>
                                            </p:txEl>
                                          </p:spTgt>
                                        </p:tgtEl>
                                        <p:attrNameLst>
                                          <p:attrName>style.visibility</p:attrName>
                                        </p:attrNameLst>
                                      </p:cBhvr>
                                      <p:to>
                                        <p:strVal val="visible"/>
                                      </p:to>
                                    </p:set>
                                    <p:animEffect transition="in" filter="blinds(horizontal)">
                                      <p:cBhvr>
                                        <p:cTn id="22" dur="500"/>
                                        <p:tgtEl>
                                          <p:spTgt spid="6">
                                            <p:txEl>
                                              <p:pRg st="5" end="5"/>
                                            </p:txEl>
                                          </p:spTgt>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6">
                                            <p:txEl>
                                              <p:pRg st="6" end="6"/>
                                            </p:txEl>
                                          </p:spTgt>
                                        </p:tgtEl>
                                        <p:attrNameLst>
                                          <p:attrName>style.visibility</p:attrName>
                                        </p:attrNameLst>
                                      </p:cBhvr>
                                      <p:to>
                                        <p:strVal val="visible"/>
                                      </p:to>
                                    </p:set>
                                    <p:animEffect transition="in" filter="blinds(horizontal)">
                                      <p:cBhvr>
                                        <p:cTn id="25" dur="500"/>
                                        <p:tgtEl>
                                          <p:spTgt spid="6">
                                            <p:txEl>
                                              <p:pRg st="6" end="6"/>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txBox="1">
            <a:spLocks noGrp="1"/>
          </p:cNvSpPr>
          <p:nvPr>
            <p:ph type="sldNum" sz="quarter" idx="4"/>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40" tIns="45720" rIns="91440" bIns="45720" numCol="1" anchor="t" anchorCtr="0" compatLnSpc="1"/>
          <a:lstStyle/>
          <a:p>
            <a:pPr marL="0" marR="0" lvl="0" indent="0" algn="r" defTabSz="914400" rtl="0" eaLnBrk="1" fontAlgn="base" latinLnBrk="1" hangingPunct="1">
              <a:lnSpc>
                <a:spcPct val="100000"/>
              </a:lnSpc>
              <a:spcBef>
                <a:spcPct val="0"/>
              </a:spcBef>
              <a:spcAft>
                <a:spcPct val="0"/>
              </a:spcAft>
              <a:buClrTx/>
              <a:buSzTx/>
              <a:buFontTx/>
              <a:buNone/>
              <a:defRPr/>
            </a:pPr>
            <a:fld id="{8343AE97-D333-40F9-8AC8-6DA2DADE7F8E}"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t>14</a:t>
            </a:fld>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97285" name="Text Box 4"/>
          <p:cNvSpPr txBox="1"/>
          <p:nvPr/>
        </p:nvSpPr>
        <p:spPr>
          <a:xfrm>
            <a:off x="0" y="188913"/>
            <a:ext cx="2339975" cy="457200"/>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0" lvl="0" indent="0" eaLnBrk="1" hangingPunct="1">
              <a:spcBef>
                <a:spcPct val="50000"/>
              </a:spcBef>
              <a:buNone/>
            </a:pPr>
            <a:r>
              <a:rPr lang="zh-CN" altLang="en-US" sz="2400" dirty="0">
                <a:latin typeface="华文行楷" panose="02010800040101010101" pitchFamily="2" charset="-122"/>
                <a:ea typeface="华文行楷" panose="02010800040101010101" pitchFamily="2" charset="-122"/>
              </a:rPr>
              <a:t>第</a:t>
            </a:r>
            <a:r>
              <a:rPr lang="en-US" altLang="zh-CN" sz="2400" dirty="0">
                <a:latin typeface="华文行楷" panose="02010800040101010101" pitchFamily="2" charset="-122"/>
                <a:ea typeface="华文行楷" panose="02010800040101010101" pitchFamily="2" charset="-122"/>
              </a:rPr>
              <a:t>3</a:t>
            </a:r>
            <a:r>
              <a:rPr lang="zh-CN" altLang="en-US" sz="2400" dirty="0">
                <a:latin typeface="华文行楷" panose="02010800040101010101" pitchFamily="2" charset="-122"/>
                <a:ea typeface="华文行楷" panose="02010800040101010101" pitchFamily="2" charset="-122"/>
              </a:rPr>
              <a:t>章 逻辑系统</a:t>
            </a:r>
          </a:p>
        </p:txBody>
      </p:sp>
      <p:sp>
        <p:nvSpPr>
          <p:cNvPr id="6" name="Rectangle 3"/>
          <p:cNvSpPr txBox="1"/>
          <p:nvPr/>
        </p:nvSpPr>
        <p:spPr>
          <a:xfrm>
            <a:off x="395536" y="1495425"/>
            <a:ext cx="7772400" cy="4670599"/>
          </a:xfrm>
          <a:prstGeom prst="rect">
            <a:avLst/>
          </a:prstGeom>
          <a:noFill/>
          <a:ln w="9525">
            <a:noFill/>
          </a:ln>
        </p:spPr>
        <p:txBody>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342900" lvl="0" indent="-342900" eaLnBrk="1" hangingPunct="1">
              <a:lnSpc>
                <a:spcPct val="120000"/>
              </a:lnSpc>
            </a:pPr>
            <a:r>
              <a:rPr lang="zh-CN" altLang="en-US" sz="2400" dirty="0">
                <a:latin typeface="微软雅黑" panose="020B0503020204020204" pitchFamily="34" charset="-122"/>
                <a:ea typeface="微软雅黑" panose="020B0503020204020204" pitchFamily="34" charset="-122"/>
                <a:sym typeface="Symbol" panose="05050102010706020507" pitchFamily="18" charset="2"/>
              </a:rPr>
              <a:t>一般构造知识库</a:t>
            </a:r>
            <a:r>
              <a:rPr lang="en-US" altLang="zh-CN" sz="2400" dirty="0">
                <a:latin typeface="微软雅黑" panose="020B0503020204020204" pitchFamily="34" charset="-122"/>
                <a:ea typeface="微软雅黑" panose="020B0503020204020204" pitchFamily="34" charset="-122"/>
                <a:sym typeface="Symbol" panose="05050102010706020507" pitchFamily="18" charset="2"/>
              </a:rPr>
              <a:t>(</a:t>
            </a:r>
            <a:r>
              <a:rPr lang="zh-CN" altLang="en-US" sz="2400" dirty="0">
                <a:latin typeface="微软雅黑" panose="020B0503020204020204" pitchFamily="34" charset="-122"/>
                <a:ea typeface="微软雅黑" panose="020B0503020204020204" pitchFamily="34" charset="-122"/>
                <a:sym typeface="Symbol" panose="05050102010706020507" pitchFamily="18" charset="2"/>
              </a:rPr>
              <a:t>知识工程</a:t>
            </a:r>
            <a:r>
              <a:rPr lang="en-US" altLang="zh-CN" sz="2400" dirty="0">
                <a:latin typeface="微软雅黑" panose="020B0503020204020204" pitchFamily="34" charset="-122"/>
                <a:ea typeface="微软雅黑" panose="020B0503020204020204" pitchFamily="34" charset="-122"/>
                <a:sym typeface="Symbol" panose="05050102010706020507" pitchFamily="18" charset="2"/>
              </a:rPr>
              <a:t>)</a:t>
            </a:r>
            <a:r>
              <a:rPr lang="zh-CN" altLang="en-US" sz="2400" dirty="0">
                <a:latin typeface="微软雅黑" panose="020B0503020204020204" pitchFamily="34" charset="-122"/>
                <a:ea typeface="微软雅黑" panose="020B0503020204020204" pitchFamily="34" charset="-122"/>
                <a:sym typeface="Symbol" panose="05050102010706020507" pitchFamily="18" charset="2"/>
              </a:rPr>
              <a:t>的过程包括：</a:t>
            </a:r>
          </a:p>
          <a:p>
            <a:pPr marL="742950" lvl="1" indent="-285750" eaLnBrk="1" hangingPunct="1">
              <a:lnSpc>
                <a:spcPct val="120000"/>
              </a:lnSpc>
            </a:pPr>
            <a:r>
              <a:rPr lang="zh-CN" altLang="en-US" sz="2400" dirty="0">
                <a:solidFill>
                  <a:schemeClr val="bg1">
                    <a:lumMod val="75000"/>
                  </a:schemeClr>
                </a:solidFill>
                <a:latin typeface="微软雅黑" panose="020B0503020204020204" pitchFamily="34" charset="-122"/>
                <a:ea typeface="微软雅黑" panose="020B0503020204020204" pitchFamily="34" charset="-122"/>
                <a:sym typeface="Symbol" panose="05050102010706020507" pitchFamily="18" charset="2"/>
              </a:rPr>
              <a:t>确定任务</a:t>
            </a:r>
          </a:p>
          <a:p>
            <a:pPr marL="742950" lvl="1" indent="-285750" eaLnBrk="1" hangingPunct="1">
              <a:lnSpc>
                <a:spcPct val="120000"/>
              </a:lnSpc>
            </a:pPr>
            <a:r>
              <a:rPr lang="zh-CN" altLang="en-US" sz="2400" dirty="0">
                <a:latin typeface="微软雅黑" panose="020B0503020204020204" pitchFamily="34" charset="-122"/>
                <a:ea typeface="微软雅黑" panose="020B0503020204020204" pitchFamily="34" charset="-122"/>
                <a:sym typeface="Symbol" panose="05050102010706020507" pitchFamily="18" charset="2"/>
              </a:rPr>
              <a:t>收集相关</a:t>
            </a:r>
            <a:r>
              <a:rPr lang="zh-CN" altLang="en-US" sz="2400" dirty="0" smtClean="0">
                <a:latin typeface="微软雅黑" panose="020B0503020204020204" pitchFamily="34" charset="-122"/>
                <a:ea typeface="微软雅黑" panose="020B0503020204020204" pitchFamily="34" charset="-122"/>
                <a:sym typeface="Symbol" panose="05050102010706020507" pitchFamily="18" charset="2"/>
              </a:rPr>
              <a:t>知识</a:t>
            </a:r>
            <a:endParaRPr lang="zh-CN" altLang="en-US" sz="2400" dirty="0">
              <a:latin typeface="微软雅黑" panose="020B0503020204020204" pitchFamily="34" charset="-122"/>
              <a:ea typeface="微软雅黑" panose="020B0503020204020204" pitchFamily="34" charset="-122"/>
              <a:sym typeface="Symbol" panose="05050102010706020507" pitchFamily="18" charset="2"/>
            </a:endParaRPr>
          </a:p>
        </p:txBody>
      </p:sp>
      <p:sp>
        <p:nvSpPr>
          <p:cNvPr id="8" name="Rectangle 2"/>
          <p:cNvSpPr>
            <a:spLocks noGrp="1" noChangeArrowheads="1"/>
          </p:cNvSpPr>
          <p:nvPr>
            <p:ph type="title"/>
          </p:nvPr>
        </p:nvSpPr>
        <p:spPr>
          <a:xfrm>
            <a:off x="684213" y="476250"/>
            <a:ext cx="7772400" cy="731838"/>
          </a:xfrm>
        </p:spPr>
        <p:txBody>
          <a:bodyPr vert="horz" wrap="square" lIns="91440" tIns="45720" rIns="91440" bIns="45720" numCol="1" anchor="ctr" anchorCtr="0" compatLnSpc="1"/>
          <a:lstStyle/>
          <a:p>
            <a:pPr marL="0" marR="0" lvl="0" indent="0" algn="ctr" defTabSz="914400" rtl="0" eaLnBrk="1" fontAlgn="base" latinLnBrk="1" hangingPunct="1">
              <a:lnSpc>
                <a:spcPct val="100000"/>
              </a:lnSpc>
              <a:spcBef>
                <a:spcPct val="0"/>
              </a:spcBef>
              <a:spcAft>
                <a:spcPct val="0"/>
              </a:spcAft>
              <a:buClrTx/>
              <a:buSzTx/>
              <a:buFontTx/>
              <a:buNone/>
              <a:defRPr/>
            </a:pPr>
            <a:r>
              <a:rPr kumimoji="1" lang="en-US" altLang="zh-CN"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j-cs"/>
              </a:rPr>
              <a:t>3.1.3</a:t>
            </a:r>
            <a:r>
              <a:rPr kumimoji="1" lang="zh-CN" altLang="en-US"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j-cs"/>
              </a:rPr>
              <a:t>逻辑智能体的构造</a:t>
            </a:r>
            <a:endParaRPr kumimoji="1" lang="en-US" altLang="zh-CN"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j-cs"/>
            </a:endParaRPr>
          </a:p>
        </p:txBody>
      </p:sp>
      <p:sp>
        <p:nvSpPr>
          <p:cNvPr id="9" name="Rectangle 1029" descr="Rectangle: Click to edit Master text styles&#10;Second level&#10;Third level&#10;Fourth level&#10;Fifth level"/>
          <p:cNvSpPr>
            <a:spLocks noChangeArrowheads="1"/>
          </p:cNvSpPr>
          <p:nvPr/>
        </p:nvSpPr>
        <p:spPr bwMode="auto">
          <a:xfrm>
            <a:off x="2139275" y="2961889"/>
            <a:ext cx="6317338" cy="3746484"/>
          </a:xfrm>
          <a:prstGeom prst="rect">
            <a:avLst/>
          </a:prstGeom>
          <a:solidFill>
            <a:schemeClr val="accent5">
              <a:lumMod val="20000"/>
              <a:lumOff val="80000"/>
            </a:schemeClr>
          </a:solidFill>
          <a:ln w="28575">
            <a:solidFill>
              <a:schemeClr val="accent6">
                <a:lumMod val="40000"/>
                <a:lumOff val="60000"/>
              </a:schemeClr>
            </a:solidFill>
          </a:ln>
          <a:effectLst/>
          <a:extLst/>
        </p:spPr>
        <p:txBody>
          <a:bodyPr/>
          <a:lstStyle>
            <a:lvl1pPr latinLnBrk="1">
              <a:spcBef>
                <a:spcPct val="20000"/>
              </a:spcBef>
              <a:buChar char="•"/>
              <a:defRPr kumimoji="1" sz="2200">
                <a:solidFill>
                  <a:schemeClr val="tx1"/>
                </a:solidFill>
                <a:latin typeface="-윤체M" panose="020B0604020202020204" charset="0"/>
                <a:ea typeface="-윤체M" panose="020B0604020202020204" charset="0"/>
                <a:cs typeface="-윤체M" panose="020B0604020202020204" charset="0"/>
              </a:defRPr>
            </a:lvl1pPr>
            <a:lvl2pPr marL="742950" indent="-285750" latinLnBrk="1">
              <a:spcBef>
                <a:spcPct val="20000"/>
              </a:spcBef>
              <a:buChar char="•"/>
              <a:defRPr kumimoji="1" sz="2000">
                <a:solidFill>
                  <a:schemeClr val="tx1"/>
                </a:solidFill>
                <a:latin typeface="-윤체M" panose="020B0604020202020204" charset="0"/>
                <a:ea typeface="-윤체M" panose="020B0604020202020204" charset="0"/>
                <a:cs typeface="-윤체M" panose="020B0604020202020204" charset="0"/>
              </a:defRPr>
            </a:lvl2pPr>
            <a:lvl3pPr marL="1143000" indent="-228600" latinLnBrk="1">
              <a:spcBef>
                <a:spcPct val="20000"/>
              </a:spcBef>
              <a:buChar char="•"/>
              <a:defRPr kumimoji="1">
                <a:solidFill>
                  <a:schemeClr val="tx1"/>
                </a:solidFill>
                <a:latin typeface="-윤체M" panose="020B0604020202020204" charset="0"/>
                <a:ea typeface="-윤체M" panose="020B0604020202020204" charset="0"/>
                <a:cs typeface="-윤체M" panose="020B0604020202020204" charset="0"/>
              </a:defRPr>
            </a:lvl3pPr>
            <a:lvl4pPr marL="1600200" indent="-228600" latinLnBrk="1">
              <a:spcBef>
                <a:spcPct val="20000"/>
              </a:spcBef>
              <a:buChar char="•"/>
              <a:defRPr kumimoji="1" sz="1600">
                <a:solidFill>
                  <a:schemeClr val="tx1"/>
                </a:solidFill>
                <a:latin typeface="-윤체M" panose="020B0604020202020204" charset="0"/>
                <a:ea typeface="-윤체M" panose="020B0604020202020204" charset="0"/>
                <a:cs typeface="-윤체M" panose="020B0604020202020204" charset="0"/>
              </a:defRPr>
            </a:lvl4pPr>
            <a:lvl5pPr marL="2057400" indent="-228600" latinLnBrk="1">
              <a:spcBef>
                <a:spcPct val="20000"/>
              </a:spcBef>
              <a:buChar char="•"/>
              <a:defRPr kumimoji="1" sz="1400">
                <a:solidFill>
                  <a:schemeClr val="tx1"/>
                </a:solidFill>
                <a:latin typeface="-윤체M" panose="020B0604020202020204" charset="0"/>
                <a:ea typeface="-윤체M" panose="020B0604020202020204" charset="0"/>
                <a:cs typeface="-윤체M" panose="020B0604020202020204" charset="0"/>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윤체M" panose="020B0604020202020204" charset="0"/>
                <a:cs typeface="-윤체M" panose="020B0604020202020204" charset="0"/>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윤체M" panose="020B0604020202020204" charset="0"/>
                <a:cs typeface="-윤체M" panose="020B0604020202020204" charset="0"/>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윤체M" panose="020B0604020202020204" charset="0"/>
                <a:cs typeface="-윤체M" panose="020B0604020202020204" charset="0"/>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윤체M" panose="020B0604020202020204" charset="0"/>
                <a:cs typeface="-윤체M" panose="020B0604020202020204" charset="0"/>
              </a:defRPr>
            </a:lvl9pPr>
          </a:lstStyle>
          <a:p>
            <a:pPr lvl="1" latinLnBrk="0">
              <a:buClr>
                <a:schemeClr val="tx1"/>
              </a:buClr>
              <a:buSzPct val="60000"/>
              <a:buFont typeface="Wingdings" panose="05000000000000000000" pitchFamily="2" charset="2"/>
              <a:buChar char="n"/>
            </a:pPr>
            <a:r>
              <a:rPr lang="en-US" altLang="zh-CN" sz="2400" b="1" dirty="0" err="1">
                <a:latin typeface="微软雅黑" panose="020B0503020204020204" pitchFamily="34" charset="-122"/>
                <a:ea typeface="微软雅黑" panose="020B0503020204020204" pitchFamily="34" charset="-122"/>
              </a:rPr>
              <a:t>R1</a:t>
            </a:r>
            <a:r>
              <a:rPr lang="zh-CN" altLang="en-US" sz="2400" b="1" dirty="0">
                <a:latin typeface="微软雅黑" panose="020B0503020204020204" pitchFamily="34" charset="-122"/>
                <a:ea typeface="微软雅黑" panose="020B0503020204020204" pitchFamily="34" charset="-122"/>
              </a:rPr>
              <a:t>：动物有毛 → 哺乳类 </a:t>
            </a:r>
          </a:p>
          <a:p>
            <a:pPr lvl="1" latinLnBrk="0">
              <a:buClr>
                <a:schemeClr val="tx1"/>
              </a:buClr>
              <a:buSzPct val="60000"/>
              <a:buFont typeface="Wingdings" panose="05000000000000000000" pitchFamily="2" charset="2"/>
              <a:buChar char="n"/>
            </a:pPr>
            <a:r>
              <a:rPr lang="en-US" altLang="zh-CN" sz="2400" b="1" dirty="0" err="1">
                <a:latin typeface="微软雅黑" panose="020B0503020204020204" pitchFamily="34" charset="-122"/>
                <a:ea typeface="微软雅黑" panose="020B0503020204020204" pitchFamily="34" charset="-122"/>
              </a:rPr>
              <a:t>R2</a:t>
            </a:r>
            <a:r>
              <a:rPr lang="zh-CN" altLang="en-US" sz="2400" b="1" dirty="0">
                <a:latin typeface="微软雅黑" panose="020B0503020204020204" pitchFamily="34" charset="-122"/>
                <a:ea typeface="微软雅黑" panose="020B0503020204020204" pitchFamily="34" charset="-122"/>
              </a:rPr>
              <a:t>：动物产奶 → 哺乳类 </a:t>
            </a:r>
          </a:p>
          <a:p>
            <a:pPr lvl="1" latinLnBrk="0">
              <a:buClr>
                <a:schemeClr val="tx1"/>
              </a:buClr>
              <a:buSzPct val="60000"/>
              <a:buFont typeface="Wingdings" panose="05000000000000000000" pitchFamily="2" charset="2"/>
              <a:buChar char="n"/>
            </a:pPr>
            <a:r>
              <a:rPr lang="en-US" altLang="zh-CN" sz="2400" b="1" dirty="0" err="1">
                <a:latin typeface="微软雅黑" panose="020B0503020204020204" pitchFamily="34" charset="-122"/>
                <a:ea typeface="微软雅黑" panose="020B0503020204020204" pitchFamily="34" charset="-122"/>
              </a:rPr>
              <a:t>R3</a:t>
            </a:r>
            <a:r>
              <a:rPr lang="zh-CN" altLang="en-US" sz="2400" b="1" dirty="0">
                <a:latin typeface="微软雅黑" panose="020B0503020204020204" pitchFamily="34" charset="-122"/>
                <a:ea typeface="微软雅黑" panose="020B0503020204020204" pitchFamily="34" charset="-122"/>
              </a:rPr>
              <a:t>：哺乳类 ∧ 吃肉 → 食肉类 </a:t>
            </a:r>
          </a:p>
          <a:p>
            <a:pPr lvl="1" latinLnBrk="0">
              <a:buClr>
                <a:schemeClr val="tx1"/>
              </a:buClr>
              <a:buSzPct val="60000"/>
              <a:buFont typeface="Wingdings" panose="05000000000000000000" pitchFamily="2" charset="2"/>
              <a:buChar char="n"/>
            </a:pPr>
            <a:r>
              <a:rPr lang="en-US" altLang="zh-CN" sz="2400" b="1" dirty="0" err="1">
                <a:latin typeface="微软雅黑" panose="020B0503020204020204" pitchFamily="34" charset="-122"/>
                <a:ea typeface="微软雅黑" panose="020B0503020204020204" pitchFamily="34" charset="-122"/>
              </a:rPr>
              <a:t>R4</a:t>
            </a:r>
            <a:r>
              <a:rPr lang="zh-CN" altLang="en-US" sz="2400" b="1" dirty="0">
                <a:latin typeface="微软雅黑" panose="020B0503020204020204" pitchFamily="34" charset="-122"/>
                <a:ea typeface="微软雅黑" panose="020B0503020204020204" pitchFamily="34" charset="-122"/>
              </a:rPr>
              <a:t>：哺乳类 ∧ 吃草 → 有蹄类 </a:t>
            </a:r>
          </a:p>
          <a:p>
            <a:pPr lvl="1" latinLnBrk="0">
              <a:buClr>
                <a:schemeClr val="tx1"/>
              </a:buClr>
              <a:buSzPct val="60000"/>
              <a:buFont typeface="Wingdings" panose="05000000000000000000" pitchFamily="2" charset="2"/>
              <a:buChar char="n"/>
            </a:pPr>
            <a:r>
              <a:rPr lang="en-US" altLang="zh-CN" sz="2400" b="1" dirty="0" err="1">
                <a:latin typeface="微软雅黑" panose="020B0503020204020204" pitchFamily="34" charset="-122"/>
                <a:ea typeface="微软雅黑" panose="020B0503020204020204" pitchFamily="34" charset="-122"/>
              </a:rPr>
              <a:t>R5</a:t>
            </a:r>
            <a:r>
              <a:rPr lang="zh-CN" altLang="en-US" sz="2400" b="1" dirty="0">
                <a:latin typeface="微软雅黑" panose="020B0503020204020204" pitchFamily="34" charset="-122"/>
                <a:ea typeface="微软雅黑" panose="020B0503020204020204" pitchFamily="34" charset="-122"/>
              </a:rPr>
              <a:t>：食肉类 ∧ 黄褐色 ∧ 有斑点→ 猎狗 </a:t>
            </a:r>
          </a:p>
          <a:p>
            <a:pPr lvl="1" latinLnBrk="0">
              <a:buClr>
                <a:schemeClr val="tx1"/>
              </a:buClr>
              <a:buSzPct val="60000"/>
              <a:buFont typeface="Wingdings" panose="05000000000000000000" pitchFamily="2" charset="2"/>
              <a:buChar char="n"/>
            </a:pPr>
            <a:r>
              <a:rPr lang="en-US" altLang="zh-CN" sz="2400" b="1" dirty="0" err="1">
                <a:latin typeface="微软雅黑" panose="020B0503020204020204" pitchFamily="34" charset="-122"/>
                <a:ea typeface="微软雅黑" panose="020B0503020204020204" pitchFamily="34" charset="-122"/>
              </a:rPr>
              <a:t>R6</a:t>
            </a:r>
            <a:r>
              <a:rPr lang="zh-CN" altLang="en-US" sz="2400" b="1" dirty="0">
                <a:latin typeface="微软雅黑" panose="020B0503020204020204" pitchFamily="34" charset="-122"/>
                <a:ea typeface="微软雅黑" panose="020B0503020204020204" pitchFamily="34" charset="-122"/>
              </a:rPr>
              <a:t>：食肉类 ∧ 黄褐色 ∧ 黑条纹→ 虎 </a:t>
            </a:r>
          </a:p>
          <a:p>
            <a:pPr lvl="1" latinLnBrk="0">
              <a:buClr>
                <a:schemeClr val="tx1"/>
              </a:buClr>
              <a:buSzPct val="60000"/>
              <a:buFont typeface="Wingdings" panose="05000000000000000000" pitchFamily="2" charset="2"/>
              <a:buChar char="n"/>
            </a:pPr>
            <a:r>
              <a:rPr lang="en-US" altLang="zh-CN" sz="2400" b="1" dirty="0" err="1">
                <a:latin typeface="微软雅黑" panose="020B0503020204020204" pitchFamily="34" charset="-122"/>
                <a:ea typeface="微软雅黑" panose="020B0503020204020204" pitchFamily="34" charset="-122"/>
              </a:rPr>
              <a:t>R7</a:t>
            </a:r>
            <a:r>
              <a:rPr lang="zh-CN" altLang="en-US" sz="2400" b="1" dirty="0">
                <a:latin typeface="微软雅黑" panose="020B0503020204020204" pitchFamily="34" charset="-122"/>
                <a:ea typeface="微软雅黑" panose="020B0503020204020204" pitchFamily="34" charset="-122"/>
              </a:rPr>
              <a:t>：有蹄类 ∧ 长脖 → 长颈鹿 </a:t>
            </a:r>
          </a:p>
          <a:p>
            <a:pPr lvl="1" latinLnBrk="0">
              <a:buClr>
                <a:schemeClr val="tx1"/>
              </a:buClr>
              <a:buSzPct val="60000"/>
              <a:buFont typeface="Wingdings" panose="05000000000000000000" pitchFamily="2" charset="2"/>
              <a:buChar char="n"/>
            </a:pPr>
            <a:r>
              <a:rPr lang="en-US" altLang="zh-CN" sz="2400" b="1" dirty="0" err="1">
                <a:latin typeface="微软雅黑" panose="020B0503020204020204" pitchFamily="34" charset="-122"/>
                <a:ea typeface="微软雅黑" panose="020B0503020204020204" pitchFamily="34" charset="-122"/>
              </a:rPr>
              <a:t>R8</a:t>
            </a:r>
            <a:r>
              <a:rPr lang="zh-CN" altLang="en-US" sz="2400" b="1" dirty="0">
                <a:latin typeface="微软雅黑" panose="020B0503020204020204" pitchFamily="34" charset="-122"/>
                <a:ea typeface="微软雅黑" panose="020B0503020204020204" pitchFamily="34" charset="-122"/>
              </a:rPr>
              <a:t>：有蹄类 ∧ 黑条纹 → 斑马</a:t>
            </a:r>
          </a:p>
        </p:txBody>
      </p:sp>
    </p:spTree>
    <p:extLst>
      <p:ext uri="{BB962C8B-B14F-4D97-AF65-F5344CB8AC3E}">
        <p14:creationId xmlns:p14="http://schemas.microsoft.com/office/powerpoint/2010/main" val="38365575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txBox="1">
            <a:spLocks noGrp="1"/>
          </p:cNvSpPr>
          <p:nvPr>
            <p:ph type="sldNum" sz="quarter" idx="4"/>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40" tIns="45720" rIns="91440" bIns="45720" numCol="1" anchor="t" anchorCtr="0" compatLnSpc="1"/>
          <a:lstStyle/>
          <a:p>
            <a:pPr marL="0" marR="0" lvl="0" indent="0" algn="r" defTabSz="914400" rtl="0" eaLnBrk="1" fontAlgn="base" latinLnBrk="1" hangingPunct="1">
              <a:lnSpc>
                <a:spcPct val="100000"/>
              </a:lnSpc>
              <a:spcBef>
                <a:spcPct val="0"/>
              </a:spcBef>
              <a:spcAft>
                <a:spcPct val="0"/>
              </a:spcAft>
              <a:buClrTx/>
              <a:buSzTx/>
              <a:buFontTx/>
              <a:buNone/>
              <a:defRPr/>
            </a:pPr>
            <a:fld id="{8343AE97-D333-40F9-8AC8-6DA2DADE7F8E}"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t>15</a:t>
            </a:fld>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97285" name="Text Box 4"/>
          <p:cNvSpPr txBox="1"/>
          <p:nvPr/>
        </p:nvSpPr>
        <p:spPr>
          <a:xfrm>
            <a:off x="0" y="188913"/>
            <a:ext cx="2339975" cy="457200"/>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0" lvl="0" indent="0" eaLnBrk="1" hangingPunct="1">
              <a:spcBef>
                <a:spcPct val="50000"/>
              </a:spcBef>
              <a:buNone/>
            </a:pPr>
            <a:r>
              <a:rPr lang="zh-CN" altLang="en-US" sz="2400" dirty="0">
                <a:latin typeface="华文行楷" panose="02010800040101010101" pitchFamily="2" charset="-122"/>
                <a:ea typeface="华文行楷" panose="02010800040101010101" pitchFamily="2" charset="-122"/>
              </a:rPr>
              <a:t>第</a:t>
            </a:r>
            <a:r>
              <a:rPr lang="en-US" altLang="zh-CN" sz="2400" dirty="0">
                <a:latin typeface="华文行楷" panose="02010800040101010101" pitchFamily="2" charset="-122"/>
                <a:ea typeface="华文行楷" panose="02010800040101010101" pitchFamily="2" charset="-122"/>
              </a:rPr>
              <a:t>3</a:t>
            </a:r>
            <a:r>
              <a:rPr lang="zh-CN" altLang="en-US" sz="2400" dirty="0">
                <a:latin typeface="华文行楷" panose="02010800040101010101" pitchFamily="2" charset="-122"/>
                <a:ea typeface="华文行楷" panose="02010800040101010101" pitchFamily="2" charset="-122"/>
              </a:rPr>
              <a:t>章 逻辑系统</a:t>
            </a:r>
          </a:p>
        </p:txBody>
      </p:sp>
      <p:sp>
        <p:nvSpPr>
          <p:cNvPr id="6" name="Rectangle 3"/>
          <p:cNvSpPr txBox="1"/>
          <p:nvPr/>
        </p:nvSpPr>
        <p:spPr>
          <a:xfrm>
            <a:off x="395536" y="1495425"/>
            <a:ext cx="7772400" cy="4670599"/>
          </a:xfrm>
          <a:prstGeom prst="rect">
            <a:avLst/>
          </a:prstGeom>
          <a:noFill/>
          <a:ln w="9525">
            <a:noFill/>
          </a:ln>
        </p:spPr>
        <p:txBody>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342900" lvl="0" indent="-342900" eaLnBrk="1" hangingPunct="1">
              <a:lnSpc>
                <a:spcPct val="120000"/>
              </a:lnSpc>
            </a:pPr>
            <a:r>
              <a:rPr lang="zh-CN" altLang="en-US" sz="2400" dirty="0">
                <a:latin typeface="微软雅黑" panose="020B0503020204020204" pitchFamily="34" charset="-122"/>
                <a:ea typeface="微软雅黑" panose="020B0503020204020204" pitchFamily="34" charset="-122"/>
                <a:sym typeface="Symbol" panose="05050102010706020507" pitchFamily="18" charset="2"/>
              </a:rPr>
              <a:t>一般构造知识库</a:t>
            </a:r>
            <a:r>
              <a:rPr lang="en-US" altLang="zh-CN" sz="2400" dirty="0">
                <a:latin typeface="微软雅黑" panose="020B0503020204020204" pitchFamily="34" charset="-122"/>
                <a:ea typeface="微软雅黑" panose="020B0503020204020204" pitchFamily="34" charset="-122"/>
                <a:sym typeface="Symbol" panose="05050102010706020507" pitchFamily="18" charset="2"/>
              </a:rPr>
              <a:t>(</a:t>
            </a:r>
            <a:r>
              <a:rPr lang="zh-CN" altLang="en-US" sz="2400" dirty="0">
                <a:latin typeface="微软雅黑" panose="020B0503020204020204" pitchFamily="34" charset="-122"/>
                <a:ea typeface="微软雅黑" panose="020B0503020204020204" pitchFamily="34" charset="-122"/>
                <a:sym typeface="Symbol" panose="05050102010706020507" pitchFamily="18" charset="2"/>
              </a:rPr>
              <a:t>知识工程</a:t>
            </a:r>
            <a:r>
              <a:rPr lang="en-US" altLang="zh-CN" sz="2400" dirty="0">
                <a:latin typeface="微软雅黑" panose="020B0503020204020204" pitchFamily="34" charset="-122"/>
                <a:ea typeface="微软雅黑" panose="020B0503020204020204" pitchFamily="34" charset="-122"/>
                <a:sym typeface="Symbol" panose="05050102010706020507" pitchFamily="18" charset="2"/>
              </a:rPr>
              <a:t>)</a:t>
            </a:r>
            <a:r>
              <a:rPr lang="zh-CN" altLang="en-US" sz="2400" dirty="0">
                <a:latin typeface="微软雅黑" panose="020B0503020204020204" pitchFamily="34" charset="-122"/>
                <a:ea typeface="微软雅黑" panose="020B0503020204020204" pitchFamily="34" charset="-122"/>
                <a:sym typeface="Symbol" panose="05050102010706020507" pitchFamily="18" charset="2"/>
              </a:rPr>
              <a:t>的过程包括：</a:t>
            </a:r>
          </a:p>
          <a:p>
            <a:pPr marL="742950" lvl="1" indent="-285750" eaLnBrk="1" hangingPunct="1">
              <a:lnSpc>
                <a:spcPct val="120000"/>
              </a:lnSpc>
            </a:pPr>
            <a:r>
              <a:rPr lang="zh-CN" altLang="en-US" sz="2400" dirty="0">
                <a:solidFill>
                  <a:schemeClr val="bg1">
                    <a:lumMod val="75000"/>
                  </a:schemeClr>
                </a:solidFill>
                <a:latin typeface="微软雅黑" panose="020B0503020204020204" pitchFamily="34" charset="-122"/>
                <a:ea typeface="微软雅黑" panose="020B0503020204020204" pitchFamily="34" charset="-122"/>
                <a:sym typeface="Symbol" panose="05050102010706020507" pitchFamily="18" charset="2"/>
              </a:rPr>
              <a:t>确定任务</a:t>
            </a:r>
          </a:p>
          <a:p>
            <a:pPr marL="742950" lvl="1" indent="-285750" eaLnBrk="1" hangingPunct="1">
              <a:lnSpc>
                <a:spcPct val="120000"/>
              </a:lnSpc>
            </a:pPr>
            <a:r>
              <a:rPr lang="zh-CN" altLang="en-US" sz="2400" dirty="0">
                <a:solidFill>
                  <a:schemeClr val="bg1">
                    <a:lumMod val="75000"/>
                  </a:schemeClr>
                </a:solidFill>
                <a:latin typeface="微软雅黑" panose="020B0503020204020204" pitchFamily="34" charset="-122"/>
                <a:ea typeface="微软雅黑" panose="020B0503020204020204" pitchFamily="34" charset="-122"/>
                <a:sym typeface="Symbol" panose="05050102010706020507" pitchFamily="18" charset="2"/>
              </a:rPr>
              <a:t>收集相关知识</a:t>
            </a:r>
          </a:p>
          <a:p>
            <a:pPr marL="742950" lvl="1" indent="-285750" eaLnBrk="1" hangingPunct="1">
              <a:lnSpc>
                <a:spcPct val="120000"/>
              </a:lnSpc>
            </a:pPr>
            <a:r>
              <a:rPr lang="zh-CN" altLang="en-US" sz="2400" dirty="0" smtClean="0">
                <a:latin typeface="微软雅黑" panose="020B0503020204020204" pitchFamily="34" charset="-122"/>
                <a:ea typeface="微软雅黑" panose="020B0503020204020204" pitchFamily="34" charset="-122"/>
                <a:sym typeface="Symbol" panose="05050102010706020507" pitchFamily="18" charset="2"/>
              </a:rPr>
              <a:t>对</a:t>
            </a:r>
            <a:r>
              <a:rPr lang="zh-CN" altLang="en-US" sz="2400" dirty="0">
                <a:latin typeface="微软雅黑" panose="020B0503020204020204" pitchFamily="34" charset="-122"/>
                <a:ea typeface="微软雅黑" panose="020B0503020204020204" pitchFamily="34" charset="-122"/>
                <a:sym typeface="Symbol" panose="05050102010706020507" pitchFamily="18" charset="2"/>
              </a:rPr>
              <a:t>领域</a:t>
            </a:r>
            <a:r>
              <a:rPr lang="en-US" altLang="zh-CN" sz="2400" dirty="0">
                <a:latin typeface="微软雅黑" panose="020B0503020204020204" pitchFamily="34" charset="-122"/>
                <a:ea typeface="微软雅黑" panose="020B0503020204020204" pitchFamily="34" charset="-122"/>
                <a:sym typeface="Symbol" panose="05050102010706020507" pitchFamily="18" charset="2"/>
              </a:rPr>
              <a:t>(</a:t>
            </a:r>
            <a:r>
              <a:rPr lang="zh-CN" altLang="en-US" sz="2400" dirty="0">
                <a:latin typeface="微软雅黑" panose="020B0503020204020204" pitchFamily="34" charset="-122"/>
                <a:ea typeface="微软雅黑" panose="020B0503020204020204" pitchFamily="34" charset="-122"/>
                <a:sym typeface="Symbol" panose="05050102010706020507" pitchFamily="18" charset="2"/>
              </a:rPr>
              <a:t>论域</a:t>
            </a:r>
            <a:r>
              <a:rPr lang="en-US" altLang="zh-CN" sz="2400" dirty="0">
                <a:latin typeface="微软雅黑" panose="020B0503020204020204" pitchFamily="34" charset="-122"/>
                <a:ea typeface="微软雅黑" panose="020B0503020204020204" pitchFamily="34" charset="-122"/>
                <a:sym typeface="Symbol" panose="05050102010706020507" pitchFamily="18" charset="2"/>
              </a:rPr>
              <a:t>)</a:t>
            </a:r>
            <a:r>
              <a:rPr lang="zh-CN" altLang="en-US" sz="2400" dirty="0">
                <a:latin typeface="微软雅黑" panose="020B0503020204020204" pitchFamily="34" charset="-122"/>
                <a:ea typeface="微软雅黑" panose="020B0503020204020204" pitchFamily="34" charset="-122"/>
                <a:sym typeface="Symbol" panose="05050102010706020507" pitchFamily="18" charset="2"/>
              </a:rPr>
              <a:t>的通用知识进行编码</a:t>
            </a:r>
          </a:p>
          <a:p>
            <a:pPr marL="742950" lvl="1" indent="-285750" eaLnBrk="1" hangingPunct="1">
              <a:lnSpc>
                <a:spcPct val="120000"/>
              </a:lnSpc>
            </a:pPr>
            <a:r>
              <a:rPr lang="zh-CN" altLang="en-US" sz="2400" dirty="0">
                <a:latin typeface="微软雅黑" panose="020B0503020204020204" pitchFamily="34" charset="-122"/>
                <a:ea typeface="微软雅黑" panose="020B0503020204020204" pitchFamily="34" charset="-122"/>
                <a:sym typeface="Symbol" panose="05050102010706020507" pitchFamily="18" charset="2"/>
              </a:rPr>
              <a:t>对特定问题实例的描述进行</a:t>
            </a:r>
            <a:r>
              <a:rPr lang="zh-CN" altLang="en-US" sz="2400" dirty="0" smtClean="0">
                <a:latin typeface="微软雅黑" panose="020B0503020204020204" pitchFamily="34" charset="-122"/>
                <a:ea typeface="微软雅黑" panose="020B0503020204020204" pitchFamily="34" charset="-122"/>
                <a:sym typeface="Symbol" panose="05050102010706020507" pitchFamily="18" charset="2"/>
              </a:rPr>
              <a:t>编码</a:t>
            </a:r>
            <a:endParaRPr lang="zh-CN" altLang="en-US" sz="2400" dirty="0">
              <a:latin typeface="微软雅黑" panose="020B0503020204020204" pitchFamily="34" charset="-122"/>
              <a:ea typeface="微软雅黑" panose="020B0503020204020204" pitchFamily="34" charset="-122"/>
              <a:sym typeface="Symbol" panose="05050102010706020507" pitchFamily="18" charset="2"/>
            </a:endParaRPr>
          </a:p>
        </p:txBody>
      </p:sp>
      <p:sp>
        <p:nvSpPr>
          <p:cNvPr id="7" name="Rectangle 1029" descr="Rectangle: Click to edit Master text styles&#10;Second level&#10;Third level&#10;Fourth level&#10;Fifth level"/>
          <p:cNvSpPr>
            <a:spLocks noChangeArrowheads="1"/>
          </p:cNvSpPr>
          <p:nvPr/>
        </p:nvSpPr>
        <p:spPr bwMode="auto">
          <a:xfrm>
            <a:off x="1619672" y="2996952"/>
            <a:ext cx="6703955" cy="3048489"/>
          </a:xfrm>
          <a:prstGeom prst="rect">
            <a:avLst/>
          </a:prstGeom>
          <a:solidFill>
            <a:schemeClr val="accent5">
              <a:lumMod val="20000"/>
              <a:lumOff val="80000"/>
            </a:schemeClr>
          </a:solidFill>
          <a:ln w="28575">
            <a:solidFill>
              <a:schemeClr val="accent6">
                <a:lumMod val="40000"/>
                <a:lumOff val="60000"/>
              </a:schemeClr>
            </a:solidFill>
          </a:ln>
          <a:effectLst/>
        </p:spPr>
        <p:txBody>
          <a:bodyPr/>
          <a:lstStyle/>
          <a:p>
            <a:pPr marL="742950" lvl="1" indent="-285750">
              <a:spcBef>
                <a:spcPct val="20000"/>
              </a:spcBef>
              <a:buClr>
                <a:schemeClr val="tx1"/>
              </a:buClr>
              <a:buSzPct val="60000"/>
              <a:buFont typeface="Wingdings" panose="05000000000000000000" pitchFamily="2" charset="2"/>
              <a:buChar char="n"/>
            </a:pPr>
            <a:r>
              <a:rPr kumimoji="1" lang="en-US" altLang="zh-CN" sz="2000" b="1" dirty="0" err="1">
                <a:latin typeface="Times New Roman" panose="02020603050405020304" pitchFamily="18" charset="0"/>
                <a:ea typeface="微软雅黑" panose="020B0503020204020204" pitchFamily="34" charset="-122"/>
                <a:cs typeface="Times New Roman" panose="02020603050405020304" pitchFamily="18" charset="0"/>
              </a:rPr>
              <a:t>R1</a:t>
            </a:r>
            <a:r>
              <a:rPr kumimoji="1"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Own(</a:t>
            </a:r>
            <a:r>
              <a:rPr kumimoji="1" lang="en-US" altLang="zh-CN" sz="2000" b="1" dirty="0" err="1">
                <a:latin typeface="Times New Roman" panose="02020603050405020304" pitchFamily="18" charset="0"/>
                <a:ea typeface="微软雅黑" panose="020B0503020204020204" pitchFamily="34" charset="-122"/>
                <a:cs typeface="Times New Roman" panose="02020603050405020304" pitchFamily="18" charset="0"/>
              </a:rPr>
              <a:t>x,h</a:t>
            </a:r>
            <a:r>
              <a:rPr kumimoji="1"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a:t>
            </a:r>
            <a:r>
              <a:rPr kumimoji="1"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 → </a:t>
            </a:r>
            <a:r>
              <a:rPr kumimoji="1"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Mam(x)</a:t>
            </a:r>
            <a:r>
              <a:rPr kumimoji="1"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 </a:t>
            </a:r>
          </a:p>
          <a:p>
            <a:pPr marL="742950" lvl="1" indent="-285750">
              <a:spcBef>
                <a:spcPct val="20000"/>
              </a:spcBef>
              <a:buClr>
                <a:schemeClr val="tx1"/>
              </a:buClr>
              <a:buSzPct val="60000"/>
              <a:buFont typeface="Wingdings" panose="05000000000000000000" pitchFamily="2" charset="2"/>
              <a:buChar char="n"/>
            </a:pPr>
            <a:r>
              <a:rPr kumimoji="1" lang="en-US" altLang="zh-CN" sz="2000" b="1" dirty="0" err="1">
                <a:latin typeface="Times New Roman" panose="02020603050405020304" pitchFamily="18" charset="0"/>
                <a:ea typeface="微软雅黑" panose="020B0503020204020204" pitchFamily="34" charset="-122"/>
                <a:cs typeface="Times New Roman" panose="02020603050405020304" pitchFamily="18" charset="0"/>
              </a:rPr>
              <a:t>R2</a:t>
            </a:r>
            <a:r>
              <a:rPr kumimoji="1"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Mil(x)</a:t>
            </a:r>
            <a:r>
              <a:rPr kumimoji="1"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 → </a:t>
            </a:r>
            <a:r>
              <a:rPr kumimoji="1"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Mam(x)</a:t>
            </a:r>
            <a:r>
              <a:rPr kumimoji="1"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 </a:t>
            </a:r>
          </a:p>
          <a:p>
            <a:pPr marL="742950" lvl="1" indent="-285750">
              <a:spcBef>
                <a:spcPct val="20000"/>
              </a:spcBef>
              <a:buClr>
                <a:schemeClr val="tx1"/>
              </a:buClr>
              <a:buSzPct val="60000"/>
              <a:buFont typeface="Wingdings" panose="05000000000000000000" pitchFamily="2" charset="2"/>
              <a:buChar char="n"/>
            </a:pPr>
            <a:r>
              <a:rPr kumimoji="1" lang="en-US" altLang="zh-CN" sz="2000" b="1" dirty="0" err="1">
                <a:latin typeface="Times New Roman" panose="02020603050405020304" pitchFamily="18" charset="0"/>
                <a:ea typeface="微软雅黑" panose="020B0503020204020204" pitchFamily="34" charset="-122"/>
                <a:cs typeface="Times New Roman" panose="02020603050405020304" pitchFamily="18" charset="0"/>
              </a:rPr>
              <a:t>R3</a:t>
            </a:r>
            <a:r>
              <a:rPr kumimoji="1"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Mam(x)</a:t>
            </a:r>
            <a:r>
              <a:rPr kumimoji="1"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 ∧ </a:t>
            </a:r>
            <a:r>
              <a:rPr kumimoji="1"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Eat(</a:t>
            </a:r>
            <a:r>
              <a:rPr kumimoji="1" lang="en-US" altLang="zh-CN" sz="2000" b="1" dirty="0" err="1">
                <a:latin typeface="Times New Roman" panose="02020603050405020304" pitchFamily="18" charset="0"/>
                <a:ea typeface="微软雅黑" panose="020B0503020204020204" pitchFamily="34" charset="-122"/>
                <a:cs typeface="Times New Roman" panose="02020603050405020304" pitchFamily="18" charset="0"/>
              </a:rPr>
              <a:t>x,m</a:t>
            </a:r>
            <a:r>
              <a:rPr kumimoji="1"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2000" b="1" dirty="0" err="1">
                <a:latin typeface="Times New Roman" panose="02020603050405020304" pitchFamily="18" charset="0"/>
                <a:ea typeface="微软雅黑" panose="020B0503020204020204" pitchFamily="34" charset="-122"/>
                <a:cs typeface="Times New Roman" panose="02020603050405020304" pitchFamily="18" charset="0"/>
              </a:rPr>
              <a:t>Carn</a:t>
            </a:r>
            <a:r>
              <a:rPr kumimoji="1"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(x)</a:t>
            </a:r>
            <a:r>
              <a:rPr kumimoji="1"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 </a:t>
            </a:r>
          </a:p>
          <a:p>
            <a:pPr marL="742950" lvl="1" indent="-285750">
              <a:spcBef>
                <a:spcPct val="20000"/>
              </a:spcBef>
              <a:buClr>
                <a:schemeClr val="tx1"/>
              </a:buClr>
              <a:buSzPct val="60000"/>
              <a:buFont typeface="Wingdings" panose="05000000000000000000" pitchFamily="2" charset="2"/>
              <a:buChar char="n"/>
            </a:pPr>
            <a:r>
              <a:rPr kumimoji="1" lang="en-US" altLang="zh-CN" sz="2000" b="1" dirty="0" err="1">
                <a:latin typeface="Times New Roman" panose="02020603050405020304" pitchFamily="18" charset="0"/>
                <a:ea typeface="微软雅黑" panose="020B0503020204020204" pitchFamily="34" charset="-122"/>
                <a:cs typeface="Times New Roman" panose="02020603050405020304" pitchFamily="18" charset="0"/>
              </a:rPr>
              <a:t>R4</a:t>
            </a:r>
            <a:r>
              <a:rPr kumimoji="1"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Mam(x)</a:t>
            </a:r>
            <a:r>
              <a:rPr kumimoji="1"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 ∧ </a:t>
            </a:r>
            <a:r>
              <a:rPr kumimoji="1"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Eat(</a:t>
            </a:r>
            <a:r>
              <a:rPr kumimoji="1" lang="en-US" altLang="zh-CN" sz="2000" b="1" dirty="0" err="1">
                <a:latin typeface="Times New Roman" panose="02020603050405020304" pitchFamily="18" charset="0"/>
                <a:ea typeface="微软雅黑" panose="020B0503020204020204" pitchFamily="34" charset="-122"/>
                <a:cs typeface="Times New Roman" panose="02020603050405020304" pitchFamily="18" charset="0"/>
              </a:rPr>
              <a:t>x,g</a:t>
            </a:r>
            <a:r>
              <a:rPr kumimoji="1"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a:t>
            </a:r>
            <a:r>
              <a:rPr kumimoji="1"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 → </a:t>
            </a:r>
            <a:r>
              <a:rPr kumimoji="1"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Ung(x)</a:t>
            </a:r>
            <a:r>
              <a:rPr kumimoji="1"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 </a:t>
            </a:r>
          </a:p>
          <a:p>
            <a:pPr marL="742950" lvl="1" indent="-285750">
              <a:spcBef>
                <a:spcPct val="20000"/>
              </a:spcBef>
              <a:buClr>
                <a:schemeClr val="tx1"/>
              </a:buClr>
              <a:buSzPct val="60000"/>
              <a:buFont typeface="Wingdings" panose="05000000000000000000" pitchFamily="2" charset="2"/>
              <a:buChar char="n"/>
            </a:pPr>
            <a:r>
              <a:rPr kumimoji="1" lang="en-US" altLang="zh-CN" sz="2000" b="1" dirty="0" err="1">
                <a:latin typeface="Times New Roman" panose="02020603050405020304" pitchFamily="18" charset="0"/>
                <a:ea typeface="微软雅黑" panose="020B0503020204020204" pitchFamily="34" charset="-122"/>
                <a:cs typeface="Times New Roman" panose="02020603050405020304" pitchFamily="18" charset="0"/>
              </a:rPr>
              <a:t>R5</a:t>
            </a:r>
            <a:r>
              <a:rPr kumimoji="1"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2000" b="1" dirty="0" err="1">
                <a:latin typeface="Times New Roman" panose="02020603050405020304" pitchFamily="18" charset="0"/>
                <a:ea typeface="微软雅黑" panose="020B0503020204020204" pitchFamily="34" charset="-122"/>
                <a:cs typeface="Times New Roman" panose="02020603050405020304" pitchFamily="18" charset="0"/>
              </a:rPr>
              <a:t>Carn</a:t>
            </a:r>
            <a:r>
              <a:rPr kumimoji="1"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(x)</a:t>
            </a:r>
            <a:r>
              <a:rPr kumimoji="1"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 ∧ </a:t>
            </a:r>
            <a:r>
              <a:rPr kumimoji="1" lang="en-US" altLang="zh-CN" sz="2000" b="1" dirty="0" err="1">
                <a:latin typeface="Times New Roman" panose="02020603050405020304" pitchFamily="18" charset="0"/>
                <a:ea typeface="微软雅黑" panose="020B0503020204020204" pitchFamily="34" charset="-122"/>
                <a:cs typeface="Times New Roman" panose="02020603050405020304" pitchFamily="18" charset="0"/>
              </a:rPr>
              <a:t>YB</a:t>
            </a:r>
            <a:r>
              <a:rPr kumimoji="1"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(x)</a:t>
            </a:r>
            <a:r>
              <a:rPr kumimoji="1"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 ∧ </a:t>
            </a:r>
            <a:r>
              <a:rPr kumimoji="1" lang="en-US" altLang="zh-CN" sz="2000" b="1" dirty="0" err="1">
                <a:latin typeface="Times New Roman" panose="02020603050405020304" pitchFamily="18" charset="0"/>
                <a:ea typeface="微软雅黑" panose="020B0503020204020204" pitchFamily="34" charset="-122"/>
                <a:cs typeface="Times New Roman" panose="02020603050405020304" pitchFamily="18" charset="0"/>
              </a:rPr>
              <a:t>Sp</a:t>
            </a:r>
            <a:r>
              <a:rPr kumimoji="1"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(x)</a:t>
            </a:r>
            <a:r>
              <a:rPr kumimoji="1"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hunter(x)</a:t>
            </a:r>
            <a:r>
              <a:rPr kumimoji="1"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 </a:t>
            </a:r>
          </a:p>
          <a:p>
            <a:pPr marL="742950" lvl="1" indent="-285750">
              <a:spcBef>
                <a:spcPct val="20000"/>
              </a:spcBef>
              <a:buClr>
                <a:schemeClr val="tx1"/>
              </a:buClr>
              <a:buSzPct val="60000"/>
              <a:buFont typeface="Wingdings" panose="05000000000000000000" pitchFamily="2" charset="2"/>
              <a:buChar char="n"/>
            </a:pPr>
            <a:r>
              <a:rPr kumimoji="1" lang="en-US" altLang="zh-CN" sz="2000" b="1" dirty="0" err="1">
                <a:latin typeface="Times New Roman" panose="02020603050405020304" pitchFamily="18" charset="0"/>
                <a:ea typeface="微软雅黑" panose="020B0503020204020204" pitchFamily="34" charset="-122"/>
                <a:cs typeface="Times New Roman" panose="02020603050405020304" pitchFamily="18" charset="0"/>
              </a:rPr>
              <a:t>R6</a:t>
            </a:r>
            <a:r>
              <a:rPr kumimoji="1"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2000" b="1" dirty="0" err="1">
                <a:latin typeface="Times New Roman" panose="02020603050405020304" pitchFamily="18" charset="0"/>
                <a:ea typeface="微软雅黑" panose="020B0503020204020204" pitchFamily="34" charset="-122"/>
                <a:cs typeface="Times New Roman" panose="02020603050405020304" pitchFamily="18" charset="0"/>
              </a:rPr>
              <a:t>Carn</a:t>
            </a:r>
            <a:r>
              <a:rPr kumimoji="1"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(x)</a:t>
            </a:r>
            <a:r>
              <a:rPr kumimoji="1"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 ∧ </a:t>
            </a:r>
            <a:r>
              <a:rPr kumimoji="1" lang="en-US" altLang="zh-CN" sz="2000" b="1" dirty="0" err="1">
                <a:latin typeface="Times New Roman" panose="02020603050405020304" pitchFamily="18" charset="0"/>
                <a:ea typeface="微软雅黑" panose="020B0503020204020204" pitchFamily="34" charset="-122"/>
                <a:cs typeface="Times New Roman" panose="02020603050405020304" pitchFamily="18" charset="0"/>
              </a:rPr>
              <a:t>YB</a:t>
            </a:r>
            <a:r>
              <a:rPr kumimoji="1"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(x)</a:t>
            </a:r>
            <a:r>
              <a:rPr kumimoji="1"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 ∧ </a:t>
            </a:r>
            <a:r>
              <a:rPr kumimoji="1" lang="en-US" altLang="zh-CN" sz="2000" b="1" dirty="0" err="1">
                <a:latin typeface="Times New Roman" panose="02020603050405020304" pitchFamily="18" charset="0"/>
                <a:ea typeface="微软雅黑" panose="020B0503020204020204" pitchFamily="34" charset="-122"/>
                <a:cs typeface="Times New Roman" panose="02020603050405020304" pitchFamily="18" charset="0"/>
              </a:rPr>
              <a:t>Bst</a:t>
            </a:r>
            <a:r>
              <a:rPr kumimoji="1"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(x)</a:t>
            </a:r>
            <a:r>
              <a:rPr kumimoji="1"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tiger(x)</a:t>
            </a:r>
            <a:r>
              <a:rPr kumimoji="1"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 </a:t>
            </a:r>
          </a:p>
          <a:p>
            <a:pPr marL="742950" lvl="1" indent="-285750">
              <a:spcBef>
                <a:spcPct val="20000"/>
              </a:spcBef>
              <a:buClr>
                <a:schemeClr val="tx1"/>
              </a:buClr>
              <a:buSzPct val="60000"/>
              <a:buFont typeface="Wingdings" panose="05000000000000000000" pitchFamily="2" charset="2"/>
              <a:buChar char="n"/>
            </a:pPr>
            <a:r>
              <a:rPr kumimoji="1" lang="en-US" altLang="zh-CN" sz="2000" b="1" dirty="0" err="1">
                <a:latin typeface="Times New Roman" panose="02020603050405020304" pitchFamily="18" charset="0"/>
                <a:ea typeface="微软雅黑" panose="020B0503020204020204" pitchFamily="34" charset="-122"/>
                <a:cs typeface="Times New Roman" panose="02020603050405020304" pitchFamily="18" charset="0"/>
              </a:rPr>
              <a:t>R7</a:t>
            </a:r>
            <a:r>
              <a:rPr kumimoji="1"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Ung(x)</a:t>
            </a:r>
            <a:r>
              <a:rPr kumimoji="1"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 ∧ </a:t>
            </a:r>
            <a:r>
              <a:rPr kumimoji="1" lang="en-US" altLang="zh-CN" sz="2000" b="1" dirty="0" err="1">
                <a:latin typeface="Times New Roman" panose="02020603050405020304" pitchFamily="18" charset="0"/>
                <a:ea typeface="微软雅黑" panose="020B0503020204020204" pitchFamily="34" charset="-122"/>
                <a:cs typeface="Times New Roman" panose="02020603050405020304" pitchFamily="18" charset="0"/>
              </a:rPr>
              <a:t>Lneck</a:t>
            </a:r>
            <a:r>
              <a:rPr kumimoji="1"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(x)</a:t>
            </a:r>
            <a:r>
              <a:rPr kumimoji="1"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 → </a:t>
            </a:r>
            <a:r>
              <a:rPr kumimoji="1"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giraffe(x)</a:t>
            </a:r>
            <a:r>
              <a:rPr kumimoji="1"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 </a:t>
            </a:r>
          </a:p>
          <a:p>
            <a:pPr marL="742950" lvl="1" indent="-285750">
              <a:spcBef>
                <a:spcPct val="20000"/>
              </a:spcBef>
              <a:buClr>
                <a:schemeClr val="tx1"/>
              </a:buClr>
              <a:buSzPct val="60000"/>
              <a:buFont typeface="Wingdings" panose="05000000000000000000" pitchFamily="2" charset="2"/>
              <a:buChar char="n"/>
            </a:pPr>
            <a:r>
              <a:rPr kumimoji="1" lang="en-US" altLang="zh-CN" sz="2000" b="1" dirty="0" err="1">
                <a:latin typeface="Times New Roman" panose="02020603050405020304" pitchFamily="18" charset="0"/>
                <a:ea typeface="微软雅黑" panose="020B0503020204020204" pitchFamily="34" charset="-122"/>
                <a:cs typeface="Times New Roman" panose="02020603050405020304" pitchFamily="18" charset="0"/>
              </a:rPr>
              <a:t>R8</a:t>
            </a:r>
            <a:r>
              <a:rPr kumimoji="1"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 Ung(x)</a:t>
            </a:r>
            <a:r>
              <a:rPr kumimoji="1"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 ∧ </a:t>
            </a:r>
            <a:r>
              <a:rPr kumimoji="1" lang="en-US" altLang="zh-CN" sz="2000" b="1" dirty="0" err="1">
                <a:latin typeface="Times New Roman" panose="02020603050405020304" pitchFamily="18" charset="0"/>
                <a:ea typeface="微软雅黑" panose="020B0503020204020204" pitchFamily="34" charset="-122"/>
                <a:cs typeface="Times New Roman" panose="02020603050405020304" pitchFamily="18" charset="0"/>
              </a:rPr>
              <a:t>Bst</a:t>
            </a:r>
            <a:r>
              <a:rPr kumimoji="1"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(x) </a:t>
            </a:r>
            <a:r>
              <a:rPr kumimoji="1"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zebra(x)</a:t>
            </a:r>
            <a:endParaRPr kumimoji="1" lang="zh-CN" altLang="en-US" sz="2000" b="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矩形 2"/>
          <p:cNvSpPr/>
          <p:nvPr/>
        </p:nvSpPr>
        <p:spPr>
          <a:xfrm>
            <a:off x="4255835" y="6268016"/>
            <a:ext cx="4397358" cy="461665"/>
          </a:xfrm>
          <a:prstGeom prst="rect">
            <a:avLst/>
          </a:prstGeom>
          <a:solidFill>
            <a:schemeClr val="accent6">
              <a:lumMod val="20000"/>
              <a:lumOff val="80000"/>
            </a:schemeClr>
          </a:solidFill>
        </p:spPr>
        <p:txBody>
          <a:bodyPr wrap="none">
            <a:spAutoFit/>
          </a:bodyPr>
          <a:lstStyle/>
          <a:p>
            <a:r>
              <a:rPr lang="en-US" altLang="zh-CN" b="1" dirty="0" smtClean="0">
                <a:latin typeface="Times New Roman" panose="02020603050405020304" pitchFamily="18" charset="0"/>
                <a:ea typeface="微软雅黑" panose="020B0503020204020204" pitchFamily="34" charset="-122"/>
                <a:cs typeface="Times New Roman" panose="02020603050405020304" pitchFamily="18" charset="0"/>
              </a:rPr>
              <a:t>Own(</a:t>
            </a:r>
            <a:r>
              <a:rPr lang="en-US" altLang="zh-CN" b="1" dirty="0" err="1" smtClean="0">
                <a:latin typeface="Times New Roman" panose="02020603050405020304" pitchFamily="18" charset="0"/>
                <a:ea typeface="微软雅黑" panose="020B0503020204020204" pitchFamily="34" charset="-122"/>
                <a:cs typeface="Times New Roman" panose="02020603050405020304" pitchFamily="18" charset="0"/>
              </a:rPr>
              <a:t>A,h</a:t>
            </a:r>
            <a:r>
              <a:rPr lang="en-US" altLang="zh-CN" b="1" dirty="0" smtClean="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b="1" dirty="0" smtClean="0">
                <a:latin typeface="Times New Roman" panose="02020603050405020304" pitchFamily="18" charset="0"/>
                <a:ea typeface="微软雅黑" panose="020B0503020204020204" pitchFamily="34" charset="-122"/>
                <a:cs typeface="Times New Roman" panose="02020603050405020304" pitchFamily="18" charset="0"/>
              </a:rPr>
              <a:t>Eat(</a:t>
            </a:r>
            <a:r>
              <a:rPr lang="en-US" altLang="zh-CN" b="1" dirty="0" err="1" smtClean="0">
                <a:latin typeface="Times New Roman" panose="02020603050405020304" pitchFamily="18" charset="0"/>
                <a:ea typeface="微软雅黑" panose="020B0503020204020204" pitchFamily="34" charset="-122"/>
                <a:cs typeface="Times New Roman" panose="02020603050405020304" pitchFamily="18" charset="0"/>
              </a:rPr>
              <a:t>A,g</a:t>
            </a:r>
            <a:r>
              <a:rPr lang="en-US" altLang="zh-CN" b="1" dirty="0" smtClean="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b="1" dirty="0" err="1" smtClean="0">
                <a:latin typeface="Times New Roman" panose="02020603050405020304" pitchFamily="18" charset="0"/>
                <a:ea typeface="微软雅黑" panose="020B0503020204020204" pitchFamily="34" charset="-122"/>
                <a:cs typeface="Times New Roman" panose="02020603050405020304" pitchFamily="18" charset="0"/>
              </a:rPr>
              <a:t>Bst</a:t>
            </a:r>
            <a:r>
              <a:rPr lang="en-US" altLang="zh-CN" b="1" dirty="0" smtClean="0">
                <a:latin typeface="Times New Roman" panose="02020603050405020304" pitchFamily="18" charset="0"/>
                <a:ea typeface="微软雅黑" panose="020B0503020204020204" pitchFamily="34" charset="-122"/>
                <a:cs typeface="Times New Roman" panose="02020603050405020304" pitchFamily="18" charset="0"/>
              </a:rPr>
              <a:t>(A)</a:t>
            </a:r>
            <a:endParaRPr lang="en-US" altLang="zh-CN" b="1" dirty="0">
              <a:latin typeface="微软雅黑" panose="020B0503020204020204" pitchFamily="34" charset="-122"/>
              <a:ea typeface="微软雅黑" panose="020B0503020204020204" pitchFamily="34" charset="-122"/>
            </a:endParaRPr>
          </a:p>
        </p:txBody>
      </p:sp>
      <p:sp>
        <p:nvSpPr>
          <p:cNvPr id="4" name="矩形 3"/>
          <p:cNvSpPr/>
          <p:nvPr/>
        </p:nvSpPr>
        <p:spPr>
          <a:xfrm>
            <a:off x="137400" y="6248400"/>
            <a:ext cx="4118435" cy="461665"/>
          </a:xfrm>
          <a:prstGeom prst="rect">
            <a:avLst/>
          </a:prstGeom>
        </p:spPr>
        <p:txBody>
          <a:bodyPr wrap="none">
            <a:spAutoFit/>
          </a:bodyPr>
          <a:lstStyle/>
          <a:p>
            <a:r>
              <a:rPr lang="zh-CN" altLang="en-US" b="1" dirty="0">
                <a:latin typeface="微软雅黑" panose="020B0503020204020204" pitchFamily="34" charset="-122"/>
                <a:ea typeface="微软雅黑" panose="020B0503020204020204" pitchFamily="34" charset="-122"/>
              </a:rPr>
              <a:t>一动物</a:t>
            </a:r>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有毛，吃草，黑条纹</a:t>
            </a:r>
            <a:r>
              <a:rPr lang="en-US" altLang="zh-CN" b="1" dirty="0">
                <a:latin typeface="微软雅黑" panose="020B0503020204020204" pitchFamily="34" charset="-122"/>
                <a:ea typeface="微软雅黑" panose="020B0503020204020204" pitchFamily="34" charset="-122"/>
              </a:rPr>
              <a:t>}</a:t>
            </a:r>
          </a:p>
        </p:txBody>
      </p:sp>
      <p:sp>
        <p:nvSpPr>
          <p:cNvPr id="11" name="Rectangle 2"/>
          <p:cNvSpPr>
            <a:spLocks noGrp="1" noChangeArrowheads="1"/>
          </p:cNvSpPr>
          <p:nvPr>
            <p:ph type="title"/>
          </p:nvPr>
        </p:nvSpPr>
        <p:spPr>
          <a:xfrm>
            <a:off x="684213" y="476250"/>
            <a:ext cx="7772400" cy="731838"/>
          </a:xfrm>
        </p:spPr>
        <p:txBody>
          <a:bodyPr vert="horz" wrap="square" lIns="91440" tIns="45720" rIns="91440" bIns="45720" numCol="1" anchor="ctr" anchorCtr="0" compatLnSpc="1"/>
          <a:lstStyle/>
          <a:p>
            <a:pPr marL="0" marR="0" lvl="0" indent="0" algn="ctr" defTabSz="914400" rtl="0" eaLnBrk="1" fontAlgn="base" latinLnBrk="1" hangingPunct="1">
              <a:lnSpc>
                <a:spcPct val="100000"/>
              </a:lnSpc>
              <a:spcBef>
                <a:spcPct val="0"/>
              </a:spcBef>
              <a:spcAft>
                <a:spcPct val="0"/>
              </a:spcAft>
              <a:buClrTx/>
              <a:buSzTx/>
              <a:buFontTx/>
              <a:buNone/>
              <a:defRPr/>
            </a:pPr>
            <a:r>
              <a:rPr kumimoji="1" lang="en-US" altLang="zh-CN"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j-cs"/>
              </a:rPr>
              <a:t>3.1.3</a:t>
            </a:r>
            <a:r>
              <a:rPr kumimoji="1" lang="zh-CN" altLang="en-US"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j-cs"/>
              </a:rPr>
              <a:t>逻辑智能体的构造</a:t>
            </a:r>
            <a:endParaRPr kumimoji="1" lang="en-US" altLang="zh-CN"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j-cs"/>
            </a:endParaRPr>
          </a:p>
        </p:txBody>
      </p:sp>
    </p:spTree>
    <p:extLst>
      <p:ext uri="{BB962C8B-B14F-4D97-AF65-F5344CB8AC3E}">
        <p14:creationId xmlns:p14="http://schemas.microsoft.com/office/powerpoint/2010/main" val="1847056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3" grpId="0" animBg="1"/>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txBox="1">
            <a:spLocks noGrp="1"/>
          </p:cNvSpPr>
          <p:nvPr>
            <p:ph type="sldNum" sz="quarter" idx="4"/>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40" tIns="45720" rIns="91440" bIns="45720" numCol="1" anchor="t" anchorCtr="0" compatLnSpc="1"/>
          <a:lstStyle/>
          <a:p>
            <a:pPr marL="0" marR="0" lvl="0" indent="0" algn="r" defTabSz="914400" rtl="0" eaLnBrk="1" fontAlgn="base" latinLnBrk="1" hangingPunct="1">
              <a:lnSpc>
                <a:spcPct val="100000"/>
              </a:lnSpc>
              <a:spcBef>
                <a:spcPct val="0"/>
              </a:spcBef>
              <a:spcAft>
                <a:spcPct val="0"/>
              </a:spcAft>
              <a:buClrTx/>
              <a:buSzTx/>
              <a:buFontTx/>
              <a:buNone/>
              <a:defRPr/>
            </a:pPr>
            <a:fld id="{8343AE97-D333-40F9-8AC8-6DA2DADE7F8E}"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t>16</a:t>
            </a:fld>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97285" name="Text Box 4"/>
          <p:cNvSpPr txBox="1"/>
          <p:nvPr/>
        </p:nvSpPr>
        <p:spPr>
          <a:xfrm>
            <a:off x="0" y="188913"/>
            <a:ext cx="2339975" cy="457200"/>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0" lvl="0" indent="0" eaLnBrk="1" hangingPunct="1">
              <a:spcBef>
                <a:spcPct val="50000"/>
              </a:spcBef>
              <a:buNone/>
            </a:pPr>
            <a:r>
              <a:rPr lang="zh-CN" altLang="en-US" sz="2400" dirty="0">
                <a:latin typeface="华文行楷" panose="02010800040101010101" pitchFamily="2" charset="-122"/>
                <a:ea typeface="华文行楷" panose="02010800040101010101" pitchFamily="2" charset="-122"/>
              </a:rPr>
              <a:t>第</a:t>
            </a:r>
            <a:r>
              <a:rPr lang="en-US" altLang="zh-CN" sz="2400" dirty="0">
                <a:latin typeface="华文行楷" panose="02010800040101010101" pitchFamily="2" charset="-122"/>
                <a:ea typeface="华文行楷" panose="02010800040101010101" pitchFamily="2" charset="-122"/>
              </a:rPr>
              <a:t>3</a:t>
            </a:r>
            <a:r>
              <a:rPr lang="zh-CN" altLang="en-US" sz="2400" dirty="0">
                <a:latin typeface="华文行楷" panose="02010800040101010101" pitchFamily="2" charset="-122"/>
                <a:ea typeface="华文行楷" panose="02010800040101010101" pitchFamily="2" charset="-122"/>
              </a:rPr>
              <a:t>章 逻辑系统</a:t>
            </a:r>
          </a:p>
        </p:txBody>
      </p:sp>
      <p:sp>
        <p:nvSpPr>
          <p:cNvPr id="6" name="Rectangle 3"/>
          <p:cNvSpPr txBox="1"/>
          <p:nvPr/>
        </p:nvSpPr>
        <p:spPr>
          <a:xfrm>
            <a:off x="395536" y="1495425"/>
            <a:ext cx="7772400" cy="4670599"/>
          </a:xfrm>
          <a:prstGeom prst="rect">
            <a:avLst/>
          </a:prstGeom>
          <a:noFill/>
          <a:ln w="9525">
            <a:noFill/>
          </a:ln>
        </p:spPr>
        <p:txBody>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342900" lvl="0" indent="-342900" eaLnBrk="1" hangingPunct="1">
              <a:lnSpc>
                <a:spcPct val="120000"/>
              </a:lnSpc>
            </a:pPr>
            <a:r>
              <a:rPr lang="zh-CN" altLang="en-US" sz="2400" dirty="0">
                <a:latin typeface="微软雅黑" panose="020B0503020204020204" pitchFamily="34" charset="-122"/>
                <a:ea typeface="微软雅黑" panose="020B0503020204020204" pitchFamily="34" charset="-122"/>
                <a:sym typeface="Symbol" panose="05050102010706020507" pitchFamily="18" charset="2"/>
              </a:rPr>
              <a:t>一般构造知识库</a:t>
            </a:r>
            <a:r>
              <a:rPr lang="en-US" altLang="zh-CN" sz="2400" dirty="0">
                <a:latin typeface="微软雅黑" panose="020B0503020204020204" pitchFamily="34" charset="-122"/>
                <a:ea typeface="微软雅黑" panose="020B0503020204020204" pitchFamily="34" charset="-122"/>
                <a:sym typeface="Symbol" panose="05050102010706020507" pitchFamily="18" charset="2"/>
              </a:rPr>
              <a:t>(</a:t>
            </a:r>
            <a:r>
              <a:rPr lang="zh-CN" altLang="en-US" sz="2400" dirty="0">
                <a:latin typeface="微软雅黑" panose="020B0503020204020204" pitchFamily="34" charset="-122"/>
                <a:ea typeface="微软雅黑" panose="020B0503020204020204" pitchFamily="34" charset="-122"/>
                <a:sym typeface="Symbol" panose="05050102010706020507" pitchFamily="18" charset="2"/>
              </a:rPr>
              <a:t>知识工程</a:t>
            </a:r>
            <a:r>
              <a:rPr lang="en-US" altLang="zh-CN" sz="2400" dirty="0">
                <a:latin typeface="微软雅黑" panose="020B0503020204020204" pitchFamily="34" charset="-122"/>
                <a:ea typeface="微软雅黑" panose="020B0503020204020204" pitchFamily="34" charset="-122"/>
                <a:sym typeface="Symbol" panose="05050102010706020507" pitchFamily="18" charset="2"/>
              </a:rPr>
              <a:t>)</a:t>
            </a:r>
            <a:r>
              <a:rPr lang="zh-CN" altLang="en-US" sz="2400" dirty="0">
                <a:latin typeface="微软雅黑" panose="020B0503020204020204" pitchFamily="34" charset="-122"/>
                <a:ea typeface="微软雅黑" panose="020B0503020204020204" pitchFamily="34" charset="-122"/>
                <a:sym typeface="Symbol" panose="05050102010706020507" pitchFamily="18" charset="2"/>
              </a:rPr>
              <a:t>的过程包括：</a:t>
            </a:r>
          </a:p>
          <a:p>
            <a:pPr marL="742950" lvl="1" indent="-285750" eaLnBrk="1" hangingPunct="1">
              <a:lnSpc>
                <a:spcPct val="120000"/>
              </a:lnSpc>
            </a:pPr>
            <a:r>
              <a:rPr lang="zh-CN" altLang="en-US" sz="2400" dirty="0">
                <a:solidFill>
                  <a:schemeClr val="bg1">
                    <a:lumMod val="75000"/>
                  </a:schemeClr>
                </a:solidFill>
                <a:latin typeface="微软雅黑" panose="020B0503020204020204" pitchFamily="34" charset="-122"/>
                <a:ea typeface="微软雅黑" panose="020B0503020204020204" pitchFamily="34" charset="-122"/>
                <a:sym typeface="Symbol" panose="05050102010706020507" pitchFamily="18" charset="2"/>
              </a:rPr>
              <a:t>确定任务</a:t>
            </a:r>
          </a:p>
          <a:p>
            <a:pPr marL="742950" lvl="1" indent="-285750" eaLnBrk="1" hangingPunct="1">
              <a:lnSpc>
                <a:spcPct val="120000"/>
              </a:lnSpc>
            </a:pPr>
            <a:r>
              <a:rPr lang="zh-CN" altLang="en-US" sz="2400" dirty="0">
                <a:solidFill>
                  <a:schemeClr val="bg1">
                    <a:lumMod val="75000"/>
                  </a:schemeClr>
                </a:solidFill>
                <a:latin typeface="微软雅黑" panose="020B0503020204020204" pitchFamily="34" charset="-122"/>
                <a:ea typeface="微软雅黑" panose="020B0503020204020204" pitchFamily="34" charset="-122"/>
                <a:sym typeface="Symbol" panose="05050102010706020507" pitchFamily="18" charset="2"/>
              </a:rPr>
              <a:t>收集相关知识</a:t>
            </a:r>
          </a:p>
          <a:p>
            <a:pPr marL="742950" lvl="1" indent="-285750" eaLnBrk="1" hangingPunct="1">
              <a:lnSpc>
                <a:spcPct val="120000"/>
              </a:lnSpc>
            </a:pPr>
            <a:r>
              <a:rPr lang="zh-CN" altLang="en-US" sz="2400" dirty="0" smtClean="0">
                <a:solidFill>
                  <a:schemeClr val="bg1">
                    <a:lumMod val="75000"/>
                  </a:schemeClr>
                </a:solidFill>
                <a:latin typeface="微软雅黑" panose="020B0503020204020204" pitchFamily="34" charset="-122"/>
                <a:ea typeface="微软雅黑" panose="020B0503020204020204" pitchFamily="34" charset="-122"/>
                <a:sym typeface="Symbol" panose="05050102010706020507" pitchFamily="18" charset="2"/>
              </a:rPr>
              <a:t>对</a:t>
            </a:r>
            <a:r>
              <a:rPr lang="zh-CN" altLang="en-US" sz="2400" dirty="0">
                <a:solidFill>
                  <a:schemeClr val="bg1">
                    <a:lumMod val="75000"/>
                  </a:schemeClr>
                </a:solidFill>
                <a:latin typeface="微软雅黑" panose="020B0503020204020204" pitchFamily="34" charset="-122"/>
                <a:ea typeface="微软雅黑" panose="020B0503020204020204" pitchFamily="34" charset="-122"/>
                <a:sym typeface="Symbol" panose="05050102010706020507" pitchFamily="18" charset="2"/>
              </a:rPr>
              <a:t>领域</a:t>
            </a:r>
            <a:r>
              <a:rPr lang="en-US" altLang="zh-CN" sz="2400" dirty="0">
                <a:solidFill>
                  <a:schemeClr val="bg1">
                    <a:lumMod val="75000"/>
                  </a:schemeClr>
                </a:solidFill>
                <a:latin typeface="微软雅黑" panose="020B0503020204020204" pitchFamily="34" charset="-122"/>
                <a:ea typeface="微软雅黑" panose="020B0503020204020204" pitchFamily="34" charset="-122"/>
                <a:sym typeface="Symbol" panose="05050102010706020507" pitchFamily="18" charset="2"/>
              </a:rPr>
              <a:t>(</a:t>
            </a:r>
            <a:r>
              <a:rPr lang="zh-CN" altLang="en-US" sz="2400" dirty="0">
                <a:solidFill>
                  <a:schemeClr val="bg1">
                    <a:lumMod val="75000"/>
                  </a:schemeClr>
                </a:solidFill>
                <a:latin typeface="微软雅黑" panose="020B0503020204020204" pitchFamily="34" charset="-122"/>
                <a:ea typeface="微软雅黑" panose="020B0503020204020204" pitchFamily="34" charset="-122"/>
                <a:sym typeface="Symbol" panose="05050102010706020507" pitchFamily="18" charset="2"/>
              </a:rPr>
              <a:t>论域</a:t>
            </a:r>
            <a:r>
              <a:rPr lang="en-US" altLang="zh-CN" sz="2400" dirty="0">
                <a:solidFill>
                  <a:schemeClr val="bg1">
                    <a:lumMod val="75000"/>
                  </a:schemeClr>
                </a:solidFill>
                <a:latin typeface="微软雅黑" panose="020B0503020204020204" pitchFamily="34" charset="-122"/>
                <a:ea typeface="微软雅黑" panose="020B0503020204020204" pitchFamily="34" charset="-122"/>
                <a:sym typeface="Symbol" panose="05050102010706020507" pitchFamily="18" charset="2"/>
              </a:rPr>
              <a:t>)</a:t>
            </a:r>
            <a:r>
              <a:rPr lang="zh-CN" altLang="en-US" sz="2400" dirty="0">
                <a:solidFill>
                  <a:schemeClr val="bg1">
                    <a:lumMod val="75000"/>
                  </a:schemeClr>
                </a:solidFill>
                <a:latin typeface="微软雅黑" panose="020B0503020204020204" pitchFamily="34" charset="-122"/>
                <a:ea typeface="微软雅黑" panose="020B0503020204020204" pitchFamily="34" charset="-122"/>
                <a:sym typeface="Symbol" panose="05050102010706020507" pitchFamily="18" charset="2"/>
              </a:rPr>
              <a:t>的通用知识进行编码</a:t>
            </a:r>
          </a:p>
          <a:p>
            <a:pPr marL="742950" lvl="1" indent="-285750" eaLnBrk="1" hangingPunct="1">
              <a:lnSpc>
                <a:spcPct val="120000"/>
              </a:lnSpc>
            </a:pPr>
            <a:r>
              <a:rPr lang="zh-CN" altLang="en-US" sz="2400" dirty="0">
                <a:solidFill>
                  <a:schemeClr val="bg1">
                    <a:lumMod val="75000"/>
                  </a:schemeClr>
                </a:solidFill>
                <a:latin typeface="微软雅黑" panose="020B0503020204020204" pitchFamily="34" charset="-122"/>
                <a:ea typeface="微软雅黑" panose="020B0503020204020204" pitchFamily="34" charset="-122"/>
                <a:sym typeface="Symbol" panose="05050102010706020507" pitchFamily="18" charset="2"/>
              </a:rPr>
              <a:t>对特定问题实例的描述进行编码</a:t>
            </a:r>
          </a:p>
          <a:p>
            <a:pPr marL="742950" lvl="1" indent="-285750" eaLnBrk="1" hangingPunct="1">
              <a:lnSpc>
                <a:spcPct val="120000"/>
              </a:lnSpc>
            </a:pPr>
            <a:r>
              <a:rPr lang="zh-CN" altLang="en-US" sz="2400" dirty="0">
                <a:latin typeface="微软雅黑" panose="020B0503020204020204" pitchFamily="34" charset="-122"/>
                <a:ea typeface="微软雅黑" panose="020B0503020204020204" pitchFamily="34" charset="-122"/>
                <a:sym typeface="Symbol" panose="05050102010706020507" pitchFamily="18" charset="2"/>
              </a:rPr>
              <a:t>查询提交、推理、给出答案</a:t>
            </a:r>
          </a:p>
          <a:p>
            <a:pPr marL="742950" lvl="1" indent="-285750" eaLnBrk="1" hangingPunct="1">
              <a:lnSpc>
                <a:spcPct val="120000"/>
              </a:lnSpc>
            </a:pPr>
            <a:r>
              <a:rPr lang="zh-CN" altLang="en-US" sz="2400" dirty="0">
                <a:latin typeface="微软雅黑" panose="020B0503020204020204" pitchFamily="34" charset="-122"/>
                <a:ea typeface="微软雅黑" panose="020B0503020204020204" pitchFamily="34" charset="-122"/>
                <a:sym typeface="Symbol" panose="05050102010706020507" pitchFamily="18" charset="2"/>
              </a:rPr>
              <a:t>调试知识库</a:t>
            </a:r>
          </a:p>
        </p:txBody>
      </p:sp>
      <p:sp>
        <p:nvSpPr>
          <p:cNvPr id="8" name="Rectangle 2"/>
          <p:cNvSpPr>
            <a:spLocks noGrp="1" noChangeArrowheads="1"/>
          </p:cNvSpPr>
          <p:nvPr>
            <p:ph type="title"/>
          </p:nvPr>
        </p:nvSpPr>
        <p:spPr>
          <a:xfrm>
            <a:off x="684213" y="476250"/>
            <a:ext cx="7772400" cy="731838"/>
          </a:xfrm>
        </p:spPr>
        <p:txBody>
          <a:bodyPr vert="horz" wrap="square" lIns="91440" tIns="45720" rIns="91440" bIns="45720" numCol="1" anchor="ctr" anchorCtr="0" compatLnSpc="1"/>
          <a:lstStyle/>
          <a:p>
            <a:pPr marL="0" marR="0" lvl="0" indent="0" algn="ctr" defTabSz="914400" rtl="0" eaLnBrk="1" fontAlgn="base" latinLnBrk="1" hangingPunct="1">
              <a:lnSpc>
                <a:spcPct val="100000"/>
              </a:lnSpc>
              <a:spcBef>
                <a:spcPct val="0"/>
              </a:spcBef>
              <a:spcAft>
                <a:spcPct val="0"/>
              </a:spcAft>
              <a:buClrTx/>
              <a:buSzTx/>
              <a:buFontTx/>
              <a:buNone/>
              <a:defRPr/>
            </a:pPr>
            <a:r>
              <a:rPr kumimoji="1" lang="en-US" altLang="zh-CN"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j-cs"/>
              </a:rPr>
              <a:t>3.1.3</a:t>
            </a:r>
            <a:r>
              <a:rPr kumimoji="1" lang="zh-CN" altLang="en-US"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j-cs"/>
              </a:rPr>
              <a:t>逻辑智能体的构造</a:t>
            </a:r>
            <a:endParaRPr kumimoji="1" lang="en-US" altLang="zh-CN"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j-cs"/>
            </a:endParaRPr>
          </a:p>
        </p:txBody>
      </p:sp>
    </p:spTree>
    <p:extLst>
      <p:ext uri="{BB962C8B-B14F-4D97-AF65-F5344CB8AC3E}">
        <p14:creationId xmlns:p14="http://schemas.microsoft.com/office/powerpoint/2010/main" val="281119806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ctrTitle"/>
          </p:nvPr>
        </p:nvSpPr>
        <p:spPr>
          <a:xfrm>
            <a:off x="611188" y="1052513"/>
            <a:ext cx="8139112" cy="5184775"/>
          </a:xfrm>
        </p:spPr>
        <p:txBody>
          <a:bodyPr/>
          <a:lstStyle/>
          <a:p>
            <a:pPr algn="l" eaLnBrk="1" hangingPunct="1"/>
            <a:r>
              <a:rPr lang="en-US" altLang="zh-CN" sz="4800" dirty="0" smtClean="0">
                <a:solidFill>
                  <a:schemeClr val="tx1"/>
                </a:solidFill>
                <a:latin typeface="Times New Roman" panose="02020603050405020304" pitchFamily="18" charset="0"/>
                <a:ea typeface="黑体" panose="02010609060101010101" pitchFamily="49" charset="-122"/>
              </a:rPr>
              <a:t>3.2 </a:t>
            </a:r>
            <a:r>
              <a:rPr lang="zh-CN" altLang="en-US" sz="4800" dirty="0" smtClean="0">
                <a:solidFill>
                  <a:schemeClr val="tx1"/>
                </a:solidFill>
                <a:latin typeface="Times New Roman" panose="02020603050405020304" pitchFamily="18" charset="0"/>
                <a:ea typeface="黑体" panose="02010609060101010101" pitchFamily="49" charset="-122"/>
              </a:rPr>
              <a:t>命题逻辑和一阶谓词逻辑</a:t>
            </a:r>
            <a:r>
              <a:rPr lang="zh-CN" altLang="en-US" sz="4000" dirty="0" smtClean="0">
                <a:solidFill>
                  <a:schemeClr val="tx1"/>
                </a:solidFill>
                <a:latin typeface="Times New Roman" panose="02020603050405020304" pitchFamily="18" charset="0"/>
                <a:ea typeface="黑体" panose="02010609060101010101" pitchFamily="49" charset="-122"/>
              </a:rPr>
              <a:t/>
            </a:r>
            <a:br>
              <a:rPr lang="zh-CN" altLang="en-US" sz="4000" dirty="0" smtClean="0">
                <a:solidFill>
                  <a:schemeClr val="tx1"/>
                </a:solidFill>
                <a:latin typeface="Times New Roman" panose="02020603050405020304" pitchFamily="18" charset="0"/>
                <a:ea typeface="黑体" panose="02010609060101010101" pitchFamily="49" charset="-122"/>
              </a:rPr>
            </a:br>
            <a:r>
              <a:rPr lang="zh-CN" altLang="en-US" sz="4000" dirty="0" smtClean="0">
                <a:solidFill>
                  <a:schemeClr val="tx1"/>
                </a:solidFill>
                <a:latin typeface="Times New Roman" panose="02020603050405020304" pitchFamily="18" charset="0"/>
                <a:ea typeface="黑体" panose="02010609060101010101" pitchFamily="49" charset="-122"/>
              </a:rPr>
              <a:t/>
            </a:r>
            <a:br>
              <a:rPr lang="zh-CN" altLang="en-US" sz="4000" dirty="0" smtClean="0">
                <a:solidFill>
                  <a:schemeClr val="tx1"/>
                </a:solidFill>
                <a:latin typeface="Times New Roman" panose="02020603050405020304" pitchFamily="18" charset="0"/>
                <a:ea typeface="黑体" panose="02010609060101010101" pitchFamily="49" charset="-122"/>
              </a:rPr>
            </a:br>
            <a:r>
              <a:rPr lang="zh-CN" altLang="en-US" sz="2800" dirty="0" smtClean="0">
                <a:solidFill>
                  <a:schemeClr val="tx1"/>
                </a:solidFill>
                <a:latin typeface="微软雅黑" panose="020B0503020204020204" pitchFamily="34" charset="-122"/>
                <a:ea typeface="微软雅黑" panose="020B0503020204020204" pitchFamily="34" charset="-122"/>
              </a:rPr>
              <a:t>用</a:t>
            </a:r>
            <a:r>
              <a:rPr lang="zh-CN" altLang="en-US" sz="2800" dirty="0" smtClean="0">
                <a:solidFill>
                  <a:srgbClr val="FF0000"/>
                </a:solidFill>
                <a:latin typeface="微软雅黑" panose="020B0503020204020204" pitchFamily="34" charset="-122"/>
                <a:ea typeface="微软雅黑" panose="020B0503020204020204" pitchFamily="34" charset="-122"/>
              </a:rPr>
              <a:t>命题逻辑</a:t>
            </a:r>
            <a:r>
              <a:rPr lang="zh-CN" altLang="en-US" sz="2800" dirty="0" smtClean="0">
                <a:solidFill>
                  <a:schemeClr val="tx1"/>
                </a:solidFill>
                <a:latin typeface="微软雅黑" panose="020B0503020204020204" pitchFamily="34" charset="-122"/>
                <a:ea typeface="微软雅黑" panose="020B0503020204020204" pitchFamily="34" charset="-122"/>
              </a:rPr>
              <a:t>或者</a:t>
            </a:r>
            <a:r>
              <a:rPr lang="zh-CN" altLang="en-US" sz="2800" dirty="0" smtClean="0">
                <a:solidFill>
                  <a:srgbClr val="FF0000"/>
                </a:solidFill>
                <a:latin typeface="微软雅黑" panose="020B0503020204020204" pitchFamily="34" charset="-122"/>
                <a:ea typeface="微软雅黑" panose="020B0503020204020204" pitchFamily="34" charset="-122"/>
              </a:rPr>
              <a:t>一阶谓词逻辑</a:t>
            </a:r>
            <a:r>
              <a:rPr lang="zh-CN" altLang="en-US" sz="2800" dirty="0" smtClean="0">
                <a:solidFill>
                  <a:schemeClr val="tx1"/>
                </a:solidFill>
                <a:latin typeface="微软雅黑" panose="020B0503020204020204" pitchFamily="34" charset="-122"/>
                <a:ea typeface="微软雅黑" panose="020B0503020204020204" pitchFamily="34" charset="-122"/>
              </a:rPr>
              <a:t>对自然语言描述的规则</a:t>
            </a:r>
            <a:r>
              <a:rPr lang="zh-CN" altLang="en-US" sz="2800" dirty="0" smtClean="0">
                <a:solidFill>
                  <a:srgbClr val="FF0000"/>
                </a:solidFill>
                <a:latin typeface="微软雅黑" panose="020B0503020204020204" pitchFamily="34" charset="-122"/>
                <a:ea typeface="微软雅黑" panose="020B0503020204020204" pitchFamily="34" charset="-122"/>
              </a:rPr>
              <a:t>符号化</a:t>
            </a:r>
            <a:r>
              <a:rPr lang="zh-CN" altLang="en-US" sz="2800" dirty="0" smtClean="0">
                <a:solidFill>
                  <a:schemeClr val="tx1"/>
                </a:solidFill>
                <a:latin typeface="微软雅黑" panose="020B0503020204020204" pitchFamily="34" charset="-122"/>
                <a:ea typeface="微软雅黑" panose="020B0503020204020204" pitchFamily="34" charset="-122"/>
              </a:rPr>
              <a:t>，以便进行后续推理</a:t>
            </a:r>
            <a:endParaRPr lang="zh-CN" altLang="en-US" sz="3600" dirty="0" smtClean="0">
              <a:solidFill>
                <a:srgbClr val="0000FF"/>
              </a:solidFill>
              <a:latin typeface="微软雅黑" panose="020B0503020204020204" pitchFamily="34" charset="-122"/>
              <a:ea typeface="微软雅黑" panose="020B0503020204020204" pitchFamily="34" charset="-122"/>
            </a:endParaRPr>
          </a:p>
        </p:txBody>
      </p:sp>
      <p:sp>
        <p:nvSpPr>
          <p:cNvPr id="26627" name="Text Box 3"/>
          <p:cNvSpPr txBox="1">
            <a:spLocks noChangeArrowheads="1"/>
          </p:cNvSpPr>
          <p:nvPr/>
        </p:nvSpPr>
        <p:spPr bwMode="auto">
          <a:xfrm>
            <a:off x="0" y="404813"/>
            <a:ext cx="2339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2200">
                <a:solidFill>
                  <a:schemeClr val="tx1"/>
                </a:solidFill>
                <a:latin typeface="-윤체M" pitchFamily="18" charset="-127"/>
                <a:ea typeface="-윤체M" pitchFamily="18" charset="-127"/>
              </a:defRPr>
            </a:lvl1pPr>
            <a:lvl2pPr marL="742950" indent="-285750" latinLnBrk="1">
              <a:spcBef>
                <a:spcPct val="20000"/>
              </a:spcBef>
              <a:buChar char="•"/>
              <a:defRPr kumimoji="1" sz="2000">
                <a:solidFill>
                  <a:schemeClr val="tx1"/>
                </a:solidFill>
                <a:latin typeface="-윤체M" pitchFamily="18" charset="-127"/>
                <a:ea typeface="-윤체M" pitchFamily="18" charset="-127"/>
              </a:defRPr>
            </a:lvl2pPr>
            <a:lvl3pPr marL="1143000" indent="-228600" latinLnBrk="1">
              <a:spcBef>
                <a:spcPct val="20000"/>
              </a:spcBef>
              <a:buChar char="•"/>
              <a:defRPr kumimoji="1">
                <a:solidFill>
                  <a:schemeClr val="tx1"/>
                </a:solidFill>
                <a:latin typeface="-윤체M" pitchFamily="18" charset="-127"/>
                <a:ea typeface="-윤체M" pitchFamily="18" charset="-127"/>
              </a:defRPr>
            </a:lvl3pPr>
            <a:lvl4pPr marL="1600200" indent="-228600" latinLnBrk="1">
              <a:spcBef>
                <a:spcPct val="20000"/>
              </a:spcBef>
              <a:buChar char="•"/>
              <a:defRPr kumimoji="1" sz="1600">
                <a:solidFill>
                  <a:schemeClr val="tx1"/>
                </a:solidFill>
                <a:latin typeface="-윤체M" pitchFamily="18" charset="-127"/>
                <a:ea typeface="-윤체M" pitchFamily="18" charset="-127"/>
              </a:defRPr>
            </a:lvl4pPr>
            <a:lvl5pPr marL="2057400" indent="-228600" latinLnBrk="1">
              <a:spcBef>
                <a:spcPct val="20000"/>
              </a:spcBef>
              <a:buChar char="•"/>
              <a:defRPr kumimoji="1" sz="1400">
                <a:solidFill>
                  <a:schemeClr val="tx1"/>
                </a:solidFill>
                <a:latin typeface="-윤체M" pitchFamily="18" charset="-127"/>
                <a:ea typeface="-윤체M"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9pPr>
          </a:lstStyle>
          <a:p>
            <a:pPr eaLnBrk="1" hangingPunct="1">
              <a:spcBef>
                <a:spcPct val="50000"/>
              </a:spcBef>
              <a:buFontTx/>
              <a:buNone/>
            </a:pPr>
            <a:r>
              <a:rPr lang="zh-CN" altLang="en-US" sz="2400">
                <a:latin typeface="华文行楷" panose="02010800040101010101" pitchFamily="2" charset="-122"/>
                <a:ea typeface="华文行楷" panose="02010800040101010101" pitchFamily="2" charset="-122"/>
              </a:rPr>
              <a:t>第</a:t>
            </a:r>
            <a:r>
              <a:rPr lang="en-US" altLang="zh-CN" sz="2400">
                <a:latin typeface="华文行楷" panose="02010800040101010101" pitchFamily="2" charset="-122"/>
                <a:ea typeface="华文行楷" panose="02010800040101010101" pitchFamily="2" charset="-122"/>
              </a:rPr>
              <a:t>3</a:t>
            </a:r>
            <a:r>
              <a:rPr lang="zh-CN" altLang="en-US" sz="2400">
                <a:latin typeface="华文行楷" panose="02010800040101010101" pitchFamily="2" charset="-122"/>
                <a:ea typeface="华文行楷" panose="02010800040101010101" pitchFamily="2" charset="-122"/>
              </a:rPr>
              <a:t>章 逻辑系统</a:t>
            </a:r>
          </a:p>
        </p:txBody>
      </p:sp>
    </p:spTree>
    <p:extLst>
      <p:ext uri="{BB962C8B-B14F-4D97-AF65-F5344CB8AC3E}">
        <p14:creationId xmlns:p14="http://schemas.microsoft.com/office/powerpoint/2010/main" val="240362364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4294967295"/>
          </p:nvPr>
        </p:nvSpPr>
        <p:spPr>
          <a:xfrm>
            <a:off x="6553200" y="6248400"/>
            <a:ext cx="1905000" cy="457200"/>
          </a:xfrm>
          <a:prstGeom prst="rect">
            <a:avLst/>
          </a:prstGeom>
        </p:spPr>
        <p:txBody>
          <a:bodyPr/>
          <a:lstStyle/>
          <a:p>
            <a:pPr>
              <a:defRPr/>
            </a:pPr>
            <a:fld id="{828C3E13-D6B5-4EF8-9558-18BA0A7C81E4}" type="slidenum">
              <a:rPr lang="en-US" altLang="ko-KR"/>
              <a:pPr>
                <a:defRPr/>
              </a:pPr>
              <a:t>18</a:t>
            </a:fld>
            <a:endParaRPr lang="en-US" altLang="ko-KR"/>
          </a:p>
        </p:txBody>
      </p:sp>
      <p:sp>
        <p:nvSpPr>
          <p:cNvPr id="131074" name="Rectangle 2"/>
          <p:cNvSpPr>
            <a:spLocks noGrp="1" noChangeArrowheads="1"/>
          </p:cNvSpPr>
          <p:nvPr>
            <p:ph type="title"/>
          </p:nvPr>
        </p:nvSpPr>
        <p:spPr>
          <a:xfrm>
            <a:off x="684213" y="476250"/>
            <a:ext cx="7772400" cy="731838"/>
          </a:xfrm>
        </p:spPr>
        <p:txBody>
          <a:bodyPr/>
          <a:lstStyle/>
          <a:p>
            <a:pPr algn="ctr" eaLnBrk="1" hangingPunct="1">
              <a:defRPr/>
            </a:pPr>
            <a:r>
              <a:rPr lang="en-US" altLang="zh-CN" sz="4000" b="1" dirty="0" smtClean="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Times New Roman" panose="02020603050405020304" pitchFamily="18" charset="0"/>
              </a:rPr>
              <a:t>3.2.1 </a:t>
            </a:r>
            <a:r>
              <a:rPr lang="zh-CN" altLang="en-US" sz="4000" b="1" dirty="0" smtClean="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Times New Roman" panose="02020603050405020304" pitchFamily="18" charset="0"/>
              </a:rPr>
              <a:t>命题</a:t>
            </a:r>
            <a:endParaRPr lang="en-US" altLang="zh-CN" sz="4000" b="1" dirty="0" smtClean="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8676" name="Rectangle 3"/>
          <p:cNvSpPr>
            <a:spLocks noGrp="1" noChangeArrowheads="1"/>
          </p:cNvSpPr>
          <p:nvPr>
            <p:ph type="body" idx="1"/>
          </p:nvPr>
        </p:nvSpPr>
        <p:spPr>
          <a:xfrm>
            <a:off x="684213" y="1484313"/>
            <a:ext cx="7772400" cy="4752975"/>
          </a:xfrm>
        </p:spPr>
        <p:txBody>
          <a:bodyPr/>
          <a:lstStyle/>
          <a:p>
            <a:pPr eaLnBrk="1" hangingPunct="1">
              <a:lnSpc>
                <a:spcPct val="120000"/>
              </a:lnSpc>
            </a:pP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命题：描述客观世界的可区分真假的陈述句</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即一个判断（经典二值逻辑：非真即假）</a:t>
            </a:r>
          </a:p>
          <a:p>
            <a:pPr eaLnBrk="1" hangingPunct="1">
              <a:lnSpc>
                <a:spcPct val="120000"/>
              </a:lnSpc>
            </a:pP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是命题的例子：</a:t>
            </a:r>
          </a:p>
          <a:p>
            <a:pPr lvl="1" eaLnBrk="1" hangingPunct="1">
              <a:lnSpc>
                <a:spcPct val="120000"/>
              </a:lnSpc>
            </a:pP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2+2=4 / </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二月份有</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30</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天 </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 2046</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年威海有地震 </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北京是中国首都</a:t>
            </a:r>
          </a:p>
          <a:p>
            <a:pPr eaLnBrk="1" hangingPunct="1">
              <a:lnSpc>
                <a:spcPct val="120000"/>
              </a:lnSpc>
            </a:pP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不是命题的例子：</a:t>
            </a:r>
          </a:p>
          <a:p>
            <a:pPr lvl="1" eaLnBrk="1" hangingPunct="1">
              <a:lnSpc>
                <a:spcPct val="120000"/>
              </a:lnSpc>
            </a:pP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快点走吧 </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明天下雨吗 </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个子高的人（模糊概念）</a:t>
            </a:r>
            <a:endParaRPr lang="zh-CN" altLang="en-US" sz="2400" b="1" dirty="0" smtClean="0">
              <a:solidFill>
                <a:srgbClr val="07031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8677" name="Text Box 4"/>
          <p:cNvSpPr txBox="1">
            <a:spLocks noChangeArrowheads="1"/>
          </p:cNvSpPr>
          <p:nvPr/>
        </p:nvSpPr>
        <p:spPr bwMode="auto">
          <a:xfrm>
            <a:off x="0" y="188913"/>
            <a:ext cx="2339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2200">
                <a:solidFill>
                  <a:schemeClr val="tx1"/>
                </a:solidFill>
                <a:latin typeface="-윤체M" pitchFamily="18" charset="-127"/>
                <a:ea typeface="-윤체M" pitchFamily="18" charset="-127"/>
              </a:defRPr>
            </a:lvl1pPr>
            <a:lvl2pPr marL="742950" indent="-285750" latinLnBrk="1">
              <a:spcBef>
                <a:spcPct val="20000"/>
              </a:spcBef>
              <a:buChar char="•"/>
              <a:defRPr kumimoji="1" sz="2000">
                <a:solidFill>
                  <a:schemeClr val="tx1"/>
                </a:solidFill>
                <a:latin typeface="-윤체M" pitchFamily="18" charset="-127"/>
                <a:ea typeface="-윤체M" pitchFamily="18" charset="-127"/>
              </a:defRPr>
            </a:lvl2pPr>
            <a:lvl3pPr marL="1143000" indent="-228600" latinLnBrk="1">
              <a:spcBef>
                <a:spcPct val="20000"/>
              </a:spcBef>
              <a:buChar char="•"/>
              <a:defRPr kumimoji="1">
                <a:solidFill>
                  <a:schemeClr val="tx1"/>
                </a:solidFill>
                <a:latin typeface="-윤체M" pitchFamily="18" charset="-127"/>
                <a:ea typeface="-윤체M" pitchFamily="18" charset="-127"/>
              </a:defRPr>
            </a:lvl3pPr>
            <a:lvl4pPr marL="1600200" indent="-228600" latinLnBrk="1">
              <a:spcBef>
                <a:spcPct val="20000"/>
              </a:spcBef>
              <a:buChar char="•"/>
              <a:defRPr kumimoji="1" sz="1600">
                <a:solidFill>
                  <a:schemeClr val="tx1"/>
                </a:solidFill>
                <a:latin typeface="-윤체M" pitchFamily="18" charset="-127"/>
                <a:ea typeface="-윤체M" pitchFamily="18" charset="-127"/>
              </a:defRPr>
            </a:lvl4pPr>
            <a:lvl5pPr marL="2057400" indent="-228600" latinLnBrk="1">
              <a:spcBef>
                <a:spcPct val="20000"/>
              </a:spcBef>
              <a:buChar char="•"/>
              <a:defRPr kumimoji="1" sz="1400">
                <a:solidFill>
                  <a:schemeClr val="tx1"/>
                </a:solidFill>
                <a:latin typeface="-윤체M" pitchFamily="18" charset="-127"/>
                <a:ea typeface="-윤체M"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9pPr>
          </a:lstStyle>
          <a:p>
            <a:pPr eaLnBrk="1" hangingPunct="1">
              <a:spcBef>
                <a:spcPct val="50000"/>
              </a:spcBef>
              <a:buFontTx/>
              <a:buNone/>
            </a:pPr>
            <a:r>
              <a:rPr lang="zh-CN" altLang="en-US" sz="2400">
                <a:latin typeface="华文行楷" panose="02010800040101010101" pitchFamily="2" charset="-122"/>
                <a:ea typeface="华文行楷" panose="02010800040101010101" pitchFamily="2" charset="-122"/>
              </a:rPr>
              <a:t>第</a:t>
            </a:r>
            <a:r>
              <a:rPr lang="en-US" altLang="zh-CN" sz="2400">
                <a:latin typeface="华文行楷" panose="02010800040101010101" pitchFamily="2" charset="-122"/>
                <a:ea typeface="华文行楷" panose="02010800040101010101" pitchFamily="2" charset="-122"/>
              </a:rPr>
              <a:t>3</a:t>
            </a:r>
            <a:r>
              <a:rPr lang="zh-CN" altLang="en-US" sz="2400">
                <a:latin typeface="华文行楷" panose="02010800040101010101" pitchFamily="2" charset="-122"/>
                <a:ea typeface="华文行楷" panose="02010800040101010101" pitchFamily="2" charset="-122"/>
              </a:rPr>
              <a:t>章 逻辑系统</a:t>
            </a:r>
          </a:p>
        </p:txBody>
      </p:sp>
    </p:spTree>
    <p:extLst>
      <p:ext uri="{BB962C8B-B14F-4D97-AF65-F5344CB8AC3E}">
        <p14:creationId xmlns:p14="http://schemas.microsoft.com/office/powerpoint/2010/main" val="249189310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4294967295"/>
          </p:nvPr>
        </p:nvSpPr>
        <p:spPr>
          <a:xfrm>
            <a:off x="6553200" y="6248400"/>
            <a:ext cx="1905000" cy="457200"/>
          </a:xfrm>
          <a:prstGeom prst="rect">
            <a:avLst/>
          </a:prstGeom>
        </p:spPr>
        <p:txBody>
          <a:bodyPr/>
          <a:lstStyle/>
          <a:p>
            <a:pPr>
              <a:defRPr/>
            </a:pPr>
            <a:fld id="{D81CC8CE-870D-4567-B9D3-6F72BD2FB6DD}" type="slidenum">
              <a:rPr lang="en-US" altLang="ko-KR"/>
              <a:pPr>
                <a:defRPr/>
              </a:pPr>
              <a:t>19</a:t>
            </a:fld>
            <a:endParaRPr lang="en-US" altLang="ko-KR"/>
          </a:p>
        </p:txBody>
      </p:sp>
      <p:sp>
        <p:nvSpPr>
          <p:cNvPr id="30723" name="Rectangle 2"/>
          <p:cNvSpPr>
            <a:spLocks noGrp="1" noChangeArrowheads="1"/>
          </p:cNvSpPr>
          <p:nvPr>
            <p:ph type="title"/>
          </p:nvPr>
        </p:nvSpPr>
        <p:spPr>
          <a:xfrm>
            <a:off x="684213" y="476250"/>
            <a:ext cx="7772400" cy="731838"/>
          </a:xfrm>
        </p:spPr>
        <p:txBody>
          <a:bodyPr/>
          <a:lstStyle/>
          <a:p>
            <a:pPr algn="ctr" eaLnBrk="1" hangingPunct="1"/>
            <a:r>
              <a:rPr lang="zh-CN" altLang="en-US" sz="4000" b="1" smtClean="0">
                <a:solidFill>
                  <a:schemeClr val="tx1"/>
                </a:solidFill>
                <a:latin typeface="宋体" panose="02010600030101010101" pitchFamily="2" charset="-122"/>
                <a:ea typeface="宋体" panose="02010600030101010101" pitchFamily="2" charset="-122"/>
              </a:rPr>
              <a:t>命题变量与真值</a:t>
            </a:r>
            <a:endParaRPr lang="en-US" altLang="zh-CN" sz="4000" b="1" smtClean="0">
              <a:solidFill>
                <a:schemeClr val="tx1"/>
              </a:solidFill>
              <a:latin typeface="Times New Roman" panose="02020603050405020304" pitchFamily="18" charset="0"/>
              <a:ea typeface="宋体" panose="02010600030101010101" pitchFamily="2" charset="-122"/>
            </a:endParaRPr>
          </a:p>
        </p:txBody>
      </p:sp>
      <p:sp>
        <p:nvSpPr>
          <p:cNvPr id="204803" name="Rectangle 3"/>
          <p:cNvSpPr>
            <a:spLocks noGrp="1" noChangeArrowheads="1"/>
          </p:cNvSpPr>
          <p:nvPr>
            <p:ph type="body" idx="1"/>
          </p:nvPr>
        </p:nvSpPr>
        <p:spPr>
          <a:xfrm>
            <a:off x="179388" y="1484313"/>
            <a:ext cx="8496300" cy="4968875"/>
          </a:xfrm>
        </p:spPr>
        <p:txBody>
          <a:bodyPr/>
          <a:lstStyle/>
          <a:p>
            <a:pPr eaLnBrk="1" hangingPunct="1">
              <a:lnSpc>
                <a:spcPct val="120000"/>
              </a:lnSpc>
              <a:defRPr/>
            </a:pPr>
            <a:r>
              <a:rPr lang="zh-CN" altLang="en-US" sz="2400" dirty="0" smtClean="0">
                <a:latin typeface="微软雅黑" panose="020B0503020204020204" pitchFamily="34" charset="-122"/>
                <a:ea typeface="微软雅黑" panose="020B0503020204020204" pitchFamily="34" charset="-122"/>
              </a:rPr>
              <a:t>命题变量（变元）：可以代表任一个命题的符号，即为命题变量</a:t>
            </a:r>
          </a:p>
          <a:p>
            <a:pPr eaLnBrk="1" hangingPunct="1">
              <a:lnSpc>
                <a:spcPct val="120000"/>
              </a:lnSpc>
              <a:defRPr/>
            </a:pPr>
            <a:r>
              <a:rPr lang="zh-CN" altLang="en-US" sz="2400" dirty="0" smtClean="0">
                <a:latin typeface="微软雅黑" panose="020B0503020204020204" pitchFamily="34" charset="-122"/>
                <a:ea typeface="微软雅黑" panose="020B0503020204020204" pitchFamily="34" charset="-122"/>
              </a:rPr>
              <a:t>一个命题或命题变量具有（真</a:t>
            </a:r>
            <a:r>
              <a:rPr lang="en-US" altLang="zh-CN" sz="2400" dirty="0" smtClean="0">
                <a:latin typeface="微软雅黑" panose="020B0503020204020204" pitchFamily="34" charset="-122"/>
                <a:ea typeface="微软雅黑" panose="020B0503020204020204" pitchFamily="34" charset="-122"/>
              </a:rPr>
              <a:t>/</a:t>
            </a:r>
            <a:r>
              <a:rPr lang="zh-CN" altLang="en-US" sz="2400" dirty="0" smtClean="0">
                <a:latin typeface="微软雅黑" panose="020B0503020204020204" pitchFamily="34" charset="-122"/>
                <a:ea typeface="微软雅黑" panose="020B0503020204020204" pitchFamily="34" charset="-122"/>
              </a:rPr>
              <a:t>假）两种真值</a:t>
            </a:r>
            <a:endParaRPr lang="en-US" altLang="zh-CN" sz="2400" dirty="0" smtClean="0">
              <a:latin typeface="微软雅黑" panose="020B0503020204020204" pitchFamily="34" charset="-122"/>
              <a:ea typeface="微软雅黑" panose="020B0503020204020204" pitchFamily="34" charset="-122"/>
            </a:endParaRPr>
          </a:p>
          <a:p>
            <a:pPr eaLnBrk="1" hangingPunct="1">
              <a:lnSpc>
                <a:spcPct val="120000"/>
              </a:lnSpc>
              <a:defRPr/>
            </a:pPr>
            <a:r>
              <a:rPr lang="zh-CN" altLang="en-US" sz="2400" dirty="0" smtClean="0">
                <a:latin typeface="微软雅黑" panose="020B0503020204020204" pitchFamily="34" charset="-122"/>
                <a:ea typeface="微软雅黑" panose="020B0503020204020204" pitchFamily="34" charset="-122"/>
              </a:rPr>
              <a:t>真值连接词（</a:t>
            </a:r>
            <a:r>
              <a:rPr lang="en-US" altLang="zh-CN" sz="2400" dirty="0" smtClean="0">
                <a:latin typeface="微软雅黑" panose="020B0503020204020204" pitchFamily="34" charset="-122"/>
                <a:ea typeface="微软雅黑" panose="020B0503020204020204" pitchFamily="34" charset="-122"/>
              </a:rPr>
              <a:t>5</a:t>
            </a:r>
            <a:r>
              <a:rPr lang="zh-CN" altLang="en-US" sz="2400" dirty="0" smtClean="0">
                <a:latin typeface="微软雅黑" panose="020B0503020204020204" pitchFamily="34" charset="-122"/>
                <a:ea typeface="微软雅黑" panose="020B0503020204020204" pitchFamily="34" charset="-122"/>
              </a:rPr>
              <a:t>个）：</a:t>
            </a:r>
            <a:endParaRPr lang="en-US" altLang="zh-CN" sz="2400" dirty="0" smtClean="0">
              <a:latin typeface="微软雅黑" panose="020B0503020204020204" pitchFamily="34" charset="-122"/>
              <a:ea typeface="微软雅黑" panose="020B0503020204020204" pitchFamily="34" charset="-122"/>
            </a:endParaRPr>
          </a:p>
          <a:p>
            <a:pPr marL="0" indent="0" eaLnBrk="1" hangingPunct="1">
              <a:lnSpc>
                <a:spcPct val="120000"/>
              </a:lnSpc>
              <a:buFontTx/>
              <a:buNone/>
              <a:defRPr/>
            </a:pPr>
            <a:r>
              <a:rPr lang="en-US" altLang="zh-CN" sz="2400" dirty="0" smtClean="0">
                <a:latin typeface="Times New Roman" panose="02020603050405020304" pitchFamily="18" charset="0"/>
                <a:ea typeface="黑体" panose="02010609060101010101" pitchFamily="49" charset="-122"/>
              </a:rPr>
              <a:t>	</a:t>
            </a:r>
            <a:r>
              <a:rPr lang="zh-CN" altLang="en-US" sz="2400" dirty="0" smtClean="0">
                <a:latin typeface="微软雅黑" panose="020B0503020204020204" pitchFamily="34" charset="-122"/>
                <a:ea typeface="微软雅黑" panose="020B0503020204020204" pitchFamily="34" charset="-122"/>
              </a:rPr>
              <a:t>否定        合取       析取      蕴涵      等价</a:t>
            </a:r>
            <a:endParaRPr lang="en-US" altLang="zh-CN" sz="2400" dirty="0" smtClean="0">
              <a:latin typeface="微软雅黑" panose="020B0503020204020204" pitchFamily="34" charset="-122"/>
              <a:ea typeface="微软雅黑" panose="020B0503020204020204" pitchFamily="34" charset="-122"/>
            </a:endParaRPr>
          </a:p>
          <a:p>
            <a:pPr marL="0" indent="0" eaLnBrk="1" hangingPunct="1">
              <a:lnSpc>
                <a:spcPct val="120000"/>
              </a:lnSpc>
              <a:buFontTx/>
              <a:buNone/>
              <a:defRPr/>
            </a:pPr>
            <a:endParaRPr lang="en-US" altLang="zh-CN" sz="2400" dirty="0" smtClean="0">
              <a:latin typeface="Times New Roman" panose="02020603050405020304" pitchFamily="18" charset="0"/>
              <a:ea typeface="黑体" panose="02010609060101010101" pitchFamily="49" charset="-122"/>
            </a:endParaRPr>
          </a:p>
          <a:p>
            <a:pPr eaLnBrk="1" hangingPunct="1">
              <a:lnSpc>
                <a:spcPct val="120000"/>
              </a:lnSpc>
              <a:defRPr/>
            </a:pPr>
            <a:r>
              <a:rPr lang="zh-CN" altLang="en-US" sz="2400" dirty="0" smtClean="0">
                <a:latin typeface="微软雅黑" panose="020B0503020204020204" pitchFamily="34" charset="-122"/>
                <a:ea typeface="微软雅黑" panose="020B0503020204020204" pitchFamily="34" charset="-122"/>
              </a:rPr>
              <a:t>简单命题：一个被视为整体的、具有真或假的命题</a:t>
            </a:r>
            <a:endParaRPr lang="en-US" altLang="zh-CN" sz="2400" dirty="0" smtClean="0">
              <a:latin typeface="微软雅黑" panose="020B0503020204020204" pitchFamily="34" charset="-122"/>
              <a:ea typeface="微软雅黑" panose="020B0503020204020204" pitchFamily="34" charset="-122"/>
            </a:endParaRPr>
          </a:p>
          <a:p>
            <a:pPr eaLnBrk="1" hangingPunct="1">
              <a:lnSpc>
                <a:spcPct val="120000"/>
              </a:lnSpc>
              <a:defRPr/>
            </a:pPr>
            <a:r>
              <a:rPr lang="zh-CN" altLang="en-US" sz="2400" dirty="0" smtClean="0">
                <a:latin typeface="微软雅黑" panose="020B0503020204020204" pitchFamily="34" charset="-122"/>
                <a:ea typeface="微软雅黑" panose="020B0503020204020204" pitchFamily="34" charset="-122"/>
              </a:rPr>
              <a:t>复合命题：使用联结词将简单命题联结起来的命题是复合命题</a:t>
            </a:r>
          </a:p>
        </p:txBody>
      </p:sp>
      <p:sp>
        <p:nvSpPr>
          <p:cNvPr id="30725" name="Text Box 4"/>
          <p:cNvSpPr txBox="1">
            <a:spLocks noChangeArrowheads="1"/>
          </p:cNvSpPr>
          <p:nvPr/>
        </p:nvSpPr>
        <p:spPr bwMode="auto">
          <a:xfrm>
            <a:off x="0" y="188913"/>
            <a:ext cx="2339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2200">
                <a:solidFill>
                  <a:schemeClr val="tx1"/>
                </a:solidFill>
                <a:latin typeface="-윤체M" pitchFamily="18" charset="-127"/>
                <a:ea typeface="-윤체M" pitchFamily="18" charset="-127"/>
              </a:defRPr>
            </a:lvl1pPr>
            <a:lvl2pPr marL="742950" indent="-285750" latinLnBrk="1">
              <a:spcBef>
                <a:spcPct val="20000"/>
              </a:spcBef>
              <a:buChar char="•"/>
              <a:defRPr kumimoji="1" sz="2000">
                <a:solidFill>
                  <a:schemeClr val="tx1"/>
                </a:solidFill>
                <a:latin typeface="-윤체M" pitchFamily="18" charset="-127"/>
                <a:ea typeface="-윤체M" pitchFamily="18" charset="-127"/>
              </a:defRPr>
            </a:lvl2pPr>
            <a:lvl3pPr marL="1143000" indent="-228600" latinLnBrk="1">
              <a:spcBef>
                <a:spcPct val="20000"/>
              </a:spcBef>
              <a:buChar char="•"/>
              <a:defRPr kumimoji="1">
                <a:solidFill>
                  <a:schemeClr val="tx1"/>
                </a:solidFill>
                <a:latin typeface="-윤체M" pitchFamily="18" charset="-127"/>
                <a:ea typeface="-윤체M" pitchFamily="18" charset="-127"/>
              </a:defRPr>
            </a:lvl3pPr>
            <a:lvl4pPr marL="1600200" indent="-228600" latinLnBrk="1">
              <a:spcBef>
                <a:spcPct val="20000"/>
              </a:spcBef>
              <a:buChar char="•"/>
              <a:defRPr kumimoji="1" sz="1600">
                <a:solidFill>
                  <a:schemeClr val="tx1"/>
                </a:solidFill>
                <a:latin typeface="-윤체M" pitchFamily="18" charset="-127"/>
                <a:ea typeface="-윤체M" pitchFamily="18" charset="-127"/>
              </a:defRPr>
            </a:lvl4pPr>
            <a:lvl5pPr marL="2057400" indent="-228600" latinLnBrk="1">
              <a:spcBef>
                <a:spcPct val="20000"/>
              </a:spcBef>
              <a:buChar char="•"/>
              <a:defRPr kumimoji="1" sz="1400">
                <a:solidFill>
                  <a:schemeClr val="tx1"/>
                </a:solidFill>
                <a:latin typeface="-윤체M" pitchFamily="18" charset="-127"/>
                <a:ea typeface="-윤체M"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9pPr>
          </a:lstStyle>
          <a:p>
            <a:pPr eaLnBrk="1" hangingPunct="1">
              <a:spcBef>
                <a:spcPct val="50000"/>
              </a:spcBef>
              <a:buFontTx/>
              <a:buNone/>
            </a:pPr>
            <a:r>
              <a:rPr lang="zh-CN" altLang="en-US" sz="2400">
                <a:latin typeface="华文行楷" panose="02010800040101010101" pitchFamily="2" charset="-122"/>
                <a:ea typeface="华文行楷" panose="02010800040101010101" pitchFamily="2" charset="-122"/>
              </a:rPr>
              <a:t>第</a:t>
            </a:r>
            <a:r>
              <a:rPr lang="en-US" altLang="zh-CN" sz="2400">
                <a:latin typeface="华文行楷" panose="02010800040101010101" pitchFamily="2" charset="-122"/>
                <a:ea typeface="华文行楷" panose="02010800040101010101" pitchFamily="2" charset="-122"/>
              </a:rPr>
              <a:t>3</a:t>
            </a:r>
            <a:r>
              <a:rPr lang="zh-CN" altLang="en-US" sz="2400">
                <a:latin typeface="华文行楷" panose="02010800040101010101" pitchFamily="2" charset="-122"/>
                <a:ea typeface="华文行楷" panose="02010800040101010101" pitchFamily="2" charset="-122"/>
              </a:rPr>
              <a:t>章 逻辑系统</a:t>
            </a:r>
          </a:p>
        </p:txBody>
      </p:sp>
      <p:graphicFrame>
        <p:nvGraphicFramePr>
          <p:cNvPr id="4" name="表格 3"/>
          <p:cNvGraphicFramePr>
            <a:graphicFrameLocks noGrp="1"/>
          </p:cNvGraphicFramePr>
          <p:nvPr/>
        </p:nvGraphicFramePr>
        <p:xfrm>
          <a:off x="971550" y="3968750"/>
          <a:ext cx="6096000" cy="457200"/>
        </p:xfrm>
        <a:graphic>
          <a:graphicData uri="http://schemas.openxmlformats.org/drawingml/2006/table">
            <a:tbl>
              <a:tblPr firstRow="1" bandRow="1">
                <a:tableStyleId>{5C22544A-7EE6-4342-B048-85BDC9FD1C3A}</a:tableStyleId>
              </a:tblPr>
              <a:tblGrid>
                <a:gridCol w="1219200"/>
                <a:gridCol w="1219200"/>
                <a:gridCol w="1219200"/>
                <a:gridCol w="1219200"/>
                <a:gridCol w="1219200"/>
              </a:tblGrid>
              <a:tr h="370840">
                <a:tc>
                  <a:txBody>
                    <a:bodyPr/>
                    <a:lstStyle/>
                    <a:p>
                      <a:pPr algn="ctr"/>
                      <a:r>
                        <a:rPr lang="zh-CN" altLang="en-US" sz="2400" dirty="0" smtClean="0">
                          <a:solidFill>
                            <a:schemeClr val="tx1"/>
                          </a:solidFill>
                          <a:latin typeface="Times New Roman" panose="02020603050405020304" pitchFamily="18" charset="0"/>
                          <a:ea typeface="黑体" panose="02010609060101010101" pitchFamily="49" charset="-122"/>
                        </a:rPr>
                        <a:t>～</a:t>
                      </a:r>
                      <a:r>
                        <a:rPr lang="en-US" altLang="zh-CN" sz="2400" dirty="0" smtClean="0">
                          <a:solidFill>
                            <a:schemeClr val="tx1"/>
                          </a:solidFill>
                          <a:latin typeface="Times New Roman" panose="02020603050405020304" pitchFamily="18" charset="0"/>
                          <a:ea typeface="黑体" panose="02010609060101010101" pitchFamily="49" charset="-122"/>
                        </a:rPr>
                        <a:t> p</a:t>
                      </a:r>
                      <a:endParaRPr lang="zh-CN" alt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altLang="zh-CN" sz="2400" dirty="0" err="1" smtClean="0">
                          <a:solidFill>
                            <a:schemeClr val="tx1"/>
                          </a:solidFill>
                          <a:latin typeface="Times New Roman" panose="02020603050405020304" pitchFamily="18" charset="0"/>
                          <a:ea typeface="黑体" panose="02010609060101010101" pitchFamily="49" charset="-122"/>
                        </a:rPr>
                        <a:t>p∧q</a:t>
                      </a:r>
                      <a:endParaRPr lang="zh-CN" alt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altLang="zh-CN" sz="2400" dirty="0" err="1" smtClean="0">
                          <a:solidFill>
                            <a:schemeClr val="tx1"/>
                          </a:solidFill>
                          <a:latin typeface="Times New Roman" panose="02020603050405020304" pitchFamily="18" charset="0"/>
                          <a:ea typeface="黑体" panose="02010609060101010101" pitchFamily="49" charset="-122"/>
                        </a:rPr>
                        <a:t>p∨q</a:t>
                      </a:r>
                      <a:r>
                        <a:rPr lang="en-US" altLang="zh-CN" sz="2400" dirty="0" smtClean="0">
                          <a:solidFill>
                            <a:schemeClr val="tx1"/>
                          </a:solidFill>
                          <a:latin typeface="Times New Roman" panose="02020603050405020304" pitchFamily="18" charset="0"/>
                          <a:ea typeface="黑体" panose="02010609060101010101" pitchFamily="49" charset="-122"/>
                        </a:rPr>
                        <a:t> </a:t>
                      </a:r>
                      <a:endParaRPr lang="zh-CN" alt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dirty="0" smtClean="0">
                          <a:solidFill>
                            <a:schemeClr val="tx1"/>
                          </a:solidFill>
                          <a:latin typeface="Times New Roman" panose="02020603050405020304" pitchFamily="18" charset="0"/>
                          <a:ea typeface="黑体" panose="02010609060101010101" pitchFamily="49" charset="-122"/>
                        </a:rPr>
                        <a:t>p → q</a:t>
                      </a:r>
                      <a:endParaRPr lang="zh-CN" alt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altLang="zh-CN" sz="2400" dirty="0" smtClean="0">
                          <a:solidFill>
                            <a:schemeClr val="tx1"/>
                          </a:solidFill>
                          <a:latin typeface="Times New Roman" panose="02020603050405020304" pitchFamily="18" charset="0"/>
                          <a:ea typeface="黑体" panose="02010609060101010101" pitchFamily="49" charset="-122"/>
                        </a:rPr>
                        <a:t>p </a:t>
                      </a:r>
                      <a:r>
                        <a:rPr lang="en-US" altLang="zh-CN" sz="2400" dirty="0" smtClean="0">
                          <a:solidFill>
                            <a:schemeClr val="tx1"/>
                          </a:solidFill>
                          <a:latin typeface="Times New Roman" panose="02020603050405020304" pitchFamily="18" charset="0"/>
                          <a:ea typeface="黑体" panose="02010609060101010101" pitchFamily="49" charset="-122"/>
                          <a:sym typeface="Wingdings" panose="05000000000000000000" pitchFamily="2" charset="2"/>
                        </a:rPr>
                        <a:t>≡ </a:t>
                      </a:r>
                      <a:r>
                        <a:rPr lang="en-US" altLang="zh-CN" sz="2400" dirty="0" smtClean="0">
                          <a:solidFill>
                            <a:schemeClr val="tx1"/>
                          </a:solidFill>
                          <a:latin typeface="Times New Roman" panose="02020603050405020304" pitchFamily="18" charset="0"/>
                          <a:ea typeface="黑体" panose="02010609060101010101" pitchFamily="49" charset="-122"/>
                        </a:rPr>
                        <a:t>q</a:t>
                      </a:r>
                      <a:endParaRPr lang="zh-CN" alt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r>
            </a:tbl>
          </a:graphicData>
        </a:graphic>
      </p:graphicFrame>
    </p:spTree>
    <p:extLst>
      <p:ext uri="{BB962C8B-B14F-4D97-AF65-F5344CB8AC3E}">
        <p14:creationId xmlns:p14="http://schemas.microsoft.com/office/powerpoint/2010/main" val="56060496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04803">
                                            <p:txEl>
                                              <p:pRg st="1" end="1"/>
                                            </p:txEl>
                                          </p:spTgt>
                                        </p:tgtEl>
                                        <p:attrNameLst>
                                          <p:attrName>style.visibility</p:attrName>
                                        </p:attrNameLst>
                                      </p:cBhvr>
                                      <p:to>
                                        <p:strVal val="visible"/>
                                      </p:to>
                                    </p:set>
                                    <p:animEffect transition="in" filter="blinds(horizontal)">
                                      <p:cBhvr>
                                        <p:cTn id="7" dur="500"/>
                                        <p:tgtEl>
                                          <p:spTgt spid="20480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04803">
                                            <p:txEl>
                                              <p:pRg st="2" end="2"/>
                                            </p:txEl>
                                          </p:spTgt>
                                        </p:tgtEl>
                                        <p:attrNameLst>
                                          <p:attrName>style.visibility</p:attrName>
                                        </p:attrNameLst>
                                      </p:cBhvr>
                                      <p:to>
                                        <p:strVal val="visible"/>
                                      </p:to>
                                    </p:set>
                                    <p:animEffect transition="in" filter="blinds(horizontal)">
                                      <p:cBhvr>
                                        <p:cTn id="12" dur="500"/>
                                        <p:tgtEl>
                                          <p:spTgt spid="20480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04803">
                                            <p:txEl>
                                              <p:pRg st="3" end="3"/>
                                            </p:txEl>
                                          </p:spTgt>
                                        </p:tgtEl>
                                        <p:attrNameLst>
                                          <p:attrName>style.visibility</p:attrName>
                                        </p:attrNameLst>
                                      </p:cBhvr>
                                      <p:to>
                                        <p:strVal val="visible"/>
                                      </p:to>
                                    </p:set>
                                    <p:animEffect transition="in" filter="blinds(horizontal)">
                                      <p:cBhvr>
                                        <p:cTn id="17" dur="500"/>
                                        <p:tgtEl>
                                          <p:spTgt spid="20480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04803">
                                            <p:txEl>
                                              <p:pRg st="5" end="5"/>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20480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灯片编号占位符 5"/>
          <p:cNvSpPr txBox="1">
            <a:spLocks noGrp="1"/>
          </p:cNvSpPr>
          <p:nvPr>
            <p:ph type="sldNum" sz="quarter" idx="4"/>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40" tIns="45720" rIns="91440" bIns="45720" numCol="1" anchor="t" anchorCtr="0" compatLnSpc="1"/>
          <a:lstStyle/>
          <a:p>
            <a:pPr marL="0" marR="0" lvl="0" indent="0" algn="r" defTabSz="914400" rtl="0" eaLnBrk="1" fontAlgn="base" latinLnBrk="1" hangingPunct="1">
              <a:lnSpc>
                <a:spcPct val="100000"/>
              </a:lnSpc>
              <a:spcBef>
                <a:spcPct val="0"/>
              </a:spcBef>
              <a:spcAft>
                <a:spcPct val="0"/>
              </a:spcAft>
              <a:buClrTx/>
              <a:buSzTx/>
              <a:buFontTx/>
              <a:buNone/>
              <a:defRPr/>
            </a:pPr>
            <a:fld id="{C8A016DD-2C89-495A-A4DD-E9A6E1618CEF}"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t>20</a:t>
            </a:fld>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461827" name="Rectangle 3"/>
          <p:cNvSpPr>
            <a:spLocks noGrp="1"/>
          </p:cNvSpPr>
          <p:nvPr>
            <p:ph idx="1"/>
          </p:nvPr>
        </p:nvSpPr>
        <p:spPr>
          <a:xfrm>
            <a:off x="395536" y="1628800"/>
            <a:ext cx="8075364" cy="4479900"/>
          </a:xfrm>
        </p:spPr>
        <p:txBody>
          <a:bodyPr vert="horz" wrap="square" lIns="91440" tIns="45720" rIns="91440" bIns="45720" anchor="t" anchorCtr="0"/>
          <a:lstStyle/>
          <a:p>
            <a:pPr eaLnBrk="1" hangingPunct="1">
              <a:lnSpc>
                <a:spcPct val="120000"/>
              </a:lnSpc>
            </a:pPr>
            <a:r>
              <a:rPr lang="zh-CN" altLang="en-US" sz="2800" dirty="0" smtClean="0">
                <a:latin typeface="Times New Roman" panose="02020603050405020304" pitchFamily="18" charset="0"/>
                <a:ea typeface="微软雅黑" panose="020B0503020204020204" pitchFamily="34" charset="-122"/>
                <a:cs typeface="Times New Roman" panose="02020603050405020304" pitchFamily="18" charset="0"/>
              </a:rPr>
              <a:t>例子</a:t>
            </a:r>
            <a:r>
              <a:rPr lang="en-US" altLang="zh-CN" sz="2800" dirty="0" smtClean="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800" dirty="0" smtClean="0">
                <a:latin typeface="Times New Roman" panose="02020603050405020304" pitchFamily="18" charset="0"/>
                <a:ea typeface="微软雅黑" panose="020B0503020204020204" pitchFamily="34" charset="-122"/>
                <a:cs typeface="Times New Roman" panose="02020603050405020304" pitchFamily="18" charset="0"/>
              </a:rPr>
              <a:t>将</a:t>
            </a:r>
            <a:r>
              <a:rPr lang="zh-CN" altLang="en-US" sz="2800" dirty="0">
                <a:latin typeface="Times New Roman" panose="02020603050405020304" pitchFamily="18" charset="0"/>
                <a:ea typeface="微软雅黑" panose="020B0503020204020204" pitchFamily="34" charset="-122"/>
                <a:cs typeface="Times New Roman" panose="02020603050405020304" pitchFamily="18" charset="0"/>
              </a:rPr>
              <a:t>陈述句转化成命题公式。</a:t>
            </a:r>
          </a:p>
          <a:p>
            <a:pPr marL="0" indent="0" eaLnBrk="1" hangingPunct="1">
              <a:lnSpc>
                <a:spcPct val="120000"/>
              </a:lnSpc>
              <a:buNone/>
            </a:pPr>
            <a:r>
              <a:rPr lang="zh-CN" altLang="en-US" sz="2800" dirty="0" smtClean="0">
                <a:latin typeface="Times New Roman" panose="02020603050405020304" pitchFamily="18" charset="0"/>
                <a:ea typeface="微软雅黑" panose="020B0503020204020204" pitchFamily="34" charset="-122"/>
                <a:cs typeface="Times New Roman" panose="02020603050405020304" pitchFamily="18" charset="0"/>
              </a:rPr>
              <a:t>设</a:t>
            </a:r>
            <a:r>
              <a:rPr lang="zh-CN" altLang="en-US" sz="2800" dirty="0">
                <a:latin typeface="Times New Roman" panose="02020603050405020304" pitchFamily="18" charset="0"/>
                <a:ea typeface="微软雅黑" panose="020B0503020204020204" pitchFamily="34" charset="-122"/>
                <a:cs typeface="Times New Roman" panose="02020603050405020304" pitchFamily="18" charset="0"/>
              </a:rPr>
              <a:t>“下雨”为</a:t>
            </a:r>
            <a:r>
              <a:rPr lang="en-US" altLang="zh-CN" sz="2800" dirty="0">
                <a:latin typeface="Times New Roman" panose="02020603050405020304" pitchFamily="18" charset="0"/>
                <a:ea typeface="微软雅黑" panose="020B0503020204020204" pitchFamily="34" charset="-122"/>
                <a:cs typeface="Times New Roman" panose="02020603050405020304" pitchFamily="18" charset="0"/>
              </a:rPr>
              <a:t>p</a:t>
            </a:r>
            <a:r>
              <a:rPr lang="zh-CN" altLang="en-US" sz="2800" dirty="0">
                <a:latin typeface="Times New Roman" panose="02020603050405020304" pitchFamily="18" charset="0"/>
                <a:ea typeface="微软雅黑" panose="020B0503020204020204" pitchFamily="34" charset="-122"/>
                <a:cs typeface="Times New Roman" panose="02020603050405020304" pitchFamily="18" charset="0"/>
              </a:rPr>
              <a:t>，“骑车上班”为</a:t>
            </a:r>
            <a:r>
              <a:rPr lang="en-US" altLang="zh-CN" sz="2800" dirty="0">
                <a:latin typeface="Times New Roman" panose="02020603050405020304" pitchFamily="18" charset="0"/>
                <a:ea typeface="微软雅黑" panose="020B0503020204020204" pitchFamily="34" charset="-122"/>
                <a:cs typeface="Times New Roman" panose="02020603050405020304" pitchFamily="18" charset="0"/>
              </a:rPr>
              <a:t>q</a:t>
            </a:r>
          </a:p>
          <a:p>
            <a:pPr marL="0" indent="0" eaLnBrk="1" hangingPunct="1">
              <a:lnSpc>
                <a:spcPct val="120000"/>
              </a:lnSpc>
              <a:buNone/>
            </a:pPr>
            <a:r>
              <a:rPr lang="en-US" altLang="zh-CN" sz="2800" dirty="0">
                <a:latin typeface="Times New Roman" panose="02020603050405020304" pitchFamily="18" charset="0"/>
                <a:ea typeface="微软雅黑" panose="020B0503020204020204" pitchFamily="34" charset="-122"/>
                <a:cs typeface="Times New Roman" panose="02020603050405020304" pitchFamily="18" charset="0"/>
              </a:rPr>
              <a:t>1 “</a:t>
            </a:r>
            <a:r>
              <a:rPr lang="zh-CN" altLang="en-US" sz="28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只要不下雨，我就骑车上班</a:t>
            </a:r>
            <a:r>
              <a:rPr lang="zh-CN" altLang="en-US" sz="2800" dirty="0">
                <a:latin typeface="Times New Roman" panose="02020603050405020304" pitchFamily="18" charset="0"/>
                <a:ea typeface="微软雅黑" panose="020B0503020204020204" pitchFamily="34" charset="-122"/>
                <a:cs typeface="Times New Roman" panose="02020603050405020304" pitchFamily="18" charset="0"/>
              </a:rPr>
              <a:t>”。</a:t>
            </a:r>
          </a:p>
          <a:p>
            <a:pPr eaLnBrk="1" hangingPunct="1">
              <a:lnSpc>
                <a:spcPct val="120000"/>
              </a:lnSpc>
              <a:buNone/>
            </a:pPr>
            <a:r>
              <a:rPr lang="en-US" altLang="zh-CN" sz="2800" dirty="0">
                <a:latin typeface="Times New Roman" panose="02020603050405020304" pitchFamily="18" charset="0"/>
                <a:ea typeface="微软雅黑" panose="020B0503020204020204" pitchFamily="34" charset="-122"/>
                <a:cs typeface="Times New Roman" panose="02020603050405020304" pitchFamily="18" charset="0"/>
              </a:rPr>
              <a:t>    ~p</a:t>
            </a:r>
            <a:r>
              <a:rPr lang="zh-CN" altLang="en-US" sz="2800" dirty="0">
                <a:latin typeface="Times New Roman" panose="02020603050405020304" pitchFamily="18" charset="0"/>
                <a:ea typeface="微软雅黑" panose="020B0503020204020204" pitchFamily="34" charset="-122"/>
                <a:cs typeface="Times New Roman" panose="02020603050405020304" pitchFamily="18" charset="0"/>
              </a:rPr>
              <a:t>是</a:t>
            </a:r>
            <a:r>
              <a:rPr lang="en-US" altLang="zh-CN" sz="2800" dirty="0">
                <a:latin typeface="Times New Roman" panose="02020603050405020304" pitchFamily="18" charset="0"/>
                <a:ea typeface="微软雅黑" panose="020B0503020204020204" pitchFamily="34" charset="-122"/>
                <a:cs typeface="Times New Roman" panose="02020603050405020304" pitchFamily="18" charset="0"/>
              </a:rPr>
              <a:t>q</a:t>
            </a:r>
            <a:r>
              <a:rPr lang="zh-CN" altLang="en-US" sz="2800" dirty="0">
                <a:latin typeface="Times New Roman" panose="02020603050405020304" pitchFamily="18" charset="0"/>
                <a:ea typeface="微软雅黑" panose="020B0503020204020204" pitchFamily="34" charset="-122"/>
                <a:cs typeface="Times New Roman" panose="02020603050405020304" pitchFamily="18" charset="0"/>
              </a:rPr>
              <a:t>的充分条件，因而可得命题公式：</a:t>
            </a:r>
            <a:r>
              <a:rPr lang="en-US" altLang="zh-CN" sz="28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8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q</a:t>
            </a:r>
          </a:p>
          <a:p>
            <a:pPr marL="0" indent="0" eaLnBrk="1" hangingPunct="1">
              <a:lnSpc>
                <a:spcPct val="120000"/>
              </a:lnSpc>
              <a:buNone/>
            </a:pPr>
            <a:r>
              <a:rPr lang="en-US" altLang="zh-CN" sz="2800" dirty="0">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2 </a:t>
            </a:r>
            <a:r>
              <a:rPr lang="en-US" altLang="zh-CN" sz="28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8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只有不下雨，我才骑车上班</a:t>
            </a:r>
            <a:r>
              <a:rPr lang="zh-CN" altLang="en-US" sz="2800" dirty="0">
                <a:latin typeface="Times New Roman" panose="02020603050405020304" pitchFamily="18" charset="0"/>
                <a:ea typeface="微软雅黑" panose="020B0503020204020204" pitchFamily="34" charset="-122"/>
                <a:cs typeface="Times New Roman" panose="02020603050405020304" pitchFamily="18" charset="0"/>
              </a:rPr>
              <a:t>”。</a:t>
            </a:r>
          </a:p>
          <a:p>
            <a:pPr eaLnBrk="1" hangingPunct="1">
              <a:lnSpc>
                <a:spcPct val="120000"/>
              </a:lnSpc>
              <a:buNone/>
            </a:pPr>
            <a:r>
              <a:rPr lang="en-US" altLang="zh-CN" sz="2800" dirty="0">
                <a:latin typeface="Times New Roman" panose="02020603050405020304" pitchFamily="18" charset="0"/>
                <a:ea typeface="微软雅黑" panose="020B0503020204020204" pitchFamily="34" charset="-122"/>
                <a:cs typeface="Times New Roman" panose="02020603050405020304" pitchFamily="18" charset="0"/>
              </a:rPr>
              <a:t>   ~p</a:t>
            </a:r>
            <a:r>
              <a:rPr lang="zh-CN" altLang="en-US" sz="2800" dirty="0">
                <a:latin typeface="Times New Roman" panose="02020603050405020304" pitchFamily="18" charset="0"/>
                <a:ea typeface="微软雅黑" panose="020B0503020204020204" pitchFamily="34" charset="-122"/>
                <a:cs typeface="Times New Roman" panose="02020603050405020304" pitchFamily="18" charset="0"/>
              </a:rPr>
              <a:t>是</a:t>
            </a:r>
            <a:r>
              <a:rPr lang="en-US" altLang="zh-CN" sz="2800" dirty="0">
                <a:latin typeface="Times New Roman" panose="02020603050405020304" pitchFamily="18" charset="0"/>
                <a:ea typeface="微软雅黑" panose="020B0503020204020204" pitchFamily="34" charset="-122"/>
                <a:cs typeface="Times New Roman" panose="02020603050405020304" pitchFamily="18" charset="0"/>
              </a:rPr>
              <a:t>q</a:t>
            </a:r>
            <a:r>
              <a:rPr lang="zh-CN" altLang="en-US" sz="2800" dirty="0">
                <a:latin typeface="Times New Roman" panose="02020603050405020304" pitchFamily="18" charset="0"/>
                <a:ea typeface="微软雅黑" panose="020B0503020204020204" pitchFamily="34" charset="-122"/>
                <a:cs typeface="Times New Roman" panose="02020603050405020304" pitchFamily="18" charset="0"/>
              </a:rPr>
              <a:t>的必要条件，因而可得命题公式： </a:t>
            </a:r>
            <a:r>
              <a:rPr lang="en-US" altLang="zh-CN" sz="28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q</a:t>
            </a:r>
            <a:r>
              <a:rPr lang="zh-CN" altLang="en-US" sz="28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8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a:t>
            </a:r>
            <a:r>
              <a:rPr lang="zh-CN" altLang="en-US" sz="28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8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~p</a:t>
            </a:r>
          </a:p>
          <a:p>
            <a:pPr eaLnBrk="1" hangingPunct="1">
              <a:lnSpc>
                <a:spcPct val="120000"/>
              </a:lnSpc>
              <a:buNone/>
            </a:pPr>
            <a:endParaRPr lang="en-US" altLang="zh-CN" sz="2800" dirty="0">
              <a:latin typeface="Times New Roman" panose="02020603050405020304" pitchFamily="18" charset="0"/>
              <a:ea typeface="黑体" panose="02010609060101010101" pitchFamily="49" charset="-122"/>
            </a:endParaRPr>
          </a:p>
        </p:txBody>
      </p:sp>
      <p:sp>
        <p:nvSpPr>
          <p:cNvPr id="5" name="Rectangle 2"/>
          <p:cNvSpPr txBox="1">
            <a:spLocks noChangeArrowheads="1"/>
          </p:cNvSpPr>
          <p:nvPr/>
        </p:nvSpPr>
        <p:spPr>
          <a:xfrm>
            <a:off x="684213" y="476250"/>
            <a:ext cx="7772400" cy="731838"/>
          </a:xfrm>
          <a:prstGeom prst="rect">
            <a:avLst/>
          </a:prstGeom>
          <a:noFill/>
          <a:ln w="9525">
            <a:noFill/>
          </a:ln>
        </p:spPr>
        <p:txBody>
          <a:bodyPr anchor="ctr" anchorCtr="0"/>
          <a:lstStyle>
            <a:lvl1pPr algn="l" rtl="0" eaLnBrk="0" fontAlgn="base" latinLnBrk="1" hangingPunct="0">
              <a:spcBef>
                <a:spcPct val="0"/>
              </a:spcBef>
              <a:spcAft>
                <a:spcPct val="0"/>
              </a:spcAft>
              <a:defRPr kumimoji="1" sz="3600" kern="1200">
                <a:solidFill>
                  <a:srgbClr val="0033CC"/>
                </a:solidFill>
                <a:latin typeface="+mj-lt"/>
                <a:ea typeface="+mj-ea"/>
                <a:cs typeface="+mj-cs"/>
              </a:defRPr>
            </a:lvl1pPr>
            <a:lvl2pPr algn="l" rtl="0" eaLnBrk="0" fontAlgn="base" latinLnBrk="1" hangingPunct="0">
              <a:spcBef>
                <a:spcPct val="0"/>
              </a:spcBef>
              <a:spcAft>
                <a:spcPct val="0"/>
              </a:spcAft>
              <a:defRPr kumimoji="1" sz="3600">
                <a:solidFill>
                  <a:srgbClr val="0033CC"/>
                </a:solidFill>
                <a:latin typeface="-윤체B" pitchFamily="18" charset="-127"/>
                <a:ea typeface="-윤체B" pitchFamily="18" charset="-127"/>
              </a:defRPr>
            </a:lvl2pPr>
            <a:lvl3pPr algn="l" rtl="0" eaLnBrk="0" fontAlgn="base" latinLnBrk="1" hangingPunct="0">
              <a:spcBef>
                <a:spcPct val="0"/>
              </a:spcBef>
              <a:spcAft>
                <a:spcPct val="0"/>
              </a:spcAft>
              <a:defRPr kumimoji="1" sz="3600">
                <a:solidFill>
                  <a:srgbClr val="0033CC"/>
                </a:solidFill>
                <a:latin typeface="-윤체B" pitchFamily="18" charset="-127"/>
                <a:ea typeface="-윤체B" pitchFamily="18" charset="-127"/>
              </a:defRPr>
            </a:lvl3pPr>
            <a:lvl4pPr algn="l" rtl="0" eaLnBrk="0" fontAlgn="base" latinLnBrk="1" hangingPunct="0">
              <a:spcBef>
                <a:spcPct val="0"/>
              </a:spcBef>
              <a:spcAft>
                <a:spcPct val="0"/>
              </a:spcAft>
              <a:defRPr kumimoji="1" sz="3600">
                <a:solidFill>
                  <a:srgbClr val="0033CC"/>
                </a:solidFill>
                <a:latin typeface="-윤체B" pitchFamily="18" charset="-127"/>
                <a:ea typeface="-윤체B" pitchFamily="18" charset="-127"/>
              </a:defRPr>
            </a:lvl4pPr>
            <a:lvl5pPr algn="l" rtl="0" eaLnBrk="0" fontAlgn="base" latinLnBrk="1" hangingPunct="0">
              <a:spcBef>
                <a:spcPct val="0"/>
              </a:spcBef>
              <a:spcAft>
                <a:spcPct val="0"/>
              </a:spcAft>
              <a:defRPr kumimoji="1" sz="3600">
                <a:solidFill>
                  <a:srgbClr val="0033CC"/>
                </a:solidFill>
                <a:latin typeface="-윤체B" pitchFamily="18" charset="-127"/>
                <a:ea typeface="-윤체B" pitchFamily="18" charset="-127"/>
              </a:defRPr>
            </a:lvl5pPr>
            <a:lvl6pPr marL="457200" algn="l" rtl="0" fontAlgn="base" latinLnBrk="1">
              <a:spcBef>
                <a:spcPct val="0"/>
              </a:spcBef>
              <a:spcAft>
                <a:spcPct val="0"/>
              </a:spcAft>
              <a:defRPr kumimoji="1" sz="3600">
                <a:solidFill>
                  <a:srgbClr val="0033CC"/>
                </a:solidFill>
                <a:latin typeface="-윤체B" pitchFamily="18" charset="-127"/>
                <a:ea typeface="-윤체B" pitchFamily="18" charset="-127"/>
              </a:defRPr>
            </a:lvl6pPr>
            <a:lvl7pPr marL="914400" algn="l" rtl="0" fontAlgn="base" latinLnBrk="1">
              <a:spcBef>
                <a:spcPct val="0"/>
              </a:spcBef>
              <a:spcAft>
                <a:spcPct val="0"/>
              </a:spcAft>
              <a:defRPr kumimoji="1" sz="3600">
                <a:solidFill>
                  <a:srgbClr val="0033CC"/>
                </a:solidFill>
                <a:latin typeface="-윤체B" pitchFamily="18" charset="-127"/>
                <a:ea typeface="-윤체B" pitchFamily="18" charset="-127"/>
              </a:defRPr>
            </a:lvl7pPr>
            <a:lvl8pPr marL="1371600" algn="l" rtl="0" fontAlgn="base" latinLnBrk="1">
              <a:spcBef>
                <a:spcPct val="0"/>
              </a:spcBef>
              <a:spcAft>
                <a:spcPct val="0"/>
              </a:spcAft>
              <a:defRPr kumimoji="1" sz="3600">
                <a:solidFill>
                  <a:srgbClr val="0033CC"/>
                </a:solidFill>
                <a:latin typeface="-윤체B" pitchFamily="18" charset="-127"/>
                <a:ea typeface="-윤체B" pitchFamily="18" charset="-127"/>
              </a:defRPr>
            </a:lvl8pPr>
            <a:lvl9pPr marL="1828800" algn="l" rtl="0" fontAlgn="base" latinLnBrk="1">
              <a:spcBef>
                <a:spcPct val="0"/>
              </a:spcBef>
              <a:spcAft>
                <a:spcPct val="0"/>
              </a:spcAft>
              <a:defRPr kumimoji="1" sz="3600">
                <a:solidFill>
                  <a:srgbClr val="0033CC"/>
                </a:solidFill>
                <a:latin typeface="-윤체B" pitchFamily="18" charset="-127"/>
                <a:ea typeface="-윤체B" pitchFamily="18" charset="-127"/>
              </a:defRPr>
            </a:lvl9pPr>
          </a:lstStyle>
          <a:p>
            <a:pPr algn="ctr" eaLnBrk="1" hangingPunct="1">
              <a:defRPr/>
            </a:pPr>
            <a:r>
              <a:rPr lang="en-US" altLang="zh-CN" sz="4000" b="1" dirty="0" smtClean="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Times New Roman" panose="02020603050405020304" pitchFamily="18" charset="0"/>
              </a:rPr>
              <a:t>3.2.1 </a:t>
            </a:r>
            <a:r>
              <a:rPr lang="zh-CN" altLang="en-US" sz="4000" b="1" dirty="0" smtClean="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Times New Roman" panose="02020603050405020304" pitchFamily="18" charset="0"/>
              </a:rPr>
              <a:t>命题</a:t>
            </a:r>
            <a:endParaRPr lang="en-US" altLang="zh-CN" sz="4000" b="1" dirty="0" smtClean="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61827">
                                            <p:txEl>
                                              <p:pRg st="2" end="2"/>
                                            </p:txEl>
                                          </p:spTgt>
                                        </p:tgtEl>
                                        <p:attrNameLst>
                                          <p:attrName>style.visibility</p:attrName>
                                        </p:attrNameLst>
                                      </p:cBhvr>
                                      <p:to>
                                        <p:strVal val="visible"/>
                                      </p:to>
                                    </p:set>
                                    <p:animEffect transition="in" filter="blinds(horizontal)">
                                      <p:cBhvr>
                                        <p:cTn id="7" dur="500"/>
                                        <p:tgtEl>
                                          <p:spTgt spid="461827">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61827">
                                            <p:txEl>
                                              <p:pRg st="3" end="3"/>
                                            </p:txEl>
                                          </p:spTgt>
                                        </p:tgtEl>
                                        <p:attrNameLst>
                                          <p:attrName>style.visibility</p:attrName>
                                        </p:attrNameLst>
                                      </p:cBhvr>
                                      <p:to>
                                        <p:strVal val="visible"/>
                                      </p:to>
                                    </p:set>
                                    <p:animEffect transition="in" filter="blinds(horizontal)">
                                      <p:cBhvr>
                                        <p:cTn id="12" dur="500"/>
                                        <p:tgtEl>
                                          <p:spTgt spid="461827">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61827">
                                            <p:txEl>
                                              <p:pRg st="4" end="4"/>
                                            </p:txEl>
                                          </p:spTgt>
                                        </p:tgtEl>
                                        <p:attrNameLst>
                                          <p:attrName>style.visibility</p:attrName>
                                        </p:attrNameLst>
                                      </p:cBhvr>
                                      <p:to>
                                        <p:strVal val="visible"/>
                                      </p:to>
                                    </p:set>
                                    <p:animEffect transition="in" filter="blinds(horizontal)">
                                      <p:cBhvr>
                                        <p:cTn id="17" dur="500"/>
                                        <p:tgtEl>
                                          <p:spTgt spid="461827">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61827">
                                            <p:txEl>
                                              <p:pRg st="5" end="5"/>
                                            </p:txEl>
                                          </p:spTgt>
                                        </p:tgtEl>
                                        <p:attrNameLst>
                                          <p:attrName>style.visibility</p:attrName>
                                        </p:attrNameLst>
                                      </p:cBhvr>
                                      <p:to>
                                        <p:strVal val="visible"/>
                                      </p:to>
                                    </p:set>
                                    <p:animEffect transition="in" filter="blinds(horizontal)">
                                      <p:cBhvr>
                                        <p:cTn id="22" dur="500"/>
                                        <p:tgtEl>
                                          <p:spTgt spid="46182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灯片编号占位符 5"/>
          <p:cNvSpPr txBox="1">
            <a:spLocks noGrp="1"/>
          </p:cNvSpPr>
          <p:nvPr>
            <p:ph type="sldNum" sz="quarter" idx="4"/>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40" tIns="45720" rIns="91440" bIns="45720" numCol="1" anchor="t" anchorCtr="0" compatLnSpc="1"/>
          <a:lstStyle/>
          <a:p>
            <a:pPr marL="0" marR="0" lvl="0" indent="0" algn="r" defTabSz="914400" rtl="0" eaLnBrk="1" fontAlgn="base" latinLnBrk="1" hangingPunct="1">
              <a:lnSpc>
                <a:spcPct val="100000"/>
              </a:lnSpc>
              <a:spcBef>
                <a:spcPct val="0"/>
              </a:spcBef>
              <a:spcAft>
                <a:spcPct val="0"/>
              </a:spcAft>
              <a:buClrTx/>
              <a:buSzTx/>
              <a:buFontTx/>
              <a:buNone/>
              <a:defRPr/>
            </a:pPr>
            <a:fld id="{94DD934F-97C6-47EA-93D6-2E68C7304B43}"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t>21</a:t>
            </a:fld>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462851" name="Rectangle 3"/>
          <p:cNvSpPr>
            <a:spLocks noGrp="1"/>
          </p:cNvSpPr>
          <p:nvPr>
            <p:ph idx="1"/>
          </p:nvPr>
        </p:nvSpPr>
        <p:spPr>
          <a:xfrm>
            <a:off x="263525" y="1556068"/>
            <a:ext cx="8194675" cy="4303712"/>
          </a:xfrm>
        </p:spPr>
        <p:txBody>
          <a:bodyPr vert="horz" wrap="square" lIns="91440" tIns="45720" rIns="91440" bIns="45720" anchor="t" anchorCtr="0"/>
          <a:lstStyle/>
          <a:p>
            <a:pPr eaLnBrk="1" hangingPunct="1"/>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例：有A、B、C三位同学参加面试，面试官对三人进行了判断，得到如下几条想法：</a:t>
            </a:r>
          </a:p>
          <a:p>
            <a:pPr marL="0" indent="0" eaLnBrk="1" hangingPunct="1">
              <a:buNone/>
            </a:pP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（1）三人中至少录取一人；</a:t>
            </a:r>
          </a:p>
          <a:p>
            <a:pPr marL="0" indent="0" eaLnBrk="1" hangingPunct="1">
              <a:buNone/>
            </a:pP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（2）若录取A而不录取B，则一定录取C；</a:t>
            </a:r>
          </a:p>
          <a:p>
            <a:pPr marL="0" indent="0" eaLnBrk="1" hangingPunct="1">
              <a:buNone/>
            </a:pP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（3）BC要么都录取，要么都不录取；</a:t>
            </a:r>
          </a:p>
          <a:p>
            <a:pPr marL="0" indent="0" eaLnBrk="1" hangingPunct="1">
              <a:buNone/>
            </a:pP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（4）若录取C，则一定录取A</a:t>
            </a:r>
          </a:p>
        </p:txBody>
      </p:sp>
      <p:sp>
        <p:nvSpPr>
          <p:cNvPr id="2" name="文本框 1"/>
          <p:cNvSpPr txBox="1"/>
          <p:nvPr/>
        </p:nvSpPr>
        <p:spPr>
          <a:xfrm>
            <a:off x="5507990" y="2493010"/>
            <a:ext cx="2540000" cy="521970"/>
          </a:xfrm>
          <a:prstGeom prst="rect">
            <a:avLst/>
          </a:prstGeom>
          <a:noFill/>
        </p:spPr>
        <p:txBody>
          <a:bodyPr wrap="square" rtlCol="0" anchor="t">
            <a:spAutoFit/>
          </a:bodyPr>
          <a:lstStyle/>
          <a:p>
            <a:r>
              <a:rPr lang="zh-CN" altLang="en-US" sz="2800" dirty="0">
                <a:solidFill>
                  <a:srgbClr val="FF0000"/>
                </a:solidFill>
                <a:latin typeface="Times New Roman" panose="02020603050405020304" pitchFamily="18" charset="0"/>
                <a:cs typeface="Times New Roman" panose="02020603050405020304" pitchFamily="18" charset="0"/>
              </a:rPr>
              <a:t> P∨Q∨R</a:t>
            </a:r>
          </a:p>
        </p:txBody>
      </p:sp>
      <p:sp>
        <p:nvSpPr>
          <p:cNvPr id="3" name="文本框 2"/>
          <p:cNvSpPr txBox="1"/>
          <p:nvPr/>
        </p:nvSpPr>
        <p:spPr>
          <a:xfrm>
            <a:off x="6876415" y="3068955"/>
            <a:ext cx="2167890" cy="521970"/>
          </a:xfrm>
          <a:prstGeom prst="rect">
            <a:avLst/>
          </a:prstGeom>
          <a:noFill/>
        </p:spPr>
        <p:txBody>
          <a:bodyPr wrap="square" rtlCol="0" anchor="t">
            <a:spAutoFit/>
          </a:bodyPr>
          <a:lstStyle/>
          <a:p>
            <a:pPr lvl="0" algn="l">
              <a:buClrTx/>
              <a:buSzTx/>
              <a:buFontTx/>
            </a:pPr>
            <a:r>
              <a:rPr lang="zh-CN" altLang="en-US" sz="2800">
                <a:solidFill>
                  <a:srgbClr val="FF0000"/>
                </a:solidFill>
                <a:latin typeface="Times New Roman" panose="02020603050405020304" pitchFamily="18" charset="0"/>
                <a:cs typeface="Times New Roman" panose="02020603050405020304" pitchFamily="18" charset="0"/>
                <a:sym typeface="+mn-ea"/>
              </a:rPr>
              <a:t> P∧¬Q→R</a:t>
            </a:r>
          </a:p>
        </p:txBody>
      </p:sp>
      <p:sp>
        <p:nvSpPr>
          <p:cNvPr id="5" name="文本框 4"/>
          <p:cNvSpPr txBox="1"/>
          <p:nvPr/>
        </p:nvSpPr>
        <p:spPr>
          <a:xfrm>
            <a:off x="6372225" y="3644900"/>
            <a:ext cx="2540000" cy="460375"/>
          </a:xfrm>
          <a:prstGeom prst="rect">
            <a:avLst/>
          </a:prstGeom>
          <a:noFill/>
        </p:spPr>
        <p:txBody>
          <a:bodyPr wrap="square" rtlCol="0" anchor="t">
            <a:spAutoFit/>
          </a:bodyPr>
          <a:lstStyle/>
          <a:p>
            <a:pPr lvl="0" algn="l">
              <a:buClrTx/>
              <a:buSzTx/>
              <a:buFontTx/>
            </a:pPr>
            <a:r>
              <a:rPr lang="zh-CN" altLang="en-US" sz="2800">
                <a:solidFill>
                  <a:srgbClr val="FF0000"/>
                </a:solidFill>
                <a:latin typeface="Times New Roman" panose="02020603050405020304" pitchFamily="18" charset="0"/>
                <a:cs typeface="Times New Roman" panose="02020603050405020304" pitchFamily="18" charset="0"/>
                <a:sym typeface="+mn-ea"/>
              </a:rPr>
              <a:t>Q ↔R</a:t>
            </a:r>
          </a:p>
        </p:txBody>
      </p:sp>
      <p:sp>
        <p:nvSpPr>
          <p:cNvPr id="6" name="文本框 5"/>
          <p:cNvSpPr txBox="1"/>
          <p:nvPr/>
        </p:nvSpPr>
        <p:spPr>
          <a:xfrm>
            <a:off x="5507990" y="4149090"/>
            <a:ext cx="2540000" cy="460375"/>
          </a:xfrm>
          <a:prstGeom prst="rect">
            <a:avLst/>
          </a:prstGeom>
          <a:noFill/>
        </p:spPr>
        <p:txBody>
          <a:bodyPr wrap="square" rtlCol="0" anchor="t">
            <a:spAutoFit/>
          </a:bodyPr>
          <a:lstStyle/>
          <a:p>
            <a:pPr lvl="0" algn="l">
              <a:buClrTx/>
              <a:buSzTx/>
              <a:buFontTx/>
            </a:pPr>
            <a:r>
              <a:rPr lang="zh-CN" altLang="en-US" sz="2800">
                <a:solidFill>
                  <a:srgbClr val="FF0000"/>
                </a:solidFill>
                <a:latin typeface="Times New Roman" panose="02020603050405020304" pitchFamily="18" charset="0"/>
                <a:cs typeface="Times New Roman" panose="02020603050405020304" pitchFamily="18" charset="0"/>
                <a:sym typeface="+mn-ea"/>
              </a:rPr>
              <a:t>R→P</a:t>
            </a:r>
          </a:p>
        </p:txBody>
      </p:sp>
      <p:sp>
        <p:nvSpPr>
          <p:cNvPr id="9" name="Rectangle 2"/>
          <p:cNvSpPr txBox="1">
            <a:spLocks noChangeArrowheads="1"/>
          </p:cNvSpPr>
          <p:nvPr/>
        </p:nvSpPr>
        <p:spPr>
          <a:xfrm>
            <a:off x="684213" y="476250"/>
            <a:ext cx="7772400" cy="731838"/>
          </a:xfrm>
          <a:prstGeom prst="rect">
            <a:avLst/>
          </a:prstGeom>
          <a:noFill/>
          <a:ln w="9525">
            <a:noFill/>
          </a:ln>
        </p:spPr>
        <p:txBody>
          <a:bodyPr anchor="ctr" anchorCtr="0"/>
          <a:lstStyle>
            <a:lvl1pPr algn="l" rtl="0" eaLnBrk="0" fontAlgn="base" latinLnBrk="1" hangingPunct="0">
              <a:spcBef>
                <a:spcPct val="0"/>
              </a:spcBef>
              <a:spcAft>
                <a:spcPct val="0"/>
              </a:spcAft>
              <a:defRPr kumimoji="1" sz="3600" kern="1200">
                <a:solidFill>
                  <a:srgbClr val="0033CC"/>
                </a:solidFill>
                <a:latin typeface="+mj-lt"/>
                <a:ea typeface="+mj-ea"/>
                <a:cs typeface="+mj-cs"/>
              </a:defRPr>
            </a:lvl1pPr>
            <a:lvl2pPr algn="l" rtl="0" eaLnBrk="0" fontAlgn="base" latinLnBrk="1" hangingPunct="0">
              <a:spcBef>
                <a:spcPct val="0"/>
              </a:spcBef>
              <a:spcAft>
                <a:spcPct val="0"/>
              </a:spcAft>
              <a:defRPr kumimoji="1" sz="3600">
                <a:solidFill>
                  <a:srgbClr val="0033CC"/>
                </a:solidFill>
                <a:latin typeface="-윤체B" pitchFamily="18" charset="-127"/>
                <a:ea typeface="-윤체B" pitchFamily="18" charset="-127"/>
              </a:defRPr>
            </a:lvl2pPr>
            <a:lvl3pPr algn="l" rtl="0" eaLnBrk="0" fontAlgn="base" latinLnBrk="1" hangingPunct="0">
              <a:spcBef>
                <a:spcPct val="0"/>
              </a:spcBef>
              <a:spcAft>
                <a:spcPct val="0"/>
              </a:spcAft>
              <a:defRPr kumimoji="1" sz="3600">
                <a:solidFill>
                  <a:srgbClr val="0033CC"/>
                </a:solidFill>
                <a:latin typeface="-윤체B" pitchFamily="18" charset="-127"/>
                <a:ea typeface="-윤체B" pitchFamily="18" charset="-127"/>
              </a:defRPr>
            </a:lvl3pPr>
            <a:lvl4pPr algn="l" rtl="0" eaLnBrk="0" fontAlgn="base" latinLnBrk="1" hangingPunct="0">
              <a:spcBef>
                <a:spcPct val="0"/>
              </a:spcBef>
              <a:spcAft>
                <a:spcPct val="0"/>
              </a:spcAft>
              <a:defRPr kumimoji="1" sz="3600">
                <a:solidFill>
                  <a:srgbClr val="0033CC"/>
                </a:solidFill>
                <a:latin typeface="-윤체B" pitchFamily="18" charset="-127"/>
                <a:ea typeface="-윤체B" pitchFamily="18" charset="-127"/>
              </a:defRPr>
            </a:lvl4pPr>
            <a:lvl5pPr algn="l" rtl="0" eaLnBrk="0" fontAlgn="base" latinLnBrk="1" hangingPunct="0">
              <a:spcBef>
                <a:spcPct val="0"/>
              </a:spcBef>
              <a:spcAft>
                <a:spcPct val="0"/>
              </a:spcAft>
              <a:defRPr kumimoji="1" sz="3600">
                <a:solidFill>
                  <a:srgbClr val="0033CC"/>
                </a:solidFill>
                <a:latin typeface="-윤체B" pitchFamily="18" charset="-127"/>
                <a:ea typeface="-윤체B" pitchFamily="18" charset="-127"/>
              </a:defRPr>
            </a:lvl5pPr>
            <a:lvl6pPr marL="457200" algn="l" rtl="0" fontAlgn="base" latinLnBrk="1">
              <a:spcBef>
                <a:spcPct val="0"/>
              </a:spcBef>
              <a:spcAft>
                <a:spcPct val="0"/>
              </a:spcAft>
              <a:defRPr kumimoji="1" sz="3600">
                <a:solidFill>
                  <a:srgbClr val="0033CC"/>
                </a:solidFill>
                <a:latin typeface="-윤체B" pitchFamily="18" charset="-127"/>
                <a:ea typeface="-윤체B" pitchFamily="18" charset="-127"/>
              </a:defRPr>
            </a:lvl6pPr>
            <a:lvl7pPr marL="914400" algn="l" rtl="0" fontAlgn="base" latinLnBrk="1">
              <a:spcBef>
                <a:spcPct val="0"/>
              </a:spcBef>
              <a:spcAft>
                <a:spcPct val="0"/>
              </a:spcAft>
              <a:defRPr kumimoji="1" sz="3600">
                <a:solidFill>
                  <a:srgbClr val="0033CC"/>
                </a:solidFill>
                <a:latin typeface="-윤체B" pitchFamily="18" charset="-127"/>
                <a:ea typeface="-윤체B" pitchFamily="18" charset="-127"/>
              </a:defRPr>
            </a:lvl7pPr>
            <a:lvl8pPr marL="1371600" algn="l" rtl="0" fontAlgn="base" latinLnBrk="1">
              <a:spcBef>
                <a:spcPct val="0"/>
              </a:spcBef>
              <a:spcAft>
                <a:spcPct val="0"/>
              </a:spcAft>
              <a:defRPr kumimoji="1" sz="3600">
                <a:solidFill>
                  <a:srgbClr val="0033CC"/>
                </a:solidFill>
                <a:latin typeface="-윤체B" pitchFamily="18" charset="-127"/>
                <a:ea typeface="-윤체B" pitchFamily="18" charset="-127"/>
              </a:defRPr>
            </a:lvl8pPr>
            <a:lvl9pPr marL="1828800" algn="l" rtl="0" fontAlgn="base" latinLnBrk="1">
              <a:spcBef>
                <a:spcPct val="0"/>
              </a:spcBef>
              <a:spcAft>
                <a:spcPct val="0"/>
              </a:spcAft>
              <a:defRPr kumimoji="1" sz="3600">
                <a:solidFill>
                  <a:srgbClr val="0033CC"/>
                </a:solidFill>
                <a:latin typeface="-윤체B" pitchFamily="18" charset="-127"/>
                <a:ea typeface="-윤체B" pitchFamily="18" charset="-127"/>
              </a:defRPr>
            </a:lvl9pPr>
          </a:lstStyle>
          <a:p>
            <a:pPr algn="ctr" eaLnBrk="1" hangingPunct="1">
              <a:defRPr/>
            </a:pPr>
            <a:r>
              <a:rPr lang="en-US" altLang="zh-CN" sz="4000" b="1" dirty="0" smtClean="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Times New Roman" panose="02020603050405020304" pitchFamily="18" charset="0"/>
              </a:rPr>
              <a:t>3.2.1 </a:t>
            </a:r>
            <a:r>
              <a:rPr lang="zh-CN" altLang="en-US" sz="4000" b="1" dirty="0" smtClean="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Times New Roman" panose="02020603050405020304" pitchFamily="18" charset="0"/>
              </a:rPr>
              <a:t>命题</a:t>
            </a:r>
            <a:endParaRPr lang="en-US" altLang="zh-CN" sz="4000" b="1" dirty="0" smtClean="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p:bldP spid="3" grpId="1"/>
      <p:bldP spid="5" grpId="0"/>
      <p:bldP spid="5" grpId="1"/>
      <p:bldP spid="6" grpId="0"/>
      <p:bldP spid="6" grpId="1"/>
    </p:bld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灯片编号占位符 5"/>
          <p:cNvSpPr txBox="1">
            <a:spLocks noGrp="1"/>
          </p:cNvSpPr>
          <p:nvPr>
            <p:ph type="sldNum" sz="quarter" idx="4"/>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40" tIns="45720" rIns="91440" bIns="45720" numCol="1" anchor="t" anchorCtr="0" compatLnSpc="1"/>
          <a:lstStyle/>
          <a:p>
            <a:pPr marL="0" marR="0" lvl="0" indent="0" algn="r" defTabSz="914400" rtl="0" eaLnBrk="1" fontAlgn="base" latinLnBrk="1" hangingPunct="1">
              <a:lnSpc>
                <a:spcPct val="100000"/>
              </a:lnSpc>
              <a:spcBef>
                <a:spcPct val="0"/>
              </a:spcBef>
              <a:spcAft>
                <a:spcPct val="0"/>
              </a:spcAft>
              <a:buClrTx/>
              <a:buSzTx/>
              <a:buFontTx/>
              <a:buNone/>
              <a:defRPr/>
            </a:pPr>
            <a:fld id="{2BED8A39-C74C-48DF-8B83-190454201DC0}"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t>22</a:t>
            </a:fld>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441346" name="Rectangle 2"/>
          <p:cNvSpPr>
            <a:spLocks noGrp="1" noChangeArrowheads="1"/>
          </p:cNvSpPr>
          <p:nvPr>
            <p:ph type="title"/>
          </p:nvPr>
        </p:nvSpPr>
        <p:spPr>
          <a:xfrm>
            <a:off x="684213" y="476250"/>
            <a:ext cx="7772400" cy="731838"/>
          </a:xfrm>
        </p:spPr>
        <p:txBody>
          <a:bodyPr vert="horz" wrap="square" lIns="91440" tIns="45720" rIns="91440" bIns="45720" numCol="1" anchor="ctr" anchorCtr="0" compatLnSpc="1"/>
          <a:lstStyle/>
          <a:p>
            <a:pPr marL="0" marR="0" lvl="0" indent="0" algn="ctr" defTabSz="914400" rtl="0" eaLnBrk="1" fontAlgn="base" latinLnBrk="1" hangingPunct="1">
              <a:lnSpc>
                <a:spcPct val="100000"/>
              </a:lnSpc>
              <a:spcBef>
                <a:spcPct val="0"/>
              </a:spcBef>
              <a:spcAft>
                <a:spcPct val="0"/>
              </a:spcAft>
              <a:buClrTx/>
              <a:buSzTx/>
              <a:buFontTx/>
              <a:buNone/>
              <a:defRPr/>
            </a:pPr>
            <a:r>
              <a:rPr kumimoji="1" lang="zh-CN" altLang="en-US" sz="40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j-cs"/>
              </a:rPr>
              <a:t>命题逻辑的特点</a:t>
            </a:r>
            <a:endParaRPr kumimoji="1" lang="zh-CN" altLang="en-US" sz="40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j-cs"/>
            </a:endParaRPr>
          </a:p>
        </p:txBody>
      </p:sp>
      <p:sp>
        <p:nvSpPr>
          <p:cNvPr id="52228" name="Rectangle 3"/>
          <p:cNvSpPr>
            <a:spLocks noGrp="1"/>
          </p:cNvSpPr>
          <p:nvPr>
            <p:ph idx="1"/>
          </p:nvPr>
        </p:nvSpPr>
        <p:spPr>
          <a:xfrm>
            <a:off x="684213" y="1484313"/>
            <a:ext cx="8064500" cy="4897437"/>
          </a:xfrm>
        </p:spPr>
        <p:txBody>
          <a:bodyPr vert="horz" wrap="square" lIns="91440" tIns="45720" rIns="91440" bIns="45720" anchor="t" anchorCtr="0"/>
          <a:lstStyle/>
          <a:p>
            <a:pPr eaLnBrk="1" hangingPunct="1">
              <a:lnSpc>
                <a:spcPct val="110000"/>
              </a:lnSpc>
              <a:spcBef>
                <a:spcPct val="30000"/>
              </a:spcBef>
            </a:pPr>
            <a:r>
              <a:rPr lang="zh-CN" altLang="en-US" sz="2800" dirty="0">
                <a:latin typeface="Times New Roman" panose="02020603050405020304" pitchFamily="18" charset="0"/>
                <a:ea typeface="黑体" panose="02010609060101010101" pitchFamily="49" charset="-122"/>
              </a:rPr>
              <a:t>命题逻辑用符号表示命题，通过逻辑符号连接命题得到复合命题，从而实现知识表示。但命题逻辑对</a:t>
            </a:r>
            <a:r>
              <a:rPr lang="zh-CN" altLang="en-US" sz="2800" dirty="0">
                <a:solidFill>
                  <a:srgbClr val="FF0000"/>
                </a:solidFill>
                <a:latin typeface="Times New Roman" panose="02020603050405020304" pitchFamily="18" charset="0"/>
                <a:ea typeface="黑体" panose="02010609060101010101" pitchFamily="49" charset="-122"/>
              </a:rPr>
              <a:t>命题内部的结构</a:t>
            </a:r>
            <a:r>
              <a:rPr lang="zh-CN" altLang="en-US" sz="2800" dirty="0">
                <a:latin typeface="Times New Roman" panose="02020603050405020304" pitchFamily="18" charset="0"/>
                <a:ea typeface="黑体" panose="02010609060101010101" pitchFamily="49" charset="-122"/>
              </a:rPr>
              <a:t>、对</a:t>
            </a:r>
            <a:r>
              <a:rPr lang="zh-CN" altLang="en-US" sz="2800" dirty="0">
                <a:solidFill>
                  <a:srgbClr val="FF0000"/>
                </a:solidFill>
                <a:latin typeface="Times New Roman" panose="02020603050405020304" pitchFamily="18" charset="0"/>
                <a:ea typeface="黑体" panose="02010609060101010101" pitchFamily="49" charset="-122"/>
              </a:rPr>
              <a:t>不同命题的共同特征</a:t>
            </a:r>
            <a:r>
              <a:rPr lang="zh-CN" altLang="en-US" sz="2800" dirty="0">
                <a:latin typeface="Times New Roman" panose="02020603050405020304" pitchFamily="18" charset="0"/>
                <a:ea typeface="黑体" panose="02010609060101010101" pitchFamily="49" charset="-122"/>
              </a:rPr>
              <a:t>缺少描述手段。</a:t>
            </a:r>
          </a:p>
        </p:txBody>
      </p:sp>
      <p:sp>
        <p:nvSpPr>
          <p:cNvPr id="52229" name="Text Box 4"/>
          <p:cNvSpPr txBox="1"/>
          <p:nvPr/>
        </p:nvSpPr>
        <p:spPr>
          <a:xfrm>
            <a:off x="0" y="188913"/>
            <a:ext cx="2339975" cy="457200"/>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0" lvl="0" indent="0" eaLnBrk="1" hangingPunct="1">
              <a:spcBef>
                <a:spcPct val="50000"/>
              </a:spcBef>
              <a:buNone/>
            </a:pPr>
            <a:r>
              <a:rPr lang="zh-CN" altLang="en-US" sz="2400" dirty="0">
                <a:latin typeface="华文行楷" panose="02010800040101010101" pitchFamily="2" charset="-122"/>
                <a:ea typeface="华文行楷" panose="02010800040101010101" pitchFamily="2" charset="-122"/>
              </a:rPr>
              <a:t>第</a:t>
            </a:r>
            <a:r>
              <a:rPr lang="en-US" altLang="zh-CN" sz="2400" dirty="0">
                <a:latin typeface="华文行楷" panose="02010800040101010101" pitchFamily="2" charset="-122"/>
                <a:ea typeface="华文行楷" panose="02010800040101010101" pitchFamily="2" charset="-122"/>
              </a:rPr>
              <a:t>3</a:t>
            </a:r>
            <a:r>
              <a:rPr lang="zh-CN" altLang="en-US" sz="2400" dirty="0">
                <a:latin typeface="华文行楷" panose="02010800040101010101" pitchFamily="2" charset="-122"/>
                <a:ea typeface="华文行楷" panose="02010800040101010101" pitchFamily="2" charset="-122"/>
              </a:rPr>
              <a:t>章 逻辑系统</a:t>
            </a:r>
          </a:p>
        </p:txBody>
      </p:sp>
      <p:sp>
        <p:nvSpPr>
          <p:cNvPr id="2" name="文本框 1"/>
          <p:cNvSpPr txBox="1"/>
          <p:nvPr/>
        </p:nvSpPr>
        <p:spPr>
          <a:xfrm>
            <a:off x="1115695" y="3573145"/>
            <a:ext cx="7026910" cy="1641475"/>
          </a:xfrm>
          <a:prstGeom prst="rect">
            <a:avLst/>
          </a:prstGeom>
          <a:noFill/>
        </p:spPr>
        <p:txBody>
          <a:bodyPr wrap="square" rtlCol="0" anchor="t">
            <a:spAutoFit/>
          </a:bodyPr>
          <a:lstStyle/>
          <a:p>
            <a:pPr eaLnBrk="1" hangingPunct="1">
              <a:lnSpc>
                <a:spcPct val="120000"/>
              </a:lnSpc>
            </a:pPr>
            <a:r>
              <a:rPr lang="zh-CN" altLang="en-US" sz="2800" dirty="0">
                <a:latin typeface="Times New Roman" panose="02020603050405020304" pitchFamily="18" charset="0"/>
                <a:ea typeface="黑体" panose="02010609060101010101" pitchFamily="49" charset="-122"/>
                <a:sym typeface="+mn-ea"/>
              </a:rPr>
              <a:t>三段论：</a:t>
            </a:r>
            <a:r>
              <a:rPr lang="en-US" altLang="zh-CN" sz="2800" dirty="0">
                <a:latin typeface="Times New Roman" panose="02020603050405020304" pitchFamily="18" charset="0"/>
                <a:ea typeface="黑体" panose="02010609060101010101" pitchFamily="49" charset="-122"/>
                <a:sym typeface="+mn-ea"/>
              </a:rPr>
              <a:t>(1)</a:t>
            </a:r>
            <a:r>
              <a:rPr lang="zh-CN" altLang="en-US" sz="2800" dirty="0">
                <a:latin typeface="Times New Roman" panose="02020603050405020304" pitchFamily="18" charset="0"/>
                <a:ea typeface="黑体" panose="02010609060101010101" pitchFamily="49" charset="-122"/>
                <a:sym typeface="+mn-ea"/>
              </a:rPr>
              <a:t>凡人皆有死；</a:t>
            </a:r>
            <a:r>
              <a:rPr lang="en-US" altLang="zh-CN" sz="2800" dirty="0">
                <a:latin typeface="Times New Roman" panose="02020603050405020304" pitchFamily="18" charset="0"/>
                <a:ea typeface="黑体" panose="02010609060101010101" pitchFamily="49" charset="-122"/>
                <a:sym typeface="+mn-ea"/>
              </a:rPr>
              <a:t>(2)</a:t>
            </a:r>
            <a:r>
              <a:rPr lang="zh-CN" altLang="en-US" sz="2800" dirty="0">
                <a:latin typeface="Times New Roman" panose="02020603050405020304" pitchFamily="18" charset="0"/>
                <a:ea typeface="黑体" panose="02010609060101010101" pitchFamily="49" charset="-122"/>
                <a:sym typeface="+mn-ea"/>
              </a:rPr>
              <a:t>苏格拉底是人；</a:t>
            </a:r>
            <a:r>
              <a:rPr lang="en-US" altLang="zh-CN" sz="2800" dirty="0">
                <a:latin typeface="Times New Roman" panose="02020603050405020304" pitchFamily="18" charset="0"/>
                <a:ea typeface="黑体" panose="02010609060101010101" pitchFamily="49" charset="-122"/>
                <a:sym typeface="+mn-ea"/>
              </a:rPr>
              <a:t>(3)</a:t>
            </a:r>
            <a:r>
              <a:rPr lang="zh-CN" altLang="en-US" sz="2800" dirty="0">
                <a:latin typeface="Times New Roman" panose="02020603050405020304" pitchFamily="18" charset="0"/>
                <a:ea typeface="黑体" panose="02010609060101010101" pitchFamily="49" charset="-122"/>
                <a:sym typeface="+mn-ea"/>
              </a:rPr>
              <a:t>苏格拉底会死。</a:t>
            </a:r>
            <a:endParaRPr lang="zh-CN" altLang="en-US" sz="2800" dirty="0">
              <a:latin typeface="Times New Roman" panose="02020603050405020304" pitchFamily="18" charset="0"/>
              <a:ea typeface="黑体" panose="02010609060101010101" pitchFamily="49" charset="-122"/>
            </a:endParaRPr>
          </a:p>
          <a:p>
            <a:pPr algn="ctr" eaLnBrk="1" hangingPunct="1">
              <a:lnSpc>
                <a:spcPct val="120000"/>
              </a:lnSpc>
              <a:buNone/>
            </a:pPr>
            <a:endParaRPr lang="en-US" altLang="zh-CN" sz="2800" dirty="0">
              <a:latin typeface="Times New Roman" panose="02020603050405020304" pitchFamily="18" charset="0"/>
              <a:ea typeface="黑体" panose="02010609060101010101" pitchFamily="49" charset="-122"/>
              <a:sym typeface="+mn-ea"/>
            </a:endParaRPr>
          </a:p>
        </p:txBody>
      </p:sp>
      <p:sp>
        <p:nvSpPr>
          <p:cNvPr id="3" name="文本框 2"/>
          <p:cNvSpPr txBox="1"/>
          <p:nvPr/>
        </p:nvSpPr>
        <p:spPr>
          <a:xfrm>
            <a:off x="1642334" y="4940935"/>
            <a:ext cx="2954174" cy="523220"/>
          </a:xfrm>
          <a:prstGeom prst="rect">
            <a:avLst/>
          </a:prstGeom>
          <a:noFill/>
        </p:spPr>
        <p:txBody>
          <a:bodyPr wrap="square" rtlCol="0" anchor="t">
            <a:spAutoFit/>
          </a:bodyPr>
          <a:lstStyle/>
          <a:p>
            <a:r>
              <a:rPr lang="zh-CN" altLang="en-US" sz="2800" dirty="0">
                <a:latin typeface="Times New Roman" panose="02020603050405020304" pitchFamily="18" charset="0"/>
                <a:ea typeface="黑体" panose="02010609060101010101" pitchFamily="49" charset="-122"/>
                <a:sym typeface="+mn-ea"/>
              </a:rPr>
              <a:t>凡人皆有死：</a:t>
            </a:r>
            <a:r>
              <a:rPr lang="en-US" altLang="zh-CN" sz="2800" dirty="0">
                <a:latin typeface="Times New Roman" panose="02020603050405020304" pitchFamily="18" charset="0"/>
                <a:ea typeface="黑体" panose="02010609060101010101" pitchFamily="49" charset="-122"/>
                <a:sym typeface="+mn-ea"/>
              </a:rPr>
              <a:t>P</a:t>
            </a:r>
          </a:p>
        </p:txBody>
      </p:sp>
      <p:sp>
        <p:nvSpPr>
          <p:cNvPr id="4" name="文本框 3"/>
          <p:cNvSpPr txBox="1"/>
          <p:nvPr/>
        </p:nvSpPr>
        <p:spPr>
          <a:xfrm>
            <a:off x="1547664" y="5445125"/>
            <a:ext cx="3459688" cy="523220"/>
          </a:xfrm>
          <a:prstGeom prst="rect">
            <a:avLst/>
          </a:prstGeom>
          <a:noFill/>
        </p:spPr>
        <p:txBody>
          <a:bodyPr wrap="square" rtlCol="0" anchor="t">
            <a:spAutoFit/>
          </a:bodyPr>
          <a:lstStyle/>
          <a:p>
            <a:r>
              <a:rPr lang="zh-CN" altLang="en-US" sz="2800" dirty="0">
                <a:latin typeface="Times New Roman" panose="02020603050405020304" pitchFamily="18" charset="0"/>
                <a:ea typeface="黑体" panose="02010609060101010101" pitchFamily="49" charset="-122"/>
                <a:sym typeface="+mn-ea"/>
              </a:rPr>
              <a:t>苏格拉底是人：</a:t>
            </a:r>
            <a:r>
              <a:rPr lang="en-US" altLang="zh-CN" sz="2800" dirty="0">
                <a:latin typeface="Times New Roman" panose="02020603050405020304" pitchFamily="18" charset="0"/>
                <a:ea typeface="黑体" panose="02010609060101010101" pitchFamily="49" charset="-122"/>
                <a:sym typeface="+mn-ea"/>
              </a:rPr>
              <a:t>Q</a:t>
            </a:r>
          </a:p>
        </p:txBody>
      </p:sp>
      <p:sp>
        <p:nvSpPr>
          <p:cNvPr id="6" name="文本框 5"/>
          <p:cNvSpPr txBox="1"/>
          <p:nvPr/>
        </p:nvSpPr>
        <p:spPr>
          <a:xfrm>
            <a:off x="1547664" y="6021070"/>
            <a:ext cx="3459688" cy="523220"/>
          </a:xfrm>
          <a:prstGeom prst="rect">
            <a:avLst/>
          </a:prstGeom>
          <a:noFill/>
        </p:spPr>
        <p:txBody>
          <a:bodyPr wrap="square" rtlCol="0" anchor="t">
            <a:spAutoFit/>
          </a:bodyPr>
          <a:lstStyle/>
          <a:p>
            <a:r>
              <a:rPr lang="zh-CN" altLang="en-US" sz="2800" dirty="0">
                <a:latin typeface="Times New Roman" panose="02020603050405020304" pitchFamily="18" charset="0"/>
                <a:ea typeface="黑体" panose="02010609060101010101" pitchFamily="49" charset="-122"/>
                <a:sym typeface="+mn-ea"/>
              </a:rPr>
              <a:t>苏格拉底会死：</a:t>
            </a:r>
            <a:r>
              <a:rPr lang="en-US" altLang="zh-CN" sz="2800" dirty="0">
                <a:latin typeface="Times New Roman" panose="02020603050405020304" pitchFamily="18" charset="0"/>
                <a:ea typeface="黑体" panose="02010609060101010101" pitchFamily="49" charset="-122"/>
                <a:sym typeface="+mn-ea"/>
              </a:rPr>
              <a:t>R</a:t>
            </a:r>
          </a:p>
        </p:txBody>
      </p:sp>
      <p:sp>
        <p:nvSpPr>
          <p:cNvPr id="7" name="文本框 6"/>
          <p:cNvSpPr txBox="1"/>
          <p:nvPr/>
        </p:nvSpPr>
        <p:spPr>
          <a:xfrm>
            <a:off x="4955129" y="5300980"/>
            <a:ext cx="2954174" cy="523220"/>
          </a:xfrm>
          <a:prstGeom prst="rect">
            <a:avLst/>
          </a:prstGeom>
          <a:noFill/>
        </p:spPr>
        <p:txBody>
          <a:bodyPr wrap="square" rtlCol="0" anchor="t">
            <a:spAutoFit/>
          </a:bodyPr>
          <a:lstStyle/>
          <a:p>
            <a:r>
              <a:rPr lang="en-US" altLang="zh-CN" sz="28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P∧Q→R    </a:t>
            </a:r>
            <a:r>
              <a:rPr lang="zh-CN" altLang="en-US" sz="28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sym typeface="+mn-ea"/>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6" grpId="0"/>
      <p:bldP spid="7" grpId="0"/>
    </p:bld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灯片编号占位符 5"/>
          <p:cNvSpPr txBox="1">
            <a:spLocks noGrp="1"/>
          </p:cNvSpPr>
          <p:nvPr>
            <p:ph type="sldNum" sz="quarter" idx="4"/>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40" tIns="45720" rIns="91440" bIns="45720" numCol="1" anchor="t" anchorCtr="0" compatLnSpc="1"/>
          <a:lstStyle/>
          <a:p>
            <a:pPr marL="0" marR="0" lvl="0" indent="0" algn="r" defTabSz="914400" rtl="0" eaLnBrk="1" fontAlgn="base" latinLnBrk="1" hangingPunct="1">
              <a:lnSpc>
                <a:spcPct val="100000"/>
              </a:lnSpc>
              <a:spcBef>
                <a:spcPct val="0"/>
              </a:spcBef>
              <a:spcAft>
                <a:spcPct val="0"/>
              </a:spcAft>
              <a:buClrTx/>
              <a:buSzTx/>
              <a:buFontTx/>
              <a:buNone/>
              <a:defRPr/>
            </a:pPr>
            <a:fld id="{40CA87F5-008B-4829-B0BE-F9BBD64BF96E}"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t>23</a:t>
            </a:fld>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133122" name="Rectangle 2"/>
          <p:cNvSpPr>
            <a:spLocks noGrp="1" noChangeArrowheads="1"/>
          </p:cNvSpPr>
          <p:nvPr>
            <p:ph type="title"/>
          </p:nvPr>
        </p:nvSpPr>
        <p:spPr>
          <a:xfrm>
            <a:off x="684213" y="476250"/>
            <a:ext cx="7772400" cy="731838"/>
          </a:xfrm>
        </p:spPr>
        <p:txBody>
          <a:bodyPr vert="horz" wrap="square" lIns="91440" tIns="45720" rIns="91440" bIns="45720" numCol="1" anchor="ctr" anchorCtr="0" compatLnSpc="1"/>
          <a:lstStyle/>
          <a:p>
            <a:pPr marL="0" marR="0" lvl="0" indent="0" algn="ctr" defTabSz="914400" rtl="0" eaLnBrk="1" fontAlgn="base" latinLnBrk="1" hangingPunct="1">
              <a:lnSpc>
                <a:spcPct val="100000"/>
              </a:lnSpc>
              <a:spcBef>
                <a:spcPct val="0"/>
              </a:spcBef>
              <a:spcAft>
                <a:spcPct val="0"/>
              </a:spcAft>
              <a:buClrTx/>
              <a:buSzTx/>
              <a:buFontTx/>
              <a:buNone/>
              <a:defRPr/>
            </a:pPr>
            <a:r>
              <a:rPr kumimoji="1" lang="en-US" altLang="zh-CN" sz="40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j-cs"/>
              </a:rPr>
              <a:t>3.2.2 </a:t>
            </a:r>
            <a:r>
              <a:rPr kumimoji="1" lang="zh-CN" altLang="en-US" sz="40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j-cs"/>
              </a:rPr>
              <a:t>一阶谓词逻辑</a:t>
            </a:r>
            <a:endParaRPr kumimoji="1" lang="en-US" altLang="zh-CN" sz="40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j-cs"/>
            </a:endParaRPr>
          </a:p>
        </p:txBody>
      </p:sp>
      <p:sp>
        <p:nvSpPr>
          <p:cNvPr id="133123" name="Rectangle 3"/>
          <p:cNvSpPr>
            <a:spLocks noGrp="1"/>
          </p:cNvSpPr>
          <p:nvPr>
            <p:ph idx="1"/>
          </p:nvPr>
        </p:nvSpPr>
        <p:spPr>
          <a:xfrm>
            <a:off x="539433" y="1495108"/>
            <a:ext cx="7772400" cy="4752975"/>
          </a:xfrm>
        </p:spPr>
        <p:txBody>
          <a:bodyPr vert="horz" wrap="square" lIns="91440" tIns="45720" rIns="91440" bIns="45720" anchor="t" anchorCtr="0"/>
          <a:lstStyle/>
          <a:p>
            <a:pPr eaLnBrk="1" hangingPunct="1">
              <a:lnSpc>
                <a:spcPct val="120000"/>
              </a:lnSpc>
            </a:pPr>
            <a:r>
              <a:rPr lang="zh-CN" altLang="en-US" sz="2800" dirty="0">
                <a:latin typeface="Times New Roman" panose="02020603050405020304" pitchFamily="18" charset="0"/>
                <a:ea typeface="黑体" panose="02010609060101010101" pitchFamily="49" charset="-122"/>
              </a:rPr>
              <a:t>一个命题至少由一个个体和一个谓词组成。</a:t>
            </a:r>
          </a:p>
          <a:p>
            <a:pPr eaLnBrk="1" hangingPunct="1">
              <a:lnSpc>
                <a:spcPct val="120000"/>
              </a:lnSpc>
            </a:pPr>
            <a:endParaRPr lang="zh-CN" altLang="en-US" sz="2800" dirty="0">
              <a:latin typeface="Times New Roman" panose="02020603050405020304" pitchFamily="18" charset="0"/>
              <a:ea typeface="黑体" panose="02010609060101010101" pitchFamily="49" charset="-122"/>
            </a:endParaRPr>
          </a:p>
          <a:p>
            <a:pPr eaLnBrk="1" hangingPunct="1">
              <a:lnSpc>
                <a:spcPct val="120000"/>
              </a:lnSpc>
            </a:pPr>
            <a:endParaRPr lang="zh-CN" altLang="en-US" sz="2800" dirty="0">
              <a:latin typeface="Times New Roman" panose="02020603050405020304" pitchFamily="18" charset="0"/>
              <a:ea typeface="黑体" panose="02010609060101010101" pitchFamily="49" charset="-122"/>
            </a:endParaRPr>
          </a:p>
          <a:p>
            <a:pPr eaLnBrk="1" hangingPunct="1">
              <a:lnSpc>
                <a:spcPct val="120000"/>
              </a:lnSpc>
            </a:pPr>
            <a:endParaRPr lang="zh-CN" altLang="en-US" sz="2800" dirty="0">
              <a:latin typeface="Times New Roman" panose="02020603050405020304" pitchFamily="18" charset="0"/>
              <a:ea typeface="黑体" panose="02010609060101010101" pitchFamily="49" charset="-122"/>
            </a:endParaRPr>
          </a:p>
          <a:p>
            <a:pPr algn="ctr" eaLnBrk="1" hangingPunct="1">
              <a:lnSpc>
                <a:spcPct val="120000"/>
              </a:lnSpc>
              <a:buNone/>
            </a:pPr>
            <a:endParaRPr lang="zh-CN" altLang="en-US" sz="2400" dirty="0">
              <a:latin typeface="Times New Roman" panose="02020603050405020304" pitchFamily="18" charset="0"/>
              <a:ea typeface="黑体" panose="02010609060101010101" pitchFamily="49" charset="-122"/>
            </a:endParaRPr>
          </a:p>
        </p:txBody>
      </p:sp>
      <p:sp>
        <p:nvSpPr>
          <p:cNvPr id="54277" name="Text Box 4"/>
          <p:cNvSpPr txBox="1"/>
          <p:nvPr/>
        </p:nvSpPr>
        <p:spPr>
          <a:xfrm>
            <a:off x="0" y="188913"/>
            <a:ext cx="2339975" cy="457200"/>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0" lvl="0" indent="0" eaLnBrk="1" hangingPunct="1">
              <a:spcBef>
                <a:spcPct val="50000"/>
              </a:spcBef>
              <a:buNone/>
            </a:pPr>
            <a:r>
              <a:rPr lang="zh-CN" altLang="en-US" sz="2400" dirty="0">
                <a:latin typeface="华文行楷" panose="02010800040101010101" pitchFamily="2" charset="-122"/>
                <a:ea typeface="华文行楷" panose="02010800040101010101" pitchFamily="2" charset="-122"/>
              </a:rPr>
              <a:t>第</a:t>
            </a:r>
            <a:r>
              <a:rPr lang="en-US" altLang="zh-CN" sz="2400" dirty="0">
                <a:latin typeface="华文行楷" panose="02010800040101010101" pitchFamily="2" charset="-122"/>
                <a:ea typeface="华文行楷" panose="02010800040101010101" pitchFamily="2" charset="-122"/>
              </a:rPr>
              <a:t>3</a:t>
            </a:r>
            <a:r>
              <a:rPr lang="zh-CN" altLang="en-US" sz="2400" dirty="0">
                <a:latin typeface="华文行楷" panose="02010800040101010101" pitchFamily="2" charset="-122"/>
                <a:ea typeface="华文行楷" panose="02010800040101010101" pitchFamily="2" charset="-122"/>
              </a:rPr>
              <a:t>章 逻辑系统</a:t>
            </a:r>
          </a:p>
        </p:txBody>
      </p:sp>
      <p:sp>
        <p:nvSpPr>
          <p:cNvPr id="8" name="文本框 7"/>
          <p:cNvSpPr txBox="1"/>
          <p:nvPr/>
        </p:nvSpPr>
        <p:spPr>
          <a:xfrm>
            <a:off x="881380" y="2420620"/>
            <a:ext cx="3474720" cy="1863725"/>
          </a:xfrm>
          <a:prstGeom prst="rect">
            <a:avLst/>
          </a:prstGeom>
          <a:noFill/>
        </p:spPr>
        <p:txBody>
          <a:bodyPr wrap="square" rtlCol="0" anchor="t">
            <a:spAutoFit/>
          </a:bodyPr>
          <a:lstStyle/>
          <a:p>
            <a:pPr>
              <a:lnSpc>
                <a:spcPct val="12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小张</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是一个</a:t>
            </a:r>
            <a:r>
              <a:rPr lang="zh-CN" altLang="en-US"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父亲</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煤</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是</a:t>
            </a:r>
            <a:r>
              <a:rPr lang="zh-CN" altLang="en-US"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白色的</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 </a:t>
            </a:r>
          </a:p>
          <a:p>
            <a:pPr>
              <a:lnSpc>
                <a:spcPct val="12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香蕉</a:t>
            </a:r>
            <a:r>
              <a:rPr lang="zh-CN" altLang="en-US"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的</a:t>
            </a:r>
            <a:r>
              <a:rPr lang="zh-CN" altLang="en-US"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味道是甜的</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 </a:t>
            </a:r>
          </a:p>
          <a:p>
            <a:pPr>
              <a:lnSpc>
                <a:spcPct val="120000"/>
              </a:lnSpc>
            </a:pP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文本框 8"/>
          <p:cNvSpPr txBox="1"/>
          <p:nvPr/>
        </p:nvSpPr>
        <p:spPr>
          <a:xfrm>
            <a:off x="4356099" y="2132965"/>
            <a:ext cx="4099561" cy="2017395"/>
          </a:xfrm>
          <a:prstGeom prst="rect">
            <a:avLst/>
          </a:prstGeom>
          <a:noFill/>
        </p:spPr>
        <p:txBody>
          <a:bodyPr wrap="square" rtlCol="0" anchor="t">
            <a:spAutoFit/>
          </a:bodyPr>
          <a:lstStyle/>
          <a:p>
            <a:pPr>
              <a:lnSpc>
                <a:spcPct val="120000"/>
              </a:lnSpc>
              <a:spcBef>
                <a:spcPts val="600"/>
              </a:spcBef>
              <a:spcAft>
                <a:spcPts val="600"/>
              </a:spcAft>
            </a:pPr>
            <a:r>
              <a:rPr lang="zh-CN" altLang="en-US"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个体</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表示了独立存在的某个事物、实体或者概念</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spcBef>
                <a:spcPts val="600"/>
              </a:spcBef>
              <a:spcAft>
                <a:spcPts val="600"/>
              </a:spcAft>
            </a:pPr>
            <a:r>
              <a:rPr lang="zh-CN" altLang="en-US"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ea"/>
              </a:rPr>
              <a:t>谓词</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则刻画了个体的性质、状态、关系等属性。</a:t>
            </a:r>
            <a:endParaRPr lang="zh-CN" altLang="en-US" dirty="0"/>
          </a:p>
        </p:txBody>
      </p:sp>
      <p:sp>
        <p:nvSpPr>
          <p:cNvPr id="10" name="文本框 9"/>
          <p:cNvSpPr txBox="1"/>
          <p:nvPr/>
        </p:nvSpPr>
        <p:spPr>
          <a:xfrm>
            <a:off x="395605" y="4293235"/>
            <a:ext cx="8294370" cy="2158365"/>
          </a:xfrm>
          <a:prstGeom prst="rect">
            <a:avLst/>
          </a:prstGeom>
          <a:noFill/>
        </p:spPr>
        <p:txBody>
          <a:bodyPr wrap="square" rtlCol="0" anchor="t">
            <a:spAutoFit/>
          </a:bodyPr>
          <a:lstStyle/>
          <a:p>
            <a:pPr eaLnBrk="1" hangingPunct="1">
              <a:lnSpc>
                <a:spcPct val="120000"/>
              </a:lnSpc>
            </a:pPr>
            <a:r>
              <a:rPr lang="zh-CN" altLang="en-US" sz="2800" dirty="0">
                <a:latin typeface="Times New Roman" panose="02020603050405020304" pitchFamily="18" charset="0"/>
                <a:ea typeface="黑体" panose="02010609060101010101" pitchFamily="49" charset="-122"/>
                <a:sym typeface="+mn-ea"/>
              </a:rPr>
              <a:t>从命题到一阶谓词：将命题中的“谓词”抽象出来，作为知识的核心，而将</a:t>
            </a:r>
            <a:r>
              <a:rPr lang="zh-CN" altLang="en-US" sz="2800" dirty="0" smtClean="0">
                <a:latin typeface="Times New Roman" panose="02020603050405020304" pitchFamily="18" charset="0"/>
                <a:ea typeface="黑体" panose="02010609060101010101" pitchFamily="49" charset="-122"/>
                <a:sym typeface="+mn-ea"/>
              </a:rPr>
              <a:t>“</a:t>
            </a:r>
            <a:r>
              <a:rPr lang="zh-CN" altLang="en-US" sz="2800" dirty="0">
                <a:latin typeface="Times New Roman" panose="02020603050405020304" pitchFamily="18" charset="0"/>
                <a:ea typeface="黑体" panose="02010609060101010101" pitchFamily="49" charset="-122"/>
                <a:sym typeface="+mn-ea"/>
              </a:rPr>
              <a:t>个体</a:t>
            </a:r>
            <a:r>
              <a:rPr lang="zh-CN" altLang="en-US" sz="2800" dirty="0" smtClean="0">
                <a:latin typeface="Times New Roman" panose="02020603050405020304" pitchFamily="18" charset="0"/>
                <a:ea typeface="黑体" panose="02010609060101010101" pitchFamily="49" charset="-122"/>
                <a:sym typeface="+mn-ea"/>
              </a:rPr>
              <a:t>”</a:t>
            </a:r>
            <a:r>
              <a:rPr lang="zh-CN" altLang="en-US" sz="2800" dirty="0">
                <a:latin typeface="Times New Roman" panose="02020603050405020304" pitchFamily="18" charset="0"/>
                <a:ea typeface="黑体" panose="02010609060101010101" pitchFamily="49" charset="-122"/>
                <a:sym typeface="+mn-ea"/>
              </a:rPr>
              <a:t>作为谓词支配的部分，就可以将知识形式化。这就是</a:t>
            </a:r>
            <a:r>
              <a:rPr lang="zh-CN" altLang="en-US" sz="2800" dirty="0">
                <a:solidFill>
                  <a:srgbClr val="0000FF"/>
                </a:solidFill>
                <a:latin typeface="Times New Roman" panose="02020603050405020304" pitchFamily="18" charset="0"/>
                <a:ea typeface="黑体" panose="02010609060101010101" pitchFamily="49" charset="-122"/>
                <a:sym typeface="+mn-ea"/>
              </a:rPr>
              <a:t>谓词逻辑</a:t>
            </a:r>
            <a:r>
              <a:rPr lang="zh-CN" altLang="en-US" sz="2800" dirty="0">
                <a:latin typeface="Times New Roman" panose="02020603050405020304" pitchFamily="18" charset="0"/>
                <a:ea typeface="黑体" panose="02010609060101010101" pitchFamily="49" charset="-122"/>
                <a:sym typeface="+mn-ea"/>
              </a:rPr>
              <a:t>。</a:t>
            </a:r>
            <a:endParaRPr lang="zh-CN" altLang="en-US" sz="2800" dirty="0">
              <a:latin typeface="Times New Roman" panose="02020603050405020304" pitchFamily="18" charset="0"/>
              <a:ea typeface="黑体" panose="02010609060101010101" pitchFamily="49" charset="-122"/>
            </a:endParaRPr>
          </a:p>
          <a:p>
            <a:pPr eaLnBrk="1" hangingPunct="1">
              <a:lnSpc>
                <a:spcPct val="120000"/>
              </a:lnSpc>
            </a:pPr>
            <a:r>
              <a:rPr lang="zh-CN" altLang="en-US" sz="2800" dirty="0">
                <a:latin typeface="Times New Roman" panose="02020603050405020304" pitchFamily="18" charset="0"/>
                <a:ea typeface="黑体" panose="02010609060101010101" pitchFamily="49" charset="-122"/>
                <a:sym typeface="+mn-ea"/>
              </a:rPr>
              <a:t>解决了命题逻辑表达能力不强的问题</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3123">
                                            <p:txEl>
                                              <p:pRg st="0" end="0"/>
                                            </p:txEl>
                                          </p:spTgt>
                                        </p:tgtEl>
                                        <p:attrNameLst>
                                          <p:attrName>style.visibility</p:attrName>
                                        </p:attrNameLst>
                                      </p:cBhvr>
                                      <p:to>
                                        <p:strVal val="visible"/>
                                      </p:to>
                                    </p:set>
                                    <p:animEffect transition="in" filter="blinds(horizontal)">
                                      <p:cBhvr>
                                        <p:cTn id="7" dur="500"/>
                                        <p:tgtEl>
                                          <p:spTgt spid="1331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0"/>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23" grpId="0" build="p"/>
      <p:bldP spid="8" grpId="0"/>
      <p:bldP spid="10"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txBox="1">
            <a:spLocks noGrp="1"/>
          </p:cNvSpPr>
          <p:nvPr>
            <p:ph type="sldNum" sz="quarter" idx="4"/>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40" tIns="45720" rIns="91440" bIns="45720" numCol="1" anchor="t" anchorCtr="0" compatLnSpc="1"/>
          <a:lstStyle/>
          <a:p>
            <a:pPr marL="0" marR="0" lvl="0" indent="0" algn="r" defTabSz="914400" rtl="0" eaLnBrk="1" fontAlgn="base" latinLnBrk="1" hangingPunct="1">
              <a:lnSpc>
                <a:spcPct val="100000"/>
              </a:lnSpc>
              <a:spcBef>
                <a:spcPct val="0"/>
              </a:spcBef>
              <a:spcAft>
                <a:spcPct val="0"/>
              </a:spcAft>
              <a:buClrTx/>
              <a:buSzTx/>
              <a:buFontTx/>
              <a:buNone/>
              <a:defRPr/>
            </a:pPr>
            <a:fld id="{40CA87F5-008B-4829-B0BE-F9BBD64BF96E}"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t>24</a:t>
            </a:fld>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133122" name="Rectangle 2"/>
          <p:cNvSpPr>
            <a:spLocks noGrp="1" noChangeArrowheads="1"/>
          </p:cNvSpPr>
          <p:nvPr>
            <p:ph type="title"/>
          </p:nvPr>
        </p:nvSpPr>
        <p:spPr>
          <a:xfrm>
            <a:off x="684213" y="476250"/>
            <a:ext cx="7772400" cy="731838"/>
          </a:xfrm>
        </p:spPr>
        <p:txBody>
          <a:bodyPr vert="horz" wrap="square" lIns="91440" tIns="45720" rIns="91440" bIns="45720" numCol="1" anchor="ctr" anchorCtr="0" compatLnSpc="1"/>
          <a:lstStyle/>
          <a:p>
            <a:pPr marL="0" marR="0" lvl="0" indent="0" algn="ctr" defTabSz="914400" rtl="0" eaLnBrk="1" fontAlgn="base" latinLnBrk="1" hangingPunct="1">
              <a:lnSpc>
                <a:spcPct val="100000"/>
              </a:lnSpc>
              <a:spcBef>
                <a:spcPct val="0"/>
              </a:spcBef>
              <a:spcAft>
                <a:spcPct val="0"/>
              </a:spcAft>
              <a:buClrTx/>
              <a:buSzTx/>
              <a:buFontTx/>
              <a:buNone/>
              <a:defRPr/>
            </a:pPr>
            <a:r>
              <a:rPr kumimoji="1" lang="en-US" altLang="zh-CN" sz="40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j-cs"/>
              </a:rPr>
              <a:t>3.2.2 </a:t>
            </a:r>
            <a:r>
              <a:rPr kumimoji="1" lang="zh-CN" altLang="en-US" sz="40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j-cs"/>
              </a:rPr>
              <a:t>一阶谓词逻辑</a:t>
            </a:r>
            <a:endParaRPr kumimoji="1" lang="en-US" altLang="zh-CN" sz="40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j-cs"/>
            </a:endParaRPr>
          </a:p>
        </p:txBody>
      </p:sp>
      <p:sp>
        <p:nvSpPr>
          <p:cNvPr id="133123" name="Rectangle 3"/>
          <p:cNvSpPr>
            <a:spLocks noGrp="1"/>
          </p:cNvSpPr>
          <p:nvPr>
            <p:ph idx="1"/>
          </p:nvPr>
        </p:nvSpPr>
        <p:spPr>
          <a:xfrm>
            <a:off x="539433" y="1495108"/>
            <a:ext cx="7772400" cy="4752975"/>
          </a:xfrm>
        </p:spPr>
        <p:txBody>
          <a:bodyPr vert="horz" wrap="square" lIns="91440" tIns="45720" rIns="91440" bIns="45720" anchor="t" anchorCtr="0"/>
          <a:lstStyle/>
          <a:p>
            <a:pPr eaLnBrk="1" hangingPunct="1">
              <a:lnSpc>
                <a:spcPct val="120000"/>
              </a:lnSpc>
            </a:pPr>
            <a:r>
              <a:rPr lang="zh-CN" altLang="en-US" sz="2800" dirty="0">
                <a:latin typeface="Times New Roman" panose="02020603050405020304" pitchFamily="18" charset="0"/>
                <a:ea typeface="黑体" panose="02010609060101010101" pitchFamily="49" charset="-122"/>
              </a:rPr>
              <a:t>一个命题至少由一个个体和一个谓词组成。</a:t>
            </a:r>
          </a:p>
          <a:p>
            <a:pPr eaLnBrk="1" hangingPunct="1">
              <a:lnSpc>
                <a:spcPct val="120000"/>
              </a:lnSpc>
            </a:pPr>
            <a:endParaRPr lang="zh-CN" altLang="en-US" sz="2800" dirty="0">
              <a:latin typeface="Times New Roman" panose="02020603050405020304" pitchFamily="18" charset="0"/>
              <a:ea typeface="黑体" panose="02010609060101010101" pitchFamily="49" charset="-122"/>
            </a:endParaRPr>
          </a:p>
          <a:p>
            <a:pPr eaLnBrk="1" hangingPunct="1">
              <a:lnSpc>
                <a:spcPct val="120000"/>
              </a:lnSpc>
            </a:pPr>
            <a:endParaRPr lang="zh-CN" altLang="en-US" sz="2800" dirty="0">
              <a:latin typeface="Times New Roman" panose="02020603050405020304" pitchFamily="18" charset="0"/>
              <a:ea typeface="黑体" panose="02010609060101010101" pitchFamily="49" charset="-122"/>
            </a:endParaRPr>
          </a:p>
          <a:p>
            <a:pPr eaLnBrk="1" hangingPunct="1">
              <a:lnSpc>
                <a:spcPct val="120000"/>
              </a:lnSpc>
            </a:pPr>
            <a:endParaRPr lang="zh-CN" altLang="en-US" sz="2800" dirty="0">
              <a:latin typeface="Times New Roman" panose="02020603050405020304" pitchFamily="18" charset="0"/>
              <a:ea typeface="黑体" panose="02010609060101010101" pitchFamily="49" charset="-122"/>
            </a:endParaRPr>
          </a:p>
          <a:p>
            <a:pPr algn="ctr" eaLnBrk="1" hangingPunct="1">
              <a:lnSpc>
                <a:spcPct val="120000"/>
              </a:lnSpc>
              <a:buNone/>
            </a:pPr>
            <a:endParaRPr lang="zh-CN" altLang="en-US" sz="2400" dirty="0">
              <a:latin typeface="Times New Roman" panose="02020603050405020304" pitchFamily="18" charset="0"/>
              <a:ea typeface="黑体" panose="02010609060101010101" pitchFamily="49" charset="-122"/>
            </a:endParaRPr>
          </a:p>
        </p:txBody>
      </p:sp>
      <p:sp>
        <p:nvSpPr>
          <p:cNvPr id="54277" name="Text Box 4"/>
          <p:cNvSpPr txBox="1"/>
          <p:nvPr/>
        </p:nvSpPr>
        <p:spPr>
          <a:xfrm>
            <a:off x="0" y="188913"/>
            <a:ext cx="2339975" cy="457200"/>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0" lvl="0" indent="0" eaLnBrk="1" hangingPunct="1">
              <a:spcBef>
                <a:spcPct val="50000"/>
              </a:spcBef>
              <a:buNone/>
            </a:pPr>
            <a:r>
              <a:rPr lang="zh-CN" altLang="en-US" sz="2400" dirty="0">
                <a:latin typeface="华文行楷" panose="02010800040101010101" pitchFamily="2" charset="-122"/>
                <a:ea typeface="华文行楷" panose="02010800040101010101" pitchFamily="2" charset="-122"/>
              </a:rPr>
              <a:t>第</a:t>
            </a:r>
            <a:r>
              <a:rPr lang="en-US" altLang="zh-CN" sz="2400" dirty="0">
                <a:latin typeface="华文行楷" panose="02010800040101010101" pitchFamily="2" charset="-122"/>
                <a:ea typeface="华文行楷" panose="02010800040101010101" pitchFamily="2" charset="-122"/>
              </a:rPr>
              <a:t>3</a:t>
            </a:r>
            <a:r>
              <a:rPr lang="zh-CN" altLang="en-US" sz="2400" dirty="0">
                <a:latin typeface="华文行楷" panose="02010800040101010101" pitchFamily="2" charset="-122"/>
                <a:ea typeface="华文行楷" panose="02010800040101010101" pitchFamily="2" charset="-122"/>
              </a:rPr>
              <a:t>章 逻辑系统</a:t>
            </a:r>
          </a:p>
        </p:txBody>
      </p:sp>
      <p:sp>
        <p:nvSpPr>
          <p:cNvPr id="8" name="文本框 7"/>
          <p:cNvSpPr txBox="1"/>
          <p:nvPr/>
        </p:nvSpPr>
        <p:spPr>
          <a:xfrm>
            <a:off x="881380" y="2420620"/>
            <a:ext cx="3474720" cy="1863725"/>
          </a:xfrm>
          <a:prstGeom prst="rect">
            <a:avLst/>
          </a:prstGeom>
          <a:noFill/>
        </p:spPr>
        <p:txBody>
          <a:bodyPr wrap="square" rtlCol="0" anchor="t">
            <a:spAutoFit/>
          </a:bodyPr>
          <a:lstStyle/>
          <a:p>
            <a:pPr>
              <a:lnSpc>
                <a:spcPct val="12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小张</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是一个</a:t>
            </a:r>
            <a:r>
              <a:rPr lang="zh-CN" altLang="en-US"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父亲</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煤</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是</a:t>
            </a:r>
            <a:r>
              <a:rPr lang="zh-CN" altLang="en-US"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白色的</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 </a:t>
            </a:r>
          </a:p>
          <a:p>
            <a:pPr>
              <a:lnSpc>
                <a:spcPct val="12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香蕉</a:t>
            </a:r>
            <a:r>
              <a:rPr lang="zh-CN" altLang="en-US"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的</a:t>
            </a:r>
            <a:r>
              <a:rPr lang="zh-CN" altLang="en-US"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味道是甜的</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 </a:t>
            </a:r>
          </a:p>
          <a:p>
            <a:pPr>
              <a:lnSpc>
                <a:spcPct val="120000"/>
              </a:lnSpc>
            </a:pP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 name="文本框 9"/>
          <p:cNvSpPr txBox="1"/>
          <p:nvPr/>
        </p:nvSpPr>
        <p:spPr>
          <a:xfrm>
            <a:off x="395605" y="4293235"/>
            <a:ext cx="8294370" cy="2158365"/>
          </a:xfrm>
          <a:prstGeom prst="rect">
            <a:avLst/>
          </a:prstGeom>
          <a:noFill/>
        </p:spPr>
        <p:txBody>
          <a:bodyPr wrap="square" rtlCol="0" anchor="t">
            <a:spAutoFit/>
          </a:bodyPr>
          <a:lstStyle/>
          <a:p>
            <a:pPr eaLnBrk="1" hangingPunct="1">
              <a:lnSpc>
                <a:spcPct val="120000"/>
              </a:lnSpc>
            </a:pPr>
            <a:r>
              <a:rPr lang="zh-CN" altLang="en-US" sz="2800" dirty="0">
                <a:latin typeface="Times New Roman" panose="02020603050405020304" pitchFamily="18" charset="0"/>
                <a:ea typeface="黑体" panose="02010609060101010101" pitchFamily="49" charset="-122"/>
                <a:sym typeface="+mn-ea"/>
              </a:rPr>
              <a:t>从命题到一阶谓词：将命题中的“谓词”抽象出来，作为知识的核心，而将</a:t>
            </a:r>
            <a:r>
              <a:rPr lang="zh-CN" altLang="en-US" sz="2800" dirty="0" smtClean="0">
                <a:latin typeface="Times New Roman" panose="02020603050405020304" pitchFamily="18" charset="0"/>
                <a:ea typeface="黑体" panose="02010609060101010101" pitchFamily="49" charset="-122"/>
                <a:sym typeface="+mn-ea"/>
              </a:rPr>
              <a:t>“</a:t>
            </a:r>
            <a:r>
              <a:rPr lang="zh-CN" altLang="en-US" sz="2800" dirty="0">
                <a:latin typeface="Times New Roman" panose="02020603050405020304" pitchFamily="18" charset="0"/>
                <a:ea typeface="黑体" panose="02010609060101010101" pitchFamily="49" charset="-122"/>
                <a:sym typeface="+mn-ea"/>
              </a:rPr>
              <a:t>个体</a:t>
            </a:r>
            <a:r>
              <a:rPr lang="zh-CN" altLang="en-US" sz="2800" dirty="0" smtClean="0">
                <a:latin typeface="Times New Roman" panose="02020603050405020304" pitchFamily="18" charset="0"/>
                <a:ea typeface="黑体" panose="02010609060101010101" pitchFamily="49" charset="-122"/>
                <a:sym typeface="+mn-ea"/>
              </a:rPr>
              <a:t>”</a:t>
            </a:r>
            <a:r>
              <a:rPr lang="zh-CN" altLang="en-US" sz="2800" dirty="0">
                <a:latin typeface="Times New Roman" panose="02020603050405020304" pitchFamily="18" charset="0"/>
                <a:ea typeface="黑体" panose="02010609060101010101" pitchFamily="49" charset="-122"/>
                <a:sym typeface="+mn-ea"/>
              </a:rPr>
              <a:t>作为谓词支配的部分，就可以将知识形式化。这就是</a:t>
            </a:r>
            <a:r>
              <a:rPr lang="zh-CN" altLang="en-US" sz="2800" dirty="0">
                <a:solidFill>
                  <a:srgbClr val="0000FF"/>
                </a:solidFill>
                <a:latin typeface="Times New Roman" panose="02020603050405020304" pitchFamily="18" charset="0"/>
                <a:ea typeface="黑体" panose="02010609060101010101" pitchFamily="49" charset="-122"/>
                <a:sym typeface="+mn-ea"/>
              </a:rPr>
              <a:t>谓词逻辑</a:t>
            </a:r>
            <a:r>
              <a:rPr lang="zh-CN" altLang="en-US" sz="2800" dirty="0">
                <a:latin typeface="Times New Roman" panose="02020603050405020304" pitchFamily="18" charset="0"/>
                <a:ea typeface="黑体" panose="02010609060101010101" pitchFamily="49" charset="-122"/>
                <a:sym typeface="+mn-ea"/>
              </a:rPr>
              <a:t>。</a:t>
            </a:r>
            <a:endParaRPr lang="zh-CN" altLang="en-US" sz="2800" dirty="0">
              <a:latin typeface="Times New Roman" panose="02020603050405020304" pitchFamily="18" charset="0"/>
              <a:ea typeface="黑体" panose="02010609060101010101" pitchFamily="49" charset="-122"/>
            </a:endParaRPr>
          </a:p>
          <a:p>
            <a:pPr eaLnBrk="1" hangingPunct="1">
              <a:lnSpc>
                <a:spcPct val="120000"/>
              </a:lnSpc>
            </a:pPr>
            <a:r>
              <a:rPr lang="zh-CN" altLang="en-US" sz="2800" dirty="0">
                <a:latin typeface="Times New Roman" panose="02020603050405020304" pitchFamily="18" charset="0"/>
                <a:ea typeface="黑体" panose="02010609060101010101" pitchFamily="49" charset="-122"/>
                <a:sym typeface="+mn-ea"/>
              </a:rPr>
              <a:t>解决了命题逻辑表达能力不强的问题</a:t>
            </a:r>
          </a:p>
        </p:txBody>
      </p:sp>
      <p:sp>
        <p:nvSpPr>
          <p:cNvPr id="2" name="右箭头 1"/>
          <p:cNvSpPr/>
          <p:nvPr/>
        </p:nvSpPr>
        <p:spPr bwMode="auto">
          <a:xfrm>
            <a:off x="3923928" y="2996952"/>
            <a:ext cx="216024" cy="216024"/>
          </a:xfrm>
          <a:prstGeom prst="rightArrow">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1" hangingPunct="1">
              <a:lnSpc>
                <a:spcPct val="100000"/>
              </a:lnSpc>
              <a:spcBef>
                <a:spcPct val="0"/>
              </a:spcBef>
              <a:spcAft>
                <a:spcPct val="0"/>
              </a:spcAft>
              <a:buClrTx/>
              <a:buSzTx/>
              <a:buFontTx/>
              <a:buNone/>
            </a:pPr>
            <a:endParaRPr kumimoji="1" lang="zh-CN" altLang="en-US" sz="24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p:txBody>
      </p:sp>
      <p:sp>
        <p:nvSpPr>
          <p:cNvPr id="11" name="文本框 10"/>
          <p:cNvSpPr txBox="1"/>
          <p:nvPr/>
        </p:nvSpPr>
        <p:spPr>
          <a:xfrm>
            <a:off x="4425633" y="2383790"/>
            <a:ext cx="3474720" cy="1865126"/>
          </a:xfrm>
          <a:prstGeom prst="rect">
            <a:avLst/>
          </a:prstGeom>
          <a:noFill/>
        </p:spPr>
        <p:txBody>
          <a:bodyPr wrap="square" rtlCol="0" anchor="t">
            <a:spAutoFit/>
          </a:bodyPr>
          <a:lstStyle/>
          <a:p>
            <a:pPr>
              <a:lnSpc>
                <a:spcPct val="12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dirty="0" smtClean="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Father </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en-US" altLang="zh-CN" dirty="0" err="1"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zhang</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dirty="0" smtClean="0">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 </a:t>
            </a:r>
            <a:r>
              <a:rPr lang="en-US" altLang="zh-CN" dirty="0" smtClean="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White </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en-US" altLang="zh-CN"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coal</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dirty="0" smtClean="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Sweet </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en-US" altLang="zh-CN"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banana</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208409750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txBox="1">
            <a:spLocks noGrp="1"/>
          </p:cNvSpPr>
          <p:nvPr>
            <p:ph type="sldNum" sz="quarter" idx="4"/>
          </p:nvPr>
        </p:nvSpPr>
        <p:spPr bwMode="auto">
          <a:xfrm>
            <a:off x="7164705" y="6309360"/>
            <a:ext cx="1905000" cy="4572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40" tIns="45720" rIns="91440" bIns="45720" numCol="1" anchor="t" anchorCtr="0" compatLnSpc="1"/>
          <a:lstStyle/>
          <a:p>
            <a:pPr marL="0" marR="0" lvl="0" indent="0" algn="r" defTabSz="914400" rtl="0" eaLnBrk="1" fontAlgn="base" latinLnBrk="1" hangingPunct="1">
              <a:lnSpc>
                <a:spcPct val="100000"/>
              </a:lnSpc>
              <a:spcBef>
                <a:spcPct val="0"/>
              </a:spcBef>
              <a:spcAft>
                <a:spcPct val="0"/>
              </a:spcAft>
              <a:buClrTx/>
              <a:buSzTx/>
              <a:buFontTx/>
              <a:buNone/>
              <a:defRPr/>
            </a:pPr>
            <a:fld id="{40CA87F5-008B-4829-B0BE-F9BBD64BF96E}"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t>25</a:t>
            </a:fld>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133122" name="Rectangle 2"/>
          <p:cNvSpPr>
            <a:spLocks noGrp="1" noChangeArrowheads="1"/>
          </p:cNvSpPr>
          <p:nvPr>
            <p:ph type="title"/>
          </p:nvPr>
        </p:nvSpPr>
        <p:spPr>
          <a:xfrm>
            <a:off x="684213" y="476250"/>
            <a:ext cx="7772400" cy="731838"/>
          </a:xfrm>
        </p:spPr>
        <p:txBody>
          <a:bodyPr vert="horz" wrap="square" lIns="91440" tIns="45720" rIns="91440" bIns="45720" numCol="1" anchor="ctr" anchorCtr="0" compatLnSpc="1"/>
          <a:lstStyle/>
          <a:p>
            <a:pPr marL="0" marR="0" lvl="0" indent="0" algn="ctr" defTabSz="914400" rtl="0" eaLnBrk="1" fontAlgn="base" latinLnBrk="1" hangingPunct="1">
              <a:lnSpc>
                <a:spcPct val="100000"/>
              </a:lnSpc>
              <a:spcBef>
                <a:spcPct val="0"/>
              </a:spcBef>
              <a:spcAft>
                <a:spcPct val="0"/>
              </a:spcAft>
              <a:buClrTx/>
              <a:buSzTx/>
              <a:buFontTx/>
              <a:buNone/>
              <a:defRPr/>
            </a:pPr>
            <a:r>
              <a:rPr kumimoji="1" lang="en-US" altLang="zh-CN" sz="40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j-cs"/>
              </a:rPr>
              <a:t>3.2.2 </a:t>
            </a:r>
            <a:r>
              <a:rPr kumimoji="1" lang="zh-CN" altLang="en-US" sz="40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j-cs"/>
              </a:rPr>
              <a:t>一阶谓词逻辑</a:t>
            </a:r>
            <a:endParaRPr kumimoji="1" lang="en-US" altLang="zh-CN" sz="40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j-cs"/>
            </a:endParaRPr>
          </a:p>
        </p:txBody>
      </p:sp>
      <p:sp>
        <p:nvSpPr>
          <p:cNvPr id="54277" name="Text Box 4"/>
          <p:cNvSpPr txBox="1"/>
          <p:nvPr/>
        </p:nvSpPr>
        <p:spPr>
          <a:xfrm>
            <a:off x="0" y="188913"/>
            <a:ext cx="2339975" cy="457200"/>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0" lvl="0" indent="0" eaLnBrk="1" hangingPunct="1">
              <a:spcBef>
                <a:spcPct val="50000"/>
              </a:spcBef>
              <a:buNone/>
            </a:pPr>
            <a:r>
              <a:rPr lang="zh-CN" altLang="en-US" sz="2400" dirty="0">
                <a:latin typeface="华文行楷" panose="02010800040101010101" pitchFamily="2" charset="-122"/>
                <a:ea typeface="华文行楷" panose="02010800040101010101" pitchFamily="2" charset="-122"/>
              </a:rPr>
              <a:t>第</a:t>
            </a:r>
            <a:r>
              <a:rPr lang="en-US" altLang="zh-CN" sz="2400" dirty="0">
                <a:latin typeface="华文行楷" panose="02010800040101010101" pitchFamily="2" charset="-122"/>
                <a:ea typeface="华文行楷" panose="02010800040101010101" pitchFamily="2" charset="-122"/>
              </a:rPr>
              <a:t>3</a:t>
            </a:r>
            <a:r>
              <a:rPr lang="zh-CN" altLang="en-US" sz="2400" dirty="0">
                <a:latin typeface="华文行楷" panose="02010800040101010101" pitchFamily="2" charset="-122"/>
                <a:ea typeface="华文行楷" panose="02010800040101010101" pitchFamily="2" charset="-122"/>
              </a:rPr>
              <a:t>章 逻辑系统</a:t>
            </a:r>
          </a:p>
        </p:txBody>
      </p:sp>
      <p:sp>
        <p:nvSpPr>
          <p:cNvPr id="3" name="文本框 2"/>
          <p:cNvSpPr txBox="1"/>
          <p:nvPr/>
        </p:nvSpPr>
        <p:spPr>
          <a:xfrm>
            <a:off x="1115695" y="2493010"/>
            <a:ext cx="5532120" cy="521970"/>
          </a:xfrm>
          <a:prstGeom prst="rect">
            <a:avLst/>
          </a:prstGeom>
          <a:noFill/>
        </p:spPr>
        <p:txBody>
          <a:bodyPr wrap="square" rtlCol="0" anchor="t">
            <a:spAutoFit/>
          </a:bodyPr>
          <a:lstStyle/>
          <a:p>
            <a:r>
              <a:rPr lang="zh-CN" altLang="en-US" sz="2800" dirty="0">
                <a:latin typeface="Times New Roman" panose="02020603050405020304" pitchFamily="18" charset="0"/>
                <a:ea typeface="黑体" panose="02010609060101010101" pitchFamily="49" charset="-122"/>
                <a:sym typeface="+mn-ea"/>
              </a:rPr>
              <a:t>凡人皆有死：</a:t>
            </a:r>
            <a:r>
              <a:rPr lang="en-US" altLang="zh-CN" sz="2800" dirty="0">
                <a:latin typeface="Times New Roman" panose="02020603050405020304" pitchFamily="18" charset="0"/>
                <a:ea typeface="黑体" panose="02010609060101010101" pitchFamily="49" charset="-122"/>
                <a:sym typeface="+mn-ea"/>
              </a:rPr>
              <a:t>    M(x)</a:t>
            </a:r>
            <a:r>
              <a:rPr lang="en-US" altLang="zh-CN" sz="2800" dirty="0">
                <a:latin typeface="Times New Roman" panose="02020603050405020304" pitchFamily="18" charset="0"/>
                <a:ea typeface="黑体" panose="02010609060101010101" pitchFamily="49" charset="-122"/>
                <a:sym typeface="Symbol" panose="05050102010706020507" pitchFamily="18" charset="2"/>
              </a:rPr>
              <a:t></a:t>
            </a:r>
            <a:r>
              <a:rPr lang="en-US" altLang="zh-CN" sz="2800" dirty="0">
                <a:latin typeface="Times New Roman" panose="02020603050405020304" pitchFamily="18" charset="0"/>
                <a:ea typeface="黑体" panose="02010609060101010101" pitchFamily="49" charset="-122"/>
                <a:sym typeface="+mn-ea"/>
              </a:rPr>
              <a:t>D(x)</a:t>
            </a:r>
          </a:p>
        </p:txBody>
      </p:sp>
      <p:sp>
        <p:nvSpPr>
          <p:cNvPr id="4" name="文本框 3"/>
          <p:cNvSpPr txBox="1"/>
          <p:nvPr/>
        </p:nvSpPr>
        <p:spPr>
          <a:xfrm>
            <a:off x="1115695" y="2997200"/>
            <a:ext cx="3974465" cy="521970"/>
          </a:xfrm>
          <a:prstGeom prst="rect">
            <a:avLst/>
          </a:prstGeom>
          <a:noFill/>
        </p:spPr>
        <p:txBody>
          <a:bodyPr wrap="square" rtlCol="0" anchor="t">
            <a:spAutoFit/>
          </a:bodyPr>
          <a:lstStyle/>
          <a:p>
            <a:r>
              <a:rPr lang="zh-CN" altLang="en-US" sz="2800" dirty="0">
                <a:latin typeface="Times New Roman" panose="02020603050405020304" pitchFamily="18" charset="0"/>
                <a:ea typeface="黑体" panose="02010609060101010101" pitchFamily="49" charset="-122"/>
                <a:sym typeface="+mn-ea"/>
              </a:rPr>
              <a:t>苏格拉底是人：</a:t>
            </a:r>
            <a:r>
              <a:rPr lang="en-US" altLang="zh-CN" sz="2800" dirty="0">
                <a:latin typeface="Times New Roman" panose="02020603050405020304" pitchFamily="18" charset="0"/>
                <a:ea typeface="黑体" panose="02010609060101010101" pitchFamily="49" charset="-122"/>
                <a:sym typeface="+mn-ea"/>
              </a:rPr>
              <a:t>M(s)</a:t>
            </a:r>
          </a:p>
        </p:txBody>
      </p:sp>
      <p:sp>
        <p:nvSpPr>
          <p:cNvPr id="6" name="文本框 5"/>
          <p:cNvSpPr txBox="1"/>
          <p:nvPr/>
        </p:nvSpPr>
        <p:spPr>
          <a:xfrm>
            <a:off x="1115695" y="3573145"/>
            <a:ext cx="4124960" cy="521970"/>
          </a:xfrm>
          <a:prstGeom prst="rect">
            <a:avLst/>
          </a:prstGeom>
          <a:noFill/>
        </p:spPr>
        <p:txBody>
          <a:bodyPr wrap="square" rtlCol="0" anchor="t">
            <a:spAutoFit/>
          </a:bodyPr>
          <a:lstStyle/>
          <a:p>
            <a:r>
              <a:rPr lang="zh-CN" altLang="en-US" sz="2800" dirty="0">
                <a:latin typeface="Times New Roman" panose="02020603050405020304" pitchFamily="18" charset="0"/>
                <a:ea typeface="黑体" panose="02010609060101010101" pitchFamily="49" charset="-122"/>
                <a:sym typeface="+mn-ea"/>
              </a:rPr>
              <a:t>苏格拉底会死：</a:t>
            </a:r>
            <a:r>
              <a:rPr lang="en-US" altLang="zh-CN" sz="2800" dirty="0">
                <a:latin typeface="Times New Roman" panose="02020603050405020304" pitchFamily="18" charset="0"/>
                <a:ea typeface="黑体" panose="02010609060101010101" pitchFamily="49" charset="-122"/>
                <a:sym typeface="+mn-ea"/>
              </a:rPr>
              <a:t>D(s)</a:t>
            </a:r>
          </a:p>
        </p:txBody>
      </p:sp>
      <p:sp>
        <p:nvSpPr>
          <p:cNvPr id="2" name="文本框 1"/>
          <p:cNvSpPr txBox="1"/>
          <p:nvPr/>
        </p:nvSpPr>
        <p:spPr>
          <a:xfrm>
            <a:off x="2157095" y="4436745"/>
            <a:ext cx="3775710" cy="607695"/>
          </a:xfrm>
          <a:prstGeom prst="rect">
            <a:avLst/>
          </a:prstGeom>
          <a:noFill/>
        </p:spPr>
        <p:txBody>
          <a:bodyPr wrap="none" rtlCol="0" anchor="t">
            <a:spAutoFit/>
          </a:bodyPr>
          <a:lstStyle/>
          <a:p>
            <a:pPr algn="ctr" eaLnBrk="1" hangingPunct="1">
              <a:lnSpc>
                <a:spcPct val="120000"/>
              </a:lnSpc>
              <a:buNone/>
            </a:pPr>
            <a:r>
              <a:rPr lang="en-US" altLang="zh-CN" sz="2800" dirty="0">
                <a:latin typeface="Times New Roman" panose="02020603050405020304" pitchFamily="18" charset="0"/>
                <a:ea typeface="黑体" panose="02010609060101010101" pitchFamily="49" charset="-122"/>
                <a:sym typeface="+mn-ea"/>
              </a:rPr>
              <a:t>M(x)</a:t>
            </a:r>
            <a:r>
              <a:rPr lang="en-US" altLang="zh-CN" sz="2800" dirty="0">
                <a:latin typeface="Times New Roman" panose="02020603050405020304" pitchFamily="18" charset="0"/>
                <a:ea typeface="黑体" panose="02010609060101010101" pitchFamily="49" charset="-122"/>
                <a:sym typeface="Symbol" panose="05050102010706020507" pitchFamily="18" charset="2"/>
              </a:rPr>
              <a:t></a:t>
            </a:r>
            <a:r>
              <a:rPr lang="en-US" altLang="zh-CN" sz="2800" dirty="0">
                <a:latin typeface="Times New Roman" panose="02020603050405020304" pitchFamily="18" charset="0"/>
                <a:ea typeface="黑体" panose="02010609060101010101" pitchFamily="49" charset="-122"/>
                <a:sym typeface="+mn-ea"/>
              </a:rPr>
              <a:t>D(x), M(s)├ D(s)</a:t>
            </a:r>
          </a:p>
        </p:txBody>
      </p:sp>
      <p:sp>
        <p:nvSpPr>
          <p:cNvPr id="7" name="文本框 6"/>
          <p:cNvSpPr txBox="1"/>
          <p:nvPr/>
        </p:nvSpPr>
        <p:spPr>
          <a:xfrm>
            <a:off x="395605" y="1628775"/>
            <a:ext cx="8536940" cy="607695"/>
          </a:xfrm>
          <a:prstGeom prst="rect">
            <a:avLst/>
          </a:prstGeom>
          <a:noFill/>
        </p:spPr>
        <p:txBody>
          <a:bodyPr wrap="none" rtlCol="0" anchor="t">
            <a:spAutoFit/>
          </a:bodyPr>
          <a:lstStyle/>
          <a:p>
            <a:pPr marL="0" indent="0" eaLnBrk="1" hangingPunct="1">
              <a:lnSpc>
                <a:spcPct val="120000"/>
              </a:lnSpc>
              <a:buNone/>
            </a:pPr>
            <a:r>
              <a:rPr lang="en-US" altLang="zh-CN" sz="2800" dirty="0">
                <a:latin typeface="Times New Roman" panose="02020603050405020304" pitchFamily="18" charset="0"/>
                <a:ea typeface="黑体" panose="02010609060101010101" pitchFamily="49" charset="-122"/>
                <a:sym typeface="+mn-ea"/>
              </a:rPr>
              <a:t>(1)</a:t>
            </a:r>
            <a:r>
              <a:rPr lang="zh-CN" altLang="en-US" sz="2800" dirty="0">
                <a:latin typeface="Times New Roman" panose="02020603050405020304" pitchFamily="18" charset="0"/>
                <a:ea typeface="黑体" panose="02010609060101010101" pitchFamily="49" charset="-122"/>
                <a:sym typeface="+mn-ea"/>
              </a:rPr>
              <a:t>凡人皆有死；</a:t>
            </a:r>
            <a:r>
              <a:rPr lang="en-US" altLang="zh-CN" sz="2800" dirty="0">
                <a:latin typeface="Times New Roman" panose="02020603050405020304" pitchFamily="18" charset="0"/>
                <a:ea typeface="黑体" panose="02010609060101010101" pitchFamily="49" charset="-122"/>
                <a:sym typeface="+mn-ea"/>
              </a:rPr>
              <a:t>(2)</a:t>
            </a:r>
            <a:r>
              <a:rPr lang="zh-CN" altLang="en-US" sz="2800" dirty="0">
                <a:latin typeface="Times New Roman" panose="02020603050405020304" pitchFamily="18" charset="0"/>
                <a:ea typeface="黑体" panose="02010609060101010101" pitchFamily="49" charset="-122"/>
                <a:sym typeface="+mn-ea"/>
              </a:rPr>
              <a:t>苏格拉底是人；</a:t>
            </a:r>
            <a:r>
              <a:rPr lang="en-US" altLang="zh-CN" sz="2800" dirty="0">
                <a:latin typeface="Times New Roman" panose="02020603050405020304" pitchFamily="18" charset="0"/>
                <a:ea typeface="黑体" panose="02010609060101010101" pitchFamily="49" charset="-122"/>
                <a:sym typeface="+mn-ea"/>
              </a:rPr>
              <a:t>(3)</a:t>
            </a:r>
            <a:r>
              <a:rPr lang="zh-CN" altLang="en-US" sz="2800" dirty="0">
                <a:latin typeface="Times New Roman" panose="02020603050405020304" pitchFamily="18" charset="0"/>
                <a:ea typeface="黑体" panose="02010609060101010101" pitchFamily="49" charset="-122"/>
                <a:sym typeface="+mn-ea"/>
              </a:rPr>
              <a:t>苏格拉底有死。</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p:bldP spid="2" grpId="0"/>
    </p:bld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灯片编号占位符 5"/>
          <p:cNvSpPr txBox="1">
            <a:spLocks noGrp="1"/>
          </p:cNvSpPr>
          <p:nvPr>
            <p:ph type="sldNum" sz="quarter" idx="4"/>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40" tIns="45720" rIns="91440" bIns="45720" numCol="1" anchor="t" anchorCtr="0" compatLnSpc="1"/>
          <a:lstStyle/>
          <a:p>
            <a:pPr marL="0" marR="0" lvl="0" indent="0" algn="r" defTabSz="914400" rtl="0" eaLnBrk="1" fontAlgn="base" latinLnBrk="1" hangingPunct="1">
              <a:lnSpc>
                <a:spcPct val="100000"/>
              </a:lnSpc>
              <a:spcBef>
                <a:spcPct val="0"/>
              </a:spcBef>
              <a:spcAft>
                <a:spcPct val="0"/>
              </a:spcAft>
              <a:buClrTx/>
              <a:buSzTx/>
              <a:buFontTx/>
              <a:buNone/>
              <a:defRPr/>
            </a:pPr>
            <a:fld id="{13F8713E-0CE7-4D49-B9EC-3F56C3B500F0}"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t>26</a:t>
            </a:fld>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134146" name="Rectangle 2"/>
          <p:cNvSpPr>
            <a:spLocks noGrp="1" noChangeArrowheads="1"/>
          </p:cNvSpPr>
          <p:nvPr>
            <p:ph type="title"/>
          </p:nvPr>
        </p:nvSpPr>
        <p:spPr>
          <a:xfrm>
            <a:off x="684213" y="476250"/>
            <a:ext cx="7772400" cy="731838"/>
          </a:xfrm>
        </p:spPr>
        <p:txBody>
          <a:bodyPr vert="horz" wrap="square" lIns="91440" tIns="45720" rIns="91440" bIns="45720" numCol="1" anchor="ctr" anchorCtr="0" compatLnSpc="1"/>
          <a:lstStyle/>
          <a:p>
            <a:pPr marL="0" marR="0" lvl="0" indent="0" algn="ctr" defTabSz="914400" rtl="0" eaLnBrk="1" fontAlgn="base" latinLnBrk="1" hangingPunct="1">
              <a:lnSpc>
                <a:spcPct val="100000"/>
              </a:lnSpc>
              <a:spcBef>
                <a:spcPct val="0"/>
              </a:spcBef>
              <a:spcAft>
                <a:spcPct val="0"/>
              </a:spcAft>
              <a:buClrTx/>
              <a:buSzTx/>
              <a:buFontTx/>
              <a:buNone/>
              <a:defRPr/>
            </a:pPr>
            <a:r>
              <a:rPr kumimoji="1" lang="zh-CN" altLang="en-US" sz="40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j-cs"/>
              </a:rPr>
              <a:t>一阶谓词逻辑</a:t>
            </a:r>
            <a:endParaRPr kumimoji="1" lang="en-US" altLang="zh-CN" sz="40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j-cs"/>
            </a:endParaRPr>
          </a:p>
        </p:txBody>
      </p:sp>
      <p:sp>
        <p:nvSpPr>
          <p:cNvPr id="134147" name="Rectangle 3"/>
          <p:cNvSpPr>
            <a:spLocks noGrp="1"/>
          </p:cNvSpPr>
          <p:nvPr>
            <p:ph idx="1"/>
          </p:nvPr>
        </p:nvSpPr>
        <p:spPr>
          <a:xfrm>
            <a:off x="179705" y="1495425"/>
            <a:ext cx="8569960" cy="4752975"/>
          </a:xfrm>
        </p:spPr>
        <p:txBody>
          <a:bodyPr vert="horz" wrap="square" lIns="91440" tIns="45720" rIns="91440" bIns="45720" anchor="t" anchorCtr="0"/>
          <a:lstStyle/>
          <a:p>
            <a:pPr eaLnBrk="1" hangingPunct="1">
              <a:lnSpc>
                <a:spcPct val="110000"/>
              </a:lnSpc>
            </a:pPr>
            <a:r>
              <a:rPr lang="zh-CN" altLang="en-US" sz="2800" dirty="0">
                <a:latin typeface="Times New Roman" panose="02020603050405020304" pitchFamily="18" charset="0"/>
                <a:ea typeface="黑体" panose="02010609060101010101" pitchFamily="49" charset="-122"/>
              </a:rPr>
              <a:t>用谓词来描述简单命题的基本形式，如：</a:t>
            </a:r>
          </a:p>
          <a:p>
            <a:pPr marL="0" indent="0" algn="ctr" eaLnBrk="1" hangingPunct="1">
              <a:lnSpc>
                <a:spcPct val="110000"/>
              </a:lnSpc>
              <a:buNone/>
            </a:pPr>
            <a:r>
              <a:rPr lang="en-US" altLang="zh-CN" sz="2800" dirty="0">
                <a:latin typeface="Times New Roman" panose="02020603050405020304" pitchFamily="18" charset="0"/>
                <a:ea typeface="黑体" panose="02010609060101010101" pitchFamily="49" charset="-122"/>
              </a:rPr>
              <a:t>P(x</a:t>
            </a:r>
            <a:r>
              <a:rPr lang="en-US" altLang="zh-CN" sz="2800" baseline="-25000" dirty="0">
                <a:latin typeface="Times New Roman" panose="02020603050405020304" pitchFamily="18" charset="0"/>
                <a:ea typeface="黑体" panose="02010609060101010101" pitchFamily="49" charset="-122"/>
              </a:rPr>
              <a:t>1</a:t>
            </a:r>
            <a:r>
              <a:rPr lang="en-US" altLang="zh-CN" sz="2800" dirty="0">
                <a:latin typeface="Times New Roman" panose="02020603050405020304" pitchFamily="18" charset="0"/>
                <a:ea typeface="黑体" panose="02010609060101010101" pitchFamily="49" charset="-122"/>
              </a:rPr>
              <a:t>,x</a:t>
            </a:r>
            <a:r>
              <a:rPr lang="en-US" altLang="zh-CN" sz="2800" baseline="-25000" dirty="0">
                <a:latin typeface="Times New Roman" panose="02020603050405020304" pitchFamily="18" charset="0"/>
                <a:ea typeface="黑体" panose="02010609060101010101" pitchFamily="49" charset="-122"/>
              </a:rPr>
              <a:t>2</a:t>
            </a:r>
            <a:r>
              <a:rPr lang="en-US" altLang="zh-CN" sz="2800" dirty="0">
                <a:latin typeface="Times New Roman" panose="02020603050405020304" pitchFamily="18" charset="0"/>
                <a:ea typeface="黑体" panose="02010609060101010101" pitchFamily="49" charset="-122"/>
              </a:rPr>
              <a:t>,...x</a:t>
            </a:r>
            <a:r>
              <a:rPr lang="en-US" altLang="zh-CN" sz="2800" baseline="-25000" dirty="0">
                <a:latin typeface="Times New Roman" panose="02020603050405020304" pitchFamily="18" charset="0"/>
                <a:ea typeface="黑体" panose="02010609060101010101" pitchFamily="49" charset="-122"/>
              </a:rPr>
              <a:t>k</a:t>
            </a:r>
            <a:r>
              <a:rPr lang="en-US" altLang="zh-CN" sz="2800" dirty="0">
                <a:latin typeface="Times New Roman" panose="02020603050405020304" pitchFamily="18" charset="0"/>
                <a:ea typeface="黑体" panose="02010609060101010101" pitchFamily="49" charset="-122"/>
              </a:rPr>
              <a:t>)</a:t>
            </a:r>
            <a:endParaRPr lang="zh-CN" altLang="en-US" sz="2800" dirty="0">
              <a:latin typeface="Times New Roman" panose="02020603050405020304" pitchFamily="18" charset="0"/>
              <a:ea typeface="黑体" panose="02010609060101010101" pitchFamily="49" charset="-122"/>
            </a:endParaRPr>
          </a:p>
          <a:p>
            <a:pPr marL="0" indent="0" eaLnBrk="1" hangingPunct="1">
              <a:lnSpc>
                <a:spcPct val="110000"/>
              </a:lnSpc>
              <a:buNone/>
            </a:pPr>
            <a:r>
              <a:rPr lang="zh-CN" altLang="en-US" sz="2800" dirty="0">
                <a:latin typeface="Times New Roman" panose="02020603050405020304" pitchFamily="18" charset="0"/>
                <a:ea typeface="黑体" panose="02010609060101010101" pitchFamily="49" charset="-122"/>
              </a:rPr>
              <a:t>– 其中，P是一个谓词，</a:t>
            </a:r>
            <a:r>
              <a:rPr lang="en-US" altLang="zh-CN" sz="2800" dirty="0">
                <a:latin typeface="Times New Roman" panose="02020603050405020304" pitchFamily="18" charset="0"/>
                <a:ea typeface="黑体" panose="02010609060101010101" pitchFamily="49" charset="-122"/>
                <a:sym typeface="+mn-ea"/>
              </a:rPr>
              <a:t>x</a:t>
            </a:r>
            <a:r>
              <a:rPr lang="en-US" altLang="zh-CN" sz="2800" baseline="-25000" dirty="0">
                <a:latin typeface="Times New Roman" panose="02020603050405020304" pitchFamily="18" charset="0"/>
                <a:ea typeface="黑体" panose="02010609060101010101" pitchFamily="49" charset="-122"/>
                <a:sym typeface="+mn-ea"/>
              </a:rPr>
              <a:t>1</a:t>
            </a:r>
            <a:r>
              <a:rPr lang="en-US" altLang="zh-CN" sz="2800" dirty="0">
                <a:latin typeface="Times New Roman" panose="02020603050405020304" pitchFamily="18" charset="0"/>
                <a:ea typeface="黑体" panose="02010609060101010101" pitchFamily="49" charset="-122"/>
                <a:sym typeface="+mn-ea"/>
              </a:rPr>
              <a:t>,x</a:t>
            </a:r>
            <a:r>
              <a:rPr lang="en-US" altLang="zh-CN" sz="2800" baseline="-25000" dirty="0">
                <a:latin typeface="Times New Roman" panose="02020603050405020304" pitchFamily="18" charset="0"/>
                <a:ea typeface="黑体" panose="02010609060101010101" pitchFamily="49" charset="-122"/>
                <a:sym typeface="+mn-ea"/>
              </a:rPr>
              <a:t>2</a:t>
            </a:r>
            <a:r>
              <a:rPr lang="en-US" altLang="zh-CN" sz="2800" dirty="0">
                <a:latin typeface="Times New Roman" panose="02020603050405020304" pitchFamily="18" charset="0"/>
                <a:ea typeface="黑体" panose="02010609060101010101" pitchFamily="49" charset="-122"/>
                <a:sym typeface="+mn-ea"/>
              </a:rPr>
              <a:t>,...x</a:t>
            </a:r>
            <a:r>
              <a:rPr lang="en-US" altLang="zh-CN" sz="2800" baseline="-25000" dirty="0">
                <a:latin typeface="Times New Roman" panose="02020603050405020304" pitchFamily="18" charset="0"/>
                <a:ea typeface="黑体" panose="02010609060101010101" pitchFamily="49" charset="-122"/>
                <a:sym typeface="+mn-ea"/>
              </a:rPr>
              <a:t>k</a:t>
            </a:r>
            <a:r>
              <a:rPr lang="zh-CN" altLang="en-US" sz="2800" dirty="0">
                <a:latin typeface="Times New Roman" panose="02020603050405020304" pitchFamily="18" charset="0"/>
                <a:ea typeface="黑体" panose="02010609060101010101" pitchFamily="49" charset="-122"/>
              </a:rPr>
              <a:t> 是谓词操作的个体。</a:t>
            </a:r>
          </a:p>
          <a:p>
            <a:pPr marL="0" indent="0" eaLnBrk="1" hangingPunct="1">
              <a:lnSpc>
                <a:spcPct val="110000"/>
              </a:lnSpc>
              <a:buNone/>
            </a:pPr>
            <a:r>
              <a:rPr lang="zh-CN" altLang="en-US" sz="2800" dirty="0">
                <a:latin typeface="Times New Roman" panose="02020603050405020304" pitchFamily="18" charset="0"/>
                <a:ea typeface="黑体" panose="02010609060101010101" pitchFamily="49" charset="-122"/>
              </a:rPr>
              <a:t>– 谓词操作的个体数目，称为谓词的元数。如：</a:t>
            </a:r>
          </a:p>
          <a:p>
            <a:pPr eaLnBrk="1" hangingPunct="1">
              <a:lnSpc>
                <a:spcPct val="110000"/>
              </a:lnSpc>
            </a:pPr>
            <a:r>
              <a:rPr lang="en-US" altLang="zh-CN" sz="2800" dirty="0">
                <a:latin typeface="Times New Roman" panose="02020603050405020304" pitchFamily="18" charset="0"/>
                <a:ea typeface="黑体" panose="02010609060101010101" pitchFamily="49" charset="-122"/>
                <a:sym typeface="+mn-ea"/>
              </a:rPr>
              <a:t>P(x</a:t>
            </a:r>
            <a:r>
              <a:rPr lang="en-US" altLang="zh-CN" sz="2800" baseline="-25000" dirty="0">
                <a:latin typeface="Times New Roman" panose="02020603050405020304" pitchFamily="18" charset="0"/>
                <a:ea typeface="黑体" panose="02010609060101010101" pitchFamily="49" charset="-122"/>
                <a:sym typeface="+mn-ea"/>
              </a:rPr>
              <a:t>1</a:t>
            </a:r>
            <a:r>
              <a:rPr lang="en-US" altLang="zh-CN" sz="2800" dirty="0">
                <a:latin typeface="Times New Roman" panose="02020603050405020304" pitchFamily="18" charset="0"/>
                <a:ea typeface="黑体" panose="02010609060101010101" pitchFamily="49" charset="-122"/>
                <a:sym typeface="+mn-ea"/>
              </a:rPr>
              <a:t>)</a:t>
            </a:r>
            <a:r>
              <a:rPr lang="zh-CN" altLang="en-US" sz="2800" dirty="0">
                <a:latin typeface="Times New Roman" panose="02020603050405020304" pitchFamily="18" charset="0"/>
                <a:ea typeface="黑体" panose="02010609060101010101" pitchFamily="49" charset="-122"/>
              </a:rPr>
              <a:t>是一元谓词</a:t>
            </a:r>
          </a:p>
          <a:p>
            <a:pPr eaLnBrk="1" hangingPunct="1">
              <a:lnSpc>
                <a:spcPct val="110000"/>
              </a:lnSpc>
            </a:pPr>
            <a:r>
              <a:rPr lang="en-US" altLang="zh-CN" sz="2800" dirty="0">
                <a:latin typeface="Times New Roman" panose="02020603050405020304" pitchFamily="18" charset="0"/>
                <a:ea typeface="黑体" panose="02010609060101010101" pitchFamily="49" charset="-122"/>
                <a:sym typeface="+mn-ea"/>
              </a:rPr>
              <a:t>P(x</a:t>
            </a:r>
            <a:r>
              <a:rPr lang="en-US" altLang="zh-CN" sz="2800" baseline="-25000" dirty="0">
                <a:latin typeface="Times New Roman" panose="02020603050405020304" pitchFamily="18" charset="0"/>
                <a:ea typeface="黑体" panose="02010609060101010101" pitchFamily="49" charset="-122"/>
                <a:sym typeface="+mn-ea"/>
              </a:rPr>
              <a:t>1</a:t>
            </a:r>
            <a:r>
              <a:rPr lang="en-US" altLang="zh-CN" sz="2800" dirty="0">
                <a:latin typeface="Times New Roman" panose="02020603050405020304" pitchFamily="18" charset="0"/>
                <a:ea typeface="黑体" panose="02010609060101010101" pitchFamily="49" charset="-122"/>
                <a:sym typeface="+mn-ea"/>
              </a:rPr>
              <a:t>,x</a:t>
            </a:r>
            <a:r>
              <a:rPr lang="en-US" altLang="zh-CN" sz="2800" baseline="-25000" dirty="0">
                <a:latin typeface="Times New Roman" panose="02020603050405020304" pitchFamily="18" charset="0"/>
                <a:ea typeface="黑体" panose="02010609060101010101" pitchFamily="49" charset="-122"/>
                <a:sym typeface="+mn-ea"/>
              </a:rPr>
              <a:t>2</a:t>
            </a:r>
            <a:r>
              <a:rPr lang="en-US" altLang="zh-CN" sz="2800" dirty="0">
                <a:latin typeface="Times New Roman" panose="02020603050405020304" pitchFamily="18" charset="0"/>
                <a:ea typeface="黑体" panose="02010609060101010101" pitchFamily="49" charset="-122"/>
                <a:sym typeface="+mn-ea"/>
              </a:rPr>
              <a:t>)</a:t>
            </a:r>
            <a:r>
              <a:rPr lang="zh-CN" altLang="en-US" sz="2800" dirty="0">
                <a:latin typeface="Times New Roman" panose="02020603050405020304" pitchFamily="18" charset="0"/>
                <a:ea typeface="黑体" panose="02010609060101010101" pitchFamily="49" charset="-122"/>
              </a:rPr>
              <a:t>是二元谓词</a:t>
            </a:r>
          </a:p>
          <a:p>
            <a:pPr eaLnBrk="1" hangingPunct="1">
              <a:lnSpc>
                <a:spcPct val="110000"/>
              </a:lnSpc>
            </a:pPr>
            <a:endParaRPr lang="zh-CN" altLang="en-US" sz="2800" dirty="0">
              <a:latin typeface="Times New Roman" panose="02020603050405020304" pitchFamily="18" charset="0"/>
              <a:ea typeface="黑体" panose="02010609060101010101" pitchFamily="49" charset="-122"/>
            </a:endParaRPr>
          </a:p>
        </p:txBody>
      </p:sp>
      <p:sp>
        <p:nvSpPr>
          <p:cNvPr id="56325" name="Text Box 4"/>
          <p:cNvSpPr txBox="1"/>
          <p:nvPr/>
        </p:nvSpPr>
        <p:spPr>
          <a:xfrm>
            <a:off x="0" y="188913"/>
            <a:ext cx="2339975" cy="457200"/>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0" lvl="0" indent="0" eaLnBrk="1" hangingPunct="1">
              <a:spcBef>
                <a:spcPct val="50000"/>
              </a:spcBef>
              <a:buNone/>
            </a:pPr>
            <a:r>
              <a:rPr lang="zh-CN" altLang="en-US" sz="2400" dirty="0">
                <a:latin typeface="华文行楷" panose="02010800040101010101" pitchFamily="2" charset="-122"/>
                <a:ea typeface="华文行楷" panose="02010800040101010101" pitchFamily="2" charset="-122"/>
              </a:rPr>
              <a:t>第</a:t>
            </a:r>
            <a:r>
              <a:rPr lang="en-US" altLang="zh-CN" sz="2400" dirty="0">
                <a:latin typeface="华文行楷" panose="02010800040101010101" pitchFamily="2" charset="-122"/>
                <a:ea typeface="华文行楷" panose="02010800040101010101" pitchFamily="2" charset="-122"/>
              </a:rPr>
              <a:t>3</a:t>
            </a:r>
            <a:r>
              <a:rPr lang="zh-CN" altLang="en-US" sz="2400" dirty="0">
                <a:latin typeface="华文行楷" panose="02010800040101010101" pitchFamily="2" charset="-122"/>
                <a:ea typeface="华文行楷" panose="02010800040101010101" pitchFamily="2" charset="-122"/>
              </a:rPr>
              <a:t>章 逻辑系统</a:t>
            </a:r>
          </a:p>
        </p:txBody>
      </p:sp>
      <p:sp>
        <p:nvSpPr>
          <p:cNvPr id="3" name="文本框 2"/>
          <p:cNvSpPr txBox="1"/>
          <p:nvPr/>
        </p:nvSpPr>
        <p:spPr>
          <a:xfrm>
            <a:off x="395605" y="5229225"/>
            <a:ext cx="3529965" cy="953135"/>
          </a:xfrm>
          <a:prstGeom prst="rect">
            <a:avLst/>
          </a:prstGeom>
          <a:noFill/>
        </p:spPr>
        <p:txBody>
          <a:bodyPr wrap="square" rtlCol="0" anchor="t">
            <a:spAutoFit/>
          </a:bodyPr>
          <a:lstStyle/>
          <a:p>
            <a:r>
              <a:rPr lang="zh-CN" altLang="en-US" sz="2800" dirty="0">
                <a:latin typeface="微软雅黑" panose="020B0503020204020204" pitchFamily="34" charset="-122"/>
                <a:ea typeface="微软雅黑" panose="020B0503020204020204" pitchFamily="34" charset="-122"/>
              </a:rPr>
              <a:t>个体往往是具体的，但谓词具有通用性</a:t>
            </a:r>
          </a:p>
        </p:txBody>
      </p:sp>
      <p:sp>
        <p:nvSpPr>
          <p:cNvPr id="4" name="文本框 3"/>
          <p:cNvSpPr txBox="1"/>
          <p:nvPr/>
        </p:nvSpPr>
        <p:spPr>
          <a:xfrm>
            <a:off x="3708400" y="5156200"/>
            <a:ext cx="5344795" cy="460375"/>
          </a:xfrm>
          <a:prstGeom prst="rect">
            <a:avLst/>
          </a:prstGeom>
          <a:solidFill>
            <a:schemeClr val="bg1">
              <a:lumMod val="95000"/>
            </a:schemeClr>
          </a:solidFill>
        </p:spPr>
        <p:txBody>
          <a:bodyPr wrap="square" rtlCol="0" anchor="t">
            <a:spAutoFit/>
          </a:bodyPr>
          <a:lstStyle/>
          <a:p>
            <a:r>
              <a:rPr lang="zh-CN" altLang="en-US">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小张</a:t>
            </a:r>
            <a:r>
              <a:rPr lang="zh-CN" altLang="en-US">
                <a:latin typeface="微软雅黑" panose="020B0503020204020204" pitchFamily="34" charset="-122"/>
                <a:ea typeface="微软雅黑" panose="020B0503020204020204" pitchFamily="34" charset="-122"/>
                <a:cs typeface="微软雅黑" panose="020B0503020204020204" pitchFamily="34" charset="-122"/>
              </a:rPr>
              <a:t>是一个父亲</a:t>
            </a:r>
            <a:r>
              <a:rPr lang="en-US" altLang="zh-CN">
                <a:latin typeface="微软雅黑" panose="020B0503020204020204" pitchFamily="34" charset="-122"/>
                <a:ea typeface="微软雅黑" panose="020B0503020204020204" pitchFamily="34" charset="-122"/>
                <a:cs typeface="微软雅黑" panose="020B0503020204020204" pitchFamily="34" charset="-122"/>
              </a:rPr>
              <a:t> </a:t>
            </a:r>
            <a:r>
              <a:rPr lang="zh-CN" altLang="en-US">
                <a:latin typeface="微软雅黑" panose="020B0503020204020204" pitchFamily="34" charset="-122"/>
                <a:ea typeface="微软雅黑" panose="020B0503020204020204" pitchFamily="34" charset="-122"/>
                <a:cs typeface="微软雅黑" panose="020B0503020204020204" pitchFamily="34" charset="-122"/>
              </a:rPr>
              <a:t> </a:t>
            </a:r>
            <a:r>
              <a:rPr lang="en-US" altLang="zh-CN">
                <a:latin typeface="微软雅黑" panose="020B0503020204020204" pitchFamily="34" charset="-122"/>
                <a:ea typeface="微软雅黑" panose="020B0503020204020204" pitchFamily="34" charset="-122"/>
                <a:cs typeface="微软雅黑" panose="020B0503020204020204" pitchFamily="34" charset="-122"/>
              </a:rPr>
              <a:t>|  </a:t>
            </a:r>
            <a:r>
              <a:rPr lang="zh-CN" altLang="en-US">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小李</a:t>
            </a:r>
            <a:r>
              <a:rPr lang="zh-CN" altLang="en-US">
                <a:latin typeface="微软雅黑" panose="020B0503020204020204" pitchFamily="34" charset="-122"/>
                <a:ea typeface="微软雅黑" panose="020B0503020204020204" pitchFamily="34" charset="-122"/>
                <a:cs typeface="微软雅黑" panose="020B0503020204020204" pitchFamily="34" charset="-122"/>
              </a:rPr>
              <a:t>是一个父亲</a:t>
            </a:r>
          </a:p>
        </p:txBody>
      </p:sp>
      <p:sp>
        <p:nvSpPr>
          <p:cNvPr id="6" name="文本框 5"/>
          <p:cNvSpPr txBox="1"/>
          <p:nvPr/>
        </p:nvSpPr>
        <p:spPr>
          <a:xfrm>
            <a:off x="3708400" y="5803900"/>
            <a:ext cx="5344795" cy="460375"/>
          </a:xfrm>
          <a:prstGeom prst="rect">
            <a:avLst/>
          </a:prstGeom>
          <a:solidFill>
            <a:schemeClr val="bg1">
              <a:lumMod val="95000"/>
            </a:schemeClr>
          </a:solidFill>
        </p:spPr>
        <p:txBody>
          <a:bodyPr wrap="square" rtlCol="0" anchor="t">
            <a:spAutoFit/>
          </a:bodyPr>
          <a:lstStyle/>
          <a:p>
            <a:r>
              <a:rPr>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香蕉</a:t>
            </a:r>
            <a:r>
              <a:rPr>
                <a:latin typeface="微软雅黑" panose="020B0503020204020204" pitchFamily="34" charset="-122"/>
                <a:ea typeface="微软雅黑" panose="020B0503020204020204" pitchFamily="34" charset="-122"/>
                <a:cs typeface="微软雅黑" panose="020B0503020204020204" pitchFamily="34" charset="-122"/>
              </a:rPr>
              <a:t>是甜的 </a:t>
            </a:r>
            <a:r>
              <a:rPr lang="en-US">
                <a:latin typeface="微软雅黑" panose="020B0503020204020204" pitchFamily="34" charset="-122"/>
                <a:ea typeface="微软雅黑" panose="020B0503020204020204" pitchFamily="34" charset="-122"/>
                <a:cs typeface="微软雅黑" panose="020B0503020204020204" pitchFamily="34" charset="-122"/>
              </a:rPr>
              <a:t>        |        </a:t>
            </a:r>
            <a:r>
              <a:rPr>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苹果</a:t>
            </a:r>
            <a:r>
              <a:rPr>
                <a:latin typeface="微软雅黑" panose="020B0503020204020204" pitchFamily="34" charset="-122"/>
                <a:ea typeface="微软雅黑" panose="020B0503020204020204" pitchFamily="34" charset="-122"/>
                <a:cs typeface="微软雅黑" panose="020B0503020204020204" pitchFamily="34" charset="-122"/>
              </a:rPr>
              <a:t>是甜的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414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4147">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4147">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4147">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txBox="1">
            <a:spLocks noGrp="1"/>
          </p:cNvSpPr>
          <p:nvPr>
            <p:ph type="sldNum" sz="quarter" idx="4"/>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40" tIns="45720" rIns="91440" bIns="45720" numCol="1" anchor="t" anchorCtr="0" compatLnSpc="1"/>
          <a:lstStyle/>
          <a:p>
            <a:pPr marL="0" marR="0" lvl="0" indent="0" algn="r" defTabSz="914400" rtl="0" eaLnBrk="1" fontAlgn="base" latinLnBrk="1" hangingPunct="1">
              <a:lnSpc>
                <a:spcPct val="100000"/>
              </a:lnSpc>
              <a:spcBef>
                <a:spcPct val="0"/>
              </a:spcBef>
              <a:spcAft>
                <a:spcPct val="0"/>
              </a:spcAft>
              <a:buClrTx/>
              <a:buSzTx/>
              <a:buFontTx/>
              <a:buNone/>
              <a:defRPr/>
            </a:pPr>
            <a:fld id="{13F8713E-0CE7-4D49-B9EC-3F56C3B500F0}"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t>27</a:t>
            </a:fld>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134146" name="Rectangle 2"/>
          <p:cNvSpPr>
            <a:spLocks noGrp="1" noChangeArrowheads="1"/>
          </p:cNvSpPr>
          <p:nvPr>
            <p:ph type="title"/>
          </p:nvPr>
        </p:nvSpPr>
        <p:spPr>
          <a:xfrm>
            <a:off x="684213" y="476250"/>
            <a:ext cx="7772400" cy="731838"/>
          </a:xfrm>
        </p:spPr>
        <p:txBody>
          <a:bodyPr vert="horz" wrap="square" lIns="91440" tIns="45720" rIns="91440" bIns="45720" numCol="1" anchor="ctr" anchorCtr="0" compatLnSpc="1"/>
          <a:lstStyle/>
          <a:p>
            <a:pPr marL="0" marR="0" lvl="0" indent="0" algn="ctr" defTabSz="914400" rtl="0" eaLnBrk="1" fontAlgn="base" latinLnBrk="1" hangingPunct="1">
              <a:lnSpc>
                <a:spcPct val="100000"/>
              </a:lnSpc>
              <a:spcBef>
                <a:spcPct val="0"/>
              </a:spcBef>
              <a:spcAft>
                <a:spcPct val="0"/>
              </a:spcAft>
              <a:buClrTx/>
              <a:buSzTx/>
              <a:buFontTx/>
              <a:buNone/>
              <a:defRPr/>
            </a:pPr>
            <a:r>
              <a:rPr kumimoji="1" lang="zh-CN" altLang="en-US" sz="40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j-cs"/>
              </a:rPr>
              <a:t>一阶谓词逻辑</a:t>
            </a:r>
            <a:endParaRPr kumimoji="1" lang="en-US" altLang="zh-CN" sz="40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j-cs"/>
            </a:endParaRPr>
          </a:p>
        </p:txBody>
      </p:sp>
      <p:sp>
        <p:nvSpPr>
          <p:cNvPr id="134147" name="Rectangle 3"/>
          <p:cNvSpPr>
            <a:spLocks noGrp="1"/>
          </p:cNvSpPr>
          <p:nvPr>
            <p:ph idx="1"/>
          </p:nvPr>
        </p:nvSpPr>
        <p:spPr>
          <a:xfrm>
            <a:off x="179705" y="1495425"/>
            <a:ext cx="4051300" cy="1799590"/>
          </a:xfrm>
        </p:spPr>
        <p:txBody>
          <a:bodyPr vert="horz" wrap="square" lIns="91440" tIns="45720" rIns="91440" bIns="45720" anchor="t" anchorCtr="0"/>
          <a:lstStyle/>
          <a:p>
            <a:pPr eaLnBrk="1" hangingPunct="1">
              <a:lnSpc>
                <a:spcPct val="110000"/>
              </a:lnSpc>
            </a:pPr>
            <a:r>
              <a:rPr lang="zh-CN" altLang="en-US" sz="2800" dirty="0">
                <a:solidFill>
                  <a:srgbClr val="C00000"/>
                </a:solidFill>
                <a:latin typeface="Times New Roman" panose="02020603050405020304" pitchFamily="18" charset="0"/>
                <a:ea typeface="黑体" panose="02010609060101010101" pitchFamily="49" charset="-122"/>
              </a:rPr>
              <a:t>小张</a:t>
            </a:r>
            <a:r>
              <a:rPr lang="zh-CN" altLang="en-US" sz="2800" dirty="0">
                <a:solidFill>
                  <a:srgbClr val="0000FF"/>
                </a:solidFill>
                <a:latin typeface="Times New Roman" panose="02020603050405020304" pitchFamily="18" charset="0"/>
                <a:ea typeface="黑体" panose="02010609060101010101" pitchFamily="49" charset="-122"/>
              </a:rPr>
              <a:t>是一个</a:t>
            </a:r>
            <a:r>
              <a:rPr lang="zh-CN" altLang="en-US" sz="2800" dirty="0">
                <a:solidFill>
                  <a:srgbClr val="C00000"/>
                </a:solidFill>
                <a:latin typeface="Times New Roman" panose="02020603050405020304" pitchFamily="18" charset="0"/>
                <a:ea typeface="黑体" panose="02010609060101010101" pitchFamily="49" charset="-122"/>
              </a:rPr>
              <a:t>父亲</a:t>
            </a:r>
            <a:r>
              <a:rPr lang="zh-CN" altLang="en-US" sz="2800" dirty="0">
                <a:latin typeface="Times New Roman" panose="02020603050405020304" pitchFamily="18" charset="0"/>
                <a:ea typeface="黑体" panose="02010609060101010101" pitchFamily="49" charset="-122"/>
              </a:rPr>
              <a:t> </a:t>
            </a:r>
          </a:p>
          <a:p>
            <a:pPr eaLnBrk="1" hangingPunct="1">
              <a:lnSpc>
                <a:spcPct val="110000"/>
              </a:lnSpc>
            </a:pPr>
            <a:r>
              <a:rPr lang="zh-CN" altLang="en-US" sz="2800" dirty="0">
                <a:solidFill>
                  <a:srgbClr val="C00000"/>
                </a:solidFill>
                <a:latin typeface="Times New Roman" panose="02020603050405020304" pitchFamily="18" charset="0"/>
                <a:ea typeface="黑体" panose="02010609060101010101" pitchFamily="49" charset="-122"/>
              </a:rPr>
              <a:t>棉花</a:t>
            </a:r>
            <a:r>
              <a:rPr lang="zh-CN" altLang="en-US" sz="2800" dirty="0">
                <a:solidFill>
                  <a:srgbClr val="0000FF"/>
                </a:solidFill>
                <a:latin typeface="Times New Roman" panose="02020603050405020304" pitchFamily="18" charset="0"/>
                <a:ea typeface="黑体" panose="02010609060101010101" pitchFamily="49" charset="-122"/>
              </a:rPr>
              <a:t>是</a:t>
            </a:r>
            <a:r>
              <a:rPr lang="zh-CN" altLang="en-US" sz="2800" dirty="0">
                <a:solidFill>
                  <a:srgbClr val="C00000"/>
                </a:solidFill>
                <a:latin typeface="Times New Roman" panose="02020603050405020304" pitchFamily="18" charset="0"/>
                <a:ea typeface="黑体" panose="02010609060101010101" pitchFamily="49" charset="-122"/>
              </a:rPr>
              <a:t>白色的</a:t>
            </a:r>
            <a:r>
              <a:rPr lang="zh-CN" altLang="en-US" sz="2800" dirty="0">
                <a:latin typeface="Times New Roman" panose="02020603050405020304" pitchFamily="18" charset="0"/>
                <a:ea typeface="黑体" panose="02010609060101010101" pitchFamily="49" charset="-122"/>
              </a:rPr>
              <a:t> </a:t>
            </a:r>
          </a:p>
          <a:p>
            <a:pPr eaLnBrk="1" hangingPunct="1">
              <a:lnSpc>
                <a:spcPct val="110000"/>
              </a:lnSpc>
            </a:pPr>
            <a:r>
              <a:rPr lang="zh-CN" altLang="en-US" sz="2800" dirty="0">
                <a:solidFill>
                  <a:srgbClr val="C00000"/>
                </a:solidFill>
                <a:latin typeface="Times New Roman" panose="02020603050405020304" pitchFamily="18" charset="0"/>
                <a:ea typeface="黑体" panose="02010609060101010101" pitchFamily="49" charset="-122"/>
              </a:rPr>
              <a:t>香蕉</a:t>
            </a:r>
            <a:r>
              <a:rPr lang="zh-CN" altLang="en-US" sz="2800" dirty="0">
                <a:solidFill>
                  <a:srgbClr val="0000FF"/>
                </a:solidFill>
                <a:latin typeface="Times New Roman" panose="02020603050405020304" pitchFamily="18" charset="0"/>
                <a:ea typeface="黑体" panose="02010609060101010101" pitchFamily="49" charset="-122"/>
              </a:rPr>
              <a:t>的味道</a:t>
            </a:r>
            <a:r>
              <a:rPr lang="zh-CN" altLang="en-US" sz="2800" dirty="0">
                <a:solidFill>
                  <a:srgbClr val="C00000"/>
                </a:solidFill>
                <a:latin typeface="Times New Roman" panose="02020603050405020304" pitchFamily="18" charset="0"/>
                <a:ea typeface="黑体" panose="02010609060101010101" pitchFamily="49" charset="-122"/>
              </a:rPr>
              <a:t>是甜的</a:t>
            </a:r>
            <a:r>
              <a:rPr lang="zh-CN" altLang="en-US" sz="2800" dirty="0">
                <a:latin typeface="Times New Roman" panose="02020603050405020304" pitchFamily="18" charset="0"/>
                <a:ea typeface="黑体" panose="02010609060101010101" pitchFamily="49" charset="-122"/>
              </a:rPr>
              <a:t> </a:t>
            </a:r>
          </a:p>
        </p:txBody>
      </p:sp>
      <p:sp>
        <p:nvSpPr>
          <p:cNvPr id="56325" name="Text Box 4"/>
          <p:cNvSpPr txBox="1"/>
          <p:nvPr/>
        </p:nvSpPr>
        <p:spPr>
          <a:xfrm>
            <a:off x="0" y="188913"/>
            <a:ext cx="2339975" cy="457200"/>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0" lvl="0" indent="0" eaLnBrk="1" hangingPunct="1">
              <a:spcBef>
                <a:spcPct val="50000"/>
              </a:spcBef>
              <a:buNone/>
            </a:pPr>
            <a:r>
              <a:rPr lang="zh-CN" altLang="en-US" sz="2400" dirty="0">
                <a:latin typeface="华文行楷" panose="02010800040101010101" pitchFamily="2" charset="-122"/>
                <a:ea typeface="华文行楷" panose="02010800040101010101" pitchFamily="2" charset="-122"/>
              </a:rPr>
              <a:t>第</a:t>
            </a:r>
            <a:r>
              <a:rPr lang="en-US" altLang="zh-CN" sz="2400" dirty="0">
                <a:latin typeface="华文行楷" panose="02010800040101010101" pitchFamily="2" charset="-122"/>
                <a:ea typeface="华文行楷" panose="02010800040101010101" pitchFamily="2" charset="-122"/>
              </a:rPr>
              <a:t>3</a:t>
            </a:r>
            <a:r>
              <a:rPr lang="zh-CN" altLang="en-US" sz="2400" dirty="0">
                <a:latin typeface="华文行楷" panose="02010800040101010101" pitchFamily="2" charset="-122"/>
                <a:ea typeface="华文行楷" panose="02010800040101010101" pitchFamily="2" charset="-122"/>
              </a:rPr>
              <a:t>章 逻辑系统</a:t>
            </a:r>
          </a:p>
        </p:txBody>
      </p:sp>
      <p:sp>
        <p:nvSpPr>
          <p:cNvPr id="2" name="文本框 1"/>
          <p:cNvSpPr txBox="1"/>
          <p:nvPr/>
        </p:nvSpPr>
        <p:spPr>
          <a:xfrm>
            <a:off x="539750" y="3657600"/>
            <a:ext cx="3594100" cy="1641475"/>
          </a:xfrm>
          <a:prstGeom prst="rect">
            <a:avLst/>
          </a:prstGeom>
          <a:solidFill>
            <a:schemeClr val="bg1">
              <a:lumMod val="95000"/>
            </a:schemeClr>
          </a:solidFill>
        </p:spPr>
        <p:txBody>
          <a:bodyPr wrap="square" rtlCol="0" anchor="t">
            <a:spAutoFit/>
          </a:bodyPr>
          <a:lstStyle/>
          <a:p>
            <a:pPr>
              <a:lnSpc>
                <a:spcPct val="120000"/>
              </a:lnSpc>
            </a:pPr>
            <a:r>
              <a:rPr lang="zh-CN" altLang="en-US" sz="2800" b="1" dirty="0">
                <a:latin typeface="Times New Roman" panose="02020603050405020304" pitchFamily="18" charset="0"/>
                <a:cs typeface="Times New Roman" panose="02020603050405020304" pitchFamily="18" charset="0"/>
              </a:rPr>
              <a:t>– is_a(小张，父亲)</a:t>
            </a:r>
          </a:p>
          <a:p>
            <a:pPr>
              <a:lnSpc>
                <a:spcPct val="120000"/>
              </a:lnSpc>
            </a:pPr>
            <a:r>
              <a:rPr lang="zh-CN" altLang="en-US" sz="2800" b="1" dirty="0">
                <a:latin typeface="Times New Roman" panose="02020603050405020304" pitchFamily="18" charset="0"/>
                <a:cs typeface="Times New Roman" panose="02020603050405020304" pitchFamily="18" charset="0"/>
              </a:rPr>
              <a:t>– color( 棉花，白色) </a:t>
            </a:r>
          </a:p>
          <a:p>
            <a:pPr>
              <a:lnSpc>
                <a:spcPct val="120000"/>
              </a:lnSpc>
            </a:pPr>
            <a:r>
              <a:rPr lang="zh-CN" altLang="en-US" sz="2800" b="1" dirty="0">
                <a:latin typeface="Times New Roman" panose="02020603050405020304" pitchFamily="18" charset="0"/>
                <a:cs typeface="Times New Roman" panose="02020603050405020304" pitchFamily="18" charset="0"/>
              </a:rPr>
              <a:t>– taste(香蕉，甜)，</a:t>
            </a:r>
          </a:p>
        </p:txBody>
      </p:sp>
      <p:sp>
        <p:nvSpPr>
          <p:cNvPr id="3" name="文本框 2"/>
          <p:cNvSpPr txBox="1"/>
          <p:nvPr/>
        </p:nvSpPr>
        <p:spPr>
          <a:xfrm>
            <a:off x="5004435" y="3657600"/>
            <a:ext cx="3274060" cy="1641475"/>
          </a:xfrm>
          <a:prstGeom prst="rect">
            <a:avLst/>
          </a:prstGeom>
          <a:solidFill>
            <a:schemeClr val="bg1">
              <a:lumMod val="95000"/>
            </a:schemeClr>
          </a:solidFill>
        </p:spPr>
        <p:txBody>
          <a:bodyPr wrap="square" rtlCol="0" anchor="t">
            <a:spAutoFit/>
          </a:bodyPr>
          <a:lstStyle/>
          <a:p>
            <a:pPr>
              <a:lnSpc>
                <a:spcPct val="120000"/>
              </a:lnSpc>
            </a:pPr>
            <a:r>
              <a:rPr lang="zh-CN" altLang="en-US" sz="2800" b="1" dirty="0">
                <a:latin typeface="Times New Roman" panose="02020603050405020304" pitchFamily="18" charset="0"/>
                <a:cs typeface="Times New Roman" panose="02020603050405020304" pitchFamily="18" charset="0"/>
              </a:rPr>
              <a:t>– father(小张) </a:t>
            </a:r>
          </a:p>
          <a:p>
            <a:pPr>
              <a:lnSpc>
                <a:spcPct val="120000"/>
              </a:lnSpc>
            </a:pPr>
            <a:r>
              <a:rPr lang="zh-CN" altLang="en-US" sz="2800" b="1" dirty="0">
                <a:latin typeface="Times New Roman" panose="02020603050405020304" pitchFamily="18" charset="0"/>
                <a:cs typeface="Times New Roman" panose="02020603050405020304" pitchFamily="18" charset="0"/>
              </a:rPr>
              <a:t>– white( 棉花） </a:t>
            </a:r>
          </a:p>
          <a:p>
            <a:pPr>
              <a:lnSpc>
                <a:spcPct val="120000"/>
              </a:lnSpc>
            </a:pPr>
            <a:r>
              <a:rPr lang="zh-CN" altLang="en-US" sz="2800" b="1" dirty="0">
                <a:latin typeface="Times New Roman" panose="02020603050405020304" pitchFamily="18" charset="0"/>
                <a:cs typeface="Times New Roman" panose="02020603050405020304" pitchFamily="18" charset="0"/>
              </a:rPr>
              <a:t>– sweet(香蕉)</a:t>
            </a:r>
          </a:p>
        </p:txBody>
      </p:sp>
      <p:sp>
        <p:nvSpPr>
          <p:cNvPr id="4" name="文本框 3"/>
          <p:cNvSpPr txBox="1"/>
          <p:nvPr/>
        </p:nvSpPr>
        <p:spPr>
          <a:xfrm>
            <a:off x="611505" y="5589270"/>
            <a:ext cx="3535680" cy="460375"/>
          </a:xfrm>
          <a:prstGeom prst="rect">
            <a:avLst/>
          </a:prstGeom>
          <a:noFill/>
        </p:spPr>
        <p:txBody>
          <a:bodyPr wrap="none" rtlCol="0" anchor="t">
            <a:spAutoFit/>
          </a:bodyPr>
          <a:lstStyle/>
          <a:p>
            <a:r>
              <a:rPr lang="zh-CN" altLang="en-US" dirty="0">
                <a:solidFill>
                  <a:srgbClr val="C00000"/>
                </a:solidFill>
                <a:latin typeface="Times New Roman" panose="02020603050405020304" pitchFamily="18" charset="0"/>
                <a:ea typeface="黑体" panose="02010609060101010101" pitchFamily="49" charset="-122"/>
                <a:sym typeface="+mn-ea"/>
              </a:rPr>
              <a:t>谓词描述个体之间的关系</a:t>
            </a:r>
          </a:p>
        </p:txBody>
      </p:sp>
      <p:sp>
        <p:nvSpPr>
          <p:cNvPr id="6" name="文本框 5"/>
          <p:cNvSpPr txBox="1"/>
          <p:nvPr/>
        </p:nvSpPr>
        <p:spPr>
          <a:xfrm>
            <a:off x="5004435" y="5589270"/>
            <a:ext cx="2926080" cy="460375"/>
          </a:xfrm>
          <a:prstGeom prst="rect">
            <a:avLst/>
          </a:prstGeom>
          <a:noFill/>
        </p:spPr>
        <p:txBody>
          <a:bodyPr wrap="none" rtlCol="0" anchor="t">
            <a:spAutoFit/>
          </a:bodyPr>
          <a:lstStyle/>
          <a:p>
            <a:r>
              <a:rPr lang="zh-CN" altLang="en-US" dirty="0">
                <a:solidFill>
                  <a:srgbClr val="C00000"/>
                </a:solidFill>
                <a:latin typeface="Times New Roman" panose="02020603050405020304" pitchFamily="18" charset="0"/>
                <a:ea typeface="黑体" panose="02010609060101010101" pitchFamily="49" charset="-122"/>
                <a:sym typeface="+mn-ea"/>
              </a:rPr>
              <a:t>谓词描述个体的性质</a:t>
            </a:r>
          </a:p>
        </p:txBody>
      </p:sp>
      <p:sp>
        <p:nvSpPr>
          <p:cNvPr id="7" name="Rectangle 3"/>
          <p:cNvSpPr>
            <a:spLocks noGrp="1"/>
          </p:cNvSpPr>
          <p:nvPr/>
        </p:nvSpPr>
        <p:spPr>
          <a:xfrm>
            <a:off x="4572000" y="1484630"/>
            <a:ext cx="4051300" cy="1799590"/>
          </a:xfrm>
          <a:prstGeom prst="rect">
            <a:avLst/>
          </a:prstGeom>
          <a:noFill/>
          <a:ln w="9525">
            <a:noFill/>
          </a:ln>
        </p:spPr>
        <p:txBody>
          <a:bodyPr vert="horz" wrap="square" lIns="91440" tIns="45720" rIns="91440" bIns="45720" anchor="t" anchorCtr="0"/>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10000"/>
              </a:lnSpc>
            </a:pPr>
            <a:r>
              <a:rPr lang="zh-CN" altLang="en-US" sz="2800" dirty="0">
                <a:solidFill>
                  <a:srgbClr val="C00000"/>
                </a:solidFill>
                <a:latin typeface="Times New Roman" panose="02020603050405020304" pitchFamily="18" charset="0"/>
                <a:ea typeface="黑体" panose="02010609060101010101" pitchFamily="49" charset="-122"/>
              </a:rPr>
              <a:t>小张</a:t>
            </a:r>
            <a:r>
              <a:rPr lang="zh-CN" altLang="en-US" sz="2800" dirty="0">
                <a:solidFill>
                  <a:srgbClr val="0000FF"/>
                </a:solidFill>
                <a:latin typeface="Times New Roman" panose="02020603050405020304" pitchFamily="18" charset="0"/>
                <a:ea typeface="黑体" panose="02010609060101010101" pitchFamily="49" charset="-122"/>
              </a:rPr>
              <a:t>是一个父亲</a:t>
            </a:r>
            <a:r>
              <a:rPr lang="zh-CN" altLang="en-US" sz="2800" dirty="0">
                <a:latin typeface="Times New Roman" panose="02020603050405020304" pitchFamily="18" charset="0"/>
                <a:ea typeface="黑体" panose="02010609060101010101" pitchFamily="49" charset="-122"/>
              </a:rPr>
              <a:t> </a:t>
            </a:r>
          </a:p>
          <a:p>
            <a:pPr eaLnBrk="1" hangingPunct="1">
              <a:lnSpc>
                <a:spcPct val="110000"/>
              </a:lnSpc>
            </a:pPr>
            <a:r>
              <a:rPr lang="zh-CN" altLang="en-US" sz="2800" dirty="0">
                <a:solidFill>
                  <a:srgbClr val="C00000"/>
                </a:solidFill>
                <a:latin typeface="Times New Roman" panose="02020603050405020304" pitchFamily="18" charset="0"/>
                <a:ea typeface="黑体" panose="02010609060101010101" pitchFamily="49" charset="-122"/>
              </a:rPr>
              <a:t>棉花</a:t>
            </a:r>
            <a:r>
              <a:rPr lang="zh-CN" altLang="en-US" sz="2800" dirty="0">
                <a:solidFill>
                  <a:srgbClr val="0000FF"/>
                </a:solidFill>
                <a:latin typeface="Times New Roman" panose="02020603050405020304" pitchFamily="18" charset="0"/>
                <a:ea typeface="黑体" panose="02010609060101010101" pitchFamily="49" charset="-122"/>
              </a:rPr>
              <a:t>是白色的</a:t>
            </a:r>
            <a:r>
              <a:rPr lang="zh-CN" altLang="en-US" sz="2800" dirty="0">
                <a:latin typeface="Times New Roman" panose="02020603050405020304" pitchFamily="18" charset="0"/>
                <a:ea typeface="黑体" panose="02010609060101010101" pitchFamily="49" charset="-122"/>
              </a:rPr>
              <a:t> </a:t>
            </a:r>
          </a:p>
          <a:p>
            <a:pPr eaLnBrk="1" hangingPunct="1">
              <a:lnSpc>
                <a:spcPct val="110000"/>
              </a:lnSpc>
            </a:pPr>
            <a:r>
              <a:rPr lang="zh-CN" altLang="en-US" sz="2800" dirty="0">
                <a:solidFill>
                  <a:srgbClr val="C00000"/>
                </a:solidFill>
                <a:latin typeface="Times New Roman" panose="02020603050405020304" pitchFamily="18" charset="0"/>
                <a:ea typeface="黑体" panose="02010609060101010101" pitchFamily="49" charset="-122"/>
              </a:rPr>
              <a:t>香蕉</a:t>
            </a:r>
            <a:r>
              <a:rPr lang="zh-CN" altLang="en-US" sz="2800" dirty="0">
                <a:latin typeface="Times New Roman" panose="02020603050405020304" pitchFamily="18" charset="0"/>
                <a:ea typeface="黑体" panose="02010609060101010101" pitchFamily="49" charset="-122"/>
              </a:rPr>
              <a:t>的</a:t>
            </a:r>
            <a:r>
              <a:rPr lang="zh-CN" altLang="en-US" sz="2800" dirty="0">
                <a:solidFill>
                  <a:srgbClr val="0000FF"/>
                </a:solidFill>
                <a:latin typeface="Times New Roman" panose="02020603050405020304" pitchFamily="18" charset="0"/>
                <a:ea typeface="黑体" panose="02010609060101010101" pitchFamily="49" charset="-122"/>
              </a:rPr>
              <a:t>味道是甜的</a:t>
            </a:r>
            <a:r>
              <a:rPr lang="zh-CN" altLang="en-US" sz="2800" dirty="0">
                <a:latin typeface="Times New Roman" panose="02020603050405020304" pitchFamily="18" charset="0"/>
                <a:ea typeface="黑体" panose="02010609060101010101" pitchFamily="49"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p:bldP spid="6" grpId="0"/>
      <p:bldP spid="7" grpId="0"/>
    </p:bld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灯片编号占位符 5"/>
          <p:cNvSpPr txBox="1">
            <a:spLocks noGrp="1"/>
          </p:cNvSpPr>
          <p:nvPr>
            <p:ph type="sldNum" sz="quarter" idx="4"/>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40" tIns="45720" rIns="91440" bIns="45720" numCol="1" anchor="t" anchorCtr="0" compatLnSpc="1"/>
          <a:lstStyle/>
          <a:p>
            <a:pPr marL="0" marR="0" lvl="0" indent="0" algn="r" defTabSz="914400" rtl="0" eaLnBrk="1" fontAlgn="base" latinLnBrk="1" hangingPunct="1">
              <a:lnSpc>
                <a:spcPct val="100000"/>
              </a:lnSpc>
              <a:spcBef>
                <a:spcPct val="0"/>
              </a:spcBef>
              <a:spcAft>
                <a:spcPct val="0"/>
              </a:spcAft>
              <a:buClrTx/>
              <a:buSzTx/>
              <a:buFontTx/>
              <a:buNone/>
              <a:defRPr/>
            </a:pPr>
            <a:fld id="{6FBDBF2C-8E64-418D-8DF2-AAA7EDF277B2}"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t>28</a:t>
            </a:fld>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135170" name="Rectangle 2"/>
          <p:cNvSpPr>
            <a:spLocks noGrp="1" noChangeArrowheads="1"/>
          </p:cNvSpPr>
          <p:nvPr>
            <p:ph type="title"/>
          </p:nvPr>
        </p:nvSpPr>
        <p:spPr>
          <a:xfrm>
            <a:off x="684213" y="476250"/>
            <a:ext cx="7772400" cy="731838"/>
          </a:xfrm>
        </p:spPr>
        <p:txBody>
          <a:bodyPr vert="horz" wrap="square" lIns="91440" tIns="45720" rIns="91440" bIns="45720" numCol="1" anchor="ctr" anchorCtr="0" compatLnSpc="1"/>
          <a:lstStyle/>
          <a:p>
            <a:pPr marL="0" marR="0" lvl="0" indent="0" algn="ctr" defTabSz="914400" rtl="0" eaLnBrk="1" fontAlgn="base" latinLnBrk="1" hangingPunct="1">
              <a:lnSpc>
                <a:spcPct val="100000"/>
              </a:lnSpc>
              <a:spcBef>
                <a:spcPct val="0"/>
              </a:spcBef>
              <a:spcAft>
                <a:spcPct val="0"/>
              </a:spcAft>
              <a:buClrTx/>
              <a:buSzTx/>
              <a:buFontTx/>
              <a:buNone/>
              <a:defRPr/>
            </a:pPr>
            <a:r>
              <a:rPr kumimoji="1" lang="zh-CN" altLang="en-US" sz="40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j-cs"/>
              </a:rPr>
              <a:t>一阶谓词逻辑</a:t>
            </a:r>
            <a:r>
              <a:rPr kumimoji="1" lang="en-US" altLang="zh-CN" sz="40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j-cs"/>
              </a:rPr>
              <a:t>——</a:t>
            </a:r>
            <a:r>
              <a:rPr kumimoji="1" lang="zh-CN" altLang="en-US" sz="40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j-cs"/>
              </a:rPr>
              <a:t>变量与量词</a:t>
            </a:r>
            <a:endParaRPr kumimoji="1" lang="en-US" altLang="zh-CN" sz="40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j-cs"/>
            </a:endParaRPr>
          </a:p>
        </p:txBody>
      </p:sp>
      <p:sp>
        <p:nvSpPr>
          <p:cNvPr id="135171" name="Rectangle 3"/>
          <p:cNvSpPr>
            <a:spLocks noGrp="1"/>
          </p:cNvSpPr>
          <p:nvPr>
            <p:ph idx="1"/>
          </p:nvPr>
        </p:nvSpPr>
        <p:spPr>
          <a:xfrm>
            <a:off x="684213" y="1484313"/>
            <a:ext cx="7772400" cy="4752975"/>
          </a:xfrm>
        </p:spPr>
        <p:txBody>
          <a:bodyPr vert="horz" wrap="square" lIns="91440" tIns="45720" rIns="91440" bIns="45720" anchor="t" anchorCtr="0"/>
          <a:lstStyle/>
          <a:p>
            <a:pPr algn="just" eaLnBrk="1" hangingPunct="1">
              <a:lnSpc>
                <a:spcPct val="115000"/>
              </a:lnSpc>
            </a:pPr>
            <a:r>
              <a:rPr lang="zh-CN" altLang="en-US" sz="2800" b="1" dirty="0">
                <a:solidFill>
                  <a:srgbClr val="0000FF"/>
                </a:solidFill>
                <a:latin typeface="Times New Roman" panose="02020603050405020304" pitchFamily="18" charset="0"/>
                <a:ea typeface="黑体" panose="02010609060101010101" pitchFamily="49" charset="-122"/>
              </a:rPr>
              <a:t>变量</a:t>
            </a:r>
            <a:r>
              <a:rPr lang="en-US" altLang="zh-CN" sz="2800" b="1" dirty="0">
                <a:solidFill>
                  <a:srgbClr val="0000FF"/>
                </a:solidFill>
                <a:latin typeface="Times New Roman" panose="02020603050405020304" pitchFamily="18" charset="0"/>
                <a:ea typeface="黑体" panose="02010609060101010101" pitchFamily="49" charset="-122"/>
              </a:rPr>
              <a:t>(</a:t>
            </a:r>
            <a:r>
              <a:rPr lang="zh-CN" altLang="en-US" sz="2800" b="1" dirty="0">
                <a:solidFill>
                  <a:srgbClr val="0000FF"/>
                </a:solidFill>
                <a:latin typeface="Times New Roman" panose="02020603050405020304" pitchFamily="18" charset="0"/>
                <a:ea typeface="黑体" panose="02010609060101010101" pitchFamily="49" charset="-122"/>
              </a:rPr>
              <a:t>变元</a:t>
            </a:r>
            <a:r>
              <a:rPr lang="en-US" altLang="zh-CN" sz="2800" b="1" dirty="0">
                <a:solidFill>
                  <a:srgbClr val="0000FF"/>
                </a:solidFill>
                <a:latin typeface="Times New Roman" panose="02020603050405020304" pitchFamily="18" charset="0"/>
                <a:ea typeface="黑体" panose="02010609060101010101" pitchFamily="49" charset="-122"/>
              </a:rPr>
              <a:t>)</a:t>
            </a:r>
            <a:r>
              <a:rPr lang="zh-CN" altLang="en-US" sz="2800" b="1" dirty="0">
                <a:latin typeface="Times New Roman" panose="02020603050405020304" pitchFamily="18" charset="0"/>
                <a:ea typeface="黑体" panose="02010609060101010101" pitchFamily="49" charset="-122"/>
              </a:rPr>
              <a:t>：表示论域内的任意一个个体 </a:t>
            </a:r>
            <a:endParaRPr lang="en-US" altLang="zh-CN" sz="2800" b="1" dirty="0">
              <a:latin typeface="Times New Roman" panose="02020603050405020304" pitchFamily="18" charset="0"/>
              <a:ea typeface="黑体" panose="02010609060101010101" pitchFamily="49" charset="-122"/>
            </a:endParaRPr>
          </a:p>
          <a:p>
            <a:pPr algn="just" eaLnBrk="1" hangingPunct="1">
              <a:lnSpc>
                <a:spcPct val="115000"/>
              </a:lnSpc>
            </a:pPr>
            <a:r>
              <a:rPr lang="zh-CN" altLang="en-US" sz="2800" b="1" dirty="0">
                <a:solidFill>
                  <a:srgbClr val="0000FF"/>
                </a:solidFill>
                <a:latin typeface="Times New Roman" panose="02020603050405020304" pitchFamily="18" charset="0"/>
                <a:ea typeface="黑体" panose="02010609060101010101" pitchFamily="49" charset="-122"/>
              </a:rPr>
              <a:t>常量</a:t>
            </a:r>
            <a:r>
              <a:rPr lang="en-US" altLang="zh-CN" sz="2800" b="1" dirty="0">
                <a:solidFill>
                  <a:srgbClr val="0000FF"/>
                </a:solidFill>
                <a:latin typeface="Times New Roman" panose="02020603050405020304" pitchFamily="18" charset="0"/>
                <a:ea typeface="黑体" panose="02010609060101010101" pitchFamily="49" charset="-122"/>
              </a:rPr>
              <a:t>(</a:t>
            </a:r>
            <a:r>
              <a:rPr lang="zh-CN" altLang="en-US" sz="2800" b="1" dirty="0">
                <a:solidFill>
                  <a:srgbClr val="0000FF"/>
                </a:solidFill>
                <a:latin typeface="Times New Roman" panose="02020603050405020304" pitchFamily="18" charset="0"/>
                <a:ea typeface="黑体" panose="02010609060101010101" pitchFamily="49" charset="-122"/>
              </a:rPr>
              <a:t>常元</a:t>
            </a:r>
            <a:r>
              <a:rPr lang="en-US" altLang="zh-CN" sz="2800" b="1" dirty="0" smtClean="0">
                <a:solidFill>
                  <a:srgbClr val="0000FF"/>
                </a:solidFill>
                <a:latin typeface="Times New Roman" panose="02020603050405020304" pitchFamily="18" charset="0"/>
                <a:ea typeface="黑体" panose="02010609060101010101" pitchFamily="49" charset="-122"/>
              </a:rPr>
              <a:t>)</a:t>
            </a:r>
            <a:r>
              <a:rPr lang="zh-CN" altLang="en-US" sz="2800" b="1" dirty="0">
                <a:latin typeface="Times New Roman" panose="02020603050405020304" pitchFamily="18" charset="0"/>
                <a:ea typeface="黑体" panose="02010609060101010101" pitchFamily="49" charset="-122"/>
              </a:rPr>
              <a:t>：</a:t>
            </a:r>
            <a:r>
              <a:rPr lang="zh-CN" altLang="en-US" sz="2800" b="1" dirty="0" smtClean="0">
                <a:latin typeface="Times New Roman" panose="02020603050405020304" pitchFamily="18" charset="0"/>
                <a:ea typeface="黑体" panose="02010609060101010101" pitchFamily="49" charset="-122"/>
              </a:rPr>
              <a:t>表示</a:t>
            </a:r>
            <a:r>
              <a:rPr lang="zh-CN" altLang="en-US" sz="2800" b="1" dirty="0">
                <a:latin typeface="Times New Roman" panose="02020603050405020304" pitchFamily="18" charset="0"/>
                <a:ea typeface="黑体" panose="02010609060101010101" pitchFamily="49" charset="-122"/>
              </a:rPr>
              <a:t>确定的个体</a:t>
            </a:r>
          </a:p>
          <a:p>
            <a:pPr algn="just" eaLnBrk="1" hangingPunct="1">
              <a:lnSpc>
                <a:spcPct val="115000"/>
              </a:lnSpc>
            </a:pPr>
            <a:r>
              <a:rPr lang="zh-CN" altLang="en-US" sz="2800" b="1" dirty="0" smtClean="0">
                <a:solidFill>
                  <a:srgbClr val="0000FF"/>
                </a:solidFill>
                <a:latin typeface="Times New Roman" panose="02020603050405020304" pitchFamily="18" charset="0"/>
                <a:ea typeface="黑体" panose="02010609060101010101" pitchFamily="49" charset="-122"/>
              </a:rPr>
              <a:t>量词</a:t>
            </a:r>
            <a:r>
              <a:rPr lang="zh-CN" altLang="en-US" sz="2800" b="1" dirty="0" smtClean="0">
                <a:latin typeface="Times New Roman" panose="02020603050405020304" pitchFamily="18" charset="0"/>
                <a:ea typeface="黑体" panose="02010609060101010101" pitchFamily="49" charset="-122"/>
              </a:rPr>
              <a:t>：</a:t>
            </a:r>
            <a:r>
              <a:rPr lang="zh-CN" altLang="en-US" sz="2800" b="1" dirty="0">
                <a:latin typeface="Times New Roman" panose="02020603050405020304" pitchFamily="18" charset="0"/>
                <a:ea typeface="黑体" panose="02010609060101010101" pitchFamily="49" charset="-122"/>
              </a:rPr>
              <a:t>量词用来表示谓词的判断特性</a:t>
            </a:r>
          </a:p>
          <a:p>
            <a:pPr lvl="1" algn="just" eaLnBrk="1" hangingPunct="1">
              <a:lnSpc>
                <a:spcPct val="115000"/>
              </a:lnSpc>
            </a:pPr>
            <a:r>
              <a:rPr lang="zh-CN" altLang="en-US" sz="2800" b="1" dirty="0">
                <a:solidFill>
                  <a:srgbClr val="0000FF"/>
                </a:solidFill>
                <a:latin typeface="Times New Roman" panose="02020603050405020304" pitchFamily="18" charset="0"/>
                <a:ea typeface="黑体" panose="02010609060101010101" pitchFamily="49" charset="-122"/>
              </a:rPr>
              <a:t>全称量词</a:t>
            </a:r>
            <a:r>
              <a:rPr lang="zh-CN" altLang="en-US" sz="2800" b="1" dirty="0">
                <a:solidFill>
                  <a:srgbClr val="0000FF"/>
                </a:solidFill>
                <a:latin typeface="Times New Roman" panose="02020603050405020304" pitchFamily="18" charset="0"/>
                <a:ea typeface="黑体" panose="02010609060101010101" pitchFamily="49" charset="-122"/>
                <a:sym typeface="Symbol" panose="05050102010706020507" pitchFamily="18" charset="2"/>
              </a:rPr>
              <a:t></a:t>
            </a:r>
            <a:r>
              <a:rPr lang="zh-CN" altLang="en-US" sz="2800" b="1" dirty="0">
                <a:latin typeface="Times New Roman" panose="02020603050405020304" pitchFamily="18" charset="0"/>
                <a:ea typeface="黑体" panose="02010609060101010101" pitchFamily="49" charset="-122"/>
              </a:rPr>
              <a:t>：对所有的</a:t>
            </a:r>
            <a:r>
              <a:rPr lang="en-US" altLang="zh-CN" sz="2800" b="1" dirty="0">
                <a:latin typeface="Times New Roman" panose="02020603050405020304" pitchFamily="18" charset="0"/>
                <a:ea typeface="黑体" panose="02010609060101010101" pitchFamily="49" charset="-122"/>
              </a:rPr>
              <a:t>x  </a:t>
            </a:r>
            <a:r>
              <a:rPr lang="en-US" altLang="zh-CN" sz="2800" b="1" dirty="0">
                <a:latin typeface="Times New Roman" panose="02020603050405020304" pitchFamily="18" charset="0"/>
                <a:ea typeface="黑体" panose="02010609060101010101" pitchFamily="49" charset="-122"/>
                <a:sym typeface="Symbol" panose="05050102010706020507" pitchFamily="18" charset="2"/>
              </a:rPr>
              <a:t></a:t>
            </a:r>
            <a:r>
              <a:rPr lang="en-US" altLang="zh-CN" sz="2800" b="1" dirty="0">
                <a:latin typeface="Times New Roman" panose="02020603050405020304" pitchFamily="18" charset="0"/>
                <a:ea typeface="黑体" panose="02010609060101010101" pitchFamily="49" charset="-122"/>
              </a:rPr>
              <a:t>x P(x)</a:t>
            </a:r>
          </a:p>
          <a:p>
            <a:pPr lvl="1" algn="just" eaLnBrk="1" hangingPunct="1">
              <a:lnSpc>
                <a:spcPct val="115000"/>
              </a:lnSpc>
            </a:pPr>
            <a:r>
              <a:rPr lang="zh-CN" altLang="en-US" sz="2800" b="1" dirty="0">
                <a:solidFill>
                  <a:srgbClr val="0000FF"/>
                </a:solidFill>
                <a:latin typeface="Times New Roman" panose="02020603050405020304" pitchFamily="18" charset="0"/>
                <a:ea typeface="黑体" panose="02010609060101010101" pitchFamily="49" charset="-122"/>
              </a:rPr>
              <a:t>存在量词</a:t>
            </a:r>
            <a:r>
              <a:rPr lang="zh-CN" altLang="en-US" sz="2800" b="1" dirty="0">
                <a:solidFill>
                  <a:srgbClr val="0000FF"/>
                </a:solidFill>
                <a:latin typeface="Times New Roman" panose="02020603050405020304" pitchFamily="18" charset="0"/>
                <a:ea typeface="黑体" panose="02010609060101010101" pitchFamily="49" charset="-122"/>
                <a:sym typeface="Symbol" panose="05050102010706020507" pitchFamily="18" charset="2"/>
              </a:rPr>
              <a:t></a:t>
            </a:r>
            <a:r>
              <a:rPr lang="zh-CN" altLang="en-US" sz="2800" b="1" dirty="0">
                <a:latin typeface="Times New Roman" panose="02020603050405020304" pitchFamily="18" charset="0"/>
                <a:ea typeface="黑体" panose="02010609060101010101" pitchFamily="49" charset="-122"/>
              </a:rPr>
              <a:t>：存在</a:t>
            </a:r>
            <a:r>
              <a:rPr lang="en-US" altLang="zh-CN" sz="2800" b="1" dirty="0">
                <a:latin typeface="Times New Roman" panose="02020603050405020304" pitchFamily="18" charset="0"/>
                <a:ea typeface="黑体" panose="02010609060101010101" pitchFamily="49" charset="-122"/>
              </a:rPr>
              <a:t>x  </a:t>
            </a:r>
            <a:r>
              <a:rPr lang="en-US" altLang="zh-CN" sz="2800" b="1" dirty="0">
                <a:latin typeface="Times New Roman" panose="02020603050405020304" pitchFamily="18" charset="0"/>
                <a:ea typeface="黑体" panose="02010609060101010101" pitchFamily="49" charset="-122"/>
                <a:sym typeface="Symbol" panose="05050102010706020507" pitchFamily="18" charset="2"/>
              </a:rPr>
              <a:t></a:t>
            </a:r>
            <a:r>
              <a:rPr lang="en-US" altLang="zh-CN" sz="2800" b="1" dirty="0">
                <a:latin typeface="Times New Roman" panose="02020603050405020304" pitchFamily="18" charset="0"/>
                <a:ea typeface="黑体" panose="02010609060101010101" pitchFamily="49" charset="-122"/>
              </a:rPr>
              <a:t>x P(x)</a:t>
            </a:r>
          </a:p>
          <a:p>
            <a:pPr algn="just" eaLnBrk="1" hangingPunct="1">
              <a:lnSpc>
                <a:spcPct val="115000"/>
              </a:lnSpc>
            </a:pPr>
            <a:r>
              <a:rPr lang="zh-CN" altLang="en-US" sz="2800" b="1" dirty="0">
                <a:solidFill>
                  <a:srgbClr val="0000FF"/>
                </a:solidFill>
                <a:latin typeface="Times New Roman" panose="02020603050405020304" pitchFamily="18" charset="0"/>
                <a:ea typeface="黑体" panose="02010609060101010101" pitchFamily="49" charset="-122"/>
              </a:rPr>
              <a:t>约束变量</a:t>
            </a:r>
            <a:r>
              <a:rPr lang="zh-CN" altLang="en-US" sz="2800" b="1" dirty="0">
                <a:latin typeface="Times New Roman" panose="02020603050405020304" pitchFamily="18" charset="0"/>
                <a:ea typeface="黑体" panose="02010609060101010101" pitchFamily="49" charset="-122"/>
              </a:rPr>
              <a:t>：</a:t>
            </a:r>
            <a:r>
              <a:rPr lang="zh-CN" altLang="en-US" sz="2800" b="1" dirty="0">
                <a:latin typeface="Times New Roman" panose="02020603050405020304" pitchFamily="18" charset="0"/>
                <a:ea typeface="黑体" panose="02010609060101010101" pitchFamily="49" charset="-122"/>
                <a:sym typeface="Symbol" panose="05050102010706020507" pitchFamily="18" charset="2"/>
              </a:rPr>
              <a:t></a:t>
            </a:r>
            <a:r>
              <a:rPr lang="zh-CN" altLang="en-US" sz="2800" b="1" dirty="0">
                <a:latin typeface="Times New Roman" panose="02020603050405020304" pitchFamily="18" charset="0"/>
                <a:ea typeface="黑体" panose="02010609060101010101" pitchFamily="49" charset="-122"/>
              </a:rPr>
              <a:t>、</a:t>
            </a:r>
            <a:r>
              <a:rPr lang="zh-CN" altLang="en-US" sz="2800" b="1" dirty="0">
                <a:latin typeface="Times New Roman" panose="02020603050405020304" pitchFamily="18" charset="0"/>
                <a:ea typeface="黑体" panose="02010609060101010101" pitchFamily="49" charset="-122"/>
                <a:sym typeface="Symbol" panose="05050102010706020507" pitchFamily="18" charset="2"/>
              </a:rPr>
              <a:t></a:t>
            </a:r>
            <a:r>
              <a:rPr lang="zh-CN" altLang="en-US" sz="2800" b="1" dirty="0">
                <a:latin typeface="Times New Roman" panose="02020603050405020304" pitchFamily="18" charset="0"/>
                <a:ea typeface="黑体" panose="02010609060101010101" pitchFamily="49" charset="-122"/>
              </a:rPr>
              <a:t>中</a:t>
            </a:r>
            <a:r>
              <a:rPr lang="en-US" altLang="zh-CN" sz="2800" b="1" dirty="0">
                <a:latin typeface="Times New Roman" panose="02020603050405020304" pitchFamily="18" charset="0"/>
                <a:ea typeface="黑体" panose="02010609060101010101" pitchFamily="49" charset="-122"/>
              </a:rPr>
              <a:t>x</a:t>
            </a:r>
            <a:r>
              <a:rPr lang="zh-CN" altLang="en-US" sz="2800" b="1" dirty="0">
                <a:latin typeface="Times New Roman" panose="02020603050405020304" pitchFamily="18" charset="0"/>
                <a:ea typeface="黑体" panose="02010609060101010101" pitchFamily="49" charset="-122"/>
              </a:rPr>
              <a:t>的变量，量词所管辖的公式如</a:t>
            </a:r>
            <a:r>
              <a:rPr lang="en-US" altLang="zh-CN" sz="2800" b="1" dirty="0">
                <a:latin typeface="Times New Roman" panose="02020603050405020304" pitchFamily="18" charset="0"/>
                <a:ea typeface="黑体" panose="02010609060101010101" pitchFamily="49" charset="-122"/>
              </a:rPr>
              <a:t>P(x)</a:t>
            </a:r>
            <a:r>
              <a:rPr lang="zh-CN" altLang="en-US" sz="2800" b="1" dirty="0">
                <a:latin typeface="Times New Roman" panose="02020603050405020304" pitchFamily="18" charset="0"/>
                <a:ea typeface="黑体" panose="02010609060101010101" pitchFamily="49" charset="-122"/>
              </a:rPr>
              <a:t>称为量词辖域</a:t>
            </a:r>
            <a:endParaRPr lang="en-US" altLang="zh-CN" sz="2800" b="1" dirty="0">
              <a:latin typeface="Times New Roman" panose="02020603050405020304" pitchFamily="18" charset="0"/>
              <a:ea typeface="黑体" panose="02010609060101010101" pitchFamily="49" charset="-122"/>
            </a:endParaRPr>
          </a:p>
          <a:p>
            <a:pPr algn="just" eaLnBrk="1" hangingPunct="1">
              <a:lnSpc>
                <a:spcPct val="115000"/>
              </a:lnSpc>
            </a:pPr>
            <a:r>
              <a:rPr lang="zh-CN" altLang="en-US" sz="2800" b="1" dirty="0">
                <a:solidFill>
                  <a:srgbClr val="0000FF"/>
                </a:solidFill>
                <a:latin typeface="Times New Roman" panose="02020603050405020304" pitchFamily="18" charset="0"/>
                <a:ea typeface="黑体" panose="02010609060101010101" pitchFamily="49" charset="-122"/>
              </a:rPr>
              <a:t>自由变量</a:t>
            </a:r>
            <a:r>
              <a:rPr lang="zh-CN" altLang="en-US" sz="2800" b="1" dirty="0">
                <a:latin typeface="Times New Roman" panose="02020603050405020304" pitchFamily="18" charset="0"/>
                <a:ea typeface="黑体" panose="02010609060101010101" pitchFamily="49" charset="-122"/>
              </a:rPr>
              <a:t>：不在量词辖域内的变量为自由变量</a:t>
            </a:r>
            <a:endParaRPr lang="en-US" altLang="zh-CN" sz="2800" b="1" dirty="0">
              <a:latin typeface="Times New Roman" panose="02020603050405020304" pitchFamily="18" charset="0"/>
              <a:ea typeface="黑体" panose="02010609060101010101" pitchFamily="49" charset="-122"/>
            </a:endParaRPr>
          </a:p>
        </p:txBody>
      </p:sp>
      <p:sp>
        <p:nvSpPr>
          <p:cNvPr id="61445" name="Text Box 4"/>
          <p:cNvSpPr txBox="1"/>
          <p:nvPr/>
        </p:nvSpPr>
        <p:spPr>
          <a:xfrm>
            <a:off x="0" y="188913"/>
            <a:ext cx="2339975" cy="457200"/>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0" lvl="0" indent="0" eaLnBrk="1" hangingPunct="1">
              <a:spcBef>
                <a:spcPct val="50000"/>
              </a:spcBef>
              <a:buNone/>
            </a:pPr>
            <a:r>
              <a:rPr lang="zh-CN" altLang="en-US" sz="2400" dirty="0">
                <a:latin typeface="华文行楷" panose="02010800040101010101" pitchFamily="2" charset="-122"/>
                <a:ea typeface="华文行楷" panose="02010800040101010101" pitchFamily="2" charset="-122"/>
              </a:rPr>
              <a:t>第</a:t>
            </a:r>
            <a:r>
              <a:rPr lang="en-US" altLang="zh-CN" sz="2400" dirty="0">
                <a:latin typeface="华文行楷" panose="02010800040101010101" pitchFamily="2" charset="-122"/>
                <a:ea typeface="华文行楷" panose="02010800040101010101" pitchFamily="2" charset="-122"/>
              </a:rPr>
              <a:t>3</a:t>
            </a:r>
            <a:r>
              <a:rPr lang="zh-CN" altLang="en-US" sz="2400" dirty="0">
                <a:latin typeface="华文行楷" panose="02010800040101010101" pitchFamily="2" charset="-122"/>
                <a:ea typeface="华文行楷" panose="02010800040101010101" pitchFamily="2" charset="-122"/>
              </a:rPr>
              <a:t>章 逻辑系统</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517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5171">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5171">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5171">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5171">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35171">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3517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灯片编号占位符 5"/>
          <p:cNvSpPr txBox="1">
            <a:spLocks noGrp="1"/>
          </p:cNvSpPr>
          <p:nvPr>
            <p:ph type="sldNum" sz="quarter" idx="4"/>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40" tIns="45720" rIns="91440" bIns="45720" numCol="1" anchor="t" anchorCtr="0" compatLnSpc="1"/>
          <a:lstStyle/>
          <a:p>
            <a:pPr marL="0" marR="0" lvl="0" indent="0" algn="r" defTabSz="914400" rtl="0" eaLnBrk="1" fontAlgn="base" latinLnBrk="1" hangingPunct="1">
              <a:lnSpc>
                <a:spcPct val="100000"/>
              </a:lnSpc>
              <a:spcBef>
                <a:spcPct val="0"/>
              </a:spcBef>
              <a:spcAft>
                <a:spcPct val="0"/>
              </a:spcAft>
              <a:buClrTx/>
              <a:buSzTx/>
              <a:buFontTx/>
              <a:buNone/>
              <a:defRPr/>
            </a:pPr>
            <a:fld id="{FA75D097-2751-4467-9EFA-477500C61020}"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t>29</a:t>
            </a:fld>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65539" name="Rectangle 3"/>
          <p:cNvSpPr/>
          <p:nvPr/>
        </p:nvSpPr>
        <p:spPr>
          <a:xfrm>
            <a:off x="468313" y="1481138"/>
            <a:ext cx="8496300" cy="3081337"/>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0" lvl="0" indent="0" eaLnBrk="1" latinLnBrk="0" hangingPunct="1">
              <a:spcBef>
                <a:spcPct val="0"/>
              </a:spcBef>
              <a:buNone/>
            </a:pPr>
            <a:r>
              <a:rPr lang="zh-CN" altLang="en-US" sz="2800" b="1" dirty="0">
                <a:latin typeface="Times New Roman" panose="02020603050405020304" pitchFamily="18" charset="0"/>
                <a:ea typeface="黑体" panose="02010609060101010101" pitchFamily="49" charset="-122"/>
              </a:rPr>
              <a:t> </a:t>
            </a:r>
            <a:r>
              <a:rPr lang="zh-CN" altLang="en-US" sz="2800" b="1" dirty="0">
                <a:solidFill>
                  <a:srgbClr val="000000"/>
                </a:solidFill>
                <a:latin typeface="Times New Roman" panose="02020603050405020304" pitchFamily="18" charset="0"/>
                <a:ea typeface="黑体" panose="02010609060101010101" pitchFamily="49" charset="-122"/>
              </a:rPr>
              <a:t>例：每个孩子都比其母年轻</a:t>
            </a:r>
            <a:br>
              <a:rPr lang="zh-CN" altLang="en-US" sz="2800" b="1" dirty="0">
                <a:solidFill>
                  <a:srgbClr val="000000"/>
                </a:solidFill>
                <a:latin typeface="Times New Roman" panose="02020603050405020304" pitchFamily="18" charset="0"/>
                <a:ea typeface="黑体" panose="02010609060101010101" pitchFamily="49" charset="-122"/>
              </a:rPr>
            </a:br>
            <a:r>
              <a:rPr lang="zh-CN" altLang="en-US" sz="2800" b="1" dirty="0">
                <a:solidFill>
                  <a:srgbClr val="000000"/>
                </a:solidFill>
                <a:latin typeface="Times New Roman" panose="02020603050405020304" pitchFamily="18" charset="0"/>
                <a:ea typeface="黑体" panose="02010609060101010101" pitchFamily="49" charset="-122"/>
              </a:rPr>
              <a:t>           </a:t>
            </a:r>
            <a:r>
              <a:rPr lang="en-US" altLang="zh-CN" sz="2800" b="1" dirty="0">
                <a:solidFill>
                  <a:srgbClr val="000000"/>
                </a:solidFill>
                <a:latin typeface="Times New Roman" panose="02020603050405020304" pitchFamily="18" charset="0"/>
                <a:ea typeface="黑体" panose="02010609060101010101" pitchFamily="49" charset="-122"/>
              </a:rPr>
              <a:t>C</a:t>
            </a:r>
            <a:r>
              <a:rPr lang="zh-CN" altLang="en-US" sz="2800" b="1" dirty="0">
                <a:solidFill>
                  <a:srgbClr val="000000"/>
                </a:solidFill>
                <a:latin typeface="Times New Roman" panose="02020603050405020304" pitchFamily="18" charset="0"/>
                <a:ea typeface="黑体" panose="02010609060101010101" pitchFamily="49" charset="-122"/>
              </a:rPr>
              <a:t>（</a:t>
            </a:r>
            <a:r>
              <a:rPr lang="en-US" altLang="zh-CN" sz="2800" b="1" dirty="0">
                <a:solidFill>
                  <a:srgbClr val="000000"/>
                </a:solidFill>
                <a:latin typeface="Times New Roman" panose="02020603050405020304" pitchFamily="18" charset="0"/>
                <a:ea typeface="黑体" panose="02010609060101010101" pitchFamily="49" charset="-122"/>
              </a:rPr>
              <a:t>x</a:t>
            </a:r>
            <a:r>
              <a:rPr lang="zh-CN" altLang="en-US" sz="2800" b="1" dirty="0">
                <a:solidFill>
                  <a:srgbClr val="000000"/>
                </a:solidFill>
                <a:latin typeface="Times New Roman" panose="02020603050405020304" pitchFamily="18" charset="0"/>
                <a:ea typeface="黑体" panose="02010609060101010101" pitchFamily="49" charset="-122"/>
              </a:rPr>
              <a:t>）：</a:t>
            </a:r>
            <a:r>
              <a:rPr lang="en-US" altLang="zh-CN" sz="2800" b="1" dirty="0">
                <a:solidFill>
                  <a:srgbClr val="000000"/>
                </a:solidFill>
                <a:latin typeface="Times New Roman" panose="02020603050405020304" pitchFamily="18" charset="0"/>
                <a:ea typeface="黑体" panose="02010609060101010101" pitchFamily="49" charset="-122"/>
              </a:rPr>
              <a:t>x</a:t>
            </a:r>
            <a:r>
              <a:rPr lang="zh-CN" altLang="en-US" sz="2800" b="1" dirty="0">
                <a:solidFill>
                  <a:srgbClr val="000000"/>
                </a:solidFill>
                <a:latin typeface="Times New Roman" panose="02020603050405020304" pitchFamily="18" charset="0"/>
                <a:ea typeface="黑体" panose="02010609060101010101" pitchFamily="49" charset="-122"/>
              </a:rPr>
              <a:t>是一个小孩</a:t>
            </a:r>
            <a:br>
              <a:rPr lang="zh-CN" altLang="en-US" sz="2800" b="1" dirty="0">
                <a:solidFill>
                  <a:srgbClr val="000000"/>
                </a:solidFill>
                <a:latin typeface="Times New Roman" panose="02020603050405020304" pitchFamily="18" charset="0"/>
                <a:ea typeface="黑体" panose="02010609060101010101" pitchFamily="49" charset="-122"/>
              </a:rPr>
            </a:br>
            <a:r>
              <a:rPr lang="zh-CN" altLang="en-US" sz="2800" b="1" dirty="0">
                <a:solidFill>
                  <a:srgbClr val="000000"/>
                </a:solidFill>
                <a:latin typeface="Times New Roman" panose="02020603050405020304" pitchFamily="18" charset="0"/>
                <a:ea typeface="黑体" panose="02010609060101010101" pitchFamily="49" charset="-122"/>
              </a:rPr>
              <a:t>           </a:t>
            </a:r>
            <a:r>
              <a:rPr lang="en-US" altLang="zh-CN" sz="2800" b="1" dirty="0">
                <a:solidFill>
                  <a:srgbClr val="000000"/>
                </a:solidFill>
                <a:latin typeface="Times New Roman" panose="02020603050405020304" pitchFamily="18" charset="0"/>
                <a:ea typeface="黑体" panose="02010609060101010101" pitchFamily="49" charset="-122"/>
              </a:rPr>
              <a:t>M</a:t>
            </a:r>
            <a:r>
              <a:rPr lang="zh-CN" altLang="en-US" sz="2800" b="1" dirty="0">
                <a:solidFill>
                  <a:srgbClr val="000000"/>
                </a:solidFill>
                <a:latin typeface="Times New Roman" panose="02020603050405020304" pitchFamily="18" charset="0"/>
                <a:ea typeface="黑体" panose="02010609060101010101" pitchFamily="49" charset="-122"/>
              </a:rPr>
              <a:t>（</a:t>
            </a:r>
            <a:r>
              <a:rPr lang="en-US" altLang="zh-CN" sz="2800" b="1" dirty="0">
                <a:solidFill>
                  <a:srgbClr val="000000"/>
                </a:solidFill>
                <a:latin typeface="Times New Roman" panose="02020603050405020304" pitchFamily="18" charset="0"/>
                <a:ea typeface="黑体" panose="02010609060101010101" pitchFamily="49" charset="-122"/>
              </a:rPr>
              <a:t>y</a:t>
            </a:r>
            <a:r>
              <a:rPr lang="zh-CN" altLang="en-US" sz="2800" b="1" dirty="0">
                <a:solidFill>
                  <a:srgbClr val="000000"/>
                </a:solidFill>
                <a:latin typeface="Times New Roman" panose="02020603050405020304" pitchFamily="18" charset="0"/>
                <a:ea typeface="黑体" panose="02010609060101010101" pitchFamily="49" charset="-122"/>
              </a:rPr>
              <a:t>，</a:t>
            </a:r>
            <a:r>
              <a:rPr lang="en-US" altLang="zh-CN" sz="2800" b="1" dirty="0">
                <a:solidFill>
                  <a:srgbClr val="000000"/>
                </a:solidFill>
                <a:latin typeface="Times New Roman" panose="02020603050405020304" pitchFamily="18" charset="0"/>
                <a:ea typeface="黑体" panose="02010609060101010101" pitchFamily="49" charset="-122"/>
              </a:rPr>
              <a:t>x</a:t>
            </a:r>
            <a:r>
              <a:rPr lang="zh-CN" altLang="en-US" sz="2800" b="1" dirty="0">
                <a:solidFill>
                  <a:srgbClr val="000000"/>
                </a:solidFill>
                <a:latin typeface="Times New Roman" panose="02020603050405020304" pitchFamily="18" charset="0"/>
                <a:ea typeface="黑体" panose="02010609060101010101" pitchFamily="49" charset="-122"/>
              </a:rPr>
              <a:t>）：表示</a:t>
            </a:r>
            <a:r>
              <a:rPr lang="en-US" altLang="zh-CN" sz="2800" b="1" dirty="0">
                <a:solidFill>
                  <a:srgbClr val="000000"/>
                </a:solidFill>
                <a:latin typeface="Times New Roman" panose="02020603050405020304" pitchFamily="18" charset="0"/>
                <a:ea typeface="黑体" panose="02010609060101010101" pitchFamily="49" charset="-122"/>
              </a:rPr>
              <a:t>y</a:t>
            </a:r>
            <a:r>
              <a:rPr lang="zh-CN" altLang="en-US" sz="2800" b="1" dirty="0">
                <a:solidFill>
                  <a:srgbClr val="000000"/>
                </a:solidFill>
                <a:latin typeface="Times New Roman" panose="02020603050405020304" pitchFamily="18" charset="0"/>
                <a:ea typeface="黑体" panose="02010609060101010101" pitchFamily="49" charset="-122"/>
              </a:rPr>
              <a:t>是</a:t>
            </a:r>
            <a:r>
              <a:rPr lang="en-US" altLang="zh-CN" sz="2800" b="1" dirty="0">
                <a:solidFill>
                  <a:srgbClr val="000000"/>
                </a:solidFill>
                <a:latin typeface="Times New Roman" panose="02020603050405020304" pitchFamily="18" charset="0"/>
                <a:ea typeface="黑体" panose="02010609060101010101" pitchFamily="49" charset="-122"/>
              </a:rPr>
              <a:t>x</a:t>
            </a:r>
            <a:r>
              <a:rPr lang="zh-CN" altLang="en-US" sz="2800" b="1" dirty="0">
                <a:solidFill>
                  <a:srgbClr val="000000"/>
                </a:solidFill>
                <a:latin typeface="Times New Roman" panose="02020603050405020304" pitchFamily="18" charset="0"/>
                <a:ea typeface="黑体" panose="02010609060101010101" pitchFamily="49" charset="-122"/>
              </a:rPr>
              <a:t>的其母</a:t>
            </a:r>
            <a:br>
              <a:rPr lang="zh-CN" altLang="en-US" sz="2800" b="1" dirty="0">
                <a:solidFill>
                  <a:srgbClr val="000000"/>
                </a:solidFill>
                <a:latin typeface="Times New Roman" panose="02020603050405020304" pitchFamily="18" charset="0"/>
                <a:ea typeface="黑体" panose="02010609060101010101" pitchFamily="49" charset="-122"/>
              </a:rPr>
            </a:br>
            <a:r>
              <a:rPr lang="zh-CN" altLang="en-US" sz="2800" b="1" dirty="0">
                <a:solidFill>
                  <a:srgbClr val="000000"/>
                </a:solidFill>
                <a:latin typeface="Times New Roman" panose="02020603050405020304" pitchFamily="18" charset="0"/>
                <a:ea typeface="黑体" panose="02010609060101010101" pitchFamily="49" charset="-122"/>
              </a:rPr>
              <a:t>           </a:t>
            </a:r>
            <a:r>
              <a:rPr lang="en-US" altLang="zh-CN" sz="2800" b="1" dirty="0">
                <a:solidFill>
                  <a:srgbClr val="000000"/>
                </a:solidFill>
                <a:latin typeface="Times New Roman" panose="02020603050405020304" pitchFamily="18" charset="0"/>
                <a:ea typeface="黑体" panose="02010609060101010101" pitchFamily="49" charset="-122"/>
              </a:rPr>
              <a:t>Y</a:t>
            </a:r>
            <a:r>
              <a:rPr lang="zh-CN" altLang="en-US" sz="2800" b="1" dirty="0">
                <a:solidFill>
                  <a:srgbClr val="000000"/>
                </a:solidFill>
                <a:latin typeface="Times New Roman" panose="02020603050405020304" pitchFamily="18" charset="0"/>
                <a:ea typeface="黑体" panose="02010609060101010101" pitchFamily="49" charset="-122"/>
              </a:rPr>
              <a:t>（</a:t>
            </a:r>
            <a:r>
              <a:rPr lang="en-US" altLang="zh-CN" sz="2800" b="1" dirty="0">
                <a:solidFill>
                  <a:srgbClr val="000000"/>
                </a:solidFill>
                <a:latin typeface="Times New Roman" panose="02020603050405020304" pitchFamily="18" charset="0"/>
                <a:ea typeface="黑体" panose="02010609060101010101" pitchFamily="49" charset="-122"/>
              </a:rPr>
              <a:t>x</a:t>
            </a:r>
            <a:r>
              <a:rPr lang="zh-CN" altLang="en-US" sz="2800" b="1" dirty="0">
                <a:solidFill>
                  <a:srgbClr val="000000"/>
                </a:solidFill>
                <a:latin typeface="Times New Roman" panose="02020603050405020304" pitchFamily="18" charset="0"/>
                <a:ea typeface="黑体" panose="02010609060101010101" pitchFamily="49" charset="-122"/>
              </a:rPr>
              <a:t>， </a:t>
            </a:r>
            <a:r>
              <a:rPr lang="en-US" altLang="zh-CN" sz="2800" b="1" dirty="0">
                <a:solidFill>
                  <a:srgbClr val="000000"/>
                </a:solidFill>
                <a:latin typeface="Times New Roman" panose="02020603050405020304" pitchFamily="18" charset="0"/>
                <a:ea typeface="黑体" panose="02010609060101010101" pitchFamily="49" charset="-122"/>
              </a:rPr>
              <a:t>y</a:t>
            </a:r>
            <a:r>
              <a:rPr lang="zh-CN" altLang="en-US" sz="2800" b="1" dirty="0">
                <a:solidFill>
                  <a:srgbClr val="000000"/>
                </a:solidFill>
                <a:latin typeface="Times New Roman" panose="02020603050405020304" pitchFamily="18" charset="0"/>
                <a:ea typeface="黑体" panose="02010609060101010101" pitchFamily="49" charset="-122"/>
              </a:rPr>
              <a:t>）：</a:t>
            </a:r>
            <a:r>
              <a:rPr lang="en-US" altLang="zh-CN" sz="2800" b="1" dirty="0">
                <a:solidFill>
                  <a:srgbClr val="000000"/>
                </a:solidFill>
                <a:latin typeface="Times New Roman" panose="02020603050405020304" pitchFamily="18" charset="0"/>
                <a:ea typeface="黑体" panose="02010609060101010101" pitchFamily="49" charset="-122"/>
              </a:rPr>
              <a:t>x</a:t>
            </a:r>
            <a:r>
              <a:rPr lang="zh-CN" altLang="en-US" sz="2800" b="1" dirty="0">
                <a:solidFill>
                  <a:srgbClr val="000000"/>
                </a:solidFill>
                <a:latin typeface="Times New Roman" panose="02020603050405020304" pitchFamily="18" charset="0"/>
                <a:ea typeface="黑体" panose="02010609060101010101" pitchFamily="49" charset="-122"/>
              </a:rPr>
              <a:t>比</a:t>
            </a:r>
            <a:r>
              <a:rPr lang="en-US" altLang="zh-CN" sz="2800" b="1" dirty="0">
                <a:solidFill>
                  <a:srgbClr val="000000"/>
                </a:solidFill>
                <a:latin typeface="Times New Roman" panose="02020603050405020304" pitchFamily="18" charset="0"/>
                <a:ea typeface="黑体" panose="02010609060101010101" pitchFamily="49" charset="-122"/>
              </a:rPr>
              <a:t>y</a:t>
            </a:r>
            <a:r>
              <a:rPr lang="zh-CN" altLang="en-US" sz="2800" b="1" dirty="0">
                <a:solidFill>
                  <a:srgbClr val="000000"/>
                </a:solidFill>
                <a:latin typeface="Times New Roman" panose="02020603050405020304" pitchFamily="18" charset="0"/>
                <a:ea typeface="黑体" panose="02010609060101010101" pitchFamily="49" charset="-122"/>
              </a:rPr>
              <a:t>年轻</a:t>
            </a:r>
            <a:br>
              <a:rPr lang="zh-CN" altLang="en-US" sz="2800" b="1" dirty="0">
                <a:solidFill>
                  <a:srgbClr val="000000"/>
                </a:solidFill>
                <a:latin typeface="Times New Roman" panose="02020603050405020304" pitchFamily="18" charset="0"/>
                <a:ea typeface="黑体" panose="02010609060101010101" pitchFamily="49" charset="-122"/>
              </a:rPr>
            </a:br>
            <a:r>
              <a:rPr lang="zh-CN" altLang="en-US" sz="2800" b="1" dirty="0">
                <a:solidFill>
                  <a:srgbClr val="000000"/>
                </a:solidFill>
                <a:latin typeface="Times New Roman" panose="02020603050405020304" pitchFamily="18" charset="0"/>
                <a:ea typeface="黑体" panose="02010609060101010101" pitchFamily="49" charset="-122"/>
              </a:rPr>
              <a:t> 谓词表示为：</a:t>
            </a:r>
          </a:p>
          <a:p>
            <a:pPr marL="0" lvl="0" indent="0" eaLnBrk="1" latinLnBrk="0" hangingPunct="1">
              <a:spcBef>
                <a:spcPct val="0"/>
              </a:spcBef>
              <a:buNone/>
            </a:pPr>
            <a:r>
              <a:rPr lang="zh-CN" altLang="en-US" sz="2800" b="1" dirty="0">
                <a:solidFill>
                  <a:srgbClr val="000000"/>
                </a:solidFill>
                <a:latin typeface="Times New Roman" panose="02020603050405020304" pitchFamily="18" charset="0"/>
                <a:ea typeface="黑体" panose="02010609060101010101" pitchFamily="49" charset="-122"/>
              </a:rPr>
              <a:t>     </a:t>
            </a:r>
            <a:r>
              <a:rPr lang="zh-CN" altLang="en-US" sz="2400" b="1" dirty="0">
                <a:latin typeface="Times New Roman" panose="02020603050405020304" pitchFamily="18" charset="0"/>
                <a:ea typeface="黑体" panose="02010609060101010101" pitchFamily="49" charset="-122"/>
                <a:sym typeface="Symbol" panose="05050102010706020507" pitchFamily="18" charset="2"/>
              </a:rPr>
              <a:t></a:t>
            </a:r>
            <a:r>
              <a:rPr lang="en-US" altLang="zh-CN" sz="2800" b="1" dirty="0">
                <a:solidFill>
                  <a:srgbClr val="000000"/>
                </a:solidFill>
                <a:latin typeface="Times New Roman" panose="02020603050405020304" pitchFamily="18" charset="0"/>
                <a:ea typeface="黑体" panose="02010609060101010101" pitchFamily="49" charset="-122"/>
              </a:rPr>
              <a:t>x </a:t>
            </a:r>
            <a:r>
              <a:rPr lang="zh-CN" altLang="en-US" sz="2400" b="1" dirty="0">
                <a:latin typeface="Times New Roman" panose="02020603050405020304" pitchFamily="18" charset="0"/>
                <a:ea typeface="黑体" panose="02010609060101010101" pitchFamily="49" charset="-122"/>
                <a:sym typeface="Symbol" panose="05050102010706020507" pitchFamily="18" charset="2"/>
              </a:rPr>
              <a:t></a:t>
            </a:r>
            <a:r>
              <a:rPr lang="en-US" altLang="zh-CN" sz="2800" b="1" dirty="0">
                <a:solidFill>
                  <a:srgbClr val="000000"/>
                </a:solidFill>
                <a:latin typeface="Times New Roman" panose="02020603050405020304" pitchFamily="18" charset="0"/>
                <a:ea typeface="黑体" panose="02010609060101010101" pitchFamily="49" charset="-122"/>
              </a:rPr>
              <a:t>y</a:t>
            </a:r>
            <a:r>
              <a:rPr lang="zh-CN" altLang="en-US" sz="2800" b="1" dirty="0">
                <a:solidFill>
                  <a:srgbClr val="000000"/>
                </a:solidFill>
                <a:latin typeface="Times New Roman" panose="02020603050405020304" pitchFamily="18" charset="0"/>
                <a:ea typeface="黑体" panose="02010609060101010101" pitchFamily="49" charset="-122"/>
              </a:rPr>
              <a:t>（</a:t>
            </a:r>
            <a:r>
              <a:rPr lang="en-US" altLang="zh-CN" sz="2800" b="1" dirty="0">
                <a:solidFill>
                  <a:srgbClr val="000000"/>
                </a:solidFill>
                <a:latin typeface="Times New Roman" panose="02020603050405020304" pitchFamily="18" charset="0"/>
                <a:ea typeface="黑体" panose="02010609060101010101" pitchFamily="49" charset="-122"/>
              </a:rPr>
              <a:t>C</a:t>
            </a:r>
            <a:r>
              <a:rPr lang="zh-CN" altLang="en-US" sz="2800" b="1" dirty="0">
                <a:solidFill>
                  <a:srgbClr val="000000"/>
                </a:solidFill>
                <a:latin typeface="Times New Roman" panose="02020603050405020304" pitchFamily="18" charset="0"/>
                <a:ea typeface="黑体" panose="02010609060101010101" pitchFamily="49" charset="-122"/>
              </a:rPr>
              <a:t>（</a:t>
            </a:r>
            <a:r>
              <a:rPr lang="en-US" altLang="zh-CN" sz="2800" b="1" dirty="0">
                <a:solidFill>
                  <a:srgbClr val="000000"/>
                </a:solidFill>
                <a:latin typeface="Times New Roman" panose="02020603050405020304" pitchFamily="18" charset="0"/>
                <a:ea typeface="黑体" panose="02010609060101010101" pitchFamily="49" charset="-122"/>
              </a:rPr>
              <a:t>x</a:t>
            </a:r>
            <a:r>
              <a:rPr lang="zh-CN" altLang="en-US" sz="2800" b="1" dirty="0">
                <a:solidFill>
                  <a:srgbClr val="000000"/>
                </a:solidFill>
                <a:latin typeface="Times New Roman" panose="02020603050405020304" pitchFamily="18" charset="0"/>
                <a:ea typeface="黑体" panose="02010609060101010101" pitchFamily="49" charset="-122"/>
              </a:rPr>
              <a:t>）∧</a:t>
            </a:r>
            <a:r>
              <a:rPr lang="en-US" altLang="zh-CN" sz="2800" b="1" dirty="0">
                <a:solidFill>
                  <a:srgbClr val="000000"/>
                </a:solidFill>
                <a:latin typeface="Times New Roman" panose="02020603050405020304" pitchFamily="18" charset="0"/>
                <a:ea typeface="黑体" panose="02010609060101010101" pitchFamily="49" charset="-122"/>
              </a:rPr>
              <a:t>M</a:t>
            </a:r>
            <a:r>
              <a:rPr lang="zh-CN" altLang="en-US" sz="2800" b="1" dirty="0">
                <a:solidFill>
                  <a:srgbClr val="000000"/>
                </a:solidFill>
                <a:latin typeface="Times New Roman" panose="02020603050405020304" pitchFamily="18" charset="0"/>
                <a:ea typeface="黑体" panose="02010609060101010101" pitchFamily="49" charset="-122"/>
              </a:rPr>
              <a:t>（</a:t>
            </a:r>
            <a:r>
              <a:rPr lang="en-US" altLang="zh-CN" sz="2800" b="1" dirty="0">
                <a:solidFill>
                  <a:srgbClr val="000000"/>
                </a:solidFill>
                <a:latin typeface="Times New Roman" panose="02020603050405020304" pitchFamily="18" charset="0"/>
                <a:ea typeface="黑体" panose="02010609060101010101" pitchFamily="49" charset="-122"/>
              </a:rPr>
              <a:t>y</a:t>
            </a:r>
            <a:r>
              <a:rPr lang="zh-CN" altLang="en-US" sz="2800" b="1" dirty="0">
                <a:solidFill>
                  <a:srgbClr val="000000"/>
                </a:solidFill>
                <a:latin typeface="Times New Roman" panose="02020603050405020304" pitchFamily="18" charset="0"/>
                <a:ea typeface="黑体" panose="02010609060101010101" pitchFamily="49" charset="-122"/>
              </a:rPr>
              <a:t>，</a:t>
            </a:r>
            <a:r>
              <a:rPr lang="en-US" altLang="zh-CN" sz="2800" b="1" dirty="0">
                <a:solidFill>
                  <a:srgbClr val="000000"/>
                </a:solidFill>
                <a:latin typeface="Times New Roman" panose="02020603050405020304" pitchFamily="18" charset="0"/>
                <a:ea typeface="黑体" panose="02010609060101010101" pitchFamily="49" charset="-122"/>
              </a:rPr>
              <a:t>x</a:t>
            </a:r>
            <a:r>
              <a:rPr lang="zh-CN" altLang="en-US" sz="2800" b="1" dirty="0">
                <a:solidFill>
                  <a:srgbClr val="000000"/>
                </a:solidFill>
                <a:latin typeface="Times New Roman" panose="02020603050405020304" pitchFamily="18" charset="0"/>
                <a:ea typeface="黑体" panose="02010609060101010101" pitchFamily="49" charset="-122"/>
              </a:rPr>
              <a:t>）→</a:t>
            </a:r>
            <a:r>
              <a:rPr lang="en-US" altLang="zh-CN" sz="2800" b="1" dirty="0">
                <a:solidFill>
                  <a:srgbClr val="000000"/>
                </a:solidFill>
                <a:latin typeface="Times New Roman" panose="02020603050405020304" pitchFamily="18" charset="0"/>
                <a:ea typeface="黑体" panose="02010609060101010101" pitchFamily="49" charset="-122"/>
              </a:rPr>
              <a:t>Y</a:t>
            </a:r>
            <a:r>
              <a:rPr lang="zh-CN" altLang="en-US" sz="2800" b="1" dirty="0">
                <a:solidFill>
                  <a:srgbClr val="000000"/>
                </a:solidFill>
                <a:latin typeface="Times New Roman" panose="02020603050405020304" pitchFamily="18" charset="0"/>
                <a:ea typeface="黑体" panose="02010609060101010101" pitchFamily="49" charset="-122"/>
              </a:rPr>
              <a:t>（</a:t>
            </a:r>
            <a:r>
              <a:rPr lang="en-US" altLang="zh-CN" sz="2800" b="1" dirty="0">
                <a:solidFill>
                  <a:srgbClr val="000000"/>
                </a:solidFill>
                <a:latin typeface="Times New Roman" panose="02020603050405020304" pitchFamily="18" charset="0"/>
                <a:ea typeface="黑体" panose="02010609060101010101" pitchFamily="49" charset="-122"/>
              </a:rPr>
              <a:t>x</a:t>
            </a:r>
            <a:r>
              <a:rPr lang="zh-CN" altLang="en-US" sz="2800" b="1" dirty="0">
                <a:solidFill>
                  <a:srgbClr val="000000"/>
                </a:solidFill>
                <a:latin typeface="Times New Roman" panose="02020603050405020304" pitchFamily="18" charset="0"/>
                <a:ea typeface="黑体" panose="02010609060101010101" pitchFamily="49" charset="-122"/>
              </a:rPr>
              <a:t>，</a:t>
            </a:r>
            <a:r>
              <a:rPr lang="en-US" altLang="zh-CN" sz="2800" b="1" dirty="0">
                <a:solidFill>
                  <a:srgbClr val="000000"/>
                </a:solidFill>
                <a:latin typeface="Times New Roman" panose="02020603050405020304" pitchFamily="18" charset="0"/>
                <a:ea typeface="黑体" panose="02010609060101010101" pitchFamily="49" charset="-122"/>
              </a:rPr>
              <a:t>y</a:t>
            </a:r>
            <a:r>
              <a:rPr lang="zh-CN" altLang="en-US" sz="2800" b="1" dirty="0">
                <a:solidFill>
                  <a:srgbClr val="000000"/>
                </a:solidFill>
                <a:latin typeface="Times New Roman" panose="02020603050405020304" pitchFamily="18" charset="0"/>
                <a:ea typeface="黑体" panose="02010609060101010101" pitchFamily="49" charset="-122"/>
              </a:rPr>
              <a:t>））</a:t>
            </a:r>
          </a:p>
          <a:p>
            <a:pPr marL="0" lvl="0" indent="0" eaLnBrk="1" latinLnBrk="0" hangingPunct="1">
              <a:spcBef>
                <a:spcPct val="0"/>
              </a:spcBef>
              <a:buNone/>
            </a:pPr>
            <a:r>
              <a:rPr lang="zh-CN" altLang="en-US" sz="2800" b="1" dirty="0">
                <a:solidFill>
                  <a:srgbClr val="000000"/>
                </a:solidFill>
                <a:latin typeface="Times New Roman" panose="02020603050405020304" pitchFamily="18" charset="0"/>
                <a:ea typeface="黑体" panose="02010609060101010101" pitchFamily="49" charset="-122"/>
              </a:rPr>
              <a:t> </a:t>
            </a:r>
          </a:p>
        </p:txBody>
      </p:sp>
      <p:sp>
        <p:nvSpPr>
          <p:cNvPr id="545798" name="Text Box 6"/>
          <p:cNvSpPr txBox="1">
            <a:spLocks noChangeArrowheads="1"/>
          </p:cNvSpPr>
          <p:nvPr/>
        </p:nvSpPr>
        <p:spPr bwMode="auto">
          <a:xfrm>
            <a:off x="1619250" y="404813"/>
            <a:ext cx="611981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eaLnBrk="1" hangingPunct="1">
              <a:spcBef>
                <a:spcPct val="50000"/>
              </a:spcBef>
              <a:buClrTx/>
              <a:buSzTx/>
              <a:buFontTx/>
              <a:buNone/>
              <a:defRPr/>
            </a:pPr>
            <a:r>
              <a:rPr kumimoji="1" lang="zh-CN" altLang="en-US" sz="4000" b="1" kern="1200" cap="none" spc="0" normalizeH="0" baseline="0" noProof="0">
                <a:effectLst>
                  <a:outerShdw blurRad="38100" dist="38100" dir="2700000" algn="tl">
                    <a:srgbClr val="C0C0C0"/>
                  </a:outerShdw>
                </a:effectLst>
                <a:latin typeface="宋体" panose="02010600030101010101" pitchFamily="2" charset="-122"/>
                <a:ea typeface="宋体" panose="02010600030101010101" pitchFamily="2" charset="-122"/>
                <a:cs typeface="+mn-cs"/>
              </a:rPr>
              <a:t>一阶谓词逻辑</a:t>
            </a:r>
            <a:r>
              <a:rPr kumimoji="1" lang="en-US" altLang="zh-CN" sz="4000" b="1" kern="1200" cap="none" spc="0" normalizeH="0" baseline="0" noProof="0">
                <a:effectLst>
                  <a:outerShdw blurRad="38100" dist="38100" dir="2700000" algn="tl">
                    <a:srgbClr val="C0C0C0"/>
                  </a:outerShdw>
                </a:effectLst>
                <a:latin typeface="宋体" panose="02010600030101010101" pitchFamily="2" charset="-122"/>
                <a:ea typeface="宋体" panose="02010600030101010101" pitchFamily="2" charset="-122"/>
                <a:cs typeface="+mn-cs"/>
              </a:rPr>
              <a:t>——</a:t>
            </a:r>
            <a:r>
              <a:rPr kumimoji="1" lang="zh-CN" altLang="en-US" sz="4000" b="1" kern="1200" cap="none" spc="0" normalizeH="0" baseline="0" noProof="0">
                <a:effectLst>
                  <a:outerShdw blurRad="38100" dist="38100" dir="2700000" algn="tl">
                    <a:srgbClr val="C0C0C0"/>
                  </a:outerShdw>
                </a:effectLst>
                <a:latin typeface="宋体" panose="02010600030101010101" pitchFamily="2" charset="-122"/>
                <a:ea typeface="宋体" panose="02010600030101010101" pitchFamily="2" charset="-122"/>
                <a:cs typeface="+mn-cs"/>
              </a:rPr>
              <a:t>函数</a:t>
            </a:r>
          </a:p>
        </p:txBody>
      </p:sp>
      <p:sp>
        <p:nvSpPr>
          <p:cNvPr id="65541" name="Text Box 7"/>
          <p:cNvSpPr txBox="1"/>
          <p:nvPr/>
        </p:nvSpPr>
        <p:spPr>
          <a:xfrm>
            <a:off x="611188" y="4505325"/>
            <a:ext cx="8281987" cy="1587500"/>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0" lvl="0" indent="0" eaLnBrk="1" latinLnBrk="0" hangingPunct="1">
              <a:spcBef>
                <a:spcPct val="50000"/>
              </a:spcBef>
              <a:buNone/>
            </a:pPr>
            <a:r>
              <a:rPr lang="zh-CN" altLang="en-US" sz="2800" b="1" dirty="0">
                <a:latin typeface="Times New Roman" panose="02020603050405020304" pitchFamily="18" charset="0"/>
                <a:ea typeface="黑体" panose="02010609060101010101" pitchFamily="49" charset="-122"/>
              </a:rPr>
              <a:t>如果采用</a:t>
            </a:r>
            <a:r>
              <a:rPr lang="zh-CN" altLang="en-US" sz="2800" b="1" dirty="0">
                <a:solidFill>
                  <a:srgbClr val="0000FF"/>
                </a:solidFill>
                <a:latin typeface="Times New Roman" panose="02020603050405020304" pitchFamily="18" charset="0"/>
                <a:ea typeface="黑体" panose="02010609060101010101" pitchFamily="49" charset="-122"/>
              </a:rPr>
              <a:t>函数</a:t>
            </a:r>
            <a:r>
              <a:rPr lang="zh-CN" altLang="en-US" sz="2800" b="1" dirty="0">
                <a:solidFill>
                  <a:srgbClr val="C00000"/>
                </a:solidFill>
                <a:latin typeface="Times New Roman" panose="02020603050405020304" pitchFamily="18" charset="0"/>
                <a:ea typeface="黑体" panose="02010609060101010101" pitchFamily="49" charset="-122"/>
              </a:rPr>
              <a:t> </a:t>
            </a:r>
            <a:r>
              <a:rPr lang="en-US" altLang="zh-CN" sz="2800" b="1" dirty="0">
                <a:solidFill>
                  <a:srgbClr val="C00000"/>
                </a:solidFill>
                <a:latin typeface="Times New Roman" panose="02020603050405020304" pitchFamily="18" charset="0"/>
                <a:ea typeface="黑体" panose="02010609060101010101" pitchFamily="49" charset="-122"/>
              </a:rPr>
              <a:t>m(y) </a:t>
            </a:r>
            <a:r>
              <a:rPr lang="zh-CN" altLang="en-US" sz="2800" b="1" dirty="0">
                <a:latin typeface="Times New Roman" panose="02020603050405020304" pitchFamily="18" charset="0"/>
                <a:ea typeface="黑体" panose="02010609060101010101" pitchFamily="49" charset="-122"/>
              </a:rPr>
              <a:t>来表示</a:t>
            </a:r>
            <a:r>
              <a:rPr lang="en-US" altLang="zh-CN" sz="2800" b="1" dirty="0">
                <a:latin typeface="Times New Roman" panose="02020603050405020304" pitchFamily="18" charset="0"/>
                <a:ea typeface="黑体" panose="02010609060101010101" pitchFamily="49" charset="-122"/>
              </a:rPr>
              <a:t>y</a:t>
            </a:r>
            <a:r>
              <a:rPr lang="zh-CN" altLang="en-US" sz="2800" b="1" dirty="0">
                <a:latin typeface="Times New Roman" panose="02020603050405020304" pitchFamily="18" charset="0"/>
                <a:ea typeface="黑体" panose="02010609060101010101" pitchFamily="49" charset="-122"/>
              </a:rPr>
              <a:t>的母亲，上式可以更准确地表示为：</a:t>
            </a:r>
          </a:p>
          <a:p>
            <a:pPr marL="0" lvl="0" indent="0" eaLnBrk="1" latinLnBrk="0" hangingPunct="1">
              <a:spcBef>
                <a:spcPct val="50000"/>
              </a:spcBef>
              <a:buNone/>
            </a:pPr>
            <a:r>
              <a:rPr lang="zh-CN" altLang="en-US" sz="2800" b="1" dirty="0">
                <a:solidFill>
                  <a:srgbClr val="000000"/>
                </a:solidFill>
                <a:latin typeface="Times New Roman" panose="02020603050405020304" pitchFamily="18" charset="0"/>
                <a:ea typeface="黑体" panose="02010609060101010101" pitchFamily="49" charset="-122"/>
              </a:rPr>
              <a:t>       ∀</a:t>
            </a:r>
            <a:r>
              <a:rPr lang="en-US" altLang="zh-CN" sz="2800" b="1" dirty="0">
                <a:solidFill>
                  <a:srgbClr val="000000"/>
                </a:solidFill>
                <a:latin typeface="Times New Roman" panose="02020603050405020304" pitchFamily="18" charset="0"/>
                <a:ea typeface="黑体" panose="02010609060101010101" pitchFamily="49" charset="-122"/>
              </a:rPr>
              <a:t>x(C(x) →Y(x, </a:t>
            </a:r>
            <a:r>
              <a:rPr lang="en-US" altLang="zh-CN" sz="2800" b="1" dirty="0">
                <a:solidFill>
                  <a:srgbClr val="C00000"/>
                </a:solidFill>
                <a:latin typeface="Times New Roman" panose="02020603050405020304" pitchFamily="18" charset="0"/>
                <a:ea typeface="黑体" panose="02010609060101010101" pitchFamily="49" charset="-122"/>
              </a:rPr>
              <a:t>m(x)</a:t>
            </a:r>
            <a:r>
              <a:rPr lang="en-US" altLang="zh-CN" sz="2800" b="1" dirty="0">
                <a:solidFill>
                  <a:srgbClr val="000000"/>
                </a:solidFill>
                <a:latin typeface="Times New Roman" panose="02020603050405020304" pitchFamily="18" charset="0"/>
                <a:ea typeface="黑体" panose="02010609060101010101" pitchFamily="49" charset="-122"/>
              </a:rPr>
              <a:t>)</a:t>
            </a:r>
          </a:p>
        </p:txBody>
      </p:sp>
      <p:sp>
        <p:nvSpPr>
          <p:cNvPr id="65542" name="Text Box 8"/>
          <p:cNvSpPr txBox="1"/>
          <p:nvPr/>
        </p:nvSpPr>
        <p:spPr>
          <a:xfrm>
            <a:off x="0" y="188913"/>
            <a:ext cx="2339975" cy="457200"/>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0" lvl="0" indent="0" eaLnBrk="1" hangingPunct="1">
              <a:spcBef>
                <a:spcPct val="50000"/>
              </a:spcBef>
              <a:buNone/>
            </a:pPr>
            <a:r>
              <a:rPr lang="zh-CN" altLang="en-US" sz="2400" dirty="0">
                <a:latin typeface="华文行楷" panose="02010800040101010101" pitchFamily="2" charset="-122"/>
                <a:ea typeface="华文行楷" panose="02010800040101010101" pitchFamily="2" charset="-122"/>
              </a:rPr>
              <a:t>第</a:t>
            </a:r>
            <a:r>
              <a:rPr lang="en-US" altLang="zh-CN" sz="2400" dirty="0">
                <a:latin typeface="华文行楷" panose="02010800040101010101" pitchFamily="2" charset="-122"/>
                <a:ea typeface="华文行楷" panose="02010800040101010101" pitchFamily="2" charset="-122"/>
              </a:rPr>
              <a:t>3</a:t>
            </a:r>
            <a:r>
              <a:rPr lang="zh-CN" altLang="en-US" sz="2400" dirty="0">
                <a:latin typeface="华文行楷" panose="02010800040101010101" pitchFamily="2" charset="-122"/>
                <a:ea typeface="华文行楷" panose="02010800040101010101" pitchFamily="2" charset="-122"/>
              </a:rPr>
              <a:t>章 逻辑系统</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55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41" grpId="0"/>
    </p:bld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文本框 3"/>
          <p:cNvSpPr txBox="1"/>
          <p:nvPr/>
        </p:nvSpPr>
        <p:spPr>
          <a:xfrm>
            <a:off x="611560" y="2438256"/>
            <a:ext cx="3086100" cy="2214880"/>
          </a:xfrm>
          <a:prstGeom prst="rect">
            <a:avLst/>
          </a:prstGeom>
          <a:noFill/>
        </p:spPr>
        <p:txBody>
          <a:bodyPr wrap="square" rtlCol="0" anchor="t">
            <a:spAutoFit/>
          </a:bodyPr>
          <a:lstStyle/>
          <a:p>
            <a:pPr algn="l"/>
            <a:r>
              <a:rPr lang="zh-CN" altLang="en-US" sz="13800" dirty="0"/>
              <a:t>｛</a:t>
            </a:r>
          </a:p>
        </p:txBody>
      </p:sp>
      <p:sp>
        <p:nvSpPr>
          <p:cNvPr id="5" name="灯片编号占位符 5"/>
          <p:cNvSpPr txBox="1">
            <a:spLocks noGrp="1"/>
          </p:cNvSpPr>
          <p:nvPr>
            <p:ph type="sldNum" sz="quarter" idx="4"/>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40" tIns="45720" rIns="91440" bIns="45720" numCol="1" anchor="t" anchorCtr="0" compatLnSpc="1"/>
          <a:lstStyle/>
          <a:p>
            <a:pPr marL="0" marR="0" lvl="0" indent="0" algn="r" defTabSz="914400" rtl="0" eaLnBrk="1" fontAlgn="base" latinLnBrk="1" hangingPunct="1">
              <a:lnSpc>
                <a:spcPct val="100000"/>
              </a:lnSpc>
              <a:spcBef>
                <a:spcPct val="0"/>
              </a:spcBef>
              <a:spcAft>
                <a:spcPct val="0"/>
              </a:spcAft>
              <a:buClrTx/>
              <a:buSzTx/>
              <a:buFontTx/>
              <a:buNone/>
              <a:defRPr/>
            </a:pPr>
            <a:fld id="{EC650F18-A43E-4F80-B29B-38884E29F8B3}"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t>30</a:t>
            </a:fld>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138242" name="Rectangle 2"/>
          <p:cNvSpPr>
            <a:spLocks noGrp="1" noChangeArrowheads="1"/>
          </p:cNvSpPr>
          <p:nvPr>
            <p:ph type="title"/>
          </p:nvPr>
        </p:nvSpPr>
        <p:spPr>
          <a:xfrm>
            <a:off x="684213" y="476250"/>
            <a:ext cx="7772400" cy="731838"/>
          </a:xfrm>
        </p:spPr>
        <p:txBody>
          <a:bodyPr vert="horz" wrap="square" lIns="91440" tIns="45720" rIns="91440" bIns="45720" numCol="1" anchor="ctr" anchorCtr="0" compatLnSpc="1"/>
          <a:lstStyle/>
          <a:p>
            <a:pPr marL="0" marR="0" lvl="0" indent="0" algn="ctr" defTabSz="914400" rtl="0" eaLnBrk="1" fontAlgn="base" latinLnBrk="1" hangingPunct="1">
              <a:lnSpc>
                <a:spcPct val="100000"/>
              </a:lnSpc>
              <a:spcBef>
                <a:spcPct val="0"/>
              </a:spcBef>
              <a:spcAft>
                <a:spcPct val="0"/>
              </a:spcAft>
              <a:buClrTx/>
              <a:buSzTx/>
              <a:buFontTx/>
              <a:buNone/>
              <a:defRPr/>
            </a:pPr>
            <a:r>
              <a:rPr kumimoji="1" lang="en-US" altLang="zh-CN" sz="36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j-cs"/>
              </a:rPr>
              <a:t>3.2.3 </a:t>
            </a:r>
            <a:r>
              <a:rPr kumimoji="1" lang="zh-CN" altLang="en-US" sz="36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j-cs"/>
              </a:rPr>
              <a:t>一阶语言</a:t>
            </a:r>
            <a:endParaRPr kumimoji="1" lang="en-US" altLang="zh-CN" sz="36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j-cs"/>
            </a:endParaRPr>
          </a:p>
        </p:txBody>
      </p:sp>
      <p:sp>
        <p:nvSpPr>
          <p:cNvPr id="138243" name="Rectangle 3"/>
          <p:cNvSpPr>
            <a:spLocks noGrp="1"/>
          </p:cNvSpPr>
          <p:nvPr>
            <p:ph idx="1"/>
          </p:nvPr>
        </p:nvSpPr>
        <p:spPr>
          <a:xfrm>
            <a:off x="684213" y="1268413"/>
            <a:ext cx="7772400" cy="4752975"/>
          </a:xfrm>
        </p:spPr>
        <p:txBody>
          <a:bodyPr vert="horz" wrap="square" lIns="91440" tIns="45720" rIns="91440" bIns="45720" anchor="t" anchorCtr="0"/>
          <a:lstStyle/>
          <a:p>
            <a:pPr eaLnBrk="1" hangingPunct="1"/>
            <a:r>
              <a:rPr lang="zh-CN" altLang="en-US" sz="2400" b="1" dirty="0">
                <a:latin typeface="Times New Roman" panose="02020603050405020304" pitchFamily="18" charset="0"/>
                <a:ea typeface="黑体" panose="02010609060101010101" pitchFamily="49" charset="-122"/>
              </a:rPr>
              <a:t>一阶语言</a:t>
            </a:r>
            <a:r>
              <a:rPr lang="en-US" altLang="zh-CN" sz="2400" b="1" i="1" dirty="0">
                <a:latin typeface="Times New Roman" panose="02020603050405020304" pitchFamily="18" charset="0"/>
                <a:ea typeface="黑体" panose="02010609060101010101" pitchFamily="49" charset="-122"/>
              </a:rPr>
              <a:t>L</a:t>
            </a:r>
            <a:r>
              <a:rPr lang="zh-CN" altLang="en-US" sz="2400" b="1" dirty="0">
                <a:latin typeface="Times New Roman" panose="02020603050405020304" pitchFamily="18" charset="0"/>
                <a:ea typeface="黑体" panose="02010609060101010101" pitchFamily="49" charset="-122"/>
              </a:rPr>
              <a:t>：是一阶逻辑使用的形式语言，可以和任何结构（论域）没有联系，也可以与某个结构有联系</a:t>
            </a:r>
          </a:p>
          <a:p>
            <a:pPr eaLnBrk="1" hangingPunct="1"/>
            <a:r>
              <a:rPr lang="zh-CN" altLang="en-US" sz="2400" b="1" dirty="0">
                <a:latin typeface="Times New Roman" panose="02020603050405020304" pitchFamily="18" charset="0"/>
                <a:ea typeface="黑体" panose="02010609060101010101" pitchFamily="49" charset="-122"/>
              </a:rPr>
              <a:t>与结构没有联系的一阶语言由</a:t>
            </a:r>
            <a:r>
              <a:rPr lang="en-US" altLang="zh-CN" sz="2400" b="1" dirty="0">
                <a:latin typeface="Times New Roman" panose="02020603050405020304" pitchFamily="18" charset="0"/>
                <a:ea typeface="黑体" panose="02010609060101010101" pitchFamily="49" charset="-122"/>
              </a:rPr>
              <a:t>8</a:t>
            </a:r>
            <a:r>
              <a:rPr lang="zh-CN" altLang="en-US" sz="2400" b="1" dirty="0">
                <a:latin typeface="Times New Roman" panose="02020603050405020304" pitchFamily="18" charset="0"/>
                <a:ea typeface="黑体" panose="02010609060101010101" pitchFamily="49" charset="-122"/>
              </a:rPr>
              <a:t>类符号组成：</a:t>
            </a:r>
          </a:p>
          <a:p>
            <a:pPr lvl="1" eaLnBrk="1" hangingPunct="1">
              <a:buNone/>
            </a:pPr>
            <a:endParaRPr lang="en-US" altLang="zh-CN" sz="2400" b="1" dirty="0">
              <a:latin typeface="Times New Roman" panose="02020603050405020304" pitchFamily="18" charset="0"/>
              <a:ea typeface="黑体" panose="02010609060101010101" pitchFamily="49" charset="-122"/>
            </a:endParaRPr>
          </a:p>
          <a:p>
            <a:pPr lvl="1" eaLnBrk="1" hangingPunct="1">
              <a:buNone/>
            </a:pPr>
            <a:endParaRPr lang="zh-CN" altLang="en-US" sz="2400" b="1" dirty="0">
              <a:solidFill>
                <a:srgbClr val="0000FF"/>
              </a:solidFill>
              <a:latin typeface="Times New Roman" panose="02020603050405020304" pitchFamily="18" charset="0"/>
              <a:ea typeface="黑体" panose="02010609060101010101" pitchFamily="49" charset="-122"/>
            </a:endParaRPr>
          </a:p>
        </p:txBody>
      </p:sp>
      <p:sp>
        <p:nvSpPr>
          <p:cNvPr id="70661" name="Text Box 4"/>
          <p:cNvSpPr txBox="1"/>
          <p:nvPr/>
        </p:nvSpPr>
        <p:spPr>
          <a:xfrm>
            <a:off x="0" y="188913"/>
            <a:ext cx="2339975" cy="457200"/>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0" lvl="0" indent="0" eaLnBrk="1" hangingPunct="1">
              <a:spcBef>
                <a:spcPct val="50000"/>
              </a:spcBef>
              <a:buNone/>
            </a:pPr>
            <a:r>
              <a:rPr lang="zh-CN" altLang="en-US" sz="2400" dirty="0">
                <a:latin typeface="华文行楷" panose="02010800040101010101" pitchFamily="2" charset="-122"/>
                <a:ea typeface="华文行楷" panose="02010800040101010101" pitchFamily="2" charset="-122"/>
              </a:rPr>
              <a:t>第</a:t>
            </a:r>
            <a:r>
              <a:rPr lang="en-US" altLang="zh-CN" sz="2400" dirty="0">
                <a:latin typeface="华文行楷" panose="02010800040101010101" pitchFamily="2" charset="-122"/>
                <a:ea typeface="华文行楷" panose="02010800040101010101" pitchFamily="2" charset="-122"/>
              </a:rPr>
              <a:t>3</a:t>
            </a:r>
            <a:r>
              <a:rPr lang="zh-CN" altLang="en-US" sz="2400" dirty="0">
                <a:latin typeface="华文行楷" panose="02010800040101010101" pitchFamily="2" charset="-122"/>
                <a:ea typeface="华文行楷" panose="02010800040101010101" pitchFamily="2" charset="-122"/>
              </a:rPr>
              <a:t>章 逻辑系统</a:t>
            </a:r>
          </a:p>
        </p:txBody>
      </p:sp>
      <p:sp>
        <p:nvSpPr>
          <p:cNvPr id="2" name="文本框 1"/>
          <p:cNvSpPr txBox="1"/>
          <p:nvPr/>
        </p:nvSpPr>
        <p:spPr>
          <a:xfrm>
            <a:off x="1619885" y="2708910"/>
            <a:ext cx="7353935" cy="3636010"/>
          </a:xfrm>
          <a:prstGeom prst="rect">
            <a:avLst/>
          </a:prstGeom>
          <a:noFill/>
        </p:spPr>
        <p:txBody>
          <a:bodyPr wrap="square" rtlCol="0" anchor="t">
            <a:spAutoFit/>
          </a:bodyPr>
          <a:lstStyle/>
          <a:p>
            <a:pPr lvl="1" eaLnBrk="1" hangingPunct="1">
              <a:lnSpc>
                <a:spcPct val="120000"/>
              </a:lnSpc>
              <a:buNone/>
            </a:pPr>
            <a:r>
              <a:rPr lang="en-US" altLang="zh-CN" b="1" dirty="0">
                <a:latin typeface="Times New Roman" panose="02020603050405020304" pitchFamily="18" charset="0"/>
                <a:ea typeface="黑体" panose="02010609060101010101" pitchFamily="49" charset="-122"/>
                <a:sym typeface="+mn-ea"/>
              </a:rPr>
              <a:t>(1)</a:t>
            </a:r>
            <a:r>
              <a:rPr lang="zh-CN" altLang="en-US" b="1" dirty="0">
                <a:latin typeface="Times New Roman" panose="02020603050405020304" pitchFamily="18" charset="0"/>
                <a:ea typeface="黑体" panose="02010609060101010101" pitchFamily="49" charset="-122"/>
                <a:sym typeface="+mn-ea"/>
              </a:rPr>
              <a:t>无限序列的</a:t>
            </a:r>
            <a:r>
              <a:rPr lang="zh-CN" altLang="en-US" b="1" dirty="0">
                <a:solidFill>
                  <a:srgbClr val="FF0000"/>
                </a:solidFill>
                <a:latin typeface="Times New Roman" panose="02020603050405020304" pitchFamily="18" charset="0"/>
                <a:ea typeface="黑体" panose="02010609060101010101" pitchFamily="49" charset="-122"/>
                <a:sym typeface="+mn-ea"/>
              </a:rPr>
              <a:t>个体符号</a:t>
            </a:r>
            <a:r>
              <a:rPr lang="zh-CN" altLang="en-US" b="1" dirty="0">
                <a:latin typeface="Times New Roman" panose="02020603050405020304" pitchFamily="18" charset="0"/>
                <a:ea typeface="黑体" panose="02010609060101010101" pitchFamily="49" charset="-122"/>
                <a:sym typeface="+mn-ea"/>
              </a:rPr>
              <a:t>（个体常量）</a:t>
            </a:r>
            <a:endParaRPr lang="zh-CN" altLang="en-US" b="1" dirty="0">
              <a:latin typeface="Times New Roman" panose="02020603050405020304" pitchFamily="18" charset="0"/>
              <a:ea typeface="黑体" panose="02010609060101010101" pitchFamily="49" charset="-122"/>
            </a:endParaRPr>
          </a:p>
          <a:p>
            <a:pPr lvl="1" eaLnBrk="1" hangingPunct="1">
              <a:lnSpc>
                <a:spcPct val="120000"/>
              </a:lnSpc>
              <a:buNone/>
            </a:pPr>
            <a:r>
              <a:rPr lang="en-US" altLang="zh-CN" b="1" dirty="0">
                <a:latin typeface="Times New Roman" panose="02020603050405020304" pitchFamily="18" charset="0"/>
                <a:ea typeface="黑体" panose="02010609060101010101" pitchFamily="49" charset="-122"/>
                <a:sym typeface="+mn-ea"/>
              </a:rPr>
              <a:t>(2)</a:t>
            </a:r>
            <a:r>
              <a:rPr lang="zh-CN" altLang="en-US" b="1" dirty="0">
                <a:latin typeface="Times New Roman" panose="02020603050405020304" pitchFamily="18" charset="0"/>
                <a:ea typeface="黑体" panose="02010609060101010101" pitchFamily="49" charset="-122"/>
                <a:sym typeface="+mn-ea"/>
              </a:rPr>
              <a:t>无限序列的</a:t>
            </a:r>
            <a:r>
              <a:rPr lang="zh-CN" altLang="en-US" b="1" dirty="0">
                <a:solidFill>
                  <a:srgbClr val="FF0000"/>
                </a:solidFill>
                <a:latin typeface="Times New Roman" panose="02020603050405020304" pitchFamily="18" charset="0"/>
                <a:ea typeface="黑体" panose="02010609060101010101" pitchFamily="49" charset="-122"/>
                <a:sym typeface="+mn-ea"/>
              </a:rPr>
              <a:t>函数</a:t>
            </a:r>
            <a:r>
              <a:rPr lang="zh-CN" altLang="en-US" b="1" dirty="0">
                <a:latin typeface="Times New Roman" panose="02020603050405020304" pitchFamily="18" charset="0"/>
                <a:ea typeface="黑体" panose="02010609060101010101" pitchFamily="49" charset="-122"/>
                <a:sym typeface="+mn-ea"/>
              </a:rPr>
              <a:t>符号，有确定的元数</a:t>
            </a:r>
            <a:r>
              <a:rPr lang="en-US" altLang="zh-CN" b="1" dirty="0">
                <a:latin typeface="Times New Roman" panose="02020603050405020304" pitchFamily="18" charset="0"/>
                <a:ea typeface="黑体" panose="02010609060101010101" pitchFamily="49" charset="-122"/>
                <a:sym typeface="+mn-ea"/>
              </a:rPr>
              <a:t>m≥1</a:t>
            </a:r>
          </a:p>
          <a:p>
            <a:pPr lvl="1" eaLnBrk="1" hangingPunct="1">
              <a:lnSpc>
                <a:spcPct val="120000"/>
              </a:lnSpc>
              <a:buNone/>
            </a:pPr>
            <a:r>
              <a:rPr lang="en-US" altLang="zh-CN" b="1" dirty="0">
                <a:latin typeface="Times New Roman" panose="02020603050405020304" pitchFamily="18" charset="0"/>
                <a:ea typeface="黑体" panose="02010609060101010101" pitchFamily="49" charset="-122"/>
                <a:sym typeface="+mn-ea"/>
              </a:rPr>
              <a:t>(3)</a:t>
            </a:r>
            <a:r>
              <a:rPr lang="zh-CN" altLang="en-US" b="1" dirty="0">
                <a:latin typeface="Times New Roman" panose="02020603050405020304" pitchFamily="18" charset="0"/>
                <a:ea typeface="黑体" panose="02010609060101010101" pitchFamily="49" charset="-122"/>
                <a:sym typeface="+mn-ea"/>
              </a:rPr>
              <a:t>无限序列的</a:t>
            </a:r>
            <a:r>
              <a:rPr lang="zh-CN" altLang="en-US" b="1" dirty="0">
                <a:solidFill>
                  <a:srgbClr val="FF0000"/>
                </a:solidFill>
                <a:latin typeface="Times New Roman" panose="02020603050405020304" pitchFamily="18" charset="0"/>
                <a:ea typeface="黑体" panose="02010609060101010101" pitchFamily="49" charset="-122"/>
                <a:sym typeface="+mn-ea"/>
              </a:rPr>
              <a:t>约束变量</a:t>
            </a:r>
            <a:r>
              <a:rPr lang="zh-CN" altLang="en-US" b="1" dirty="0">
                <a:latin typeface="Times New Roman" panose="02020603050405020304" pitchFamily="18" charset="0"/>
                <a:ea typeface="黑体" panose="02010609060101010101" pitchFamily="49" charset="-122"/>
                <a:sym typeface="+mn-ea"/>
              </a:rPr>
              <a:t>：用</a:t>
            </a:r>
            <a:r>
              <a:rPr lang="en-US" altLang="zh-CN" b="1" dirty="0">
                <a:latin typeface="Times New Roman" panose="02020603050405020304" pitchFamily="18" charset="0"/>
                <a:ea typeface="黑体" panose="02010609060101010101" pitchFamily="49" charset="-122"/>
                <a:sym typeface="+mn-ea"/>
              </a:rPr>
              <a:t>x/y/z</a:t>
            </a:r>
            <a:r>
              <a:rPr lang="zh-CN" altLang="en-US" b="1" dirty="0">
                <a:latin typeface="Times New Roman" panose="02020603050405020304" pitchFamily="18" charset="0"/>
                <a:ea typeface="黑体" panose="02010609060101010101" pitchFamily="49" charset="-122"/>
                <a:sym typeface="+mn-ea"/>
              </a:rPr>
              <a:t>等表示约束变量</a:t>
            </a:r>
          </a:p>
          <a:p>
            <a:pPr lvl="1" eaLnBrk="1" hangingPunct="1">
              <a:lnSpc>
                <a:spcPct val="120000"/>
              </a:lnSpc>
              <a:buNone/>
            </a:pPr>
            <a:r>
              <a:rPr lang="en-US" altLang="zh-CN" b="1" dirty="0">
                <a:latin typeface="Times New Roman" panose="02020603050405020304" pitchFamily="18" charset="0"/>
                <a:ea typeface="黑体" panose="02010609060101010101" pitchFamily="49" charset="-122"/>
                <a:sym typeface="+mn-ea"/>
              </a:rPr>
              <a:t>(4)</a:t>
            </a:r>
            <a:r>
              <a:rPr lang="zh-CN" altLang="en-US" b="1" dirty="0">
                <a:latin typeface="Times New Roman" panose="02020603050405020304" pitchFamily="18" charset="0"/>
                <a:ea typeface="黑体" panose="02010609060101010101" pitchFamily="49" charset="-122"/>
                <a:sym typeface="+mn-ea"/>
              </a:rPr>
              <a:t>无限序列的</a:t>
            </a:r>
            <a:r>
              <a:rPr lang="zh-CN" altLang="en-US" b="1" dirty="0">
                <a:solidFill>
                  <a:srgbClr val="FF0000"/>
                </a:solidFill>
                <a:latin typeface="Times New Roman" panose="02020603050405020304" pitchFamily="18" charset="0"/>
                <a:ea typeface="黑体" panose="02010609060101010101" pitchFamily="49" charset="-122"/>
                <a:sym typeface="+mn-ea"/>
              </a:rPr>
              <a:t>自由变量</a:t>
            </a:r>
            <a:r>
              <a:rPr lang="zh-CN" altLang="en-US" b="1" dirty="0">
                <a:latin typeface="Times New Roman" panose="02020603050405020304" pitchFamily="18" charset="0"/>
                <a:ea typeface="黑体" panose="02010609060101010101" pitchFamily="49" charset="-122"/>
                <a:sym typeface="+mn-ea"/>
              </a:rPr>
              <a:t>：用</a:t>
            </a:r>
            <a:r>
              <a:rPr lang="en-US" altLang="zh-CN" b="1" dirty="0">
                <a:latin typeface="Times New Roman" panose="02020603050405020304" pitchFamily="18" charset="0"/>
                <a:ea typeface="黑体" panose="02010609060101010101" pitchFamily="49" charset="-122"/>
                <a:sym typeface="+mn-ea"/>
              </a:rPr>
              <a:t>u/v/w</a:t>
            </a:r>
            <a:r>
              <a:rPr lang="zh-CN" altLang="en-US" b="1" dirty="0">
                <a:latin typeface="Times New Roman" panose="02020603050405020304" pitchFamily="18" charset="0"/>
                <a:ea typeface="黑体" panose="02010609060101010101" pitchFamily="49" charset="-122"/>
                <a:sym typeface="+mn-ea"/>
              </a:rPr>
              <a:t>等表示自由变量</a:t>
            </a:r>
          </a:p>
          <a:p>
            <a:pPr lvl="1" eaLnBrk="1" hangingPunct="1">
              <a:lnSpc>
                <a:spcPct val="120000"/>
              </a:lnSpc>
              <a:buNone/>
            </a:pPr>
            <a:r>
              <a:rPr lang="en-US" altLang="zh-CN" b="1" dirty="0">
                <a:latin typeface="Times New Roman" panose="02020603050405020304" pitchFamily="18" charset="0"/>
                <a:ea typeface="黑体" panose="02010609060101010101" pitchFamily="49" charset="-122"/>
                <a:sym typeface="+mn-ea"/>
              </a:rPr>
              <a:t>(5)</a:t>
            </a:r>
            <a:r>
              <a:rPr lang="zh-CN" altLang="en-US" b="1" dirty="0">
                <a:latin typeface="Times New Roman" panose="02020603050405020304" pitchFamily="18" charset="0"/>
                <a:ea typeface="黑体" panose="02010609060101010101" pitchFamily="49" charset="-122"/>
                <a:sym typeface="+mn-ea"/>
              </a:rPr>
              <a:t>无限序列的</a:t>
            </a:r>
            <a:r>
              <a:rPr lang="zh-CN" altLang="en-US" b="1" dirty="0">
                <a:solidFill>
                  <a:srgbClr val="FF0000"/>
                </a:solidFill>
                <a:latin typeface="Times New Roman" panose="02020603050405020304" pitchFamily="18" charset="0"/>
                <a:ea typeface="黑体" panose="02010609060101010101" pitchFamily="49" charset="-122"/>
                <a:sym typeface="+mn-ea"/>
              </a:rPr>
              <a:t>谓词符号</a:t>
            </a:r>
            <a:r>
              <a:rPr lang="zh-CN" altLang="en-US" b="1" dirty="0">
                <a:latin typeface="Times New Roman" panose="02020603050405020304" pitchFamily="18" charset="0"/>
                <a:ea typeface="黑体" panose="02010609060101010101" pitchFamily="49" charset="-122"/>
                <a:sym typeface="+mn-ea"/>
              </a:rPr>
              <a:t>，有确定的元数</a:t>
            </a:r>
            <a:r>
              <a:rPr lang="en-US" altLang="zh-CN" b="1" dirty="0">
                <a:latin typeface="Times New Roman" panose="02020603050405020304" pitchFamily="18" charset="0"/>
                <a:ea typeface="黑体" panose="02010609060101010101" pitchFamily="49" charset="-122"/>
                <a:sym typeface="+mn-ea"/>
              </a:rPr>
              <a:t>n≥1</a:t>
            </a:r>
            <a:endParaRPr lang="en-US" altLang="zh-CN" b="1" dirty="0">
              <a:latin typeface="Times New Roman" panose="02020603050405020304" pitchFamily="18" charset="0"/>
              <a:ea typeface="黑体" panose="02010609060101010101" pitchFamily="49" charset="-122"/>
            </a:endParaRPr>
          </a:p>
          <a:p>
            <a:pPr lvl="1" eaLnBrk="1" hangingPunct="1">
              <a:lnSpc>
                <a:spcPct val="120000"/>
              </a:lnSpc>
              <a:buNone/>
            </a:pPr>
            <a:r>
              <a:rPr lang="en-US" altLang="zh-CN" b="1" dirty="0">
                <a:latin typeface="Times New Roman" panose="02020603050405020304" pitchFamily="18" charset="0"/>
                <a:ea typeface="黑体" panose="02010609060101010101" pitchFamily="49" charset="-122"/>
                <a:sym typeface="+mn-ea"/>
              </a:rPr>
              <a:t>(6)</a:t>
            </a:r>
            <a:r>
              <a:rPr lang="zh-CN" altLang="en-US" b="1" dirty="0">
                <a:latin typeface="Times New Roman" panose="02020603050405020304" pitchFamily="18" charset="0"/>
                <a:ea typeface="黑体" panose="02010609060101010101" pitchFamily="49" charset="-122"/>
                <a:sym typeface="+mn-ea"/>
              </a:rPr>
              <a:t>联结词：￢∧∨→≡</a:t>
            </a:r>
            <a:endParaRPr lang="zh-CN" altLang="en-US" b="1" dirty="0">
              <a:latin typeface="Times New Roman" panose="02020603050405020304" pitchFamily="18" charset="0"/>
              <a:ea typeface="黑体" panose="02010609060101010101" pitchFamily="49" charset="-122"/>
            </a:endParaRPr>
          </a:p>
          <a:p>
            <a:pPr lvl="1" eaLnBrk="1" hangingPunct="1">
              <a:lnSpc>
                <a:spcPct val="120000"/>
              </a:lnSpc>
              <a:buNone/>
            </a:pPr>
            <a:r>
              <a:rPr lang="en-US" altLang="zh-CN" b="1" dirty="0">
                <a:latin typeface="Times New Roman" panose="02020603050405020304" pitchFamily="18" charset="0"/>
                <a:ea typeface="黑体" panose="02010609060101010101" pitchFamily="49" charset="-122"/>
                <a:sym typeface="+mn-ea"/>
              </a:rPr>
              <a:t>(7)</a:t>
            </a:r>
            <a:r>
              <a:rPr lang="zh-CN" altLang="en-US" b="1" dirty="0">
                <a:latin typeface="Times New Roman" panose="02020603050405020304" pitchFamily="18" charset="0"/>
                <a:ea typeface="黑体" panose="02010609060101010101" pitchFamily="49" charset="-122"/>
                <a:sym typeface="+mn-ea"/>
              </a:rPr>
              <a:t>量词： </a:t>
            </a:r>
            <a:r>
              <a:rPr lang="zh-CN" altLang="en-US" b="1" dirty="0">
                <a:latin typeface="Times New Roman" panose="02020603050405020304" pitchFamily="18" charset="0"/>
                <a:ea typeface="黑体" panose="02010609060101010101" pitchFamily="49" charset="-122"/>
                <a:sym typeface="Symbol" panose="05050102010706020507" pitchFamily="18" charset="2"/>
              </a:rPr>
              <a:t>、</a:t>
            </a:r>
          </a:p>
          <a:p>
            <a:pPr lvl="1" eaLnBrk="1" hangingPunct="1">
              <a:lnSpc>
                <a:spcPct val="120000"/>
              </a:lnSpc>
              <a:buNone/>
            </a:pPr>
            <a:r>
              <a:rPr lang="en-US" altLang="zh-CN" b="1" dirty="0">
                <a:latin typeface="Times New Roman" panose="02020603050405020304" pitchFamily="18" charset="0"/>
                <a:ea typeface="黑体" panose="02010609060101010101" pitchFamily="49" charset="-122"/>
                <a:sym typeface="+mn-ea"/>
              </a:rPr>
              <a:t>(8)</a:t>
            </a:r>
            <a:r>
              <a:rPr lang="zh-CN" altLang="en-US" b="1" dirty="0">
                <a:latin typeface="Times New Roman" panose="02020603050405020304" pitchFamily="18" charset="0"/>
                <a:ea typeface="黑体" panose="02010609060101010101" pitchFamily="49" charset="-122"/>
                <a:sym typeface="+mn-ea"/>
              </a:rPr>
              <a:t>标点：左右括号、逗号 </a:t>
            </a:r>
            <a:r>
              <a:rPr lang="en-US" altLang="zh-CN" b="1" dirty="0">
                <a:latin typeface="Times New Roman" panose="02020603050405020304" pitchFamily="18" charset="0"/>
                <a:ea typeface="黑体" panose="02010609060101010101" pitchFamily="49" charset="-122"/>
                <a:sym typeface="+mn-ea"/>
              </a:rPr>
              <a:t>( ) </a:t>
            </a:r>
            <a:endParaRPr lang="zh-CN" altLang="en-US" dirty="0"/>
          </a:p>
        </p:txBody>
      </p:sp>
      <p:sp>
        <p:nvSpPr>
          <p:cNvPr id="3" name="文本框 2"/>
          <p:cNvSpPr txBox="1"/>
          <p:nvPr/>
        </p:nvSpPr>
        <p:spPr>
          <a:xfrm>
            <a:off x="1115437" y="3429000"/>
            <a:ext cx="432227" cy="460375"/>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项</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8243">
                                            <p:txEl>
                                              <p:pRg st="0" end="0"/>
                                            </p:txEl>
                                          </p:spTgt>
                                        </p:tgtEl>
                                        <p:attrNameLst>
                                          <p:attrName>style.visibility</p:attrName>
                                        </p:attrNameLst>
                                      </p:cBhvr>
                                      <p:to>
                                        <p:strVal val="visible"/>
                                      </p:to>
                                    </p:set>
                                    <p:animEffect transition="in" filter="blinds(horizontal)">
                                      <p:cBhvr>
                                        <p:cTn id="7" dur="500"/>
                                        <p:tgtEl>
                                          <p:spTgt spid="1382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38243">
                                            <p:txEl>
                                              <p:pRg st="1" end="1"/>
                                            </p:txEl>
                                          </p:spTgt>
                                        </p:tgtEl>
                                        <p:attrNameLst>
                                          <p:attrName>style.visibility</p:attrName>
                                        </p:attrNameLst>
                                      </p:cBhvr>
                                      <p:to>
                                        <p:strVal val="visible"/>
                                      </p:to>
                                    </p:set>
                                    <p:animEffect transition="in" filter="blinds(horizontal)">
                                      <p:cBhvr>
                                        <p:cTn id="12" dur="500"/>
                                        <p:tgtEl>
                                          <p:spTgt spid="13824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38243" grpId="0" build="p"/>
      <p:bldP spid="2" grpId="0"/>
      <p:bldP spid="3" grpId="0"/>
    </p:bld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灯片编号占位符 5"/>
          <p:cNvSpPr txBox="1">
            <a:spLocks noGrp="1"/>
          </p:cNvSpPr>
          <p:nvPr>
            <p:ph type="sldNum" sz="quarter" idx="4"/>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40" tIns="45720" rIns="91440" bIns="45720" numCol="1" anchor="t" anchorCtr="0" compatLnSpc="1"/>
          <a:lstStyle/>
          <a:p>
            <a:pPr marL="0" marR="0" lvl="0" indent="0" algn="r" defTabSz="914400" rtl="0" eaLnBrk="1" fontAlgn="base" latinLnBrk="1" hangingPunct="1">
              <a:lnSpc>
                <a:spcPct val="100000"/>
              </a:lnSpc>
              <a:spcBef>
                <a:spcPct val="0"/>
              </a:spcBef>
              <a:spcAft>
                <a:spcPct val="0"/>
              </a:spcAft>
              <a:buClrTx/>
              <a:buSzTx/>
              <a:buFontTx/>
              <a:buNone/>
              <a:defRPr/>
            </a:pPr>
            <a:fld id="{D92096F0-E7FB-4919-9599-C0619CC3696B}"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t>31</a:t>
            </a:fld>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473090" name="Rectangle 2"/>
          <p:cNvSpPr>
            <a:spLocks noGrp="1" noChangeArrowheads="1"/>
          </p:cNvSpPr>
          <p:nvPr>
            <p:ph type="title"/>
          </p:nvPr>
        </p:nvSpPr>
        <p:spPr>
          <a:xfrm>
            <a:off x="684213" y="476250"/>
            <a:ext cx="7772400" cy="731838"/>
          </a:xfrm>
        </p:spPr>
        <p:txBody>
          <a:bodyPr vert="horz" wrap="square" lIns="91440" tIns="45720" rIns="91440" bIns="45720" numCol="1" anchor="ctr" anchorCtr="0" compatLnSpc="1"/>
          <a:lstStyle/>
          <a:p>
            <a:pPr marL="0" marR="0" lvl="0" indent="0" algn="ctr" defTabSz="914400" rtl="0" eaLnBrk="1" fontAlgn="base" latinLnBrk="1" hangingPunct="1">
              <a:lnSpc>
                <a:spcPct val="100000"/>
              </a:lnSpc>
              <a:spcBef>
                <a:spcPct val="0"/>
              </a:spcBef>
              <a:spcAft>
                <a:spcPct val="0"/>
              </a:spcAft>
              <a:buClrTx/>
              <a:buSzTx/>
              <a:buFontTx/>
              <a:buNone/>
              <a:defRPr/>
            </a:pPr>
            <a:r>
              <a:rPr kumimoji="1" lang="zh-CN" altLang="en-US" sz="40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j-cs"/>
              </a:rPr>
              <a:t>一阶语言的公式</a:t>
            </a:r>
            <a:endParaRPr kumimoji="1" lang="en-US" altLang="zh-CN" sz="40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j-cs"/>
            </a:endParaRPr>
          </a:p>
        </p:txBody>
      </p:sp>
      <p:sp>
        <p:nvSpPr>
          <p:cNvPr id="473091" name="Rectangle 3"/>
          <p:cNvSpPr>
            <a:spLocks noGrp="1"/>
          </p:cNvSpPr>
          <p:nvPr>
            <p:ph idx="1"/>
          </p:nvPr>
        </p:nvSpPr>
        <p:spPr>
          <a:xfrm>
            <a:off x="684213" y="1484313"/>
            <a:ext cx="7772400" cy="4752975"/>
          </a:xfrm>
        </p:spPr>
        <p:txBody>
          <a:bodyPr vert="horz" wrap="square" lIns="91440" tIns="45720" rIns="91440" bIns="45720" anchor="t" anchorCtr="0"/>
          <a:lstStyle/>
          <a:p>
            <a:pPr eaLnBrk="1" hangingPunct="1"/>
            <a:r>
              <a:rPr lang="en-US" altLang="zh-CN" sz="2800" dirty="0">
                <a:latin typeface="Times New Roman" panose="02020603050405020304" pitchFamily="18" charset="0"/>
                <a:ea typeface="黑体" panose="02010609060101010101" pitchFamily="49" charset="-122"/>
              </a:rPr>
              <a:t>1 </a:t>
            </a:r>
            <a:r>
              <a:rPr lang="zh-CN" altLang="en-US" sz="2800" dirty="0">
                <a:latin typeface="Times New Roman" panose="02020603050405020304" pitchFamily="18" charset="0"/>
                <a:ea typeface="黑体" panose="02010609060101010101" pitchFamily="49" charset="-122"/>
              </a:rPr>
              <a:t>所有人都是要死的</a:t>
            </a:r>
          </a:p>
          <a:p>
            <a:pPr eaLnBrk="1" hangingPunct="1"/>
            <a:r>
              <a:rPr lang="en-US" altLang="zh-CN" sz="2800" dirty="0">
                <a:latin typeface="Times New Roman" panose="02020603050405020304" pitchFamily="18" charset="0"/>
                <a:ea typeface="黑体" panose="02010609060101010101" pitchFamily="49" charset="-122"/>
              </a:rPr>
              <a:t>2 </a:t>
            </a:r>
            <a:r>
              <a:rPr lang="zh-CN" altLang="en-US" sz="2800" dirty="0">
                <a:latin typeface="Times New Roman" panose="02020603050405020304" pitchFamily="18" charset="0"/>
                <a:ea typeface="黑体" panose="02010609060101010101" pitchFamily="49" charset="-122"/>
              </a:rPr>
              <a:t>有的人活到一百岁以上</a:t>
            </a:r>
          </a:p>
          <a:p>
            <a:pPr lvl="1" eaLnBrk="1" hangingPunct="1"/>
            <a:r>
              <a:rPr lang="zh-CN" altLang="en-US" sz="2800" dirty="0">
                <a:latin typeface="Times New Roman" panose="02020603050405020304" pitchFamily="18" charset="0"/>
                <a:ea typeface="黑体" panose="02010609060101010101" pitchFamily="49" charset="-122"/>
              </a:rPr>
              <a:t>在个体域</a:t>
            </a:r>
            <a:r>
              <a:rPr lang="en-US" altLang="zh-CN" sz="2800" dirty="0">
                <a:latin typeface="Times New Roman" panose="02020603050405020304" pitchFamily="18" charset="0"/>
                <a:ea typeface="黑体" panose="02010609060101010101" pitchFamily="49" charset="-122"/>
              </a:rPr>
              <a:t>D</a:t>
            </a:r>
            <a:r>
              <a:rPr lang="zh-CN" altLang="en-US" sz="2800" dirty="0">
                <a:latin typeface="Times New Roman" panose="02020603050405020304" pitchFamily="18" charset="0"/>
                <a:ea typeface="黑体" panose="02010609060101010101" pitchFamily="49" charset="-122"/>
              </a:rPr>
              <a:t>为人类集合时，可符号化为：</a:t>
            </a:r>
          </a:p>
          <a:p>
            <a:pPr lvl="1" eaLnBrk="1" hangingPunct="1">
              <a:buNone/>
            </a:pPr>
            <a:r>
              <a:rPr lang="en-US" altLang="zh-CN" sz="2800" dirty="0">
                <a:latin typeface="Times New Roman" panose="02020603050405020304" pitchFamily="18" charset="0"/>
                <a:ea typeface="黑体" panose="02010609060101010101" pitchFamily="49" charset="-122"/>
              </a:rPr>
              <a:t>	</a:t>
            </a:r>
            <a:r>
              <a:rPr lang="en-US" altLang="zh-CN" sz="2800" dirty="0" smtClean="0">
                <a:latin typeface="Times New Roman" panose="02020603050405020304" pitchFamily="18" charset="0"/>
                <a:ea typeface="黑体" panose="02010609060101010101" pitchFamily="49" charset="-122"/>
              </a:rPr>
              <a:t>1</a:t>
            </a:r>
            <a:r>
              <a:rPr lang="zh-CN" altLang="en-US" sz="2800" dirty="0" smtClean="0">
                <a:latin typeface="Times New Roman" panose="02020603050405020304" pitchFamily="18" charset="0"/>
                <a:ea typeface="黑体" panose="02010609060101010101" pitchFamily="49" charset="-122"/>
              </a:rPr>
              <a:t>）</a:t>
            </a:r>
            <a:r>
              <a:rPr lang="en-US" altLang="zh-CN" sz="2800" dirty="0" smtClean="0">
                <a:latin typeface="Times New Roman" panose="02020603050405020304" pitchFamily="18" charset="0"/>
                <a:ea typeface="黑体" panose="02010609060101010101" pitchFamily="49" charset="-122"/>
              </a:rPr>
              <a:t> </a:t>
            </a:r>
            <a:r>
              <a:rPr lang="zh-CN" altLang="en-US" sz="2800" dirty="0">
                <a:solidFill>
                  <a:srgbClr val="0000FF"/>
                </a:solidFill>
                <a:latin typeface="Times New Roman" panose="02020603050405020304" pitchFamily="18" charset="0"/>
                <a:ea typeface="黑体" panose="02010609060101010101" pitchFamily="49" charset="-122"/>
                <a:sym typeface="Symbol" panose="05050102010706020507" pitchFamily="18" charset="2"/>
              </a:rPr>
              <a:t></a:t>
            </a:r>
            <a:r>
              <a:rPr lang="en-US" altLang="zh-CN" sz="2800" dirty="0">
                <a:solidFill>
                  <a:srgbClr val="0000FF"/>
                </a:solidFill>
                <a:latin typeface="Times New Roman" panose="02020603050405020304" pitchFamily="18" charset="0"/>
                <a:ea typeface="黑体" panose="02010609060101010101" pitchFamily="49" charset="-122"/>
                <a:sym typeface="Symbol" panose="05050102010706020507" pitchFamily="18" charset="2"/>
              </a:rPr>
              <a:t>x P(x), </a:t>
            </a:r>
            <a:r>
              <a:rPr lang="zh-CN" altLang="en-US" sz="2800" dirty="0">
                <a:latin typeface="Times New Roman" panose="02020603050405020304" pitchFamily="18" charset="0"/>
                <a:ea typeface="黑体" panose="02010609060101010101" pitchFamily="49" charset="-122"/>
                <a:sym typeface="Symbol" panose="05050102010706020507" pitchFamily="18" charset="2"/>
              </a:rPr>
              <a:t>其中</a:t>
            </a:r>
            <a:r>
              <a:rPr lang="en-US" altLang="zh-CN" sz="2800" dirty="0">
                <a:latin typeface="Times New Roman" panose="02020603050405020304" pitchFamily="18" charset="0"/>
                <a:ea typeface="黑体" panose="02010609060101010101" pitchFamily="49" charset="-122"/>
                <a:sym typeface="Symbol" panose="05050102010706020507" pitchFamily="18" charset="2"/>
              </a:rPr>
              <a:t>P(x)</a:t>
            </a:r>
            <a:r>
              <a:rPr lang="zh-CN" altLang="en-US" sz="2800" dirty="0">
                <a:latin typeface="Times New Roman" panose="02020603050405020304" pitchFamily="18" charset="0"/>
                <a:ea typeface="黑体" panose="02010609060101010101" pitchFamily="49" charset="-122"/>
                <a:sym typeface="Symbol" panose="05050102010706020507" pitchFamily="18" charset="2"/>
              </a:rPr>
              <a:t>表示</a:t>
            </a:r>
            <a:r>
              <a:rPr lang="en-US" altLang="zh-CN" sz="2800" dirty="0">
                <a:latin typeface="Times New Roman" panose="02020603050405020304" pitchFamily="18" charset="0"/>
                <a:ea typeface="黑体" panose="02010609060101010101" pitchFamily="49" charset="-122"/>
                <a:sym typeface="Symbol" panose="05050102010706020507" pitchFamily="18" charset="2"/>
              </a:rPr>
              <a:t>x</a:t>
            </a:r>
            <a:r>
              <a:rPr lang="zh-CN" altLang="en-US" sz="2800" dirty="0">
                <a:latin typeface="Times New Roman" panose="02020603050405020304" pitchFamily="18" charset="0"/>
                <a:ea typeface="黑体" panose="02010609060101010101" pitchFamily="49" charset="-122"/>
                <a:sym typeface="Symbol" panose="05050102010706020507" pitchFamily="18" charset="2"/>
              </a:rPr>
              <a:t>是要死的</a:t>
            </a:r>
          </a:p>
          <a:p>
            <a:pPr lvl="1" eaLnBrk="1" hangingPunct="1">
              <a:buNone/>
            </a:pPr>
            <a:r>
              <a:rPr lang="en-US" altLang="zh-CN" sz="2800" dirty="0">
                <a:latin typeface="Times New Roman" panose="02020603050405020304" pitchFamily="18" charset="0"/>
                <a:ea typeface="黑体" panose="02010609060101010101" pitchFamily="49" charset="-122"/>
                <a:sym typeface="Symbol" panose="05050102010706020507" pitchFamily="18" charset="2"/>
              </a:rPr>
              <a:t>	</a:t>
            </a:r>
            <a:r>
              <a:rPr lang="en-US" altLang="zh-CN" sz="2800" dirty="0" smtClean="0">
                <a:latin typeface="Times New Roman" panose="02020603050405020304" pitchFamily="18" charset="0"/>
                <a:ea typeface="黑体" panose="02010609060101010101" pitchFamily="49" charset="-122"/>
                <a:sym typeface="Symbol" panose="05050102010706020507" pitchFamily="18" charset="2"/>
              </a:rPr>
              <a:t>2</a:t>
            </a:r>
            <a:r>
              <a:rPr lang="zh-CN" altLang="en-US" sz="2800" dirty="0" smtClean="0">
                <a:latin typeface="Times New Roman" panose="02020603050405020304" pitchFamily="18" charset="0"/>
                <a:ea typeface="黑体" panose="02010609060101010101" pitchFamily="49" charset="-122"/>
                <a:sym typeface="Symbol" panose="05050102010706020507" pitchFamily="18" charset="2"/>
              </a:rPr>
              <a:t>）</a:t>
            </a:r>
            <a:r>
              <a:rPr lang="en-US" altLang="zh-CN" sz="2800" dirty="0" smtClean="0">
                <a:latin typeface="Times New Roman" panose="02020603050405020304" pitchFamily="18" charset="0"/>
                <a:ea typeface="黑体" panose="02010609060101010101" pitchFamily="49" charset="-122"/>
                <a:sym typeface="Symbol" panose="05050102010706020507" pitchFamily="18" charset="2"/>
              </a:rPr>
              <a:t> </a:t>
            </a:r>
            <a:r>
              <a:rPr lang="zh-CN" altLang="en-US" sz="2800" dirty="0">
                <a:solidFill>
                  <a:srgbClr val="0000FF"/>
                </a:solidFill>
                <a:latin typeface="Times New Roman" panose="02020603050405020304" pitchFamily="18" charset="0"/>
                <a:ea typeface="黑体" panose="02010609060101010101" pitchFamily="49" charset="-122"/>
                <a:sym typeface="Symbol" panose="05050102010706020507" pitchFamily="18" charset="2"/>
              </a:rPr>
              <a:t></a:t>
            </a:r>
            <a:r>
              <a:rPr lang="en-US" altLang="zh-CN" sz="2800" dirty="0">
                <a:solidFill>
                  <a:srgbClr val="0000FF"/>
                </a:solidFill>
                <a:latin typeface="Times New Roman" panose="02020603050405020304" pitchFamily="18" charset="0"/>
                <a:ea typeface="黑体" panose="02010609060101010101" pitchFamily="49" charset="-122"/>
              </a:rPr>
              <a:t>xQ(x), </a:t>
            </a:r>
            <a:r>
              <a:rPr lang="zh-CN" altLang="en-US" sz="2800" dirty="0">
                <a:latin typeface="Times New Roman" panose="02020603050405020304" pitchFamily="18" charset="0"/>
                <a:ea typeface="黑体" panose="02010609060101010101" pitchFamily="49" charset="-122"/>
              </a:rPr>
              <a:t>其中</a:t>
            </a:r>
            <a:r>
              <a:rPr lang="en-US" altLang="zh-CN" sz="2800" dirty="0">
                <a:latin typeface="Times New Roman" panose="02020603050405020304" pitchFamily="18" charset="0"/>
                <a:ea typeface="黑体" panose="02010609060101010101" pitchFamily="49" charset="-122"/>
              </a:rPr>
              <a:t>Q(x)</a:t>
            </a:r>
            <a:r>
              <a:rPr lang="zh-CN" altLang="en-US" sz="2800" dirty="0">
                <a:latin typeface="Times New Roman" panose="02020603050405020304" pitchFamily="18" charset="0"/>
                <a:ea typeface="黑体" panose="02010609060101010101" pitchFamily="49" charset="-122"/>
              </a:rPr>
              <a:t>表示</a:t>
            </a:r>
            <a:r>
              <a:rPr lang="en-US" altLang="zh-CN" sz="2800" dirty="0">
                <a:latin typeface="Times New Roman" panose="02020603050405020304" pitchFamily="18" charset="0"/>
                <a:ea typeface="黑体" panose="02010609060101010101" pitchFamily="49" charset="-122"/>
              </a:rPr>
              <a:t>x</a:t>
            </a:r>
            <a:r>
              <a:rPr lang="zh-CN" altLang="en-US" sz="2800" dirty="0">
                <a:latin typeface="Times New Roman" panose="02020603050405020304" pitchFamily="18" charset="0"/>
                <a:ea typeface="黑体" panose="02010609060101010101" pitchFamily="49" charset="-122"/>
              </a:rPr>
              <a:t>活到一百岁以上</a:t>
            </a:r>
          </a:p>
          <a:p>
            <a:pPr lvl="1" eaLnBrk="1" hangingPunct="1"/>
            <a:r>
              <a:rPr lang="zh-CN" altLang="en-US" sz="2800" dirty="0">
                <a:latin typeface="Times New Roman" panose="02020603050405020304" pitchFamily="18" charset="0"/>
                <a:ea typeface="黑体" panose="02010609060101010101" pitchFamily="49" charset="-122"/>
              </a:rPr>
              <a:t>在个体域</a:t>
            </a:r>
            <a:r>
              <a:rPr lang="en-US" altLang="zh-CN" sz="2800" dirty="0">
                <a:latin typeface="Times New Roman" panose="02020603050405020304" pitchFamily="18" charset="0"/>
                <a:ea typeface="黑体" panose="02010609060101010101" pitchFamily="49" charset="-122"/>
              </a:rPr>
              <a:t>D</a:t>
            </a:r>
            <a:r>
              <a:rPr lang="zh-CN" altLang="en-US" sz="2800" dirty="0">
                <a:latin typeface="Times New Roman" panose="02020603050405020304" pitchFamily="18" charset="0"/>
                <a:ea typeface="黑体" panose="02010609060101010101" pitchFamily="49" charset="-122"/>
              </a:rPr>
              <a:t>是全总个体域时，引入特殊谓词</a:t>
            </a:r>
            <a:r>
              <a:rPr lang="en-US" altLang="zh-CN" sz="2800" dirty="0">
                <a:latin typeface="Times New Roman" panose="02020603050405020304" pitchFamily="18" charset="0"/>
                <a:ea typeface="黑体" panose="02010609060101010101" pitchFamily="49" charset="-122"/>
              </a:rPr>
              <a:t>R(x)</a:t>
            </a:r>
            <a:r>
              <a:rPr lang="zh-CN" altLang="en-US" sz="2800" dirty="0">
                <a:latin typeface="Times New Roman" panose="02020603050405020304" pitchFamily="18" charset="0"/>
                <a:ea typeface="黑体" panose="02010609060101010101" pitchFamily="49" charset="-122"/>
              </a:rPr>
              <a:t>表示</a:t>
            </a:r>
            <a:r>
              <a:rPr lang="en-US" altLang="zh-CN" sz="2800" dirty="0">
                <a:latin typeface="Times New Roman" panose="02020603050405020304" pitchFamily="18" charset="0"/>
                <a:ea typeface="黑体" panose="02010609060101010101" pitchFamily="49" charset="-122"/>
              </a:rPr>
              <a:t>x</a:t>
            </a:r>
            <a:r>
              <a:rPr lang="zh-CN" altLang="en-US" sz="2800" dirty="0">
                <a:latin typeface="Times New Roman" panose="02020603050405020304" pitchFamily="18" charset="0"/>
                <a:ea typeface="黑体" panose="02010609060101010101" pitchFamily="49" charset="-122"/>
              </a:rPr>
              <a:t>是人，可符号化为</a:t>
            </a:r>
          </a:p>
          <a:p>
            <a:pPr lvl="1" eaLnBrk="1" hangingPunct="1">
              <a:buNone/>
            </a:pPr>
            <a:r>
              <a:rPr lang="en-US" altLang="zh-CN" sz="2800" dirty="0">
                <a:latin typeface="Times New Roman" panose="02020603050405020304" pitchFamily="18" charset="0"/>
                <a:ea typeface="黑体" panose="02010609060101010101" pitchFamily="49" charset="-122"/>
                <a:sym typeface="Symbol" panose="05050102010706020507" pitchFamily="18" charset="2"/>
              </a:rPr>
              <a:t>	</a:t>
            </a:r>
            <a:r>
              <a:rPr lang="en-US" altLang="zh-CN" sz="2800" dirty="0" smtClean="0">
                <a:latin typeface="Times New Roman" panose="02020603050405020304" pitchFamily="18" charset="0"/>
                <a:ea typeface="黑体" panose="02010609060101010101" pitchFamily="49" charset="-122"/>
                <a:sym typeface="Symbol" panose="05050102010706020507" pitchFamily="18" charset="2"/>
              </a:rPr>
              <a:t>1)  </a:t>
            </a:r>
            <a:r>
              <a:rPr lang="en-US" altLang="zh-CN" sz="2800" dirty="0" smtClean="0">
                <a:solidFill>
                  <a:srgbClr val="0000FF"/>
                </a:solidFill>
                <a:latin typeface="Times New Roman" panose="02020603050405020304" pitchFamily="18" charset="0"/>
                <a:ea typeface="黑体" panose="02010609060101010101" pitchFamily="49" charset="-122"/>
                <a:sym typeface="Symbol" panose="05050102010706020507" pitchFamily="18" charset="2"/>
              </a:rPr>
              <a:t></a:t>
            </a:r>
            <a:r>
              <a:rPr lang="en-US" altLang="zh-CN" sz="2800" dirty="0">
                <a:solidFill>
                  <a:srgbClr val="0000FF"/>
                </a:solidFill>
                <a:latin typeface="Times New Roman" panose="02020603050405020304" pitchFamily="18" charset="0"/>
                <a:ea typeface="黑体" panose="02010609060101010101" pitchFamily="49" charset="-122"/>
                <a:sym typeface="Symbol" panose="05050102010706020507" pitchFamily="18" charset="2"/>
              </a:rPr>
              <a:t>x </a:t>
            </a:r>
            <a:r>
              <a:rPr lang="zh-CN" altLang="en-US" sz="2800" dirty="0">
                <a:solidFill>
                  <a:srgbClr val="0000FF"/>
                </a:solidFill>
                <a:latin typeface="Times New Roman" panose="02020603050405020304" pitchFamily="18" charset="0"/>
                <a:ea typeface="黑体" panose="02010609060101010101" pitchFamily="49" charset="-122"/>
                <a:sym typeface="Symbol" panose="05050102010706020507" pitchFamily="18" charset="2"/>
              </a:rPr>
              <a:t>（</a:t>
            </a:r>
            <a:r>
              <a:rPr lang="en-US" altLang="zh-CN" sz="2800" dirty="0">
                <a:solidFill>
                  <a:srgbClr val="0000FF"/>
                </a:solidFill>
                <a:latin typeface="Times New Roman" panose="02020603050405020304" pitchFamily="18" charset="0"/>
                <a:ea typeface="黑体" panose="02010609060101010101" pitchFamily="49" charset="-122"/>
                <a:sym typeface="Symbol" panose="05050102010706020507" pitchFamily="18" charset="2"/>
              </a:rPr>
              <a:t>R(x)</a:t>
            </a:r>
            <a:r>
              <a:rPr lang="en-US" altLang="zh-CN" sz="2800" dirty="0">
                <a:solidFill>
                  <a:srgbClr val="0000FF"/>
                </a:solidFill>
                <a:latin typeface="Times New Roman" panose="02020603050405020304" pitchFamily="18" charset="0"/>
                <a:ea typeface="黑体" panose="02010609060101010101" pitchFamily="49" charset="-122"/>
                <a:sym typeface="Wingdings" panose="05000000000000000000" pitchFamily="2" charset="2"/>
              </a:rPr>
              <a:t></a:t>
            </a:r>
            <a:r>
              <a:rPr lang="en-US" altLang="zh-CN" sz="2800" dirty="0">
                <a:solidFill>
                  <a:srgbClr val="0000FF"/>
                </a:solidFill>
                <a:latin typeface="Times New Roman" panose="02020603050405020304" pitchFamily="18" charset="0"/>
                <a:ea typeface="黑体" panose="02010609060101010101" pitchFamily="49" charset="-122"/>
                <a:sym typeface="Symbol" panose="05050102010706020507" pitchFamily="18" charset="2"/>
              </a:rPr>
              <a:t>P(x))</a:t>
            </a:r>
          </a:p>
          <a:p>
            <a:pPr lvl="1" eaLnBrk="1" hangingPunct="1">
              <a:buNone/>
            </a:pPr>
            <a:r>
              <a:rPr lang="en-US" altLang="zh-CN" sz="2800" dirty="0">
                <a:latin typeface="Times New Roman" panose="02020603050405020304" pitchFamily="18" charset="0"/>
                <a:ea typeface="黑体" panose="02010609060101010101" pitchFamily="49" charset="-122"/>
                <a:sym typeface="Symbol" panose="05050102010706020507" pitchFamily="18" charset="2"/>
              </a:rPr>
              <a:t>	</a:t>
            </a:r>
            <a:r>
              <a:rPr lang="en-US" altLang="zh-CN" sz="2800" dirty="0" smtClean="0">
                <a:latin typeface="Times New Roman" panose="02020603050405020304" pitchFamily="18" charset="0"/>
                <a:ea typeface="黑体" panose="02010609060101010101" pitchFamily="49" charset="-122"/>
                <a:sym typeface="Symbol" panose="05050102010706020507" pitchFamily="18" charset="2"/>
              </a:rPr>
              <a:t>2)  </a:t>
            </a:r>
            <a:r>
              <a:rPr lang="zh-CN" altLang="en-US" sz="2800" dirty="0">
                <a:solidFill>
                  <a:srgbClr val="0000FF"/>
                </a:solidFill>
                <a:latin typeface="Times New Roman" panose="02020603050405020304" pitchFamily="18" charset="0"/>
                <a:ea typeface="黑体" panose="02010609060101010101" pitchFamily="49" charset="-122"/>
                <a:sym typeface="Symbol" panose="05050102010706020507" pitchFamily="18" charset="2"/>
              </a:rPr>
              <a:t></a:t>
            </a:r>
            <a:r>
              <a:rPr lang="en-US" altLang="zh-CN" sz="2800" dirty="0">
                <a:solidFill>
                  <a:srgbClr val="0000FF"/>
                </a:solidFill>
                <a:latin typeface="Times New Roman" panose="02020603050405020304" pitchFamily="18" charset="0"/>
                <a:ea typeface="黑体" panose="02010609060101010101" pitchFamily="49" charset="-122"/>
              </a:rPr>
              <a:t>x  (R(x) ∧Q(x)) </a:t>
            </a:r>
            <a:endParaRPr lang="zh-CN" altLang="en-US" sz="2800" dirty="0">
              <a:solidFill>
                <a:srgbClr val="0000FF"/>
              </a:solidFill>
              <a:latin typeface="Times New Roman" panose="02020603050405020304" pitchFamily="18" charset="0"/>
              <a:ea typeface="黑体" panose="02010609060101010101" pitchFamily="49" charset="-122"/>
            </a:endParaRPr>
          </a:p>
        </p:txBody>
      </p:sp>
      <p:sp>
        <p:nvSpPr>
          <p:cNvPr id="80901" name="Text Box 4"/>
          <p:cNvSpPr txBox="1"/>
          <p:nvPr/>
        </p:nvSpPr>
        <p:spPr>
          <a:xfrm>
            <a:off x="0" y="188913"/>
            <a:ext cx="2339975" cy="457200"/>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0" lvl="0" indent="0" eaLnBrk="1" hangingPunct="1">
              <a:spcBef>
                <a:spcPct val="50000"/>
              </a:spcBef>
              <a:buNone/>
            </a:pPr>
            <a:r>
              <a:rPr lang="zh-CN" altLang="en-US" sz="2400" dirty="0">
                <a:latin typeface="华文行楷" panose="02010800040101010101" pitchFamily="2" charset="-122"/>
                <a:ea typeface="华文行楷" panose="02010800040101010101" pitchFamily="2" charset="-122"/>
              </a:rPr>
              <a:t>第</a:t>
            </a:r>
            <a:r>
              <a:rPr lang="en-US" altLang="zh-CN" sz="2400" dirty="0">
                <a:latin typeface="华文行楷" panose="02010800040101010101" pitchFamily="2" charset="-122"/>
                <a:ea typeface="华文行楷" panose="02010800040101010101" pitchFamily="2" charset="-122"/>
              </a:rPr>
              <a:t>3</a:t>
            </a:r>
            <a:r>
              <a:rPr lang="zh-CN" altLang="en-US" sz="2400" dirty="0">
                <a:latin typeface="华文行楷" panose="02010800040101010101" pitchFamily="2" charset="-122"/>
                <a:ea typeface="华文行楷" panose="02010800040101010101" pitchFamily="2" charset="-122"/>
              </a:rPr>
              <a:t>章 逻辑系统</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73091">
                                            <p:txEl>
                                              <p:pRg st="2" end="2"/>
                                            </p:txEl>
                                          </p:spTgt>
                                        </p:tgtEl>
                                        <p:attrNameLst>
                                          <p:attrName>style.visibility</p:attrName>
                                        </p:attrNameLst>
                                      </p:cBhvr>
                                      <p:to>
                                        <p:strVal val="visible"/>
                                      </p:to>
                                    </p:set>
                                    <p:animEffect transition="in" filter="blinds(horizontal)">
                                      <p:cBhvr>
                                        <p:cTn id="7" dur="500"/>
                                        <p:tgtEl>
                                          <p:spTgt spid="473091">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73091">
                                            <p:txEl>
                                              <p:pRg st="3" end="3"/>
                                            </p:txEl>
                                          </p:spTgt>
                                        </p:tgtEl>
                                        <p:attrNameLst>
                                          <p:attrName>style.visibility</p:attrName>
                                        </p:attrNameLst>
                                      </p:cBhvr>
                                      <p:to>
                                        <p:strVal val="visible"/>
                                      </p:to>
                                    </p:set>
                                    <p:animEffect transition="in" filter="blinds(horizontal)">
                                      <p:cBhvr>
                                        <p:cTn id="10" dur="500"/>
                                        <p:tgtEl>
                                          <p:spTgt spid="473091">
                                            <p:txEl>
                                              <p:pRg st="3" end="3"/>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473091">
                                            <p:txEl>
                                              <p:pRg st="4" end="4"/>
                                            </p:txEl>
                                          </p:spTgt>
                                        </p:tgtEl>
                                        <p:attrNameLst>
                                          <p:attrName>style.visibility</p:attrName>
                                        </p:attrNameLst>
                                      </p:cBhvr>
                                      <p:to>
                                        <p:strVal val="visible"/>
                                      </p:to>
                                    </p:set>
                                    <p:animEffect transition="in" filter="blinds(horizontal)">
                                      <p:cBhvr>
                                        <p:cTn id="13" dur="500"/>
                                        <p:tgtEl>
                                          <p:spTgt spid="473091">
                                            <p:txEl>
                                              <p:pRg st="4" end="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473091">
                                            <p:txEl>
                                              <p:pRg st="5" end="5"/>
                                            </p:txEl>
                                          </p:spTgt>
                                        </p:tgtEl>
                                        <p:attrNameLst>
                                          <p:attrName>style.visibility</p:attrName>
                                        </p:attrNameLst>
                                      </p:cBhvr>
                                      <p:to>
                                        <p:strVal val="visible"/>
                                      </p:to>
                                    </p:set>
                                    <p:animEffect transition="in" filter="blinds(horizontal)">
                                      <p:cBhvr>
                                        <p:cTn id="18" dur="500"/>
                                        <p:tgtEl>
                                          <p:spTgt spid="473091">
                                            <p:txEl>
                                              <p:pRg st="5" end="5"/>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473091">
                                            <p:txEl>
                                              <p:pRg st="6" end="6"/>
                                            </p:txEl>
                                          </p:spTgt>
                                        </p:tgtEl>
                                        <p:attrNameLst>
                                          <p:attrName>style.visibility</p:attrName>
                                        </p:attrNameLst>
                                      </p:cBhvr>
                                      <p:to>
                                        <p:strVal val="visible"/>
                                      </p:to>
                                    </p:set>
                                    <p:animEffect transition="in" filter="blinds(horizontal)">
                                      <p:cBhvr>
                                        <p:cTn id="21" dur="500"/>
                                        <p:tgtEl>
                                          <p:spTgt spid="473091">
                                            <p:txEl>
                                              <p:pRg st="6" end="6"/>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473091">
                                            <p:txEl>
                                              <p:pRg st="7" end="7"/>
                                            </p:txEl>
                                          </p:spTgt>
                                        </p:tgtEl>
                                        <p:attrNameLst>
                                          <p:attrName>style.visibility</p:attrName>
                                        </p:attrNameLst>
                                      </p:cBhvr>
                                      <p:to>
                                        <p:strVal val="visible"/>
                                      </p:to>
                                    </p:set>
                                    <p:animEffect transition="in" filter="blinds(horizontal)">
                                      <p:cBhvr>
                                        <p:cTn id="24" dur="500"/>
                                        <p:tgtEl>
                                          <p:spTgt spid="47309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5234" name="Rectangle 2"/>
          <p:cNvSpPr>
            <a:spLocks noGrp="1"/>
          </p:cNvSpPr>
          <p:nvPr>
            <p:ph type="ctrTitle" hasCustomPrompt="1"/>
          </p:nvPr>
        </p:nvSpPr>
        <p:spPr>
          <a:xfrm>
            <a:off x="611188" y="1052513"/>
            <a:ext cx="8139112" cy="5184775"/>
          </a:xfrm>
        </p:spPr>
        <p:txBody>
          <a:bodyPr vert="horz" wrap="square" lIns="91440" tIns="45720" rIns="91440" bIns="45720" anchor="ctr" anchorCtr="0"/>
          <a:lstStyle/>
          <a:p>
            <a:pPr eaLnBrk="1" hangingPunct="1">
              <a:buClrTx/>
              <a:buSzTx/>
              <a:buFontTx/>
            </a:pPr>
            <a:r>
              <a:rPr kumimoji="1" lang="en-US" altLang="zh-CN" sz="4800" kern="1200" dirty="0" smtClean="0">
                <a:solidFill>
                  <a:schemeClr val="tx1"/>
                </a:solidFill>
                <a:latin typeface="Times New Roman" panose="02020603050405020304" pitchFamily="18" charset="0"/>
                <a:ea typeface="黑体" panose="02010609060101010101" pitchFamily="49" charset="-122"/>
                <a:cs typeface="+mj-cs"/>
              </a:rPr>
              <a:t>3.3 </a:t>
            </a:r>
            <a:r>
              <a:rPr kumimoji="1" lang="zh-CN" altLang="en-US" sz="4800" kern="1200" dirty="0" smtClean="0">
                <a:solidFill>
                  <a:schemeClr val="tx1"/>
                </a:solidFill>
                <a:latin typeface="Times New Roman" panose="02020603050405020304" pitchFamily="18" charset="0"/>
                <a:ea typeface="黑体" panose="02010609060101010101" pitchFamily="49" charset="-122"/>
                <a:cs typeface="+mj-cs"/>
              </a:rPr>
              <a:t>确定性推理</a:t>
            </a:r>
            <a:r>
              <a:rPr kumimoji="1" lang="zh-CN" altLang="en-US" sz="4000" kern="1200" dirty="0">
                <a:solidFill>
                  <a:schemeClr val="tx1"/>
                </a:solidFill>
                <a:latin typeface="Times New Roman" panose="02020603050405020304" pitchFamily="18" charset="0"/>
                <a:ea typeface="黑体" panose="02010609060101010101" pitchFamily="49" charset="-122"/>
                <a:cs typeface="+mj-cs"/>
              </a:rPr>
              <a:t/>
            </a:r>
            <a:br>
              <a:rPr kumimoji="1" lang="zh-CN" altLang="en-US" sz="4000" kern="1200" dirty="0">
                <a:solidFill>
                  <a:schemeClr val="tx1"/>
                </a:solidFill>
                <a:latin typeface="Times New Roman" panose="02020603050405020304" pitchFamily="18" charset="0"/>
                <a:ea typeface="黑体" panose="02010609060101010101" pitchFamily="49" charset="-122"/>
                <a:cs typeface="+mj-cs"/>
              </a:rPr>
            </a:br>
            <a:r>
              <a:rPr kumimoji="1" lang="zh-CN" altLang="en-US" sz="4000" kern="1200" dirty="0">
                <a:solidFill>
                  <a:schemeClr val="tx1"/>
                </a:solidFill>
                <a:latin typeface="Times New Roman" panose="02020603050405020304" pitchFamily="18" charset="0"/>
                <a:ea typeface="黑体" panose="02010609060101010101" pitchFamily="49" charset="-122"/>
                <a:cs typeface="+mj-cs"/>
              </a:rPr>
              <a:t/>
            </a:r>
            <a:br>
              <a:rPr kumimoji="1" lang="zh-CN" altLang="en-US" sz="4000" kern="1200" dirty="0">
                <a:solidFill>
                  <a:schemeClr val="tx1"/>
                </a:solidFill>
                <a:latin typeface="Times New Roman" panose="02020603050405020304" pitchFamily="18" charset="0"/>
                <a:ea typeface="黑体" panose="02010609060101010101" pitchFamily="49" charset="-122"/>
                <a:cs typeface="+mj-cs"/>
              </a:rPr>
            </a:br>
            <a:r>
              <a:rPr lang="zh-CN" altLang="en-US" sz="3200" dirty="0" smtClean="0">
                <a:solidFill>
                  <a:schemeClr val="tx1"/>
                </a:solidFill>
                <a:latin typeface="Times New Roman" panose="02020603050405020304" pitchFamily="18" charset="0"/>
                <a:ea typeface="黑体" panose="02010609060101010101" pitchFamily="49" charset="-122"/>
              </a:rPr>
              <a:t>自然演绎推理</a:t>
            </a:r>
            <a:r>
              <a:rPr lang="en-US" altLang="zh-CN" sz="3200" dirty="0" smtClean="0">
                <a:solidFill>
                  <a:schemeClr val="tx1"/>
                </a:solidFill>
                <a:latin typeface="Times New Roman" panose="02020603050405020304" pitchFamily="18" charset="0"/>
                <a:ea typeface="黑体" panose="02010609060101010101" pitchFamily="49" charset="-122"/>
              </a:rPr>
              <a:t>——</a:t>
            </a:r>
            <a:r>
              <a:rPr kumimoji="1" lang="zh-CN" altLang="en-US" sz="3200" kern="1200" dirty="0" smtClean="0">
                <a:solidFill>
                  <a:schemeClr val="tx1"/>
                </a:solidFill>
                <a:latin typeface="Times New Roman" panose="02020603050405020304" pitchFamily="18" charset="0"/>
                <a:ea typeface="黑体" panose="02010609060101010101" pitchFamily="49" charset="-122"/>
                <a:cs typeface="+mj-cs"/>
              </a:rPr>
              <a:t>前向</a:t>
            </a:r>
            <a:r>
              <a:rPr kumimoji="1" lang="en-US" altLang="zh-CN" sz="3200" kern="1200" dirty="0" smtClean="0">
                <a:solidFill>
                  <a:schemeClr val="tx1"/>
                </a:solidFill>
                <a:latin typeface="Times New Roman" panose="02020603050405020304" pitchFamily="18" charset="0"/>
                <a:ea typeface="黑体" panose="02010609060101010101" pitchFamily="49" charset="-122"/>
                <a:cs typeface="+mj-cs"/>
              </a:rPr>
              <a:t>/</a:t>
            </a:r>
            <a:r>
              <a:rPr kumimoji="1" lang="zh-CN" altLang="en-US" sz="3200" kern="1200" dirty="0" smtClean="0">
                <a:solidFill>
                  <a:schemeClr val="tx1"/>
                </a:solidFill>
                <a:latin typeface="Times New Roman" panose="02020603050405020304" pitchFamily="18" charset="0"/>
                <a:ea typeface="黑体" panose="02010609060101010101" pitchFamily="49" charset="-122"/>
                <a:cs typeface="+mj-cs"/>
              </a:rPr>
              <a:t>后向链接算法</a:t>
            </a:r>
            <a:r>
              <a:rPr kumimoji="1" lang="en-US" altLang="zh-CN" sz="3200" kern="1200" dirty="0" smtClean="0">
                <a:solidFill>
                  <a:schemeClr val="tx1"/>
                </a:solidFill>
                <a:latin typeface="Times New Roman" panose="02020603050405020304" pitchFamily="18" charset="0"/>
                <a:ea typeface="黑体" panose="02010609060101010101" pitchFamily="49" charset="-122"/>
                <a:cs typeface="+mj-cs"/>
              </a:rPr>
              <a:t/>
            </a:r>
            <a:br>
              <a:rPr kumimoji="1" lang="en-US" altLang="zh-CN" sz="3200" kern="1200" dirty="0" smtClean="0">
                <a:solidFill>
                  <a:schemeClr val="tx1"/>
                </a:solidFill>
                <a:latin typeface="Times New Roman" panose="02020603050405020304" pitchFamily="18" charset="0"/>
                <a:ea typeface="黑体" panose="02010609060101010101" pitchFamily="49" charset="-122"/>
                <a:cs typeface="+mj-cs"/>
              </a:rPr>
            </a:br>
            <a:r>
              <a:rPr lang="zh-CN" altLang="en-US" sz="3200" dirty="0" smtClean="0">
                <a:solidFill>
                  <a:schemeClr val="tx1"/>
                </a:solidFill>
                <a:latin typeface="Times New Roman" panose="02020603050405020304" pitchFamily="18" charset="0"/>
                <a:ea typeface="黑体" panose="02010609060101010101" pitchFamily="49" charset="-122"/>
              </a:rPr>
              <a:t>归结演绎推理</a:t>
            </a:r>
            <a:endParaRPr kumimoji="1" lang="en-US" altLang="zh-CN" sz="4000" kern="1200" dirty="0">
              <a:solidFill>
                <a:schemeClr val="tx1"/>
              </a:solidFill>
              <a:latin typeface="Times New Roman" panose="02020603050405020304" pitchFamily="18" charset="0"/>
              <a:ea typeface="黑体" panose="02010609060101010101" pitchFamily="49" charset="-122"/>
              <a:cs typeface="+mj-cs"/>
            </a:endParaRPr>
          </a:p>
        </p:txBody>
      </p:sp>
      <p:sp>
        <p:nvSpPr>
          <p:cNvPr id="95235" name="Text Box 3"/>
          <p:cNvSpPr txBox="1"/>
          <p:nvPr/>
        </p:nvSpPr>
        <p:spPr>
          <a:xfrm>
            <a:off x="0" y="404813"/>
            <a:ext cx="2339975" cy="457200"/>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0" lvl="0" indent="0" eaLnBrk="1" hangingPunct="1">
              <a:spcBef>
                <a:spcPct val="50000"/>
              </a:spcBef>
              <a:buNone/>
            </a:pPr>
            <a:r>
              <a:rPr lang="zh-CN" altLang="en-US" sz="2400" dirty="0">
                <a:latin typeface="华文行楷" panose="02010800040101010101" pitchFamily="2" charset="-122"/>
                <a:ea typeface="华文行楷" panose="02010800040101010101" pitchFamily="2" charset="-122"/>
              </a:rPr>
              <a:t>第</a:t>
            </a:r>
            <a:r>
              <a:rPr lang="en-US" altLang="zh-CN" sz="2400" dirty="0">
                <a:latin typeface="华文行楷" panose="02010800040101010101" pitchFamily="2" charset="-122"/>
                <a:ea typeface="华文行楷" panose="02010800040101010101" pitchFamily="2" charset="-122"/>
              </a:rPr>
              <a:t>3</a:t>
            </a:r>
            <a:r>
              <a:rPr lang="zh-CN" altLang="en-US" sz="2400" dirty="0">
                <a:latin typeface="华文行楷" panose="02010800040101010101" pitchFamily="2" charset="-122"/>
                <a:ea typeface="华文行楷" panose="02010800040101010101" pitchFamily="2" charset="-122"/>
              </a:rPr>
              <a:t>章 逻辑系统</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6"/>
          <p:cNvSpPr>
            <a:spLocks noGrp="1"/>
          </p:cNvSpPr>
          <p:nvPr>
            <p:ph type="sldNum" sz="quarter" idx="12"/>
          </p:nvPr>
        </p:nvSpPr>
        <p:spPr/>
        <p:txBody>
          <a:bodyPr/>
          <a:lstStyle/>
          <a:p>
            <a:pPr>
              <a:defRPr/>
            </a:pPr>
            <a:fld id="{BA0BB701-6BB8-411C-9F27-08F21312CA93}" type="slidenum">
              <a:rPr lang="en-US" altLang="ko-KR"/>
              <a:pPr>
                <a:defRPr/>
              </a:pPr>
              <a:t>33</a:t>
            </a:fld>
            <a:endParaRPr lang="en-US" altLang="ko-KR"/>
          </a:p>
        </p:txBody>
      </p:sp>
      <p:sp>
        <p:nvSpPr>
          <p:cNvPr id="598018" name="Rectangle 2"/>
          <p:cNvSpPr>
            <a:spLocks noGrp="1" noChangeArrowheads="1"/>
          </p:cNvSpPr>
          <p:nvPr>
            <p:ph type="title"/>
          </p:nvPr>
        </p:nvSpPr>
        <p:spPr>
          <a:xfrm>
            <a:off x="684213" y="549275"/>
            <a:ext cx="7772400" cy="719138"/>
          </a:xfrm>
        </p:spPr>
        <p:txBody>
          <a:bodyPr/>
          <a:lstStyle/>
          <a:p>
            <a:pPr algn="ctr" eaLnBrk="1" hangingPunct="1">
              <a:defRPr/>
            </a:pPr>
            <a:r>
              <a:rPr lang="zh-CN" altLang="en-US" sz="4000" b="1" dirty="0" smtClean="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rPr>
              <a:t>相关基础</a:t>
            </a:r>
          </a:p>
        </p:txBody>
      </p:sp>
      <p:sp>
        <p:nvSpPr>
          <p:cNvPr id="95238" name="Rectangle 3"/>
          <p:cNvSpPr txBox="1">
            <a:spLocks noChangeArrowheads="1"/>
          </p:cNvSpPr>
          <p:nvPr/>
        </p:nvSpPr>
        <p:spPr bwMode="auto">
          <a:xfrm>
            <a:off x="539552" y="1628775"/>
            <a:ext cx="8266113" cy="333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latinLnBrk="1">
              <a:spcBef>
                <a:spcPct val="20000"/>
              </a:spcBef>
              <a:buChar char="•"/>
              <a:defRPr kumimoji="1" sz="2200">
                <a:solidFill>
                  <a:schemeClr val="tx1"/>
                </a:solidFill>
                <a:latin typeface="-윤체M" pitchFamily="18" charset="-127"/>
                <a:ea typeface="-윤체M" pitchFamily="18" charset="-127"/>
              </a:defRPr>
            </a:lvl1pPr>
            <a:lvl2pPr marL="742950" indent="-285750" latinLnBrk="1">
              <a:spcBef>
                <a:spcPct val="20000"/>
              </a:spcBef>
              <a:buChar char="•"/>
              <a:defRPr kumimoji="1" sz="2000">
                <a:solidFill>
                  <a:schemeClr val="tx1"/>
                </a:solidFill>
                <a:latin typeface="-윤체M" pitchFamily="18" charset="-127"/>
                <a:ea typeface="-윤체M" pitchFamily="18" charset="-127"/>
              </a:defRPr>
            </a:lvl2pPr>
            <a:lvl3pPr marL="1143000" indent="-228600" latinLnBrk="1">
              <a:spcBef>
                <a:spcPct val="20000"/>
              </a:spcBef>
              <a:buChar char="•"/>
              <a:defRPr kumimoji="1">
                <a:solidFill>
                  <a:schemeClr val="tx1"/>
                </a:solidFill>
                <a:latin typeface="-윤체M" pitchFamily="18" charset="-127"/>
                <a:ea typeface="-윤체M" pitchFamily="18" charset="-127"/>
              </a:defRPr>
            </a:lvl3pPr>
            <a:lvl4pPr marL="1600200" indent="-228600" latinLnBrk="1">
              <a:spcBef>
                <a:spcPct val="20000"/>
              </a:spcBef>
              <a:buChar char="•"/>
              <a:defRPr kumimoji="1" sz="1600">
                <a:solidFill>
                  <a:schemeClr val="tx1"/>
                </a:solidFill>
                <a:latin typeface="-윤체M" pitchFamily="18" charset="-127"/>
                <a:ea typeface="-윤체M" pitchFamily="18" charset="-127"/>
              </a:defRPr>
            </a:lvl4pPr>
            <a:lvl5pPr marL="2057400" indent="-228600" latinLnBrk="1">
              <a:spcBef>
                <a:spcPct val="20000"/>
              </a:spcBef>
              <a:buChar char="•"/>
              <a:defRPr kumimoji="1" sz="1400">
                <a:solidFill>
                  <a:schemeClr val="tx1"/>
                </a:solidFill>
                <a:latin typeface="-윤체M" pitchFamily="18" charset="-127"/>
                <a:ea typeface="-윤체M"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9pPr>
          </a:lstStyle>
          <a:p>
            <a:pPr eaLnBrk="1" latinLnBrk="0" hangingPunct="1">
              <a:lnSpc>
                <a:spcPct val="150000"/>
              </a:lnSpc>
            </a:pPr>
            <a:r>
              <a:rPr lang="zh-CN" altLang="en-US" sz="2400" dirty="0">
                <a:latin typeface="Times New Roman" panose="02020603050405020304" pitchFamily="18" charset="0"/>
                <a:ea typeface="微软雅黑" panose="020B0503020204020204" pitchFamily="34" charset="-122"/>
                <a:sym typeface="Symbol" panose="05050102010706020507" pitchFamily="18" charset="2"/>
              </a:rPr>
              <a:t>推理规则</a:t>
            </a:r>
            <a:r>
              <a:rPr lang="en-US" altLang="zh-CN" sz="2400" dirty="0">
                <a:latin typeface="Times New Roman" panose="02020603050405020304" pitchFamily="18" charset="0"/>
                <a:ea typeface="微软雅黑" panose="020B0503020204020204" pitchFamily="34" charset="-122"/>
                <a:sym typeface="Symbol" panose="05050102010706020507" pitchFamily="18" charset="2"/>
              </a:rPr>
              <a:t>—</a:t>
            </a:r>
            <a:r>
              <a:rPr lang="zh-CN" altLang="en-US" sz="2400" dirty="0">
                <a:latin typeface="Times New Roman" panose="02020603050405020304" pitchFamily="18" charset="0"/>
                <a:ea typeface="微软雅黑" panose="020B0503020204020204" pitchFamily="34" charset="-122"/>
                <a:sym typeface="Symbol" panose="05050102010706020507" pitchFamily="18" charset="2"/>
              </a:rPr>
              <a:t>一般化分离规则</a:t>
            </a:r>
            <a:r>
              <a:rPr lang="en-US" altLang="zh-CN" sz="2400" dirty="0">
                <a:latin typeface="Times New Roman" panose="02020603050405020304" pitchFamily="18" charset="0"/>
                <a:ea typeface="微软雅黑" panose="020B0503020204020204" pitchFamily="34" charset="-122"/>
                <a:sym typeface="Symbol" panose="05050102010706020507" pitchFamily="18" charset="2"/>
              </a:rPr>
              <a:t>(Generalized Modus Ponens)</a:t>
            </a:r>
          </a:p>
          <a:p>
            <a:pPr lvl="1" eaLnBrk="1" hangingPunct="1">
              <a:lnSpc>
                <a:spcPct val="150000"/>
              </a:lnSpc>
            </a:pPr>
            <a:r>
              <a:rPr lang="zh-CN" altLang="en-US" sz="2400" dirty="0">
                <a:latin typeface="Times New Roman" panose="02020603050405020304" pitchFamily="18" charset="0"/>
                <a:ea typeface="微软雅黑" panose="020B0503020204020204" pitchFamily="34" charset="-122"/>
                <a:sym typeface="Symbol" panose="05050102010706020507" pitchFamily="18" charset="2"/>
              </a:rPr>
              <a:t>对于原子语句 </a:t>
            </a:r>
            <a:r>
              <a:rPr lang="en-US" altLang="zh-CN" sz="2400" i="1" dirty="0">
                <a:latin typeface="Times New Roman" panose="02020603050405020304" pitchFamily="18" charset="0"/>
                <a:ea typeface="微软雅黑" panose="020B0503020204020204" pitchFamily="34" charset="-122"/>
                <a:sym typeface="Symbol" panose="05050102010706020507" pitchFamily="18" charset="2"/>
              </a:rPr>
              <a:t>p</a:t>
            </a:r>
            <a:r>
              <a:rPr lang="en-US" altLang="zh-CN" sz="2400" i="1" baseline="-25000" dirty="0">
                <a:latin typeface="Times New Roman" panose="02020603050405020304" pitchFamily="18" charset="0"/>
                <a:ea typeface="微软雅黑" panose="020B0503020204020204" pitchFamily="34" charset="-122"/>
                <a:sym typeface="Symbol" panose="05050102010706020507" pitchFamily="18" charset="2"/>
              </a:rPr>
              <a:t>i</a:t>
            </a:r>
            <a:r>
              <a:rPr lang="en-US" altLang="zh-CN" sz="2400" i="1" dirty="0">
                <a:latin typeface="Times New Roman" panose="02020603050405020304" pitchFamily="18" charset="0"/>
                <a:ea typeface="微软雅黑" panose="020B0503020204020204" pitchFamily="34" charset="-122"/>
                <a:sym typeface="Symbol" panose="05050102010706020507" pitchFamily="18" charset="2"/>
              </a:rPr>
              <a:t>, p</a:t>
            </a:r>
            <a:r>
              <a:rPr lang="en-US" altLang="zh-CN" sz="2400" i="1" baseline="-25000" dirty="0">
                <a:latin typeface="Times New Roman" panose="02020603050405020304" pitchFamily="18" charset="0"/>
                <a:ea typeface="微软雅黑" panose="020B0503020204020204" pitchFamily="34" charset="-122"/>
                <a:sym typeface="Symbol" panose="05050102010706020507" pitchFamily="18" charset="2"/>
              </a:rPr>
              <a:t>i</a:t>
            </a:r>
            <a:r>
              <a:rPr lang="en-US" altLang="zh-CN" sz="2400" i="1" dirty="0">
                <a:latin typeface="Times New Roman" panose="02020603050405020304" pitchFamily="18" charset="0"/>
                <a:ea typeface="微软雅黑" panose="020B0503020204020204" pitchFamily="34" charset="-122"/>
                <a:sym typeface="Symbol" panose="05050102010706020507" pitchFamily="18" charset="2"/>
              </a:rPr>
              <a:t>’, q</a:t>
            </a:r>
            <a:r>
              <a:rPr lang="en-US" altLang="zh-CN" sz="2400" dirty="0">
                <a:latin typeface="Times New Roman" panose="02020603050405020304" pitchFamily="18" charset="0"/>
                <a:ea typeface="微软雅黑" panose="020B0503020204020204" pitchFamily="34" charset="-122"/>
                <a:sym typeface="Symbol" panose="05050102010706020507" pitchFamily="18" charset="2"/>
              </a:rPr>
              <a:t>, </a:t>
            </a:r>
            <a:r>
              <a:rPr lang="zh-CN" altLang="en-US" sz="2400" dirty="0">
                <a:latin typeface="Times New Roman" panose="02020603050405020304" pitchFamily="18" charset="0"/>
                <a:ea typeface="微软雅黑" panose="020B0503020204020204" pitchFamily="34" charset="-122"/>
                <a:sym typeface="Symbol" panose="05050102010706020507" pitchFamily="18" charset="2"/>
              </a:rPr>
              <a:t>存在</a:t>
            </a:r>
            <a:r>
              <a:rPr lang="zh-CN" altLang="en-US" sz="2400" dirty="0">
                <a:solidFill>
                  <a:srgbClr val="0000FF"/>
                </a:solidFill>
                <a:latin typeface="Times New Roman" panose="02020603050405020304" pitchFamily="18" charset="0"/>
                <a:ea typeface="微软雅黑" panose="020B0503020204020204" pitchFamily="34" charset="-122"/>
                <a:sym typeface="Symbol" panose="05050102010706020507" pitchFamily="18" charset="2"/>
              </a:rPr>
              <a:t>置换</a:t>
            </a:r>
            <a:r>
              <a:rPr lang="zh-CN" altLang="en-US" sz="2400" i="1" dirty="0">
                <a:solidFill>
                  <a:srgbClr val="0000FF"/>
                </a:solidFill>
                <a:latin typeface="Times New Roman" panose="02020603050405020304" pitchFamily="18" charset="0"/>
                <a:ea typeface="微软雅黑" panose="020B0503020204020204" pitchFamily="34" charset="-122"/>
                <a:sym typeface="Symbol" panose="05050102010706020507" pitchFamily="18" charset="2"/>
              </a:rPr>
              <a:t></a:t>
            </a:r>
            <a:r>
              <a:rPr lang="en-US" altLang="zh-CN" sz="2400" dirty="0">
                <a:solidFill>
                  <a:srgbClr val="0000FF"/>
                </a:solidFill>
                <a:latin typeface="Times New Roman" panose="02020603050405020304" pitchFamily="18" charset="0"/>
                <a:ea typeface="微软雅黑" panose="020B0503020204020204" pitchFamily="34" charset="-122"/>
                <a:sym typeface="Symbol" panose="05050102010706020507" pitchFamily="18" charset="2"/>
              </a:rPr>
              <a:t>,</a:t>
            </a:r>
            <a:r>
              <a:rPr lang="en-US" altLang="zh-CN" sz="2400" dirty="0">
                <a:latin typeface="Times New Roman" panose="02020603050405020304" pitchFamily="18" charset="0"/>
                <a:ea typeface="微软雅黑" panose="020B0503020204020204" pitchFamily="34" charset="-122"/>
                <a:sym typeface="Symbol" panose="05050102010706020507" pitchFamily="18" charset="2"/>
              </a:rPr>
              <a:t> </a:t>
            </a:r>
            <a:r>
              <a:rPr lang="zh-CN" altLang="en-US" sz="2400" dirty="0">
                <a:latin typeface="Times New Roman" panose="02020603050405020304" pitchFamily="18" charset="0"/>
                <a:ea typeface="微软雅黑" panose="020B0503020204020204" pitchFamily="34" charset="-122"/>
                <a:sym typeface="Symbol" panose="05050102010706020507" pitchFamily="18" charset="2"/>
              </a:rPr>
              <a:t>使得</a:t>
            </a:r>
            <a:r>
              <a:rPr lang="zh-CN" altLang="en-US" sz="2400" i="1" dirty="0">
                <a:solidFill>
                  <a:srgbClr val="0000FF"/>
                </a:solidFill>
                <a:latin typeface="Times New Roman" panose="02020603050405020304" pitchFamily="18" charset="0"/>
                <a:ea typeface="微软雅黑" panose="020B0503020204020204" pitchFamily="34" charset="-122"/>
                <a:sym typeface="Symbol" panose="05050102010706020507" pitchFamily="18" charset="2"/>
              </a:rPr>
              <a:t> </a:t>
            </a:r>
            <a:r>
              <a:rPr lang="en-US" altLang="zh-CN" sz="2400" dirty="0">
                <a:solidFill>
                  <a:srgbClr val="0000FF"/>
                </a:solidFill>
                <a:latin typeface="Times New Roman" panose="02020603050405020304" pitchFamily="18" charset="0"/>
                <a:ea typeface="微软雅黑" panose="020B0503020204020204" pitchFamily="34" charset="-122"/>
                <a:sym typeface="Symbol" panose="05050102010706020507" pitchFamily="18" charset="2"/>
              </a:rPr>
              <a:t>( </a:t>
            </a:r>
            <a:r>
              <a:rPr lang="en-US" altLang="zh-CN" sz="2400" i="1" dirty="0">
                <a:solidFill>
                  <a:srgbClr val="0000FF"/>
                </a:solidFill>
                <a:latin typeface="Times New Roman" panose="02020603050405020304" pitchFamily="18" charset="0"/>
                <a:ea typeface="微软雅黑" panose="020B0503020204020204" pitchFamily="34" charset="-122"/>
                <a:sym typeface="Symbol" panose="05050102010706020507" pitchFamily="18" charset="2"/>
              </a:rPr>
              <a:t>p</a:t>
            </a:r>
            <a:r>
              <a:rPr lang="en-US" altLang="zh-CN" sz="2400" i="1" baseline="-25000" dirty="0">
                <a:solidFill>
                  <a:srgbClr val="0000FF"/>
                </a:solidFill>
                <a:latin typeface="Times New Roman" panose="02020603050405020304" pitchFamily="18" charset="0"/>
                <a:ea typeface="微软雅黑" panose="020B0503020204020204" pitchFamily="34" charset="-122"/>
                <a:sym typeface="Symbol" panose="05050102010706020507" pitchFamily="18" charset="2"/>
              </a:rPr>
              <a:t>i </a:t>
            </a:r>
            <a:r>
              <a:rPr lang="en-US" altLang="zh-CN" sz="2400" dirty="0">
                <a:solidFill>
                  <a:srgbClr val="0000FF"/>
                </a:solidFill>
                <a:latin typeface="Times New Roman" panose="02020603050405020304" pitchFamily="18" charset="0"/>
                <a:ea typeface="微软雅黑" panose="020B0503020204020204" pitchFamily="34" charset="-122"/>
                <a:sym typeface="Symbol" panose="05050102010706020507" pitchFamily="18" charset="2"/>
              </a:rPr>
              <a:t>) =  </a:t>
            </a:r>
            <a:r>
              <a:rPr lang="zh-CN" altLang="en-US" sz="2400" i="1" dirty="0">
                <a:solidFill>
                  <a:srgbClr val="0000FF"/>
                </a:solidFill>
                <a:latin typeface="Times New Roman" panose="02020603050405020304" pitchFamily="18" charset="0"/>
                <a:ea typeface="微软雅黑" panose="020B0503020204020204" pitchFamily="34" charset="-122"/>
                <a:sym typeface="Symbol" panose="05050102010706020507" pitchFamily="18" charset="2"/>
              </a:rPr>
              <a:t> </a:t>
            </a:r>
            <a:r>
              <a:rPr lang="en-US" altLang="zh-CN" sz="2400" dirty="0">
                <a:solidFill>
                  <a:srgbClr val="0000FF"/>
                </a:solidFill>
                <a:latin typeface="Times New Roman" panose="02020603050405020304" pitchFamily="18" charset="0"/>
                <a:ea typeface="微软雅黑" panose="020B0503020204020204" pitchFamily="34" charset="-122"/>
                <a:sym typeface="Symbol" panose="05050102010706020507" pitchFamily="18" charset="2"/>
              </a:rPr>
              <a:t>( </a:t>
            </a:r>
            <a:r>
              <a:rPr lang="en-US" altLang="zh-CN" sz="2400" i="1" dirty="0">
                <a:solidFill>
                  <a:srgbClr val="0000FF"/>
                </a:solidFill>
                <a:latin typeface="Times New Roman" panose="02020603050405020304" pitchFamily="18" charset="0"/>
                <a:ea typeface="微软雅黑" panose="020B0503020204020204" pitchFamily="34" charset="-122"/>
                <a:sym typeface="Symbol" panose="05050102010706020507" pitchFamily="18" charset="2"/>
              </a:rPr>
              <a:t>p</a:t>
            </a:r>
            <a:r>
              <a:rPr lang="en-US" altLang="zh-CN" sz="2400" i="1" baseline="-25000" dirty="0">
                <a:solidFill>
                  <a:srgbClr val="0000FF"/>
                </a:solidFill>
                <a:latin typeface="Times New Roman" panose="02020603050405020304" pitchFamily="18" charset="0"/>
                <a:ea typeface="微软雅黑" panose="020B0503020204020204" pitchFamily="34" charset="-122"/>
                <a:sym typeface="Symbol" panose="05050102010706020507" pitchFamily="18" charset="2"/>
              </a:rPr>
              <a:t>i</a:t>
            </a:r>
            <a:r>
              <a:rPr lang="en-US" altLang="zh-CN" sz="2400" i="1" dirty="0">
                <a:solidFill>
                  <a:srgbClr val="0000FF"/>
                </a:solidFill>
                <a:latin typeface="Times New Roman" panose="02020603050405020304" pitchFamily="18" charset="0"/>
                <a:ea typeface="微软雅黑" panose="020B0503020204020204" pitchFamily="34" charset="-122"/>
                <a:sym typeface="Symbol" panose="05050102010706020507" pitchFamily="18" charset="2"/>
              </a:rPr>
              <a:t>’ </a:t>
            </a:r>
            <a:r>
              <a:rPr lang="en-US" altLang="zh-CN" sz="2400" dirty="0">
                <a:solidFill>
                  <a:srgbClr val="0000FF"/>
                </a:solidFill>
                <a:latin typeface="Times New Roman" panose="02020603050405020304" pitchFamily="18" charset="0"/>
                <a:ea typeface="微软雅黑" panose="020B0503020204020204" pitchFamily="34" charset="-122"/>
                <a:sym typeface="Symbol" panose="05050102010706020507" pitchFamily="18" charset="2"/>
              </a:rPr>
              <a:t>)</a:t>
            </a:r>
            <a:r>
              <a:rPr lang="en-US" altLang="zh-CN" sz="2400" dirty="0">
                <a:latin typeface="Times New Roman" panose="02020603050405020304" pitchFamily="18" charset="0"/>
                <a:ea typeface="微软雅黑" panose="020B0503020204020204" pitchFamily="34" charset="-122"/>
                <a:sym typeface="Symbol" panose="05050102010706020507" pitchFamily="18" charset="2"/>
              </a:rPr>
              <a:t>,</a:t>
            </a:r>
            <a:r>
              <a:rPr lang="zh-CN" altLang="en-US" sz="2400" dirty="0">
                <a:latin typeface="Times New Roman" panose="02020603050405020304" pitchFamily="18" charset="0"/>
                <a:ea typeface="微软雅黑" panose="020B0503020204020204" pitchFamily="34" charset="-122"/>
                <a:sym typeface="Symbol" panose="05050102010706020507" pitchFamily="18" charset="2"/>
              </a:rPr>
              <a:t> 对所有 </a:t>
            </a:r>
            <a:r>
              <a:rPr lang="en-US" altLang="zh-CN" sz="2400" i="1" dirty="0" err="1">
                <a:latin typeface="Times New Roman" panose="02020603050405020304" pitchFamily="18" charset="0"/>
                <a:ea typeface="微软雅黑" panose="020B0503020204020204" pitchFamily="34" charset="-122"/>
                <a:sym typeface="Symbol" panose="05050102010706020507" pitchFamily="18" charset="2"/>
              </a:rPr>
              <a:t>i</a:t>
            </a:r>
            <a:r>
              <a:rPr lang="en-US" altLang="zh-CN" sz="2400" i="1" dirty="0">
                <a:latin typeface="Times New Roman" panose="02020603050405020304" pitchFamily="18" charset="0"/>
                <a:ea typeface="微软雅黑" panose="020B0503020204020204" pitchFamily="34" charset="-122"/>
                <a:sym typeface="Symbol" panose="05050102010706020507" pitchFamily="18" charset="2"/>
              </a:rPr>
              <a:t> </a:t>
            </a:r>
            <a:r>
              <a:rPr lang="zh-CN" altLang="en-US" sz="2400" dirty="0">
                <a:latin typeface="Times New Roman" panose="02020603050405020304" pitchFamily="18" charset="0"/>
                <a:ea typeface="微软雅黑" panose="020B0503020204020204" pitchFamily="34" charset="-122"/>
                <a:sym typeface="Symbol" panose="05050102010706020507" pitchFamily="18" charset="2"/>
              </a:rPr>
              <a:t>都成立</a:t>
            </a:r>
            <a:r>
              <a:rPr lang="en-US" altLang="zh-CN" sz="2400" dirty="0">
                <a:latin typeface="Times New Roman" panose="02020603050405020304" pitchFamily="18" charset="0"/>
                <a:ea typeface="微软雅黑" panose="020B0503020204020204" pitchFamily="34" charset="-122"/>
                <a:sym typeface="Symbol" panose="05050102010706020507" pitchFamily="18" charset="2"/>
              </a:rPr>
              <a:t>, </a:t>
            </a:r>
            <a:r>
              <a:rPr lang="zh-CN" altLang="en-US" sz="2400" dirty="0">
                <a:latin typeface="Times New Roman" panose="02020603050405020304" pitchFamily="18" charset="0"/>
                <a:ea typeface="微软雅黑" panose="020B0503020204020204" pitchFamily="34" charset="-122"/>
                <a:sym typeface="Symbol" panose="05050102010706020507" pitchFamily="18" charset="2"/>
              </a:rPr>
              <a:t>则</a:t>
            </a:r>
          </a:p>
          <a:p>
            <a:pPr lvl="1" eaLnBrk="1" hangingPunct="1">
              <a:lnSpc>
                <a:spcPct val="115000"/>
              </a:lnSpc>
            </a:pPr>
            <a:endParaRPr lang="zh-CN" altLang="en-US" sz="2400" dirty="0">
              <a:latin typeface="Times New Roman" panose="02020603050405020304" pitchFamily="18" charset="0"/>
              <a:ea typeface="微软雅黑" panose="020B0503020204020204" pitchFamily="34" charset="-122"/>
            </a:endParaRPr>
          </a:p>
        </p:txBody>
      </p:sp>
      <p:graphicFrame>
        <p:nvGraphicFramePr>
          <p:cNvPr id="99335" name="Object 5"/>
          <p:cNvGraphicFramePr>
            <a:graphicFrameLocks noGrp="1" noChangeAspect="1"/>
          </p:cNvGraphicFramePr>
          <p:nvPr>
            <p:ph sz="half" idx="2"/>
            <p:extLst>
              <p:ext uri="{D42A27DB-BD31-4B8C-83A1-F6EECF244321}">
                <p14:modId xmlns:p14="http://schemas.microsoft.com/office/powerpoint/2010/main" val="3514309605"/>
              </p:ext>
            </p:extLst>
          </p:nvPr>
        </p:nvGraphicFramePr>
        <p:xfrm>
          <a:off x="1820665" y="3903663"/>
          <a:ext cx="4259262" cy="1057275"/>
        </p:xfrm>
        <a:graphic>
          <a:graphicData uri="http://schemas.openxmlformats.org/presentationml/2006/ole">
            <mc:AlternateContent xmlns:mc="http://schemas.openxmlformats.org/markup-compatibility/2006">
              <mc:Choice xmlns:v="urn:schemas-microsoft-com:vml" Requires="v">
                <p:oleObj spid="_x0000_s41992" r:id="rId4" imgW="1689100" imgH="419100" progId="Equation.3">
                  <p:embed/>
                </p:oleObj>
              </mc:Choice>
              <mc:Fallback>
                <p:oleObj r:id="rId4" imgW="1689100" imgH="419100" progId="Equation.3">
                  <p:embed/>
                  <p:pic>
                    <p:nvPicPr>
                      <p:cNvPr id="0" name=""/>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20665" y="3903663"/>
                        <a:ext cx="4259262" cy="1057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Lst>
                    </p:spPr>
                  </p:pic>
                </p:oleObj>
              </mc:Fallback>
            </mc:AlternateContent>
          </a:graphicData>
        </a:graphic>
      </p:graphicFrame>
      <p:sp>
        <p:nvSpPr>
          <p:cNvPr id="2" name="文本框 1"/>
          <p:cNvSpPr txBox="1">
            <a:spLocks noChangeArrowheads="1"/>
          </p:cNvSpPr>
          <p:nvPr/>
        </p:nvSpPr>
        <p:spPr bwMode="auto">
          <a:xfrm>
            <a:off x="6129140" y="3082925"/>
            <a:ext cx="29527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latinLnBrk="1">
              <a:spcBef>
                <a:spcPct val="20000"/>
              </a:spcBef>
              <a:buChar char="•"/>
              <a:defRPr kumimoji="1" sz="2200">
                <a:solidFill>
                  <a:schemeClr val="tx1"/>
                </a:solidFill>
                <a:latin typeface="-윤체M" pitchFamily="18" charset="-127"/>
                <a:ea typeface="-윤체M" pitchFamily="18" charset="-127"/>
              </a:defRPr>
            </a:lvl1pPr>
            <a:lvl2pPr marL="742950" indent="-285750" latinLnBrk="1">
              <a:spcBef>
                <a:spcPct val="20000"/>
              </a:spcBef>
              <a:buChar char="•"/>
              <a:defRPr kumimoji="1" sz="2000">
                <a:solidFill>
                  <a:schemeClr val="tx1"/>
                </a:solidFill>
                <a:latin typeface="-윤체M" pitchFamily="18" charset="-127"/>
                <a:ea typeface="-윤체M" pitchFamily="18" charset="-127"/>
              </a:defRPr>
            </a:lvl2pPr>
            <a:lvl3pPr marL="1143000" indent="-228600" latinLnBrk="1">
              <a:spcBef>
                <a:spcPct val="20000"/>
              </a:spcBef>
              <a:buChar char="•"/>
              <a:defRPr kumimoji="1">
                <a:solidFill>
                  <a:schemeClr val="tx1"/>
                </a:solidFill>
                <a:latin typeface="-윤체M" pitchFamily="18" charset="-127"/>
                <a:ea typeface="-윤체M" pitchFamily="18" charset="-127"/>
              </a:defRPr>
            </a:lvl3pPr>
            <a:lvl4pPr marL="1600200" indent="-228600" latinLnBrk="1">
              <a:spcBef>
                <a:spcPct val="20000"/>
              </a:spcBef>
              <a:buChar char="•"/>
              <a:defRPr kumimoji="1" sz="1600">
                <a:solidFill>
                  <a:schemeClr val="tx1"/>
                </a:solidFill>
                <a:latin typeface="-윤체M" pitchFamily="18" charset="-127"/>
                <a:ea typeface="-윤체M" pitchFamily="18" charset="-127"/>
              </a:defRPr>
            </a:lvl4pPr>
            <a:lvl5pPr marL="2057400" indent="-228600" latinLnBrk="1">
              <a:spcBef>
                <a:spcPct val="20000"/>
              </a:spcBef>
              <a:buChar char="•"/>
              <a:defRPr kumimoji="1" sz="1400">
                <a:solidFill>
                  <a:schemeClr val="tx1"/>
                </a:solidFill>
                <a:latin typeface="-윤체M" pitchFamily="18" charset="-127"/>
                <a:ea typeface="-윤체M"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9pPr>
          </a:lstStyle>
          <a:p>
            <a:pPr latinLnBrk="0">
              <a:spcBef>
                <a:spcPct val="0"/>
              </a:spcBef>
              <a:buFontTx/>
              <a:buNone/>
            </a:pPr>
            <a:r>
              <a:rPr lang="zh-CN" altLang="en-US" sz="2400" dirty="0">
                <a:solidFill>
                  <a:srgbClr val="C00000"/>
                </a:solidFill>
                <a:latin typeface="微软雅黑" panose="020B0503020204020204" pitchFamily="34" charset="-122"/>
                <a:ea typeface="微软雅黑" panose="020B0503020204020204" pitchFamily="34" charset="-122"/>
              </a:rPr>
              <a:t>规则与事实的匹配！</a:t>
            </a:r>
          </a:p>
        </p:txBody>
      </p:sp>
      <p:sp>
        <p:nvSpPr>
          <p:cNvPr id="3" name="矩形 2"/>
          <p:cNvSpPr>
            <a:spLocks noChangeArrowheads="1"/>
          </p:cNvSpPr>
          <p:nvPr/>
        </p:nvSpPr>
        <p:spPr bwMode="auto">
          <a:xfrm>
            <a:off x="6572052" y="2276475"/>
            <a:ext cx="2160588" cy="620713"/>
          </a:xfrm>
          <a:prstGeom prst="rect">
            <a:avLst/>
          </a:prstGeom>
          <a:noFill/>
          <a:ln w="28575" algn="ctr">
            <a:solidFill>
              <a:srgbClr val="C00000"/>
            </a:solidFill>
            <a:round/>
            <a:headEnd/>
            <a:tailEnd/>
          </a:ln>
          <a:extLst>
            <a:ext uri="{909E8E84-426E-40DD-AFC4-6F175D3DCCD1}">
              <a14:hiddenFill xmlns:a14="http://schemas.microsoft.com/office/drawing/2010/main">
                <a:solidFill>
                  <a:srgbClr val="FFFFFF"/>
                </a:solidFill>
              </a14:hiddenFill>
            </a:ext>
          </a:extLst>
        </p:spPr>
        <p:txBody>
          <a:bodyPr/>
          <a:lstStyle>
            <a:lvl1pPr latinLnBrk="1">
              <a:spcBef>
                <a:spcPct val="20000"/>
              </a:spcBef>
              <a:buChar char="•"/>
              <a:defRPr kumimoji="1" sz="2200">
                <a:solidFill>
                  <a:schemeClr val="tx1"/>
                </a:solidFill>
                <a:latin typeface="-윤체M" pitchFamily="18" charset="-127"/>
                <a:ea typeface="-윤체M" pitchFamily="18" charset="-127"/>
              </a:defRPr>
            </a:lvl1pPr>
            <a:lvl2pPr marL="742950" indent="-285750" latinLnBrk="1">
              <a:spcBef>
                <a:spcPct val="20000"/>
              </a:spcBef>
              <a:buChar char="•"/>
              <a:defRPr kumimoji="1" sz="2000">
                <a:solidFill>
                  <a:schemeClr val="tx1"/>
                </a:solidFill>
                <a:latin typeface="-윤체M" pitchFamily="18" charset="-127"/>
                <a:ea typeface="-윤체M" pitchFamily="18" charset="-127"/>
              </a:defRPr>
            </a:lvl2pPr>
            <a:lvl3pPr marL="1143000" indent="-228600" latinLnBrk="1">
              <a:spcBef>
                <a:spcPct val="20000"/>
              </a:spcBef>
              <a:buChar char="•"/>
              <a:defRPr kumimoji="1">
                <a:solidFill>
                  <a:schemeClr val="tx1"/>
                </a:solidFill>
                <a:latin typeface="-윤체M" pitchFamily="18" charset="-127"/>
                <a:ea typeface="-윤체M" pitchFamily="18" charset="-127"/>
              </a:defRPr>
            </a:lvl3pPr>
            <a:lvl4pPr marL="1600200" indent="-228600" latinLnBrk="1">
              <a:spcBef>
                <a:spcPct val="20000"/>
              </a:spcBef>
              <a:buChar char="•"/>
              <a:defRPr kumimoji="1" sz="1600">
                <a:solidFill>
                  <a:schemeClr val="tx1"/>
                </a:solidFill>
                <a:latin typeface="-윤체M" pitchFamily="18" charset="-127"/>
                <a:ea typeface="-윤체M" pitchFamily="18" charset="-127"/>
              </a:defRPr>
            </a:lvl4pPr>
            <a:lvl5pPr marL="2057400" indent="-228600" latinLnBrk="1">
              <a:spcBef>
                <a:spcPct val="20000"/>
              </a:spcBef>
              <a:buChar char="•"/>
              <a:defRPr kumimoji="1" sz="1400">
                <a:solidFill>
                  <a:schemeClr val="tx1"/>
                </a:solidFill>
                <a:latin typeface="-윤체M" pitchFamily="18" charset="-127"/>
                <a:ea typeface="-윤체M"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9pPr>
          </a:lstStyle>
          <a:p>
            <a:pPr eaLnBrk="1" hangingPunct="1">
              <a:spcBef>
                <a:spcPct val="0"/>
              </a:spcBef>
              <a:buFontTx/>
              <a:buNone/>
            </a:pPr>
            <a:endParaRPr lang="zh-CN" altLang="en-US" sz="240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58108710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933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6"/>
          <p:cNvSpPr>
            <a:spLocks noGrp="1"/>
          </p:cNvSpPr>
          <p:nvPr>
            <p:ph type="sldNum" sz="quarter" idx="12"/>
          </p:nvPr>
        </p:nvSpPr>
        <p:spPr/>
        <p:txBody>
          <a:bodyPr/>
          <a:lstStyle/>
          <a:p>
            <a:pPr>
              <a:defRPr/>
            </a:pPr>
            <a:fld id="{C6CD61E4-EE73-44B9-91F6-4609CF591175}" type="slidenum">
              <a:rPr lang="en-US" altLang="ko-KR"/>
              <a:pPr>
                <a:defRPr/>
              </a:pPr>
              <a:t>34</a:t>
            </a:fld>
            <a:endParaRPr lang="en-US" altLang="ko-KR"/>
          </a:p>
        </p:txBody>
      </p:sp>
      <p:sp>
        <p:nvSpPr>
          <p:cNvPr id="226306" name="Rectangle 2"/>
          <p:cNvSpPr>
            <a:spLocks noGrp="1" noChangeArrowheads="1"/>
          </p:cNvSpPr>
          <p:nvPr>
            <p:ph type="title"/>
          </p:nvPr>
        </p:nvSpPr>
        <p:spPr>
          <a:xfrm>
            <a:off x="755576" y="254000"/>
            <a:ext cx="7772400" cy="719138"/>
          </a:xfrm>
        </p:spPr>
        <p:txBody>
          <a:bodyPr/>
          <a:lstStyle/>
          <a:p>
            <a:pPr algn="ctr" eaLnBrk="1" hangingPunct="1">
              <a:defRPr/>
            </a:pPr>
            <a:r>
              <a:rPr lang="zh-CN" altLang="en-US" sz="3200" b="1" dirty="0" smtClean="0">
                <a:solidFill>
                  <a:schemeClr val="tx1"/>
                </a:solidFill>
                <a:latin typeface="微软雅黑" panose="020B0503020204020204" pitchFamily="34" charset="-122"/>
                <a:ea typeface="微软雅黑" panose="020B0503020204020204" pitchFamily="34" charset="-122"/>
              </a:rPr>
              <a:t>规则与事实匹配</a:t>
            </a:r>
            <a:r>
              <a:rPr lang="en-US" altLang="zh-CN" sz="3200" b="1" dirty="0" smtClean="0">
                <a:solidFill>
                  <a:schemeClr val="tx1"/>
                </a:solidFill>
                <a:latin typeface="微软雅黑" panose="020B0503020204020204" pitchFamily="34" charset="-122"/>
                <a:ea typeface="微软雅黑" panose="020B0503020204020204" pitchFamily="34" charset="-122"/>
              </a:rPr>
              <a:t>——</a:t>
            </a:r>
            <a:r>
              <a:rPr lang="zh-CN" altLang="en-US" sz="3200" b="1" dirty="0" smtClean="0">
                <a:solidFill>
                  <a:schemeClr val="tx1"/>
                </a:solidFill>
                <a:latin typeface="微软雅黑" panose="020B0503020204020204" pitchFamily="34" charset="-122"/>
                <a:ea typeface="微软雅黑" panose="020B0503020204020204" pitchFamily="34" charset="-122"/>
              </a:rPr>
              <a:t>置换与合一</a:t>
            </a:r>
          </a:p>
        </p:txBody>
      </p:sp>
      <p:sp>
        <p:nvSpPr>
          <p:cNvPr id="226307" name="Rectangle 3"/>
          <p:cNvSpPr>
            <a:spLocks noGrp="1" noChangeArrowheads="1"/>
          </p:cNvSpPr>
          <p:nvPr>
            <p:ph type="body" sz="half" idx="1"/>
          </p:nvPr>
        </p:nvSpPr>
        <p:spPr>
          <a:xfrm>
            <a:off x="228701" y="1287300"/>
            <a:ext cx="8642350" cy="4551362"/>
          </a:xfrm>
        </p:spPr>
        <p:txBody>
          <a:bodyPr/>
          <a:lstStyle/>
          <a:p>
            <a:pPr eaLnBrk="1" hangingPunct="1">
              <a:lnSpc>
                <a:spcPct val="110000"/>
              </a:lnSpc>
            </a:pP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置换</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或代换</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：设</a:t>
            </a:r>
            <a:r>
              <a:rPr lang="en-US" altLang="zh-CN" sz="2400" dirty="0" err="1" smtClean="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400" baseline="-25000" dirty="0" err="1" smtClean="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dirty="0" err="1" smtClean="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400" baseline="-25000" dirty="0" err="1" smtClean="0">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是</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个变量，且各不相同，</a:t>
            </a:r>
            <a:r>
              <a:rPr lang="en-US" altLang="zh-CN" sz="2400" dirty="0" err="1" smtClean="0">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2400" baseline="-25000" dirty="0" err="1" smtClean="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dirty="0" err="1" smtClean="0">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2400" baseline="-25000" dirty="0" err="1" smtClean="0">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是</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个项</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常量、变量、函数</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dirty="0" err="1" smtClean="0">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2400" baseline="-25000" dirty="0" err="1" smtClean="0">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2400" dirty="0" err="1" smtClean="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400" baseline="-25000" dirty="0" err="1" smtClean="0">
                <a:latin typeface="Times New Roman" panose="02020603050405020304" pitchFamily="18" charset="0"/>
                <a:ea typeface="微软雅黑" panose="020B0503020204020204" pitchFamily="34" charset="-122"/>
                <a:cs typeface="Times New Roman" panose="02020603050405020304" pitchFamily="18" charset="0"/>
              </a:rPr>
              <a:t>i</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，则有限序列</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dirty="0" err="1" smtClean="0">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2400" baseline="-25000" dirty="0" err="1" smtClean="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dirty="0" err="1" smtClean="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400" baseline="-25000" dirty="0" err="1" smtClean="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dirty="0" err="1" smtClean="0">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2400" baseline="-25000" dirty="0" err="1" smtClean="0">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dirty="0" err="1" smtClean="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400" baseline="-25000" dirty="0" err="1" smtClean="0">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dirty="0" err="1" smtClean="0">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2400" baseline="-25000" dirty="0" err="1" smtClean="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dirty="0" err="1" smtClean="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400" baseline="-25000" dirty="0" err="1" smtClean="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称为一个置换</a:t>
            </a:r>
          </a:p>
          <a:p>
            <a:pPr algn="just" eaLnBrk="1" hangingPunct="1">
              <a:lnSpc>
                <a:spcPct val="110000"/>
              </a:lnSpc>
            </a:pP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置换乘积</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合成</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：设</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和</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是</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个置换，则先</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后</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作用于公式或项，称为置换乘积，用</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表示。</a:t>
            </a:r>
          </a:p>
          <a:p>
            <a:pPr algn="just" eaLnBrk="1" hangingPunct="1">
              <a:lnSpc>
                <a:spcPct val="110000"/>
              </a:lnSpc>
            </a:pP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通过相关的置换，使不同的一阶公式成为一样的，这个过程称为合一</a:t>
            </a:r>
            <a:endPar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Rectangle 3"/>
          <p:cNvSpPr txBox="1">
            <a:spLocks noChangeArrowheads="1"/>
          </p:cNvSpPr>
          <p:nvPr/>
        </p:nvSpPr>
        <p:spPr bwMode="auto">
          <a:xfrm>
            <a:off x="539552" y="4456907"/>
            <a:ext cx="7772400" cy="2151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eaLnBrk="1" hangingPunct="1">
              <a:lnSpc>
                <a:spcPct val="120000"/>
              </a:lnSpc>
              <a:buFontTx/>
              <a:buNone/>
              <a:defRPr/>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例如</a:t>
            </a:r>
            <a:r>
              <a:rPr lang="zh-CN" altLang="en-US" sz="2000" dirty="0" smtClean="0">
                <a:latin typeface="Times New Roman" panose="02020603050405020304" pitchFamily="18" charset="0"/>
                <a:ea typeface="微软雅黑" panose="020B0503020204020204" pitchFamily="34" charset="-122"/>
                <a:cs typeface="Times New Roman" panose="02020603050405020304" pitchFamily="18" charset="0"/>
              </a:rPr>
              <a:t>有子句</a:t>
            </a:r>
          </a:p>
          <a:p>
            <a:pPr lvl="1" algn="just" eaLnBrk="1" hangingPunct="1">
              <a:lnSpc>
                <a:spcPct val="120000"/>
              </a:lnSpc>
              <a:defRPr/>
            </a:pPr>
            <a:r>
              <a:rPr lang="zh-CN" altLang="en-US" dirty="0" smtClean="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dirty="0" smtClean="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x King(x)∧ Greedy(x)→ Evil(x)</a:t>
            </a:r>
          </a:p>
          <a:p>
            <a:pPr lvl="1" algn="just" eaLnBrk="1" hangingPunct="1">
              <a:lnSpc>
                <a:spcPct val="120000"/>
              </a:lnSpc>
              <a:defRPr/>
            </a:pPr>
            <a:r>
              <a:rPr lang="en-US" altLang="zh-CN" dirty="0" smtClean="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King(John)</a:t>
            </a:r>
          </a:p>
          <a:p>
            <a:pPr lvl="1" algn="just" eaLnBrk="1" hangingPunct="1">
              <a:lnSpc>
                <a:spcPct val="120000"/>
              </a:lnSpc>
              <a:defRPr/>
            </a:pPr>
            <a:r>
              <a:rPr lang="en-US" altLang="zh-CN" dirty="0" smtClean="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Greedy(John)</a:t>
            </a:r>
          </a:p>
          <a:p>
            <a:pPr algn="just" eaLnBrk="1" latinLnBrk="0" hangingPunct="1">
              <a:lnSpc>
                <a:spcPct val="120000"/>
              </a:lnSpc>
              <a:defRPr/>
            </a:pPr>
            <a:r>
              <a:rPr lang="zh-CN" altLang="en-US" sz="2000" dirty="0" smtClean="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则做置换 </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={x/John}, </a:t>
            </a:r>
            <a:r>
              <a:rPr lang="zh-CN" altLang="en-US" sz="2000" dirty="0" smtClean="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用一般化分离规则可得</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q=Evil(John)</a:t>
            </a:r>
          </a:p>
        </p:txBody>
      </p:sp>
      <p:sp>
        <p:nvSpPr>
          <p:cNvPr id="89095" name="矩形 1"/>
          <p:cNvSpPr>
            <a:spLocks noChangeArrowheads="1"/>
          </p:cNvSpPr>
          <p:nvPr/>
        </p:nvSpPr>
        <p:spPr bwMode="auto">
          <a:xfrm>
            <a:off x="4140200" y="5532438"/>
            <a:ext cx="47529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latinLnBrk="1">
              <a:spcBef>
                <a:spcPct val="20000"/>
              </a:spcBef>
              <a:buChar char="•"/>
              <a:defRPr kumimoji="1" sz="2200">
                <a:solidFill>
                  <a:schemeClr val="tx1"/>
                </a:solidFill>
                <a:latin typeface="-윤체M" pitchFamily="18" charset="-127"/>
                <a:ea typeface="-윤체M" pitchFamily="18" charset="-127"/>
              </a:defRPr>
            </a:lvl1pPr>
            <a:lvl2pPr latinLnBrk="1">
              <a:spcBef>
                <a:spcPct val="20000"/>
              </a:spcBef>
              <a:buChar char="•"/>
              <a:defRPr kumimoji="1" sz="2000">
                <a:solidFill>
                  <a:schemeClr val="tx1"/>
                </a:solidFill>
                <a:latin typeface="-윤체M" pitchFamily="18" charset="-127"/>
                <a:ea typeface="-윤체M" pitchFamily="18" charset="-127"/>
              </a:defRPr>
            </a:lvl2pPr>
            <a:lvl3pPr marL="1143000" indent="-228600" latinLnBrk="1">
              <a:spcBef>
                <a:spcPct val="20000"/>
              </a:spcBef>
              <a:buChar char="•"/>
              <a:defRPr kumimoji="1">
                <a:solidFill>
                  <a:schemeClr val="tx1"/>
                </a:solidFill>
                <a:latin typeface="-윤체M" pitchFamily="18" charset="-127"/>
                <a:ea typeface="-윤체M" pitchFamily="18" charset="-127"/>
              </a:defRPr>
            </a:lvl3pPr>
            <a:lvl4pPr marL="1600200" indent="-228600" latinLnBrk="1">
              <a:spcBef>
                <a:spcPct val="20000"/>
              </a:spcBef>
              <a:buChar char="•"/>
              <a:defRPr kumimoji="1" sz="1600">
                <a:solidFill>
                  <a:schemeClr val="tx1"/>
                </a:solidFill>
                <a:latin typeface="-윤체M" pitchFamily="18" charset="-127"/>
                <a:ea typeface="-윤체M" pitchFamily="18" charset="-127"/>
              </a:defRPr>
            </a:lvl4pPr>
            <a:lvl5pPr marL="2057400" indent="-228600" latinLnBrk="1">
              <a:spcBef>
                <a:spcPct val="20000"/>
              </a:spcBef>
              <a:buChar char="•"/>
              <a:defRPr kumimoji="1" sz="1400">
                <a:solidFill>
                  <a:schemeClr val="tx1"/>
                </a:solidFill>
                <a:latin typeface="-윤체M" pitchFamily="18" charset="-127"/>
                <a:ea typeface="-윤체M"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9pPr>
          </a:lstStyle>
          <a:p>
            <a:pPr lvl="1" algn="just" eaLnBrk="1" latinLnBrk="0" hangingPunct="1">
              <a:lnSpc>
                <a:spcPct val="90000"/>
              </a:lnSpc>
              <a:spcBef>
                <a:spcPct val="0"/>
              </a:spcBef>
              <a:buFontTx/>
              <a:buNone/>
            </a:pPr>
            <a:r>
              <a:rPr lang="zh-CN" altLang="en-US">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注意：</a:t>
            </a:r>
            <a:r>
              <a:rPr lang="en-US" altLang="zh-CN">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K(John, x), K(x, Jane)</a:t>
            </a:r>
            <a:r>
              <a:rPr lang="zh-CN" altLang="en-US">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不能合一</a:t>
            </a:r>
            <a:r>
              <a:rPr lang="en-US" altLang="zh-CN">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a:t>
            </a:r>
            <a:r>
              <a:rPr lang="zh-CN" altLang="en-US">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原因是</a:t>
            </a:r>
            <a:r>
              <a:rPr lang="en-US" altLang="zh-CN">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x</a:t>
            </a:r>
            <a:r>
              <a:rPr lang="zh-CN" altLang="en-US">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不能同时选取</a:t>
            </a:r>
            <a:r>
              <a:rPr lang="en-US" altLang="zh-CN">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2</a:t>
            </a:r>
            <a:r>
              <a:rPr lang="zh-CN" altLang="en-US">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个值</a:t>
            </a:r>
          </a:p>
        </p:txBody>
      </p:sp>
    </p:spTree>
    <p:extLst>
      <p:ext uri="{BB962C8B-B14F-4D97-AF65-F5344CB8AC3E}">
        <p14:creationId xmlns:p14="http://schemas.microsoft.com/office/powerpoint/2010/main" val="124792335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26307">
                                            <p:txEl>
                                              <p:pRg st="0" end="0"/>
                                            </p:txEl>
                                          </p:spTgt>
                                        </p:tgtEl>
                                        <p:attrNameLst>
                                          <p:attrName>style.visibility</p:attrName>
                                        </p:attrNameLst>
                                      </p:cBhvr>
                                      <p:to>
                                        <p:strVal val="visible"/>
                                      </p:to>
                                    </p:set>
                                    <p:animEffect transition="in" filter="blinds(horizontal)">
                                      <p:cBhvr>
                                        <p:cTn id="7" dur="500"/>
                                        <p:tgtEl>
                                          <p:spTgt spid="22630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26307">
                                            <p:txEl>
                                              <p:pRg st="1" end="1"/>
                                            </p:txEl>
                                          </p:spTgt>
                                        </p:tgtEl>
                                        <p:attrNameLst>
                                          <p:attrName>style.visibility</p:attrName>
                                        </p:attrNameLst>
                                      </p:cBhvr>
                                      <p:to>
                                        <p:strVal val="visible"/>
                                      </p:to>
                                    </p:set>
                                    <p:animEffect transition="in" filter="blinds(horizontal)">
                                      <p:cBhvr>
                                        <p:cTn id="12" dur="500"/>
                                        <p:tgtEl>
                                          <p:spTgt spid="22630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26307">
                                            <p:txEl>
                                              <p:pRg st="2" end="2"/>
                                            </p:txEl>
                                          </p:spTgt>
                                        </p:tgtEl>
                                        <p:attrNameLst>
                                          <p:attrName>style.visibility</p:attrName>
                                        </p:attrNameLst>
                                      </p:cBhvr>
                                      <p:to>
                                        <p:strVal val="visible"/>
                                      </p:to>
                                    </p:set>
                                    <p:animEffect transition="in" filter="blinds(horizontal)">
                                      <p:cBhvr>
                                        <p:cTn id="17" dur="500"/>
                                        <p:tgtEl>
                                          <p:spTgt spid="22630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
                                            <p:txEl>
                                              <p:pRg st="0" end="0"/>
                                            </p:txEl>
                                          </p:spTgt>
                                        </p:tgtEl>
                                        <p:attrNameLst>
                                          <p:attrName>style.visibility</p:attrName>
                                        </p:attrNameLst>
                                      </p:cBhvr>
                                      <p:to>
                                        <p:strVal val="visible"/>
                                      </p:to>
                                    </p:set>
                                    <p:animEffect transition="in" filter="blinds(horizontal)">
                                      <p:cBhvr>
                                        <p:cTn id="22" dur="500"/>
                                        <p:tgtEl>
                                          <p:spTgt spid="6">
                                            <p:txEl>
                                              <p:pRg st="0" end="0"/>
                                            </p:txEl>
                                          </p:spTgt>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6">
                                            <p:txEl>
                                              <p:pRg st="1" end="1"/>
                                            </p:txEl>
                                          </p:spTgt>
                                        </p:tgtEl>
                                        <p:attrNameLst>
                                          <p:attrName>style.visibility</p:attrName>
                                        </p:attrNameLst>
                                      </p:cBhvr>
                                      <p:to>
                                        <p:strVal val="visible"/>
                                      </p:to>
                                    </p:set>
                                    <p:animEffect transition="in" filter="blinds(horizontal)">
                                      <p:cBhvr>
                                        <p:cTn id="25" dur="500"/>
                                        <p:tgtEl>
                                          <p:spTgt spid="6">
                                            <p:txEl>
                                              <p:pRg st="1" end="1"/>
                                            </p:txEl>
                                          </p:spTgt>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6">
                                            <p:txEl>
                                              <p:pRg st="2" end="2"/>
                                            </p:txEl>
                                          </p:spTgt>
                                        </p:tgtEl>
                                        <p:attrNameLst>
                                          <p:attrName>style.visibility</p:attrName>
                                        </p:attrNameLst>
                                      </p:cBhvr>
                                      <p:to>
                                        <p:strVal val="visible"/>
                                      </p:to>
                                    </p:set>
                                    <p:animEffect transition="in" filter="blinds(horizontal)">
                                      <p:cBhvr>
                                        <p:cTn id="28" dur="500"/>
                                        <p:tgtEl>
                                          <p:spTgt spid="6">
                                            <p:txEl>
                                              <p:pRg st="2" end="2"/>
                                            </p:txEl>
                                          </p:spTgt>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6">
                                            <p:txEl>
                                              <p:pRg st="3" end="3"/>
                                            </p:txEl>
                                          </p:spTgt>
                                        </p:tgtEl>
                                        <p:attrNameLst>
                                          <p:attrName>style.visibility</p:attrName>
                                        </p:attrNameLst>
                                      </p:cBhvr>
                                      <p:to>
                                        <p:strVal val="visible"/>
                                      </p:to>
                                    </p:set>
                                    <p:animEffect transition="in" filter="blinds(horizontal)">
                                      <p:cBhvr>
                                        <p:cTn id="31" dur="500"/>
                                        <p:tgtEl>
                                          <p:spTgt spid="6">
                                            <p:txEl>
                                              <p:pRg st="3" end="3"/>
                                            </p:txEl>
                                          </p:spTgt>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6">
                                            <p:txEl>
                                              <p:pRg st="4" end="4"/>
                                            </p:txEl>
                                          </p:spTgt>
                                        </p:tgtEl>
                                        <p:attrNameLst>
                                          <p:attrName>style.visibility</p:attrName>
                                        </p:attrNameLst>
                                      </p:cBhvr>
                                      <p:to>
                                        <p:strVal val="visible"/>
                                      </p:to>
                                    </p:set>
                                    <p:animEffect transition="in" filter="blinds(horizontal)">
                                      <p:cBhvr>
                                        <p:cTn id="36" dur="500"/>
                                        <p:tgtEl>
                                          <p:spTgt spid="6">
                                            <p:txEl>
                                              <p:pRg st="4" end="4"/>
                                            </p:txEl>
                                          </p:spTgt>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890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307" grpId="0" build="p"/>
      <p:bldP spid="6" grpId="0" build="p"/>
      <p:bldP spid="8909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4294967295"/>
          </p:nvPr>
        </p:nvSpPr>
        <p:spPr>
          <a:xfrm>
            <a:off x="6553200" y="6248400"/>
            <a:ext cx="1905000" cy="457200"/>
          </a:xfrm>
          <a:prstGeom prst="rect">
            <a:avLst/>
          </a:prstGeom>
        </p:spPr>
        <p:txBody>
          <a:bodyPr/>
          <a:lstStyle/>
          <a:p>
            <a:pPr>
              <a:defRPr/>
            </a:pPr>
            <a:fld id="{18641136-5942-4915-AFC0-16647FB69263}" type="slidenum">
              <a:rPr lang="en-US" altLang="ko-KR"/>
              <a:pPr>
                <a:defRPr/>
              </a:pPr>
              <a:t>35</a:t>
            </a:fld>
            <a:endParaRPr lang="en-US" altLang="ko-KR"/>
          </a:p>
        </p:txBody>
      </p:sp>
      <p:sp>
        <p:nvSpPr>
          <p:cNvPr id="172034" name="Rectangle 2"/>
          <p:cNvSpPr>
            <a:spLocks noGrp="1" noChangeArrowheads="1"/>
          </p:cNvSpPr>
          <p:nvPr>
            <p:ph type="title"/>
          </p:nvPr>
        </p:nvSpPr>
        <p:spPr>
          <a:xfrm>
            <a:off x="192088" y="609600"/>
            <a:ext cx="8855075" cy="731838"/>
          </a:xfrm>
        </p:spPr>
        <p:txBody>
          <a:bodyPr/>
          <a:lstStyle/>
          <a:p>
            <a:pPr algn="ctr" eaLnBrk="1" hangingPunct="1">
              <a:defRPr/>
            </a:pPr>
            <a:r>
              <a:rPr lang="en-US" altLang="zh-CN" sz="3200" b="1" dirty="0" err="1" smtClean="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高效推理：一阶语言的特殊形式</a:t>
            </a:r>
            <a:r>
              <a:rPr lang="en-US" altLang="zh-CN" sz="3200" b="1" dirty="0" smtClean="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a:t>
            </a:r>
            <a:r>
              <a:rPr lang="en-US" altLang="zh-CN" sz="3200" b="1" dirty="0" err="1" smtClean="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Horn子句</a:t>
            </a:r>
            <a:endParaRPr lang="zh-CN" altLang="en-US" sz="3200" b="1" dirty="0" smtClean="0">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endParaRPr>
          </a:p>
        </p:txBody>
      </p:sp>
      <p:sp>
        <p:nvSpPr>
          <p:cNvPr id="172035" name="Rectangle 3"/>
          <p:cNvSpPr>
            <a:spLocks noGrp="1" noChangeArrowheads="1"/>
          </p:cNvSpPr>
          <p:nvPr>
            <p:ph type="body" idx="1"/>
          </p:nvPr>
        </p:nvSpPr>
        <p:spPr>
          <a:xfrm>
            <a:off x="160338" y="1511300"/>
            <a:ext cx="8820150" cy="4681538"/>
          </a:xfrm>
        </p:spPr>
        <p:txBody>
          <a:bodyPr/>
          <a:lstStyle/>
          <a:p>
            <a:pPr eaLnBrk="1" hangingPunct="1">
              <a:lnSpc>
                <a:spcPct val="120000"/>
              </a:lnSpc>
            </a:pP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Horn</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子句</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(Horn Clause)</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：是一类至多只有一个正文字的子句</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子句</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文字的析取式，例如</a:t>
            </a:r>
            <a:r>
              <a:rPr lang="zh-CN" altLang="zh-CN" sz="2400" b="1" dirty="0" smtClean="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sz="2400" b="1" dirty="0" smtClean="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a:t>
            </a:r>
            <a:r>
              <a:rPr lang="zh-CN" altLang="zh-CN" sz="2400" b="1" dirty="0" smtClean="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zh-CN" altLang="en-US" sz="2400" b="1" dirty="0" smtClean="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B</a:t>
            </a:r>
            <a:r>
              <a:rPr lang="en-US" altLang="zh-CN" sz="2400" b="1" dirty="0" smtClean="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∨C</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a:t>
            </a:r>
          </a:p>
          <a:p>
            <a:pPr lvl="1" eaLnBrk="1" latinLnBrk="0" hangingPunct="1">
              <a:lnSpc>
                <a:spcPct val="120000"/>
              </a:lnSpc>
            </a:pPr>
            <a:r>
              <a:rPr lang="zh-CN" altLang="zh-CN" sz="2400" b="1" dirty="0" smtClean="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sz="2400" b="1" dirty="0" smtClean="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a:t>
            </a:r>
            <a:r>
              <a:rPr lang="zh-CN" altLang="zh-CN" sz="2400" b="1" dirty="0" smtClean="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zh-CN" altLang="en-US" sz="2400" b="1" dirty="0" smtClean="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B</a:t>
            </a:r>
            <a:r>
              <a:rPr lang="en-US" altLang="zh-CN" sz="2400" b="1" dirty="0" smtClean="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∨C</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与公式 </a:t>
            </a:r>
            <a:r>
              <a:rPr lang="en-US" altLang="zh-CN" sz="2400" b="1" dirty="0" err="1" smtClean="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AB→C</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等价</a:t>
            </a:r>
            <a:endPar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endParaRPr>
          </a:p>
          <a:p>
            <a:pPr lvl="1" eaLnBrk="1" latinLnBrk="0" hangingPunct="1">
              <a:lnSpc>
                <a:spcPct val="120000"/>
              </a:lnSpc>
            </a:pP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C </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称为子句的头</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a:t>
            </a:r>
            <a:r>
              <a:rPr lang="zh-CN" altLang="zh-CN" sz="2400" dirty="0" smtClean="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 </a:t>
            </a:r>
            <a:r>
              <a:rPr lang="zh-CN" altLang="zh-CN" sz="2400" dirty="0" smtClean="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B构成子句的体</a:t>
            </a:r>
            <a:endPar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endParaRPr>
          </a:p>
          <a:p>
            <a:pPr lvl="1" eaLnBrk="1" latinLnBrk="0" hangingPunct="1">
              <a:lnSpc>
                <a:spcPct val="120000"/>
              </a:lnSpc>
            </a:pP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实际知识库中常常使用这样易懂的形式</a:t>
            </a:r>
          </a:p>
          <a:p>
            <a:pPr lvl="1" eaLnBrk="1" latinLnBrk="0" hangingPunct="1">
              <a:lnSpc>
                <a:spcPct val="120000"/>
              </a:lnSpc>
            </a:pP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Horn</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子句的推理可以使用前向后向链接算法</a:t>
            </a:r>
          </a:p>
          <a:p>
            <a:pPr lvl="1" eaLnBrk="1" hangingPunct="1">
              <a:lnSpc>
                <a:spcPct val="120000"/>
              </a:lnSpc>
            </a:pP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用</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Horn</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子句判定蕴涵所需时间与数据库成线性关系</a:t>
            </a:r>
          </a:p>
        </p:txBody>
      </p:sp>
      <p:sp>
        <p:nvSpPr>
          <p:cNvPr id="99333" name="Text Box 4"/>
          <p:cNvSpPr txBox="1">
            <a:spLocks noChangeArrowheads="1"/>
          </p:cNvSpPr>
          <p:nvPr/>
        </p:nvSpPr>
        <p:spPr bwMode="auto">
          <a:xfrm>
            <a:off x="0" y="188913"/>
            <a:ext cx="2339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2200">
                <a:solidFill>
                  <a:schemeClr val="tx1"/>
                </a:solidFill>
                <a:latin typeface="-윤체M" pitchFamily="18" charset="-127"/>
                <a:ea typeface="-윤체M" pitchFamily="18" charset="-127"/>
              </a:defRPr>
            </a:lvl1pPr>
            <a:lvl2pPr marL="742950" indent="-285750" latinLnBrk="1">
              <a:spcBef>
                <a:spcPct val="20000"/>
              </a:spcBef>
              <a:buChar char="•"/>
              <a:defRPr kumimoji="1" sz="2000">
                <a:solidFill>
                  <a:schemeClr val="tx1"/>
                </a:solidFill>
                <a:latin typeface="-윤체M" pitchFamily="18" charset="-127"/>
                <a:ea typeface="-윤체M" pitchFamily="18" charset="-127"/>
              </a:defRPr>
            </a:lvl2pPr>
            <a:lvl3pPr marL="1143000" indent="-228600" latinLnBrk="1">
              <a:spcBef>
                <a:spcPct val="20000"/>
              </a:spcBef>
              <a:buChar char="•"/>
              <a:defRPr kumimoji="1">
                <a:solidFill>
                  <a:schemeClr val="tx1"/>
                </a:solidFill>
                <a:latin typeface="-윤체M" pitchFamily="18" charset="-127"/>
                <a:ea typeface="-윤체M" pitchFamily="18" charset="-127"/>
              </a:defRPr>
            </a:lvl3pPr>
            <a:lvl4pPr marL="1600200" indent="-228600" latinLnBrk="1">
              <a:spcBef>
                <a:spcPct val="20000"/>
              </a:spcBef>
              <a:buChar char="•"/>
              <a:defRPr kumimoji="1" sz="1600">
                <a:solidFill>
                  <a:schemeClr val="tx1"/>
                </a:solidFill>
                <a:latin typeface="-윤체M" pitchFamily="18" charset="-127"/>
                <a:ea typeface="-윤체M" pitchFamily="18" charset="-127"/>
              </a:defRPr>
            </a:lvl4pPr>
            <a:lvl5pPr marL="2057400" indent="-228600" latinLnBrk="1">
              <a:spcBef>
                <a:spcPct val="20000"/>
              </a:spcBef>
              <a:buChar char="•"/>
              <a:defRPr kumimoji="1" sz="1400">
                <a:solidFill>
                  <a:schemeClr val="tx1"/>
                </a:solidFill>
                <a:latin typeface="-윤체M" pitchFamily="18" charset="-127"/>
                <a:ea typeface="-윤체M"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9pPr>
          </a:lstStyle>
          <a:p>
            <a:pPr eaLnBrk="1" hangingPunct="1">
              <a:spcBef>
                <a:spcPct val="50000"/>
              </a:spcBef>
              <a:buFontTx/>
              <a:buNone/>
            </a:pPr>
            <a:r>
              <a:rPr lang="zh-CN" altLang="en-US" sz="2400" dirty="0">
                <a:latin typeface="华文行楷" panose="02010800040101010101" pitchFamily="2" charset="-122"/>
                <a:ea typeface="华文行楷" panose="02010800040101010101" pitchFamily="2" charset="-122"/>
              </a:rPr>
              <a:t>第</a:t>
            </a:r>
            <a:r>
              <a:rPr lang="en-US" altLang="zh-CN" sz="2400" dirty="0">
                <a:latin typeface="华文行楷" panose="02010800040101010101" pitchFamily="2" charset="-122"/>
                <a:ea typeface="华文行楷" panose="02010800040101010101" pitchFamily="2" charset="-122"/>
              </a:rPr>
              <a:t>3</a:t>
            </a:r>
            <a:r>
              <a:rPr lang="zh-CN" altLang="en-US" sz="2400" dirty="0">
                <a:latin typeface="华文行楷" panose="02010800040101010101" pitchFamily="2" charset="-122"/>
                <a:ea typeface="华文行楷" panose="02010800040101010101" pitchFamily="2" charset="-122"/>
              </a:rPr>
              <a:t>章 逻辑系统</a:t>
            </a:r>
          </a:p>
        </p:txBody>
      </p:sp>
    </p:spTree>
    <p:extLst>
      <p:ext uri="{BB962C8B-B14F-4D97-AF65-F5344CB8AC3E}">
        <p14:creationId xmlns:p14="http://schemas.microsoft.com/office/powerpoint/2010/main" val="106337268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72035">
                                            <p:txEl>
                                              <p:pRg st="2" end="2"/>
                                            </p:txEl>
                                          </p:spTgt>
                                        </p:tgtEl>
                                        <p:attrNameLst>
                                          <p:attrName>style.visibility</p:attrName>
                                        </p:attrNameLst>
                                      </p:cBhvr>
                                      <p:to>
                                        <p:strVal val="visible"/>
                                      </p:to>
                                    </p:set>
                                    <p:animEffect transition="in" filter="blinds(horizontal)">
                                      <p:cBhvr>
                                        <p:cTn id="7" dur="500"/>
                                        <p:tgtEl>
                                          <p:spTgt spid="172035">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72035">
                                            <p:txEl>
                                              <p:pRg st="3" end="3"/>
                                            </p:txEl>
                                          </p:spTgt>
                                        </p:tgtEl>
                                        <p:attrNameLst>
                                          <p:attrName>style.visibility</p:attrName>
                                        </p:attrNameLst>
                                      </p:cBhvr>
                                      <p:to>
                                        <p:strVal val="visible"/>
                                      </p:to>
                                    </p:set>
                                    <p:animEffect transition="in" filter="blinds(horizontal)">
                                      <p:cBhvr>
                                        <p:cTn id="12" dur="500"/>
                                        <p:tgtEl>
                                          <p:spTgt spid="172035">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72035">
                                            <p:txEl>
                                              <p:pRg st="4" end="4"/>
                                            </p:txEl>
                                          </p:spTgt>
                                        </p:tgtEl>
                                        <p:attrNameLst>
                                          <p:attrName>style.visibility</p:attrName>
                                        </p:attrNameLst>
                                      </p:cBhvr>
                                      <p:to>
                                        <p:strVal val="visible"/>
                                      </p:to>
                                    </p:set>
                                    <p:animEffect transition="in" filter="blinds(horizontal)">
                                      <p:cBhvr>
                                        <p:cTn id="17" dur="500"/>
                                        <p:tgtEl>
                                          <p:spTgt spid="172035">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172035">
                                            <p:txEl>
                                              <p:pRg st="5" end="5"/>
                                            </p:txEl>
                                          </p:spTgt>
                                        </p:tgtEl>
                                        <p:attrNameLst>
                                          <p:attrName>style.visibility</p:attrName>
                                        </p:attrNameLst>
                                      </p:cBhvr>
                                      <p:to>
                                        <p:strVal val="visible"/>
                                      </p:to>
                                    </p:set>
                                    <p:animEffect transition="in" filter="blinds(horizontal)">
                                      <p:cBhvr>
                                        <p:cTn id="22" dur="500"/>
                                        <p:tgtEl>
                                          <p:spTgt spid="17203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灯片编号占位符 5"/>
          <p:cNvSpPr txBox="1">
            <a:spLocks noGrp="1"/>
          </p:cNvSpPr>
          <p:nvPr>
            <p:ph type="sldNum" sz="quarter" idx="4"/>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40" tIns="45720" rIns="91440" bIns="45720" numCol="1" anchor="t" anchorCtr="0" compatLnSpc="1"/>
          <a:lstStyle/>
          <a:p>
            <a:pPr marL="0" marR="0" lvl="0" indent="0" algn="r" defTabSz="914400" rtl="0" eaLnBrk="1" fontAlgn="base" latinLnBrk="1" hangingPunct="1">
              <a:lnSpc>
                <a:spcPct val="100000"/>
              </a:lnSpc>
              <a:spcBef>
                <a:spcPct val="0"/>
              </a:spcBef>
              <a:spcAft>
                <a:spcPct val="0"/>
              </a:spcAft>
              <a:buClrTx/>
              <a:buSzTx/>
              <a:buFontTx/>
              <a:buNone/>
              <a:defRPr/>
            </a:pPr>
            <a:fld id="{1F805F11-A8BB-4E2D-8C51-45D393F58CD0}"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t>36</a:t>
            </a:fld>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176130" name="Rectangle 2"/>
          <p:cNvSpPr>
            <a:spLocks noGrp="1" noChangeArrowheads="1"/>
          </p:cNvSpPr>
          <p:nvPr>
            <p:ph type="title"/>
          </p:nvPr>
        </p:nvSpPr>
        <p:spPr>
          <a:xfrm>
            <a:off x="684213" y="476250"/>
            <a:ext cx="7772400" cy="731838"/>
          </a:xfrm>
        </p:spPr>
        <p:txBody>
          <a:bodyPr vert="horz" wrap="square" lIns="91440" tIns="45720" rIns="91440" bIns="45720" numCol="1" anchor="ctr" anchorCtr="0" compatLnSpc="1"/>
          <a:lstStyle/>
          <a:p>
            <a:pPr marL="0" marR="0" lvl="0" indent="0" algn="ctr" defTabSz="914400" rtl="0" eaLnBrk="1" fontAlgn="base" latinLnBrk="1" hangingPunct="1">
              <a:lnSpc>
                <a:spcPct val="100000"/>
              </a:lnSpc>
              <a:spcBef>
                <a:spcPct val="0"/>
              </a:spcBef>
              <a:spcAft>
                <a:spcPct val="0"/>
              </a:spcAft>
              <a:buClrTx/>
              <a:buSzTx/>
              <a:buFontTx/>
              <a:buNone/>
              <a:defRPr/>
            </a:pPr>
            <a:r>
              <a:rPr kumimoji="1" lang="zh-CN" altLang="en-US" sz="40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j-cs"/>
              </a:rPr>
              <a:t>逻辑推理的例子</a:t>
            </a:r>
            <a:endParaRPr kumimoji="1" lang="en-US" altLang="zh-CN" sz="40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j-cs"/>
            </a:endParaRPr>
          </a:p>
        </p:txBody>
      </p:sp>
      <p:sp>
        <p:nvSpPr>
          <p:cNvPr id="105476" name="Rectangle 3"/>
          <p:cNvSpPr>
            <a:spLocks noGrp="1"/>
          </p:cNvSpPr>
          <p:nvPr>
            <p:ph idx="1"/>
          </p:nvPr>
        </p:nvSpPr>
        <p:spPr>
          <a:xfrm>
            <a:off x="1763713" y="1495425"/>
            <a:ext cx="7200900" cy="4608513"/>
          </a:xfrm>
        </p:spPr>
        <p:txBody>
          <a:bodyPr vert="horz" wrap="square" lIns="91440" tIns="45720" rIns="91440" bIns="45720" anchor="t" anchorCtr="0"/>
          <a:lstStyle/>
          <a:p>
            <a:pPr algn="just" eaLnBrk="1" hangingPunct="1"/>
            <a:r>
              <a:rPr lang="zh-CN" altLang="en-US" sz="2400" dirty="0">
                <a:latin typeface="Times New Roman" panose="02020603050405020304" pitchFamily="18" charset="0"/>
                <a:ea typeface="微软雅黑" panose="020B0503020204020204" pitchFamily="34" charset="-122"/>
                <a:sym typeface="Symbol" panose="05050102010706020507" pitchFamily="18" charset="2"/>
              </a:rPr>
              <a:t>问题描述</a:t>
            </a:r>
            <a:r>
              <a:rPr lang="en-US" altLang="zh-CN" sz="2400" dirty="0">
                <a:latin typeface="Times New Roman" panose="02020603050405020304" pitchFamily="18" charset="0"/>
                <a:ea typeface="微软雅黑" panose="020B0503020204020204" pitchFamily="34" charset="-122"/>
                <a:sym typeface="Symbol" panose="05050102010706020507" pitchFamily="18" charset="2"/>
              </a:rPr>
              <a:t>: </a:t>
            </a:r>
          </a:p>
          <a:p>
            <a:pPr lvl="1" algn="just" eaLnBrk="1" latinLnBrk="0" hangingPunct="1"/>
            <a:r>
              <a:rPr lang="zh-CN" altLang="en-US" dirty="0">
                <a:latin typeface="Times New Roman" panose="02020603050405020304" pitchFamily="18" charset="0"/>
                <a:ea typeface="微软雅黑" panose="020B0503020204020204" pitchFamily="34" charset="-122"/>
                <a:sym typeface="Symbol" panose="05050102010706020507" pitchFamily="18" charset="2"/>
              </a:rPr>
              <a:t>美国法律规定：美国人</a:t>
            </a:r>
            <a:r>
              <a:rPr lang="en-US" altLang="zh-CN" dirty="0">
                <a:latin typeface="Times New Roman" panose="02020603050405020304" pitchFamily="18" charset="0"/>
                <a:ea typeface="微软雅黑" panose="020B0503020204020204" pitchFamily="34" charset="-122"/>
                <a:sym typeface="Symbol" panose="05050102010706020507" pitchFamily="18" charset="2"/>
              </a:rPr>
              <a:t>(American)</a:t>
            </a:r>
            <a:r>
              <a:rPr lang="zh-CN" altLang="en-US" dirty="0">
                <a:latin typeface="Times New Roman" panose="02020603050405020304" pitchFamily="18" charset="0"/>
                <a:ea typeface="微软雅黑" panose="020B0503020204020204" pitchFamily="34" charset="-122"/>
                <a:sym typeface="Symbol" panose="05050102010706020507" pitchFamily="18" charset="2"/>
              </a:rPr>
              <a:t>卖武器</a:t>
            </a:r>
            <a:r>
              <a:rPr lang="en-US" altLang="zh-CN" dirty="0">
                <a:latin typeface="Times New Roman" panose="02020603050405020304" pitchFamily="18" charset="0"/>
                <a:ea typeface="微软雅黑" panose="020B0503020204020204" pitchFamily="34" charset="-122"/>
                <a:sym typeface="Symbol" panose="05050102010706020507" pitchFamily="18" charset="2"/>
              </a:rPr>
              <a:t>(weapon)</a:t>
            </a:r>
            <a:r>
              <a:rPr lang="zh-CN" altLang="en-US" dirty="0">
                <a:latin typeface="Times New Roman" panose="02020603050405020304" pitchFamily="18" charset="0"/>
                <a:ea typeface="微软雅黑" panose="020B0503020204020204" pitchFamily="34" charset="-122"/>
                <a:sym typeface="Symbol" panose="05050102010706020507" pitchFamily="18" charset="2"/>
              </a:rPr>
              <a:t>给敌对国家</a:t>
            </a:r>
            <a:r>
              <a:rPr lang="en-US" altLang="zh-CN" dirty="0">
                <a:latin typeface="Times New Roman" panose="02020603050405020304" pitchFamily="18" charset="0"/>
                <a:ea typeface="微软雅黑" panose="020B0503020204020204" pitchFamily="34" charset="-122"/>
                <a:sym typeface="Symbol" panose="05050102010706020507" pitchFamily="18" charset="2"/>
              </a:rPr>
              <a:t>(hostile)</a:t>
            </a:r>
            <a:r>
              <a:rPr lang="zh-CN" altLang="en-US" dirty="0">
                <a:latin typeface="Times New Roman" panose="02020603050405020304" pitchFamily="18" charset="0"/>
                <a:ea typeface="微软雅黑" panose="020B0503020204020204" pitchFamily="34" charset="-122"/>
                <a:sym typeface="Symbol" panose="05050102010706020507" pitchFamily="18" charset="2"/>
              </a:rPr>
              <a:t>是犯罪的</a:t>
            </a:r>
            <a:r>
              <a:rPr lang="en-US" altLang="zh-CN" dirty="0">
                <a:latin typeface="Times New Roman" panose="02020603050405020304" pitchFamily="18" charset="0"/>
                <a:ea typeface="微软雅黑" panose="020B0503020204020204" pitchFamily="34" charset="-122"/>
                <a:sym typeface="Symbol" panose="05050102010706020507" pitchFamily="18" charset="2"/>
              </a:rPr>
              <a:t>(criminal). </a:t>
            </a:r>
            <a:r>
              <a:rPr lang="zh-CN" altLang="en-US" dirty="0">
                <a:latin typeface="Times New Roman" panose="02020603050405020304" pitchFamily="18" charset="0"/>
                <a:ea typeface="微软雅黑" panose="020B0503020204020204" pitchFamily="34" charset="-122"/>
                <a:sym typeface="Symbol" panose="05050102010706020507" pitchFamily="18" charset="2"/>
              </a:rPr>
              <a:t>美国的敌国</a:t>
            </a:r>
            <a:r>
              <a:rPr lang="en-US" altLang="zh-CN" dirty="0">
                <a:latin typeface="Times New Roman" panose="02020603050405020304" pitchFamily="18" charset="0"/>
                <a:ea typeface="微软雅黑" panose="020B0503020204020204" pitchFamily="34" charset="-122"/>
                <a:sym typeface="Symbol" panose="05050102010706020507" pitchFamily="18" charset="2"/>
              </a:rPr>
              <a:t>Nono</a:t>
            </a:r>
            <a:r>
              <a:rPr lang="zh-CN" altLang="en-US" dirty="0">
                <a:latin typeface="Times New Roman" panose="02020603050405020304" pitchFamily="18" charset="0"/>
                <a:ea typeface="微软雅黑" panose="020B0503020204020204" pitchFamily="34" charset="-122"/>
                <a:sym typeface="Symbol" panose="05050102010706020507" pitchFamily="18" charset="2"/>
              </a:rPr>
              <a:t>有一些导弹</a:t>
            </a:r>
            <a:r>
              <a:rPr lang="en-US" altLang="zh-CN" dirty="0">
                <a:latin typeface="Times New Roman" panose="02020603050405020304" pitchFamily="18" charset="0"/>
                <a:ea typeface="微软雅黑" panose="020B0503020204020204" pitchFamily="34" charset="-122"/>
                <a:sym typeface="Symbol" panose="05050102010706020507" pitchFamily="18" charset="2"/>
              </a:rPr>
              <a:t>(missile)</a:t>
            </a:r>
            <a:r>
              <a:rPr lang="zh-CN" altLang="en-US" dirty="0">
                <a:latin typeface="Times New Roman" panose="02020603050405020304" pitchFamily="18" charset="0"/>
                <a:ea typeface="微软雅黑" panose="020B0503020204020204" pitchFamily="34" charset="-122"/>
                <a:sym typeface="Symbol" panose="05050102010706020507" pitchFamily="18" charset="2"/>
              </a:rPr>
              <a:t>，所有这些导弹是</a:t>
            </a:r>
            <a:r>
              <a:rPr lang="en-US" altLang="zh-CN" dirty="0">
                <a:latin typeface="Times New Roman" panose="02020603050405020304" pitchFamily="18" charset="0"/>
                <a:ea typeface="微软雅黑" panose="020B0503020204020204" pitchFamily="34" charset="-122"/>
                <a:sym typeface="Symbol" panose="05050102010706020507" pitchFamily="18" charset="2"/>
              </a:rPr>
              <a:t>West</a:t>
            </a:r>
            <a:r>
              <a:rPr lang="zh-CN" altLang="en-US" dirty="0">
                <a:latin typeface="Times New Roman" panose="02020603050405020304" pitchFamily="18" charset="0"/>
                <a:ea typeface="微软雅黑" panose="020B0503020204020204" pitchFamily="34" charset="-122"/>
                <a:sym typeface="Symbol" panose="05050102010706020507" pitchFamily="18" charset="2"/>
              </a:rPr>
              <a:t>上校卖给他们的，而</a:t>
            </a:r>
            <a:r>
              <a:rPr lang="en-US" altLang="zh-CN" dirty="0">
                <a:latin typeface="Times New Roman" panose="02020603050405020304" pitchFamily="18" charset="0"/>
                <a:ea typeface="微软雅黑" panose="020B0503020204020204" pitchFamily="34" charset="-122"/>
                <a:sym typeface="Symbol" panose="05050102010706020507" pitchFamily="18" charset="2"/>
              </a:rPr>
              <a:t>West</a:t>
            </a:r>
            <a:r>
              <a:rPr lang="zh-CN" altLang="en-US" dirty="0">
                <a:latin typeface="Times New Roman" panose="02020603050405020304" pitchFamily="18" charset="0"/>
                <a:ea typeface="微软雅黑" panose="020B0503020204020204" pitchFamily="34" charset="-122"/>
                <a:sym typeface="Symbol" panose="05050102010706020507" pitchFamily="18" charset="2"/>
              </a:rPr>
              <a:t>上校是一个美国人</a:t>
            </a:r>
          </a:p>
          <a:p>
            <a:pPr lvl="1" algn="just" eaLnBrk="1" latinLnBrk="0" hangingPunct="1"/>
            <a:r>
              <a:rPr lang="zh-CN" altLang="en-US" dirty="0">
                <a:latin typeface="Times New Roman" panose="02020603050405020304" pitchFamily="18" charset="0"/>
                <a:ea typeface="微软雅黑" panose="020B0503020204020204" pitchFamily="34" charset="-122"/>
                <a:sym typeface="Symbol" panose="05050102010706020507" pitchFamily="18" charset="2"/>
              </a:rPr>
              <a:t>证明：</a:t>
            </a:r>
            <a:r>
              <a:rPr lang="en-US" altLang="zh-CN" dirty="0">
                <a:latin typeface="Times New Roman" panose="02020603050405020304" pitchFamily="18" charset="0"/>
                <a:ea typeface="微软雅黑" panose="020B0503020204020204" pitchFamily="34" charset="-122"/>
                <a:sym typeface="Symbol" panose="05050102010706020507" pitchFamily="18" charset="2"/>
              </a:rPr>
              <a:t>West</a:t>
            </a:r>
            <a:r>
              <a:rPr lang="zh-CN" altLang="en-US" dirty="0">
                <a:latin typeface="Times New Roman" panose="02020603050405020304" pitchFamily="18" charset="0"/>
                <a:ea typeface="微软雅黑" panose="020B0503020204020204" pitchFamily="34" charset="-122"/>
                <a:sym typeface="Symbol" panose="05050102010706020507" pitchFamily="18" charset="2"/>
              </a:rPr>
              <a:t>是犯罪的</a:t>
            </a:r>
          </a:p>
        </p:txBody>
      </p:sp>
      <p:sp>
        <p:nvSpPr>
          <p:cNvPr id="105477" name="Text Box 4"/>
          <p:cNvSpPr txBox="1"/>
          <p:nvPr/>
        </p:nvSpPr>
        <p:spPr>
          <a:xfrm>
            <a:off x="0" y="188913"/>
            <a:ext cx="2339975" cy="457200"/>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0" lvl="0" indent="0" eaLnBrk="1" hangingPunct="1">
              <a:spcBef>
                <a:spcPct val="50000"/>
              </a:spcBef>
              <a:buNone/>
            </a:pPr>
            <a:r>
              <a:rPr lang="zh-CN" altLang="en-US" sz="2400" dirty="0">
                <a:latin typeface="华文行楷" panose="02010800040101010101" pitchFamily="2" charset="-122"/>
                <a:ea typeface="华文行楷" panose="02010800040101010101" pitchFamily="2" charset="-122"/>
              </a:rPr>
              <a:t>第</a:t>
            </a:r>
            <a:r>
              <a:rPr lang="en-US" altLang="zh-CN" sz="2400" dirty="0">
                <a:latin typeface="华文行楷" panose="02010800040101010101" pitchFamily="2" charset="-122"/>
                <a:ea typeface="华文行楷" panose="02010800040101010101" pitchFamily="2" charset="-122"/>
              </a:rPr>
              <a:t>3</a:t>
            </a:r>
            <a:r>
              <a:rPr lang="zh-CN" altLang="en-US" sz="2400" dirty="0">
                <a:latin typeface="华文行楷" panose="02010800040101010101" pitchFamily="2" charset="-122"/>
                <a:ea typeface="华文行楷" panose="02010800040101010101" pitchFamily="2" charset="-122"/>
              </a:rPr>
              <a:t>章 逻辑系统</a:t>
            </a:r>
          </a:p>
        </p:txBody>
      </p:sp>
      <p:sp>
        <p:nvSpPr>
          <p:cNvPr id="105478" name="矩形 1"/>
          <p:cNvSpPr/>
          <p:nvPr/>
        </p:nvSpPr>
        <p:spPr>
          <a:xfrm>
            <a:off x="-90487" y="2060575"/>
            <a:ext cx="2520950" cy="831850"/>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457200" lvl="1" indent="0" eaLnBrk="1" latinLnBrk="0" hangingPunct="1">
              <a:lnSpc>
                <a:spcPct val="120000"/>
              </a:lnSpc>
              <a:spcBef>
                <a:spcPct val="0"/>
              </a:spcBef>
              <a:buNone/>
            </a:pPr>
            <a:r>
              <a:rPr lang="zh-CN" altLang="en-US" dirty="0">
                <a:solidFill>
                  <a:srgbClr val="C00000"/>
                </a:solidFill>
                <a:latin typeface="微软雅黑" panose="020B0503020204020204" pitchFamily="34" charset="-122"/>
                <a:ea typeface="微软雅黑" panose="020B0503020204020204" pitchFamily="34" charset="-122"/>
                <a:sym typeface="Symbol" panose="05050102010706020507" pitchFamily="18" charset="2"/>
              </a:rPr>
              <a:t>确定任务</a:t>
            </a:r>
          </a:p>
          <a:p>
            <a:pPr marL="457200" lvl="1" indent="0" eaLnBrk="1" latinLnBrk="0" hangingPunct="1">
              <a:lnSpc>
                <a:spcPct val="120000"/>
              </a:lnSpc>
              <a:spcBef>
                <a:spcPct val="0"/>
              </a:spcBef>
              <a:buNone/>
            </a:pPr>
            <a:r>
              <a:rPr lang="zh-CN" altLang="en-US" dirty="0">
                <a:solidFill>
                  <a:srgbClr val="C00000"/>
                </a:solidFill>
                <a:latin typeface="微软雅黑" panose="020B0503020204020204" pitchFamily="34" charset="-122"/>
                <a:ea typeface="微软雅黑" panose="020B0503020204020204" pitchFamily="34" charset="-122"/>
                <a:sym typeface="Symbol" panose="05050102010706020507" pitchFamily="18" charset="2"/>
              </a:rPr>
              <a:t>收集相关知识</a:t>
            </a:r>
          </a:p>
        </p:txBody>
      </p:sp>
      <p:sp>
        <p:nvSpPr>
          <p:cNvPr id="105479" name="矩形 2"/>
          <p:cNvSpPr/>
          <p:nvPr/>
        </p:nvSpPr>
        <p:spPr>
          <a:xfrm>
            <a:off x="-355600" y="4097338"/>
            <a:ext cx="2447925" cy="831850"/>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457200" lvl="1" indent="0" eaLnBrk="1" latinLnBrk="0" hangingPunct="1">
              <a:lnSpc>
                <a:spcPct val="120000"/>
              </a:lnSpc>
              <a:spcBef>
                <a:spcPct val="0"/>
              </a:spcBef>
              <a:buNone/>
            </a:pPr>
            <a:r>
              <a:rPr lang="zh-CN" altLang="en-US" dirty="0">
                <a:solidFill>
                  <a:srgbClr val="C00000"/>
                </a:solidFill>
                <a:latin typeface="微软雅黑" panose="020B0503020204020204" pitchFamily="34" charset="-122"/>
                <a:ea typeface="微软雅黑" panose="020B0503020204020204" pitchFamily="34" charset="-122"/>
                <a:sym typeface="Symbol" panose="05050102010706020507" pitchFamily="18" charset="2"/>
              </a:rPr>
              <a:t>确定谓词、函数和常量词汇表</a:t>
            </a:r>
          </a:p>
        </p:txBody>
      </p:sp>
      <p:sp>
        <p:nvSpPr>
          <p:cNvPr id="105480" name="矩形 3"/>
          <p:cNvSpPr/>
          <p:nvPr/>
        </p:nvSpPr>
        <p:spPr>
          <a:xfrm>
            <a:off x="2157413" y="3959225"/>
            <a:ext cx="5311775" cy="1785104"/>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457200" lvl="1" indent="0" eaLnBrk="1" latinLnBrk="0" hangingPunct="1">
              <a:lnSpc>
                <a:spcPct val="110000"/>
              </a:lnSpc>
              <a:spcBef>
                <a:spcPct val="0"/>
              </a:spcBef>
              <a:buNone/>
            </a:pPr>
            <a:r>
              <a:rPr lang="zh-CN" altLang="en-US" dirty="0">
                <a:latin typeface="Times New Roman" panose="02020603050405020304" pitchFamily="18" charset="0"/>
                <a:ea typeface="微软雅黑" panose="020B0503020204020204" pitchFamily="34" charset="-122"/>
                <a:sym typeface="Symbol" panose="05050102010706020507" pitchFamily="18" charset="2"/>
              </a:rPr>
              <a:t>美国人：</a:t>
            </a:r>
            <a:r>
              <a:rPr lang="en-US" altLang="zh-CN" dirty="0">
                <a:latin typeface="Times New Roman" panose="02020603050405020304" pitchFamily="18" charset="0"/>
                <a:ea typeface="微软雅黑" panose="020B0503020204020204" pitchFamily="34" charset="-122"/>
                <a:sym typeface="Symbol" panose="05050102010706020507" pitchFamily="18" charset="2"/>
              </a:rPr>
              <a:t>American(x) </a:t>
            </a:r>
          </a:p>
          <a:p>
            <a:pPr marL="457200" lvl="1" indent="0" eaLnBrk="1" latinLnBrk="0" hangingPunct="1">
              <a:lnSpc>
                <a:spcPct val="110000"/>
              </a:lnSpc>
              <a:spcBef>
                <a:spcPct val="0"/>
              </a:spcBef>
              <a:buNone/>
            </a:pPr>
            <a:r>
              <a:rPr lang="zh-CN" altLang="en-US" dirty="0">
                <a:latin typeface="Times New Roman" panose="02020603050405020304" pitchFamily="18" charset="0"/>
                <a:ea typeface="微软雅黑" panose="020B0503020204020204" pitchFamily="34" charset="-122"/>
                <a:sym typeface="Symbol" panose="05050102010706020507" pitchFamily="18" charset="2"/>
              </a:rPr>
              <a:t>武器：</a:t>
            </a:r>
            <a:r>
              <a:rPr lang="en-US" altLang="zh-CN" dirty="0">
                <a:latin typeface="Times New Roman" panose="02020603050405020304" pitchFamily="18" charset="0"/>
                <a:ea typeface="微软雅黑" panose="020B0503020204020204" pitchFamily="34" charset="-122"/>
                <a:sym typeface="Symbol" panose="05050102010706020507" pitchFamily="18" charset="2"/>
              </a:rPr>
              <a:t> Weapon(y) </a:t>
            </a:r>
          </a:p>
          <a:p>
            <a:pPr marL="457200" lvl="1" indent="0" eaLnBrk="1" latinLnBrk="0" hangingPunct="1">
              <a:lnSpc>
                <a:spcPct val="110000"/>
              </a:lnSpc>
              <a:spcBef>
                <a:spcPct val="0"/>
              </a:spcBef>
              <a:buNone/>
            </a:pPr>
            <a:r>
              <a:rPr lang="zh-CN" altLang="en-US" dirty="0">
                <a:latin typeface="Times New Roman" panose="02020603050405020304" pitchFamily="18" charset="0"/>
                <a:ea typeface="微软雅黑" panose="020B0503020204020204" pitchFamily="34" charset="-122"/>
                <a:sym typeface="Symbol" panose="05050102010706020507" pitchFamily="18" charset="2"/>
              </a:rPr>
              <a:t>卖：</a:t>
            </a:r>
            <a:r>
              <a:rPr lang="en-US" altLang="zh-CN" dirty="0">
                <a:latin typeface="Times New Roman" panose="02020603050405020304" pitchFamily="18" charset="0"/>
                <a:ea typeface="微软雅黑" panose="020B0503020204020204" pitchFamily="34" charset="-122"/>
                <a:sym typeface="Symbol" panose="05050102010706020507" pitchFamily="18" charset="2"/>
              </a:rPr>
              <a:t> Sell(x,y,z) </a:t>
            </a:r>
          </a:p>
          <a:p>
            <a:pPr marL="457200" lvl="1" indent="0" eaLnBrk="1" latinLnBrk="0" hangingPunct="1">
              <a:lnSpc>
                <a:spcPct val="110000"/>
              </a:lnSpc>
              <a:spcBef>
                <a:spcPct val="0"/>
              </a:spcBef>
              <a:buNone/>
            </a:pPr>
            <a:r>
              <a:rPr lang="zh-CN" altLang="en-US" dirty="0">
                <a:latin typeface="Times New Roman" panose="02020603050405020304" pitchFamily="18" charset="0"/>
                <a:ea typeface="微软雅黑" panose="020B0503020204020204" pitchFamily="34" charset="-122"/>
                <a:sym typeface="Symbol" panose="05050102010706020507" pitchFamily="18" charset="2"/>
              </a:rPr>
              <a:t>敌对国：</a:t>
            </a:r>
            <a:r>
              <a:rPr lang="en-US" altLang="zh-CN" dirty="0">
                <a:latin typeface="Times New Roman" panose="02020603050405020304" pitchFamily="18" charset="0"/>
                <a:ea typeface="微软雅黑" panose="020B0503020204020204" pitchFamily="34" charset="-122"/>
                <a:sym typeface="Symbol" panose="05050102010706020507" pitchFamily="18" charset="2"/>
              </a:rPr>
              <a:t>Hostile(z) </a:t>
            </a:r>
          </a:p>
          <a:p>
            <a:pPr marL="457200" lvl="1" indent="0" eaLnBrk="1" latinLnBrk="0" hangingPunct="1">
              <a:lnSpc>
                <a:spcPct val="110000"/>
              </a:lnSpc>
              <a:spcBef>
                <a:spcPct val="0"/>
              </a:spcBef>
              <a:buNone/>
            </a:pPr>
            <a:r>
              <a:rPr lang="zh-CN" altLang="en-US" dirty="0">
                <a:latin typeface="Times New Roman" panose="02020603050405020304" pitchFamily="18" charset="0"/>
                <a:ea typeface="微软雅黑" panose="020B0503020204020204" pitchFamily="34" charset="-122"/>
                <a:sym typeface="Symbol" panose="05050102010706020507" pitchFamily="18" charset="2"/>
              </a:rPr>
              <a:t>罪犯：</a:t>
            </a:r>
            <a:r>
              <a:rPr lang="en-US" altLang="zh-CN" dirty="0">
                <a:latin typeface="Times New Roman" panose="02020603050405020304" pitchFamily="18" charset="0"/>
                <a:ea typeface="微软雅黑" panose="020B0503020204020204" pitchFamily="34" charset="-122"/>
                <a:sym typeface="Symbol" panose="05050102010706020507" pitchFamily="18" charset="2"/>
              </a:rPr>
              <a:t>Criminal(x)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547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547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54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78" grpId="0"/>
      <p:bldP spid="105479" grpId="0"/>
      <p:bldP spid="105480" grpId="0"/>
    </p:bld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灯片编号占位符 5"/>
          <p:cNvSpPr txBox="1">
            <a:spLocks noGrp="1"/>
          </p:cNvSpPr>
          <p:nvPr>
            <p:ph type="sldNum" sz="quarter" idx="4"/>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40" tIns="45720" rIns="91440" bIns="45720" numCol="1" anchor="t" anchorCtr="0" compatLnSpc="1"/>
          <a:lstStyle/>
          <a:p>
            <a:pPr marL="0" marR="0" lvl="0" indent="0" algn="r" defTabSz="914400" rtl="0" eaLnBrk="1" fontAlgn="base" latinLnBrk="1" hangingPunct="1">
              <a:lnSpc>
                <a:spcPct val="100000"/>
              </a:lnSpc>
              <a:spcBef>
                <a:spcPct val="0"/>
              </a:spcBef>
              <a:spcAft>
                <a:spcPct val="0"/>
              </a:spcAft>
              <a:buClrTx/>
              <a:buSzTx/>
              <a:buFontTx/>
              <a:buNone/>
              <a:defRPr/>
            </a:pPr>
            <a:fld id="{91EEA0B4-22F0-4734-9A84-A53149238178}"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t>37</a:t>
            </a:fld>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147460" name="Rectangle 3"/>
          <p:cNvSpPr>
            <a:spLocks noGrp="1" noChangeArrowheads="1"/>
          </p:cNvSpPr>
          <p:nvPr>
            <p:ph idx="1"/>
          </p:nvPr>
        </p:nvSpPr>
        <p:spPr>
          <a:xfrm>
            <a:off x="1860550" y="631825"/>
            <a:ext cx="7269163" cy="5677495"/>
          </a:xfrm>
        </p:spPr>
        <p:txBody>
          <a:bodyPr vert="horz" wrap="square" lIns="91440" tIns="45720" rIns="91440" bIns="45720" numCol="1" anchor="t" anchorCtr="0" compatLnSpc="1"/>
          <a:lstStyle/>
          <a:p>
            <a:pPr marL="0" marR="0" lvl="0" indent="0" algn="just" defTabSz="914400" rtl="0" eaLnBrk="1" fontAlgn="base" latinLnBrk="0" hangingPunct="1">
              <a:lnSpc>
                <a:spcPct val="100000"/>
              </a:lnSpc>
              <a:spcBef>
                <a:spcPct val="20000"/>
              </a:spcBef>
              <a:spcAft>
                <a:spcPct val="0"/>
              </a:spcAft>
              <a:buClrTx/>
              <a:buSzTx/>
              <a:buFontTx/>
              <a:buNone/>
              <a:defRPr/>
            </a:pPr>
            <a:r>
              <a:rPr kumimoji="1" lang="zh-CN" altLang="en-US" sz="2000" b="0" i="0" u="none" strike="noStrike" kern="1200" cap="none" spc="0" normalizeH="0" baseline="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用</a:t>
            </a:r>
            <a:r>
              <a:rPr kumimoji="1" lang="en-US" altLang="zh-CN" sz="2000" b="0" i="0" u="none" strike="noStrike" kern="1200" cap="none" spc="0" normalizeH="0" baseline="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Horn</a:t>
            </a:r>
            <a:r>
              <a:rPr kumimoji="1" lang="zh-CN" altLang="en-US" sz="2000" b="0" i="0" u="none" strike="noStrike" kern="1200" cap="none" spc="0" normalizeH="0" baseline="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子句表示上述内容</a:t>
            </a:r>
          </a:p>
          <a:p>
            <a:pPr marL="342900" marR="0" lvl="0" indent="-342900" algn="just" defTabSz="914400" rtl="0" eaLnBrk="1" fontAlgn="base" latinLnBrk="0" hangingPunct="1">
              <a:lnSpc>
                <a:spcPct val="100000"/>
              </a:lnSpc>
              <a:spcBef>
                <a:spcPct val="20000"/>
              </a:spcBef>
              <a:spcAft>
                <a:spcPct val="0"/>
              </a:spcAft>
              <a:buClrTx/>
              <a:buSzTx/>
              <a:buFontTx/>
              <a:buChar char="•"/>
              <a:defRPr/>
            </a:pPr>
            <a:r>
              <a:rPr kumimoji="1" lang="zh-CN" altLang="en-US" sz="2000" b="0" i="0" u="none" strike="noStrike" kern="1200" cap="none" spc="0" normalizeH="0" baseline="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美国人卖武器给敌对国家是犯罪的</a:t>
            </a:r>
            <a:endParaRPr kumimoji="1" lang="en-US" altLang="zh-CN" sz="2000" b="0" i="0" u="none" strike="noStrike" kern="1200" cap="none" spc="0" normalizeH="0" baseline="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endParaRPr>
          </a:p>
          <a:p>
            <a:pPr marL="0" marR="0" lvl="0" indent="0" algn="just" defTabSz="914400" rtl="0" eaLnBrk="1" fontAlgn="base" latinLnBrk="0" hangingPunct="1">
              <a:lnSpc>
                <a:spcPct val="100000"/>
              </a:lnSpc>
              <a:spcBef>
                <a:spcPct val="20000"/>
              </a:spcBef>
              <a:spcAft>
                <a:spcPct val="0"/>
              </a:spcAft>
              <a:buClrTx/>
              <a:buSzTx/>
              <a:buFontTx/>
              <a:buNone/>
              <a:defRPr/>
            </a:pPr>
            <a:r>
              <a:rPr kumimoji="1" lang="en-US" altLang="zh-CN" sz="1800" b="0" i="0" u="none" strike="noStrike" kern="1200" cap="none" spc="0" normalizeH="0" baseline="0" noProof="0" dirty="0" smtClean="0">
                <a:ln>
                  <a:noFill/>
                </a:ln>
                <a:solidFill>
                  <a:srgbClr val="0000FF"/>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American(x) ∧ Weapon(y) ∧ Sell(</a:t>
            </a:r>
            <a:r>
              <a:rPr kumimoji="1" lang="en-US" altLang="zh-CN" sz="1800" b="0" i="0" u="none" strike="noStrike" kern="1200" cap="none" spc="0" normalizeH="0" baseline="0" noProof="0" dirty="0" err="1" smtClean="0">
                <a:ln>
                  <a:noFill/>
                </a:ln>
                <a:solidFill>
                  <a:srgbClr val="0000FF"/>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x,y,z</a:t>
            </a:r>
            <a:r>
              <a:rPr kumimoji="1" lang="en-US" altLang="zh-CN" sz="1800" b="0" i="0" u="none" strike="noStrike" kern="1200" cap="none" spc="0" normalizeH="0" baseline="0" noProof="0" dirty="0" smtClean="0">
                <a:ln>
                  <a:noFill/>
                </a:ln>
                <a:solidFill>
                  <a:srgbClr val="0000FF"/>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 Hostile(z) →  Criminal(x) [1]</a:t>
            </a:r>
            <a:endParaRPr kumimoji="1" lang="en-US" altLang="zh-CN" sz="2200" b="0" i="0" u="none" strike="noStrike" kern="1200" cap="none" spc="0" normalizeH="0" baseline="0" noProof="0" dirty="0">
              <a:ln>
                <a:noFill/>
              </a:ln>
              <a:solidFill>
                <a:srgbClr val="0000FF"/>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endParaRPr>
          </a:p>
          <a:p>
            <a:pPr marL="342900" marR="0" lvl="0" indent="-342900" algn="just" defTabSz="914400" rtl="0" eaLnBrk="1" fontAlgn="base" latinLnBrk="0" hangingPunct="1">
              <a:lnSpc>
                <a:spcPct val="100000"/>
              </a:lnSpc>
              <a:spcBef>
                <a:spcPct val="20000"/>
              </a:spcBef>
              <a:spcAft>
                <a:spcPct val="0"/>
              </a:spcAft>
              <a:buClrTx/>
              <a:buSzTx/>
              <a:buFontTx/>
              <a:buChar char="•"/>
              <a:defRPr/>
            </a:pPr>
            <a:r>
              <a:rPr kumimoji="1" lang="en-US" altLang="zh-CN" sz="2000" b="0" i="0" u="none" strike="noStrike" kern="1200" cap="none" spc="0" normalizeH="0" baseline="0" noProof="0" dirty="0" err="1"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Nono</a:t>
            </a:r>
            <a:r>
              <a:rPr kumimoji="1" lang="zh-CN"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有一些</a:t>
            </a:r>
            <a:r>
              <a:rPr kumimoji="1" lang="zh-CN" altLang="en-US" sz="2000" b="0" i="0" u="none" strike="noStrike" kern="1200" cap="none" spc="0" normalizeH="0" baseline="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导弹</a:t>
            </a:r>
          </a:p>
          <a:p>
            <a:pPr marL="742950" marR="0" lvl="1" indent="-285750" algn="l" defTabSz="914400" rtl="0" eaLnBrk="1" fontAlgn="base" latinLnBrk="0" hangingPunct="1">
              <a:lnSpc>
                <a:spcPct val="100000"/>
              </a:lnSpc>
              <a:spcBef>
                <a:spcPct val="20000"/>
              </a:spcBef>
              <a:spcAft>
                <a:spcPct val="0"/>
              </a:spcAft>
              <a:buClrTx/>
              <a:buSzTx/>
              <a:buFontTx/>
              <a:buNone/>
              <a:defRPr/>
            </a:pPr>
            <a:r>
              <a:rPr kumimoji="1" lang="zh-CN" altLang="zh-CN" sz="2000" b="0" i="0" u="none" strike="noStrike" kern="1200" cap="none" spc="0" normalizeH="0" baseline="0" noProof="0" dirty="0" smtClean="0">
                <a:ln>
                  <a:noFill/>
                </a:ln>
                <a:solidFill>
                  <a:srgbClr val="0000FF"/>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kumimoji="1" lang="zh-CN" altLang="en-US" sz="2000" b="0" i="0" u="none" strike="noStrike" kern="1200" cap="none" spc="0" normalizeH="0" baseline="0" noProof="0" dirty="0" smtClean="0">
                <a:ln>
                  <a:noFill/>
                </a:ln>
                <a:solidFill>
                  <a:srgbClr val="0000FF"/>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x </a:t>
            </a:r>
            <a:r>
              <a:rPr kumimoji="1" lang="en-US" altLang="zh-CN" sz="2000" b="0" i="0" u="none" strike="noStrike" kern="1200" cap="none" spc="0" normalizeH="0" baseline="0" noProof="0" dirty="0" smtClean="0">
                <a:ln>
                  <a:noFill/>
                </a:ln>
                <a:solidFill>
                  <a:srgbClr val="0000FF"/>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Own(</a:t>
            </a:r>
            <a:r>
              <a:rPr kumimoji="1" lang="en-US" altLang="zh-CN" sz="2000" b="0" i="0" u="none" strike="noStrike" kern="1200" cap="none" spc="0" normalizeH="0" baseline="0" noProof="0" dirty="0" err="1" smtClean="0">
                <a:ln>
                  <a:noFill/>
                </a:ln>
                <a:solidFill>
                  <a:srgbClr val="0000FF"/>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Nono</a:t>
            </a:r>
            <a:r>
              <a:rPr kumimoji="1" lang="en-US" altLang="zh-CN" sz="2000" b="0" i="0" u="none" strike="noStrike" kern="1200" cap="none" spc="0" normalizeH="0" baseline="0" noProof="0" dirty="0" smtClean="0">
                <a:ln>
                  <a:noFill/>
                </a:ln>
                <a:solidFill>
                  <a:srgbClr val="0000FF"/>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x) ∧ Missile(x)</a:t>
            </a: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1" lang="zh-CN" altLang="en-US" sz="2000" b="0" i="0" u="none" strike="noStrike" kern="1200" cap="none" spc="0" normalizeH="0" baseline="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消去存在量词，引入新常量，得到</a:t>
            </a:r>
            <a:r>
              <a:rPr kumimoji="1" lang="en-US" altLang="zh-CN" sz="2000" b="0" i="0" u="none" strike="noStrike" kern="1200" cap="none" spc="0" normalizeH="0" baseline="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2</a:t>
            </a:r>
            <a:r>
              <a:rPr kumimoji="1" lang="zh-CN" altLang="en-US" sz="2000" b="0" i="0" u="none" strike="noStrike" kern="1200" cap="none" spc="0" normalizeH="0" baseline="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个原子公式</a:t>
            </a:r>
            <a:r>
              <a:rPr kumimoji="1" lang="en-US" altLang="zh-CN" sz="2000" b="0" i="0" u="none" strike="noStrike" kern="1200" cap="none" spc="0" normalizeH="0" baseline="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kumimoji="1" lang="zh-CN" altLang="en-US" sz="2000" b="0" i="0" u="none" strike="noStrike" kern="1200" cap="none" spc="0" normalizeH="0" baseline="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正文字</a:t>
            </a:r>
            <a:r>
              <a:rPr kumimoji="1" lang="en-US" altLang="zh-CN" sz="2000" b="0" i="0" u="none" strike="noStrike" kern="1200" cap="none" spc="0" normalizeH="0" baseline="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p>
          <a:p>
            <a:pPr marL="742950" marR="0" lvl="1" indent="-285750" algn="just" defTabSz="914400" rtl="0" eaLnBrk="1" fontAlgn="base" latinLnBrk="0" hangingPunct="1">
              <a:lnSpc>
                <a:spcPct val="100000"/>
              </a:lnSpc>
              <a:spcBef>
                <a:spcPct val="20000"/>
              </a:spcBef>
              <a:spcAft>
                <a:spcPct val="0"/>
              </a:spcAft>
              <a:buClrTx/>
              <a:buSzTx/>
              <a:buFontTx/>
              <a:buNone/>
              <a:defRPr/>
            </a:pPr>
            <a:r>
              <a:rPr kumimoji="1" lang="en-US" altLang="zh-CN" sz="2000" b="0" i="0" u="none" strike="noStrike" kern="1200" cap="none" spc="0" normalizeH="0" baseline="0" noProof="0" dirty="0" smtClean="0">
                <a:ln>
                  <a:noFill/>
                </a:ln>
                <a:solidFill>
                  <a:srgbClr val="0000FF"/>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Own(</a:t>
            </a:r>
            <a:r>
              <a:rPr kumimoji="1" lang="en-US" altLang="zh-CN" sz="2000" b="0" i="0" u="none" strike="noStrike" kern="1200" cap="none" spc="0" normalizeH="0" baseline="0" noProof="0" dirty="0" err="1" smtClean="0">
                <a:ln>
                  <a:noFill/>
                </a:ln>
                <a:solidFill>
                  <a:srgbClr val="0000FF"/>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Nono</a:t>
            </a:r>
            <a:r>
              <a:rPr kumimoji="1" lang="en-US" altLang="zh-CN" sz="2000" b="0" i="0" u="none" strike="noStrike" kern="1200" cap="none" spc="0" normalizeH="0" baseline="0" noProof="0" dirty="0" smtClean="0">
                <a:ln>
                  <a:noFill/>
                </a:ln>
                <a:solidFill>
                  <a:srgbClr val="0000FF"/>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a:t>
            </a:r>
            <a:r>
              <a:rPr kumimoji="1" lang="en-US" altLang="zh-CN" sz="2000" b="0" i="0" u="none" strike="noStrike" kern="1200" cap="none" spc="0" normalizeH="0" baseline="0" noProof="0" dirty="0" err="1" smtClean="0">
                <a:ln>
                  <a:noFill/>
                </a:ln>
                <a:solidFill>
                  <a:srgbClr val="0000FF"/>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M</a:t>
            </a:r>
            <a:r>
              <a:rPr kumimoji="1" lang="en-US" altLang="zh-CN" sz="2000" b="0" i="0" u="none" strike="noStrike" kern="1200" cap="none" spc="0" normalizeH="0" baseline="-25000" noProof="0" dirty="0" err="1" smtClean="0">
                <a:ln>
                  <a:noFill/>
                </a:ln>
                <a:solidFill>
                  <a:srgbClr val="0000FF"/>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1</a:t>
            </a:r>
            <a:r>
              <a:rPr kumimoji="1" lang="en-US" altLang="zh-CN" sz="2000" b="0" i="0" u="none" strike="noStrike" kern="1200" cap="none" spc="0" normalizeH="0" baseline="0" noProof="0" dirty="0" smtClean="0">
                <a:ln>
                  <a:noFill/>
                </a:ln>
                <a:solidFill>
                  <a:srgbClr val="0000FF"/>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[4]</a:t>
            </a:r>
          </a:p>
          <a:p>
            <a:pPr marL="742950" marR="0" lvl="1" indent="-285750" algn="just" defTabSz="914400" rtl="0" eaLnBrk="1" fontAlgn="base" latinLnBrk="0" hangingPunct="1">
              <a:lnSpc>
                <a:spcPct val="100000"/>
              </a:lnSpc>
              <a:spcBef>
                <a:spcPct val="20000"/>
              </a:spcBef>
              <a:spcAft>
                <a:spcPct val="0"/>
              </a:spcAft>
              <a:buClrTx/>
              <a:buSzTx/>
              <a:buFontTx/>
              <a:buNone/>
              <a:defRPr/>
            </a:pPr>
            <a:r>
              <a:rPr kumimoji="1" lang="en-US" altLang="zh-CN" sz="2000" b="0" i="0" u="none" strike="noStrike" kern="1200" cap="none" spc="0" normalizeH="0" baseline="0" noProof="0" dirty="0" smtClean="0">
                <a:ln>
                  <a:noFill/>
                </a:ln>
                <a:solidFill>
                  <a:srgbClr val="0000FF"/>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Missile(</a:t>
            </a:r>
            <a:r>
              <a:rPr kumimoji="1" lang="en-US" altLang="zh-CN" sz="2000" b="0" i="0" u="none" strike="noStrike" kern="1200" cap="none" spc="0" normalizeH="0" baseline="0" noProof="0" dirty="0" err="1" smtClean="0">
                <a:ln>
                  <a:noFill/>
                </a:ln>
                <a:solidFill>
                  <a:srgbClr val="0000FF"/>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M</a:t>
            </a:r>
            <a:r>
              <a:rPr kumimoji="1" lang="en-US" altLang="zh-CN" sz="2000" b="0" i="0" u="none" strike="noStrike" kern="1200" cap="none" spc="0" normalizeH="0" baseline="-25000" noProof="0" dirty="0" err="1" smtClean="0">
                <a:ln>
                  <a:noFill/>
                </a:ln>
                <a:solidFill>
                  <a:srgbClr val="0000FF"/>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1</a:t>
            </a:r>
            <a:r>
              <a:rPr kumimoji="1" lang="en-US" altLang="zh-CN" sz="2000" b="0" i="0" u="none" strike="noStrike" kern="1200" cap="none" spc="0" normalizeH="0" baseline="0" noProof="0" dirty="0" smtClean="0">
                <a:ln>
                  <a:noFill/>
                </a:ln>
                <a:solidFill>
                  <a:srgbClr val="0000FF"/>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[5]</a:t>
            </a:r>
          </a:p>
          <a:p>
            <a:pPr marL="342900" marR="0" lvl="0" indent="-342900" algn="just" defTabSz="914400" rtl="0" eaLnBrk="1" fontAlgn="base" latinLnBrk="0" hangingPunct="1">
              <a:lnSpc>
                <a:spcPct val="100000"/>
              </a:lnSpc>
              <a:spcBef>
                <a:spcPct val="20000"/>
              </a:spcBef>
              <a:spcAft>
                <a:spcPct val="0"/>
              </a:spcAft>
              <a:buClrTx/>
              <a:buSzTx/>
              <a:buFontTx/>
              <a:buChar char="•"/>
              <a:defRPr/>
            </a:pPr>
            <a:r>
              <a:rPr kumimoji="1" lang="zh-CN" alt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黑体" panose="02010609060101010101" pitchFamily="49" charset="-122"/>
                <a:cs typeface="+mn-cs"/>
                <a:sym typeface="Symbol" panose="05050102010706020507" pitchFamily="18" charset="2"/>
              </a:rPr>
              <a:t>所有该国导弹都是</a:t>
            </a:r>
            <a:r>
              <a:rPr kumimoji="1" lang="en-US" altLang="zh-CN"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黑体" panose="02010609060101010101" pitchFamily="49" charset="-122"/>
                <a:cs typeface="+mn-cs"/>
                <a:sym typeface="Symbol" panose="05050102010706020507" pitchFamily="18" charset="2"/>
              </a:rPr>
              <a:t>West</a:t>
            </a:r>
            <a:r>
              <a:rPr kumimoji="1" lang="zh-CN" alt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黑体" panose="02010609060101010101" pitchFamily="49" charset="-122"/>
                <a:cs typeface="+mn-cs"/>
                <a:sym typeface="Symbol" panose="05050102010706020507" pitchFamily="18" charset="2"/>
              </a:rPr>
              <a:t>上校出售的</a:t>
            </a:r>
          </a:p>
          <a:p>
            <a:pPr marL="742950" marR="0" lvl="1" indent="-285750" algn="l" defTabSz="914400" rtl="0" eaLnBrk="1" fontAlgn="base" latinLnBrk="0" hangingPunct="1">
              <a:lnSpc>
                <a:spcPct val="100000"/>
              </a:lnSpc>
              <a:spcBef>
                <a:spcPct val="20000"/>
              </a:spcBef>
              <a:spcAft>
                <a:spcPct val="0"/>
              </a:spcAft>
              <a:buClrTx/>
              <a:buSzTx/>
              <a:buFontTx/>
              <a:buNone/>
              <a:defRPr/>
            </a:pPr>
            <a:r>
              <a:rPr kumimoji="1" lang="en-US" altLang="zh-CN" sz="2000" b="0" i="0" u="none" strike="noStrike" kern="1200" cap="none" spc="0" normalizeH="0" baseline="0" noProof="0" dirty="0" smtClean="0">
                <a:ln>
                  <a:noFill/>
                </a:ln>
                <a:solidFill>
                  <a:srgbClr val="0000FF"/>
                </a:solidFill>
                <a:effectLst/>
                <a:uLnTx/>
                <a:uFillTx/>
                <a:latin typeface="Times New Roman" panose="02020603050405020304" pitchFamily="18" charset="0"/>
                <a:ea typeface="黑体" panose="02010609060101010101" pitchFamily="49" charset="-122"/>
                <a:cs typeface="+mn-cs"/>
                <a:sym typeface="Symbol" panose="05050102010706020507" pitchFamily="18" charset="2"/>
              </a:rPr>
              <a:t>Missile(y) ∧ Own(</a:t>
            </a:r>
            <a:r>
              <a:rPr kumimoji="1" lang="en-US" altLang="zh-CN" sz="2000" b="0" i="0" u="none" strike="noStrike" kern="1200" cap="none" spc="0" normalizeH="0" baseline="0" noProof="0" dirty="0" err="1" smtClean="0">
                <a:ln>
                  <a:noFill/>
                </a:ln>
                <a:solidFill>
                  <a:srgbClr val="0000FF"/>
                </a:solidFill>
                <a:effectLst/>
                <a:uLnTx/>
                <a:uFillTx/>
                <a:latin typeface="Times New Roman" panose="02020603050405020304" pitchFamily="18" charset="0"/>
                <a:ea typeface="黑体" panose="02010609060101010101" pitchFamily="49" charset="-122"/>
                <a:cs typeface="+mn-cs"/>
                <a:sym typeface="Symbol" panose="05050102010706020507" pitchFamily="18" charset="2"/>
              </a:rPr>
              <a:t>Nono</a:t>
            </a:r>
            <a:r>
              <a:rPr kumimoji="1" lang="en-US" altLang="zh-CN" sz="2000" b="0" i="0" u="none" strike="noStrike" kern="1200" cap="none" spc="0" normalizeH="0" baseline="0" noProof="0" dirty="0" smtClean="0">
                <a:ln>
                  <a:noFill/>
                </a:ln>
                <a:solidFill>
                  <a:srgbClr val="0000FF"/>
                </a:solidFill>
                <a:effectLst/>
                <a:uLnTx/>
                <a:uFillTx/>
                <a:latin typeface="Times New Roman" panose="02020603050405020304" pitchFamily="18" charset="0"/>
                <a:ea typeface="黑体" panose="02010609060101010101" pitchFamily="49" charset="-122"/>
                <a:cs typeface="+mn-cs"/>
                <a:sym typeface="Symbol" panose="05050102010706020507" pitchFamily="18" charset="2"/>
              </a:rPr>
              <a:t>, y)→Sell(West, y, </a:t>
            </a:r>
            <a:r>
              <a:rPr kumimoji="1" lang="en-US" altLang="zh-CN" sz="2000" b="0" i="0" u="none" strike="noStrike" kern="1200" cap="none" spc="0" normalizeH="0" baseline="0" noProof="0" dirty="0" err="1" smtClean="0">
                <a:ln>
                  <a:noFill/>
                </a:ln>
                <a:solidFill>
                  <a:srgbClr val="0000FF"/>
                </a:solidFill>
                <a:effectLst/>
                <a:uLnTx/>
                <a:uFillTx/>
                <a:latin typeface="Times New Roman" panose="02020603050405020304" pitchFamily="18" charset="0"/>
                <a:ea typeface="黑体" panose="02010609060101010101" pitchFamily="49" charset="-122"/>
                <a:cs typeface="+mn-cs"/>
                <a:sym typeface="Symbol" panose="05050102010706020507" pitchFamily="18" charset="2"/>
              </a:rPr>
              <a:t>Nono</a:t>
            </a:r>
            <a:r>
              <a:rPr kumimoji="1" lang="en-US" altLang="zh-CN" sz="2000" b="0" i="0" u="none" strike="noStrike" kern="1200" cap="none" spc="0" normalizeH="0" baseline="0" noProof="0" dirty="0" smtClean="0">
                <a:ln>
                  <a:noFill/>
                </a:ln>
                <a:solidFill>
                  <a:srgbClr val="0000FF"/>
                </a:solidFill>
                <a:effectLst/>
                <a:uLnTx/>
                <a:uFillTx/>
                <a:latin typeface="Times New Roman" panose="02020603050405020304" pitchFamily="18" charset="0"/>
                <a:ea typeface="黑体" panose="02010609060101010101" pitchFamily="49" charset="-122"/>
                <a:cs typeface="+mn-cs"/>
                <a:sym typeface="Symbol" panose="05050102010706020507" pitchFamily="18" charset="2"/>
              </a:rPr>
              <a:t>) [2]</a:t>
            </a:r>
          </a:p>
          <a:p>
            <a:pPr marL="342900" marR="0" lvl="0" indent="-342900" algn="just" defTabSz="914400" rtl="0" eaLnBrk="1" fontAlgn="base" latinLnBrk="0" hangingPunct="1">
              <a:lnSpc>
                <a:spcPct val="100000"/>
              </a:lnSpc>
              <a:spcBef>
                <a:spcPct val="20000"/>
              </a:spcBef>
              <a:spcAft>
                <a:spcPct val="0"/>
              </a:spcAft>
              <a:buClrTx/>
              <a:buSzTx/>
              <a:buFontTx/>
              <a:buChar char="•"/>
              <a:defRPr/>
            </a:pPr>
            <a:r>
              <a:rPr kumimoji="1" lang="zh-CN" alt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黑体" panose="02010609060101010101" pitchFamily="49" charset="-122"/>
                <a:cs typeface="+mn-cs"/>
                <a:sym typeface="Symbol" panose="05050102010706020507" pitchFamily="18" charset="2"/>
              </a:rPr>
              <a:t>导弹是武器</a:t>
            </a:r>
          </a:p>
          <a:p>
            <a:pPr marL="742950" marR="0" lvl="1" indent="-285750" algn="just" defTabSz="914400" rtl="0" eaLnBrk="1" fontAlgn="base" latinLnBrk="0" hangingPunct="1">
              <a:lnSpc>
                <a:spcPct val="100000"/>
              </a:lnSpc>
              <a:spcBef>
                <a:spcPct val="20000"/>
              </a:spcBef>
              <a:spcAft>
                <a:spcPct val="0"/>
              </a:spcAft>
              <a:buClrTx/>
              <a:buSzTx/>
              <a:buFontTx/>
              <a:buNone/>
              <a:defRPr/>
            </a:pPr>
            <a:r>
              <a:rPr kumimoji="1" lang="en-US" altLang="zh-CN" sz="2000" b="0" i="0" u="none" strike="noStrike" kern="1200" cap="none" spc="0" normalizeH="0" baseline="0" noProof="0" dirty="0" smtClean="0">
                <a:ln>
                  <a:noFill/>
                </a:ln>
                <a:solidFill>
                  <a:srgbClr val="0000FF"/>
                </a:solidFill>
                <a:effectLst/>
                <a:uLnTx/>
                <a:uFillTx/>
                <a:latin typeface="Times New Roman" panose="02020603050405020304" pitchFamily="18" charset="0"/>
                <a:ea typeface="黑体" panose="02010609060101010101" pitchFamily="49" charset="-122"/>
                <a:cs typeface="+mn-cs"/>
                <a:sym typeface="Symbol" panose="05050102010706020507" pitchFamily="18" charset="2"/>
              </a:rPr>
              <a:t>Missile(y) → Weapon(y)		[3]</a:t>
            </a:r>
          </a:p>
          <a:p>
            <a:pPr marL="342900" marR="0" lvl="0" indent="-342900" algn="just" defTabSz="914400" rtl="0" eaLnBrk="1" fontAlgn="base" latinLnBrk="0" hangingPunct="1">
              <a:lnSpc>
                <a:spcPct val="100000"/>
              </a:lnSpc>
              <a:spcBef>
                <a:spcPct val="20000"/>
              </a:spcBef>
              <a:spcAft>
                <a:spcPct val="0"/>
              </a:spcAft>
              <a:buClrTx/>
              <a:buSzTx/>
              <a:buFontTx/>
              <a:buChar char="•"/>
              <a:defRPr/>
            </a:pPr>
            <a:r>
              <a:rPr kumimoji="1" lang="zh-CN" altLang="en-US" sz="2200" b="0" i="0" u="none" strike="noStrike" kern="1200" cap="none" spc="0" normalizeH="0" baseline="0" noProof="0" dirty="0" smtClean="0">
                <a:ln>
                  <a:noFill/>
                </a:ln>
                <a:solidFill>
                  <a:schemeClr val="tx1"/>
                </a:solidFill>
                <a:effectLst/>
                <a:uLnTx/>
                <a:uFillTx/>
                <a:latin typeface="Times New Roman" panose="02020603050405020304" pitchFamily="18" charset="0"/>
                <a:ea typeface="黑体" panose="02010609060101010101" pitchFamily="49" charset="-122"/>
                <a:cs typeface="+mn-cs"/>
                <a:sym typeface="Symbol" panose="05050102010706020507" pitchFamily="18" charset="2"/>
              </a:rPr>
              <a:t>其它陈述：</a:t>
            </a:r>
          </a:p>
          <a:p>
            <a:pPr marL="742950" marR="0" lvl="1" indent="-285750" algn="just" defTabSz="914400" rtl="0" eaLnBrk="1" fontAlgn="base" latinLnBrk="0" hangingPunct="1">
              <a:lnSpc>
                <a:spcPct val="100000"/>
              </a:lnSpc>
              <a:spcBef>
                <a:spcPct val="20000"/>
              </a:spcBef>
              <a:spcAft>
                <a:spcPct val="0"/>
              </a:spcAft>
              <a:buClrTx/>
              <a:buSzTx/>
              <a:buFontTx/>
              <a:buNone/>
              <a:defRPr/>
            </a:pPr>
            <a:r>
              <a:rPr kumimoji="1" lang="en-US" altLang="zh-CN" sz="2000" b="0" i="0" u="none" strike="noStrike" kern="1200" cap="none" spc="0" normalizeH="0" baseline="0" noProof="0" dirty="0" smtClean="0">
                <a:ln>
                  <a:noFill/>
                </a:ln>
                <a:solidFill>
                  <a:schemeClr val="tx1"/>
                </a:solidFill>
                <a:effectLst/>
                <a:uLnTx/>
                <a:uFillTx/>
                <a:latin typeface="Times New Roman" panose="02020603050405020304" pitchFamily="18" charset="0"/>
                <a:ea typeface="黑体" panose="02010609060101010101" pitchFamily="49" charset="-122"/>
                <a:cs typeface="+mn-cs"/>
                <a:sym typeface="Symbol" panose="05050102010706020507" pitchFamily="18" charset="2"/>
              </a:rPr>
              <a:t>	</a:t>
            </a:r>
            <a:r>
              <a:rPr kumimoji="1" lang="en-US" altLang="zh-CN" sz="2000" b="0" i="0" u="none" strike="noStrike" kern="1200" cap="none" spc="0" normalizeH="0" baseline="0" noProof="0" dirty="0" smtClean="0">
                <a:ln>
                  <a:noFill/>
                </a:ln>
                <a:solidFill>
                  <a:srgbClr val="0000FF"/>
                </a:solidFill>
                <a:effectLst/>
                <a:uLnTx/>
                <a:uFillTx/>
                <a:latin typeface="Times New Roman" panose="02020603050405020304" pitchFamily="18" charset="0"/>
                <a:ea typeface="黑体" panose="02010609060101010101" pitchFamily="49" charset="-122"/>
                <a:cs typeface="+mn-cs"/>
                <a:sym typeface="Symbol" panose="05050102010706020507" pitchFamily="18" charset="2"/>
              </a:rPr>
              <a:t>American(West)	[6]</a:t>
            </a:r>
          </a:p>
          <a:p>
            <a:pPr marL="742950" marR="0" lvl="1" indent="-285750" algn="just" defTabSz="914400" rtl="0" eaLnBrk="1" fontAlgn="base" latinLnBrk="0" hangingPunct="1">
              <a:lnSpc>
                <a:spcPct val="100000"/>
              </a:lnSpc>
              <a:spcBef>
                <a:spcPct val="20000"/>
              </a:spcBef>
              <a:spcAft>
                <a:spcPct val="0"/>
              </a:spcAft>
              <a:buClrTx/>
              <a:buSzTx/>
              <a:buFontTx/>
              <a:buNone/>
              <a:defRPr/>
            </a:pPr>
            <a:r>
              <a:rPr kumimoji="1" lang="en-US" altLang="zh-CN" sz="2000" b="0" i="0" u="none" strike="noStrike" kern="1200" cap="none" spc="0" normalizeH="0" baseline="0" noProof="0" dirty="0" smtClean="0">
                <a:ln>
                  <a:noFill/>
                </a:ln>
                <a:solidFill>
                  <a:srgbClr val="0000FF"/>
                </a:solidFill>
                <a:effectLst/>
                <a:uLnTx/>
                <a:uFillTx/>
                <a:latin typeface="Times New Roman" panose="02020603050405020304" pitchFamily="18" charset="0"/>
                <a:ea typeface="黑体" panose="02010609060101010101" pitchFamily="49" charset="-122"/>
                <a:cs typeface="+mn-cs"/>
                <a:sym typeface="Symbol" panose="05050102010706020507" pitchFamily="18" charset="2"/>
              </a:rPr>
              <a:t>     Hostile(</a:t>
            </a:r>
            <a:r>
              <a:rPr kumimoji="1" lang="en-US" altLang="zh-CN" sz="2000" b="0" i="0" u="none" strike="noStrike" kern="1200" cap="none" spc="0" normalizeH="0" baseline="0" noProof="0" dirty="0" err="1" smtClean="0">
                <a:ln>
                  <a:noFill/>
                </a:ln>
                <a:solidFill>
                  <a:srgbClr val="0000FF"/>
                </a:solidFill>
                <a:effectLst/>
                <a:uLnTx/>
                <a:uFillTx/>
                <a:latin typeface="Times New Roman" panose="02020603050405020304" pitchFamily="18" charset="0"/>
                <a:ea typeface="黑体" panose="02010609060101010101" pitchFamily="49" charset="-122"/>
                <a:cs typeface="+mn-cs"/>
                <a:sym typeface="Symbol" panose="05050102010706020507" pitchFamily="18" charset="2"/>
              </a:rPr>
              <a:t>Nono</a:t>
            </a:r>
            <a:r>
              <a:rPr kumimoji="1" lang="en-US" altLang="zh-CN" sz="2000" b="0" i="0" u="none" strike="noStrike" kern="1200" cap="none" spc="0" normalizeH="0" baseline="0" noProof="0" dirty="0" smtClean="0">
                <a:ln>
                  <a:noFill/>
                </a:ln>
                <a:solidFill>
                  <a:srgbClr val="0000FF"/>
                </a:solidFill>
                <a:effectLst/>
                <a:uLnTx/>
                <a:uFillTx/>
                <a:latin typeface="Times New Roman" panose="02020603050405020304" pitchFamily="18" charset="0"/>
                <a:ea typeface="黑体" panose="02010609060101010101" pitchFamily="49" charset="-122"/>
                <a:cs typeface="+mn-cs"/>
                <a:sym typeface="Symbol" panose="05050102010706020507" pitchFamily="18" charset="2"/>
              </a:rPr>
              <a:t>)	[7]</a:t>
            </a:r>
          </a:p>
          <a:p>
            <a:pPr marL="742950" marR="0" lvl="1" indent="-285750" algn="just" defTabSz="914400" rtl="0" eaLnBrk="1" fontAlgn="base" latinLnBrk="0" hangingPunct="1">
              <a:lnSpc>
                <a:spcPct val="100000"/>
              </a:lnSpc>
              <a:spcBef>
                <a:spcPct val="20000"/>
              </a:spcBef>
              <a:spcAft>
                <a:spcPct val="0"/>
              </a:spcAft>
              <a:buClrTx/>
              <a:buSzTx/>
              <a:buFontTx/>
              <a:buNone/>
              <a:defRPr/>
            </a:pPr>
            <a:endParaRPr kumimoji="1" lang="en-US" altLang="zh-CN" sz="2000" b="0" i="0" u="none" strike="noStrike" kern="1200" cap="none" spc="0" normalizeH="0" baseline="0" noProof="0" dirty="0" smtClean="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endParaRPr>
          </a:p>
        </p:txBody>
      </p:sp>
      <p:sp>
        <p:nvSpPr>
          <p:cNvPr id="107524" name="Text Box 4"/>
          <p:cNvSpPr txBox="1"/>
          <p:nvPr/>
        </p:nvSpPr>
        <p:spPr>
          <a:xfrm>
            <a:off x="0" y="188913"/>
            <a:ext cx="2339975" cy="457200"/>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0" lvl="0" indent="0" eaLnBrk="1" hangingPunct="1">
              <a:spcBef>
                <a:spcPct val="50000"/>
              </a:spcBef>
              <a:buNone/>
            </a:pPr>
            <a:r>
              <a:rPr lang="zh-CN" altLang="en-US" sz="2400" dirty="0">
                <a:latin typeface="华文行楷" panose="02010800040101010101" pitchFamily="2" charset="-122"/>
                <a:ea typeface="华文行楷" panose="02010800040101010101" pitchFamily="2" charset="-122"/>
              </a:rPr>
              <a:t>第</a:t>
            </a:r>
            <a:r>
              <a:rPr lang="en-US" altLang="zh-CN" sz="2400" dirty="0">
                <a:latin typeface="华文行楷" panose="02010800040101010101" pitchFamily="2" charset="-122"/>
                <a:ea typeface="华文行楷" panose="02010800040101010101" pitchFamily="2" charset="-122"/>
              </a:rPr>
              <a:t>3</a:t>
            </a:r>
            <a:r>
              <a:rPr lang="zh-CN" altLang="en-US" sz="2400" dirty="0">
                <a:latin typeface="华文行楷" panose="02010800040101010101" pitchFamily="2" charset="-122"/>
                <a:ea typeface="华文行楷" panose="02010800040101010101" pitchFamily="2" charset="-122"/>
              </a:rPr>
              <a:t>章 逻辑系统</a:t>
            </a:r>
          </a:p>
        </p:txBody>
      </p:sp>
      <p:sp>
        <p:nvSpPr>
          <p:cNvPr id="107525" name="矩形 1"/>
          <p:cNvSpPr/>
          <p:nvPr/>
        </p:nvSpPr>
        <p:spPr>
          <a:xfrm>
            <a:off x="-323850" y="1412875"/>
            <a:ext cx="2016125" cy="1168400"/>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457200" lvl="1" indent="0" eaLnBrk="1" latinLnBrk="0" hangingPunct="1">
              <a:lnSpc>
                <a:spcPct val="120000"/>
              </a:lnSpc>
              <a:spcBef>
                <a:spcPct val="0"/>
              </a:spcBef>
              <a:buNone/>
            </a:pPr>
            <a:r>
              <a:rPr lang="zh-CN" altLang="en-US" dirty="0">
                <a:solidFill>
                  <a:srgbClr val="C00000"/>
                </a:solidFill>
                <a:latin typeface="微软雅黑" panose="020B0503020204020204" pitchFamily="34" charset="-122"/>
                <a:ea typeface="微软雅黑" panose="020B0503020204020204" pitchFamily="34" charset="-122"/>
                <a:sym typeface="Symbol" panose="05050102010706020507" pitchFamily="18" charset="2"/>
              </a:rPr>
              <a:t>对领域</a:t>
            </a:r>
            <a:r>
              <a:rPr lang="en-US" altLang="zh-CN" dirty="0">
                <a:solidFill>
                  <a:srgbClr val="C00000"/>
                </a:solidFill>
                <a:latin typeface="微软雅黑" panose="020B0503020204020204" pitchFamily="34" charset="-122"/>
                <a:ea typeface="微软雅黑" panose="020B0503020204020204" pitchFamily="34" charset="-122"/>
                <a:sym typeface="Symbol" panose="05050102010706020507" pitchFamily="18" charset="2"/>
              </a:rPr>
              <a:t>(</a:t>
            </a:r>
            <a:r>
              <a:rPr lang="zh-CN" altLang="en-US" dirty="0">
                <a:solidFill>
                  <a:srgbClr val="C00000"/>
                </a:solidFill>
                <a:latin typeface="微软雅黑" panose="020B0503020204020204" pitchFamily="34" charset="-122"/>
                <a:ea typeface="微软雅黑" panose="020B0503020204020204" pitchFamily="34" charset="-122"/>
                <a:sym typeface="Symbol" panose="05050102010706020507" pitchFamily="18" charset="2"/>
              </a:rPr>
              <a:t>论域</a:t>
            </a:r>
            <a:r>
              <a:rPr lang="en-US" altLang="zh-CN" dirty="0">
                <a:solidFill>
                  <a:srgbClr val="C00000"/>
                </a:solidFill>
                <a:latin typeface="微软雅黑" panose="020B0503020204020204" pitchFamily="34" charset="-122"/>
                <a:ea typeface="微软雅黑" panose="020B0503020204020204" pitchFamily="34" charset="-122"/>
                <a:sym typeface="Symbol" panose="05050102010706020507" pitchFamily="18" charset="2"/>
              </a:rPr>
              <a:t>)</a:t>
            </a:r>
            <a:r>
              <a:rPr lang="zh-CN" altLang="en-US" dirty="0">
                <a:solidFill>
                  <a:srgbClr val="C00000"/>
                </a:solidFill>
                <a:latin typeface="微软雅黑" panose="020B0503020204020204" pitchFamily="34" charset="-122"/>
                <a:ea typeface="微软雅黑" panose="020B0503020204020204" pitchFamily="34" charset="-122"/>
                <a:sym typeface="Symbol" panose="05050102010706020507" pitchFamily="18" charset="2"/>
              </a:rPr>
              <a:t>的通用知识进行编码</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75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5"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txBox="1">
            <a:spLocks noGrp="1"/>
          </p:cNvSpPr>
          <p:nvPr>
            <p:ph type="sldNum" sz="quarter" idx="4"/>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40" tIns="45720" rIns="91440" bIns="45720" numCol="1" anchor="t" anchorCtr="0" compatLnSpc="1"/>
          <a:lstStyle/>
          <a:p>
            <a:pPr marL="0" marR="0" lvl="0" indent="0" algn="r" defTabSz="914400" rtl="0" eaLnBrk="1" fontAlgn="base" latinLnBrk="1" hangingPunct="1">
              <a:lnSpc>
                <a:spcPct val="100000"/>
              </a:lnSpc>
              <a:spcBef>
                <a:spcPct val="0"/>
              </a:spcBef>
              <a:spcAft>
                <a:spcPct val="0"/>
              </a:spcAft>
              <a:buClrTx/>
              <a:buSzTx/>
              <a:buFontTx/>
              <a:buNone/>
              <a:defRPr/>
            </a:pPr>
            <a:fld id="{517C99A5-46F3-4156-B314-5DFB7BC2B4EF}"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t>38</a:t>
            </a:fld>
            <a:endParaRPr kumimoji="1" lang="en-US" altLang="ko-KR" sz="1400" b="0" i="0" u="none" strike="noStrike" kern="1200" cap="none" spc="0" normalizeH="0" baseline="0" noProof="0" dirty="0">
              <a:ln>
                <a:noFill/>
              </a:ln>
              <a:solidFill>
                <a:schemeClr val="tx1"/>
              </a:solidFill>
              <a:effectLst/>
              <a:uLnTx/>
              <a:uFillTx/>
              <a:latin typeface="+mn-lt"/>
              <a:ea typeface="+mn-ea"/>
              <a:cs typeface="+mn-cs"/>
            </a:endParaRPr>
          </a:p>
        </p:txBody>
      </p:sp>
      <p:sp>
        <p:nvSpPr>
          <p:cNvPr id="177154" name="Rectangle 2"/>
          <p:cNvSpPr>
            <a:spLocks noGrp="1" noChangeArrowheads="1"/>
          </p:cNvSpPr>
          <p:nvPr>
            <p:ph type="title"/>
          </p:nvPr>
        </p:nvSpPr>
        <p:spPr>
          <a:xfrm>
            <a:off x="684213" y="601663"/>
            <a:ext cx="7772400" cy="731838"/>
          </a:xfrm>
        </p:spPr>
        <p:txBody>
          <a:bodyPr vert="horz" wrap="square" lIns="91440" tIns="45720" rIns="91440" bIns="45720" numCol="1" anchor="ctr" anchorCtr="0" compatLnSpc="1"/>
          <a:lstStyle/>
          <a:p>
            <a:pPr marL="0" marR="0" lvl="0" indent="0" algn="ctr" defTabSz="914400" rtl="0" eaLnBrk="1" fontAlgn="base" latinLnBrk="1" hangingPunct="1">
              <a:lnSpc>
                <a:spcPct val="100000"/>
              </a:lnSpc>
              <a:spcBef>
                <a:spcPct val="0"/>
              </a:spcBef>
              <a:spcAft>
                <a:spcPct val="0"/>
              </a:spcAft>
              <a:buClrTx/>
              <a:buSzTx/>
              <a:buFontTx/>
              <a:buNone/>
              <a:defRPr/>
            </a:pPr>
            <a:r>
              <a:rPr kumimoji="1" lang="zh-CN" altLang="en-US" sz="36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j-cs"/>
              </a:rPr>
              <a:t>推理策略一：前向链接算法</a:t>
            </a:r>
            <a:endParaRPr kumimoji="1" lang="en-US" altLang="zh-CN" sz="36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j-cs"/>
            </a:endParaRPr>
          </a:p>
        </p:txBody>
      </p:sp>
      <p:sp>
        <p:nvSpPr>
          <p:cNvPr id="109572" name="Rectangle 3"/>
          <p:cNvSpPr>
            <a:spLocks noGrp="1"/>
          </p:cNvSpPr>
          <p:nvPr>
            <p:ph idx="1"/>
          </p:nvPr>
        </p:nvSpPr>
        <p:spPr>
          <a:xfrm>
            <a:off x="684213" y="1484313"/>
            <a:ext cx="7920037" cy="576262"/>
          </a:xfrm>
        </p:spPr>
        <p:txBody>
          <a:bodyPr vert="horz" wrap="square" lIns="91440" tIns="45720" rIns="91440" bIns="45720" anchor="t" anchorCtr="0"/>
          <a:lstStyle/>
          <a:p>
            <a:pPr eaLnBrk="1" latinLnBrk="0" hangingPunct="1">
              <a:lnSpc>
                <a:spcPct val="130000"/>
              </a:lnSpc>
            </a:pPr>
            <a:r>
              <a:rPr lang="zh-CN" altLang="en-US" sz="2400" dirty="0">
                <a:latin typeface="Times New Roman" panose="02020603050405020304" pitchFamily="18" charset="0"/>
                <a:ea typeface="微软雅黑" panose="020B0503020204020204" pitchFamily="34" charset="-122"/>
                <a:sym typeface="Symbol" panose="05050102010706020507" pitchFamily="18" charset="2"/>
              </a:rPr>
              <a:t>前向链接算法的推理过程：</a:t>
            </a:r>
          </a:p>
          <a:p>
            <a:pPr lvl="1" eaLnBrk="1" latinLnBrk="0" hangingPunct="1">
              <a:lnSpc>
                <a:spcPct val="130000"/>
              </a:lnSpc>
            </a:pPr>
            <a:endParaRPr lang="zh-CN" altLang="en-US" dirty="0">
              <a:latin typeface="Times New Roman" panose="02020603050405020304" pitchFamily="18" charset="0"/>
              <a:ea typeface="微软雅黑" panose="020B0503020204020204" pitchFamily="34" charset="-122"/>
              <a:sym typeface="Symbol" panose="05050102010706020507" pitchFamily="18" charset="2"/>
            </a:endParaRPr>
          </a:p>
        </p:txBody>
      </p:sp>
      <p:sp>
        <p:nvSpPr>
          <p:cNvPr id="109573" name="Text Box 4"/>
          <p:cNvSpPr txBox="1"/>
          <p:nvPr/>
        </p:nvSpPr>
        <p:spPr>
          <a:xfrm>
            <a:off x="0" y="188913"/>
            <a:ext cx="2339975" cy="457200"/>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0" lvl="0" indent="0" eaLnBrk="1" hangingPunct="1">
              <a:spcBef>
                <a:spcPct val="50000"/>
              </a:spcBef>
              <a:buNone/>
            </a:pPr>
            <a:r>
              <a:rPr lang="zh-CN" altLang="en-US" sz="2400" dirty="0">
                <a:latin typeface="华文行楷" panose="02010800040101010101" pitchFamily="2" charset="-122"/>
                <a:ea typeface="华文行楷" panose="02010800040101010101" pitchFamily="2" charset="-122"/>
              </a:rPr>
              <a:t>第</a:t>
            </a:r>
            <a:r>
              <a:rPr lang="en-US" altLang="zh-CN" sz="2400" dirty="0">
                <a:latin typeface="华文行楷" panose="02010800040101010101" pitchFamily="2" charset="-122"/>
                <a:ea typeface="华文行楷" panose="02010800040101010101" pitchFamily="2" charset="-122"/>
              </a:rPr>
              <a:t>3</a:t>
            </a:r>
            <a:r>
              <a:rPr lang="zh-CN" altLang="en-US" sz="2400" dirty="0">
                <a:latin typeface="华文行楷" panose="02010800040101010101" pitchFamily="2" charset="-122"/>
                <a:ea typeface="华文行楷" panose="02010800040101010101" pitchFamily="2" charset="-122"/>
              </a:rPr>
              <a:t>章 逻辑系统</a:t>
            </a:r>
          </a:p>
        </p:txBody>
      </p:sp>
      <p:sp>
        <p:nvSpPr>
          <p:cNvPr id="2" name="矩形 1"/>
          <p:cNvSpPr/>
          <p:nvPr/>
        </p:nvSpPr>
        <p:spPr bwMode="auto">
          <a:xfrm>
            <a:off x="360363" y="2060575"/>
            <a:ext cx="4716463" cy="1368425"/>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a:lstStyle/>
          <a:p>
            <a:pPr marL="0" marR="0" lvl="0" indent="0" algn="l" defTabSz="914400" rtl="0" eaLnBrk="1" fontAlgn="base" latinLnBrk="1"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P(x)</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∧Q(y) →R(x)      ……</a:t>
            </a:r>
          </a:p>
          <a:p>
            <a:pPr marL="0" marR="0" lvl="0" indent="0" algn="l" defTabSz="914400" rtl="0" eaLnBrk="1" fontAlgn="base" latinLnBrk="1"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P(a)</a:t>
            </a:r>
          </a:p>
          <a:p>
            <a:pPr marL="0" marR="0" lvl="0" indent="0" algn="l" defTabSz="914400" rtl="0" eaLnBrk="1" fontAlgn="base" latinLnBrk="1"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Q(b)</a:t>
            </a:r>
            <a:endParaRPr kumimoji="1" lang="zh-CN" altLang="en-US" sz="24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p:txBody>
      </p:sp>
      <p:sp>
        <p:nvSpPr>
          <p:cNvPr id="3" name="矩形 2"/>
          <p:cNvSpPr/>
          <p:nvPr/>
        </p:nvSpPr>
        <p:spPr>
          <a:xfrm>
            <a:off x="5200650" y="2060575"/>
            <a:ext cx="3744913" cy="1292225"/>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457200" lvl="1" indent="0" eaLnBrk="1" latinLnBrk="0" hangingPunct="1">
              <a:lnSpc>
                <a:spcPct val="130000"/>
              </a:lnSpc>
              <a:spcBef>
                <a:spcPct val="0"/>
              </a:spcBef>
              <a:buNone/>
            </a:pPr>
            <a:r>
              <a:rPr lang="zh-CN" altLang="en-US" dirty="0">
                <a:latin typeface="Times New Roman" panose="02020603050405020304" pitchFamily="18" charset="0"/>
                <a:ea typeface="微软雅黑" panose="020B0503020204020204" pitchFamily="34" charset="-122"/>
                <a:sym typeface="Symbol" panose="05050102010706020507" pitchFamily="18" charset="2"/>
              </a:rPr>
              <a:t>依次检测知识库中的规则</a:t>
            </a:r>
            <a:r>
              <a:rPr lang="zh-CN" altLang="en-US" dirty="0">
                <a:solidFill>
                  <a:srgbClr val="FF0000"/>
                </a:solidFill>
                <a:latin typeface="Times New Roman" panose="02020603050405020304" pitchFamily="18" charset="0"/>
                <a:ea typeface="微软雅黑" panose="020B0503020204020204" pitchFamily="34" charset="-122"/>
                <a:sym typeface="Symbol" panose="05050102010706020507" pitchFamily="18" charset="2"/>
              </a:rPr>
              <a:t>前提部分</a:t>
            </a:r>
            <a:r>
              <a:rPr lang="zh-CN" altLang="en-US" dirty="0">
                <a:latin typeface="Times New Roman" panose="02020603050405020304" pitchFamily="18" charset="0"/>
                <a:ea typeface="微软雅黑" panose="020B0503020204020204" pitchFamily="34" charset="-122"/>
                <a:sym typeface="Symbol" panose="05050102010706020507" pitchFamily="18" charset="2"/>
              </a:rPr>
              <a:t>的文字是否全部与知识库中的</a:t>
            </a:r>
            <a:r>
              <a:rPr lang="zh-CN" altLang="en-US" dirty="0">
                <a:solidFill>
                  <a:srgbClr val="FF0000"/>
                </a:solidFill>
                <a:latin typeface="Times New Roman" panose="02020603050405020304" pitchFamily="18" charset="0"/>
                <a:ea typeface="微软雅黑" panose="020B0503020204020204" pitchFamily="34" charset="-122"/>
                <a:sym typeface="Symbol" panose="05050102010706020507" pitchFamily="18" charset="2"/>
              </a:rPr>
              <a:t>事实</a:t>
            </a:r>
            <a:r>
              <a:rPr lang="zh-CN" altLang="en-US" dirty="0">
                <a:latin typeface="Times New Roman" panose="02020603050405020304" pitchFamily="18" charset="0"/>
                <a:ea typeface="微软雅黑" panose="020B0503020204020204" pitchFamily="34" charset="-122"/>
                <a:sym typeface="Symbol" panose="05050102010706020507" pitchFamily="18" charset="2"/>
              </a:rPr>
              <a:t>相匹配</a:t>
            </a:r>
          </a:p>
        </p:txBody>
      </p:sp>
      <p:sp>
        <p:nvSpPr>
          <p:cNvPr id="4" name="矩形 3"/>
          <p:cNvSpPr/>
          <p:nvPr/>
        </p:nvSpPr>
        <p:spPr>
          <a:xfrm>
            <a:off x="5724525" y="3652838"/>
            <a:ext cx="3221038" cy="1016000"/>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0" lvl="0" indent="0" latinLnBrk="0">
              <a:spcBef>
                <a:spcPct val="0"/>
              </a:spcBef>
              <a:buNone/>
            </a:pPr>
            <a:r>
              <a:rPr lang="zh-CN" altLang="en-US" sz="2000" dirty="0">
                <a:latin typeface="Times New Roman" panose="02020603050405020304" pitchFamily="18" charset="0"/>
                <a:ea typeface="微软雅黑" panose="020B0503020204020204" pitchFamily="34" charset="-122"/>
                <a:sym typeface="Symbol" panose="05050102010706020507" pitchFamily="18" charset="2"/>
              </a:rPr>
              <a:t>如果是匹配的，则把该条规则已经做过置换的</a:t>
            </a:r>
            <a:r>
              <a:rPr lang="zh-CN" altLang="en-US" sz="2000" dirty="0">
                <a:solidFill>
                  <a:srgbClr val="FF0000"/>
                </a:solidFill>
                <a:latin typeface="Times New Roman" panose="02020603050405020304" pitchFamily="18" charset="0"/>
                <a:ea typeface="微软雅黑" panose="020B0503020204020204" pitchFamily="34" charset="-122"/>
                <a:sym typeface="Symbol" panose="05050102010706020507" pitchFamily="18" charset="2"/>
              </a:rPr>
              <a:t>结论部分</a:t>
            </a:r>
            <a:r>
              <a:rPr lang="zh-CN" altLang="en-US" sz="2000" dirty="0">
                <a:latin typeface="Times New Roman" panose="02020603050405020304" pitchFamily="18" charset="0"/>
                <a:ea typeface="微软雅黑" panose="020B0503020204020204" pitchFamily="34" charset="-122"/>
                <a:sym typeface="Symbol" panose="05050102010706020507" pitchFamily="18" charset="2"/>
              </a:rPr>
              <a:t>添加到知识库中</a:t>
            </a:r>
            <a:endParaRPr lang="zh-CN" altLang="en-US" sz="2000" dirty="0">
              <a:latin typeface="宋体" panose="02010600030101010101" pitchFamily="2" charset="-122"/>
              <a:ea typeface="宋体" panose="02010600030101010101" pitchFamily="2" charset="-122"/>
            </a:endParaRPr>
          </a:p>
        </p:txBody>
      </p:sp>
      <p:sp>
        <p:nvSpPr>
          <p:cNvPr id="9" name="矩形 8"/>
          <p:cNvSpPr/>
          <p:nvPr/>
        </p:nvSpPr>
        <p:spPr bwMode="auto">
          <a:xfrm>
            <a:off x="360363" y="3860800"/>
            <a:ext cx="4716463" cy="1739900"/>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a:lstStyle/>
          <a:p>
            <a:pPr marL="0" marR="0" lvl="0" indent="0" algn="l" defTabSz="914400" rtl="0" eaLnBrk="1" fontAlgn="base" latinLnBrk="1"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P(x)</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∧Q(y) →R(x)      ……</a:t>
            </a:r>
          </a:p>
          <a:p>
            <a:pPr marL="0" marR="0" lvl="0" indent="0" algn="l" defTabSz="914400" rtl="0" eaLnBrk="1" fontAlgn="base" latinLnBrk="1"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P(a)</a:t>
            </a:r>
          </a:p>
          <a:p>
            <a:pPr marL="0" marR="0" lvl="0" indent="0" algn="l" defTabSz="914400" rtl="0" eaLnBrk="1" fontAlgn="base" latinLnBrk="1"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Q(b)</a:t>
            </a:r>
          </a:p>
          <a:p>
            <a:pPr marL="0" marR="0" lvl="0" indent="0" algn="l" defTabSz="914400" rtl="0" eaLnBrk="1" fontAlgn="base" latinLnBrk="1"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a:t>
            </a:r>
            <a:r>
              <a:rPr kumimoji="1" lang="en-US" altLang="zh-CN" sz="2400" b="1" i="0" u="none" strike="noStrike" kern="120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R(a)</a:t>
            </a:r>
            <a:endParaRPr kumimoji="1" lang="zh-CN" altLang="en-US" sz="24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p:txBody>
      </p:sp>
      <p:sp>
        <p:nvSpPr>
          <p:cNvPr id="11" name="矩形 10"/>
          <p:cNvSpPr/>
          <p:nvPr/>
        </p:nvSpPr>
        <p:spPr>
          <a:xfrm>
            <a:off x="5724525" y="4970463"/>
            <a:ext cx="3221038" cy="1016000"/>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0" lvl="0" indent="0" latinLnBrk="0">
              <a:spcBef>
                <a:spcPct val="0"/>
              </a:spcBef>
              <a:buNone/>
            </a:pPr>
            <a:r>
              <a:rPr lang="zh-CN" altLang="en-US" sz="2000" dirty="0">
                <a:latin typeface="Times New Roman" panose="02020603050405020304" pitchFamily="18" charset="0"/>
                <a:ea typeface="微软雅黑" panose="020B0503020204020204" pitchFamily="34" charset="-122"/>
                <a:sym typeface="Symbol" panose="05050102010706020507" pitchFamily="18" charset="2"/>
              </a:rPr>
              <a:t>重复上述过程，直到获得证明，或者失败（无新事实加入）</a:t>
            </a:r>
            <a:endParaRPr lang="zh-CN" altLang="en-US" sz="2000" dirty="0">
              <a:latin typeface="宋体" panose="02010600030101010101" pitchFamily="2" charset="-122"/>
              <a:ea typeface="宋体" panose="02010600030101010101" pitchFamily="2" charset="-122"/>
            </a:endParaRPr>
          </a:p>
        </p:txBody>
      </p:sp>
      <p:sp>
        <p:nvSpPr>
          <p:cNvPr id="12" name="矩形 11"/>
          <p:cNvSpPr/>
          <p:nvPr/>
        </p:nvSpPr>
        <p:spPr>
          <a:xfrm>
            <a:off x="539750" y="5894388"/>
            <a:ext cx="4537075" cy="708025"/>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0" lvl="0" indent="0" latinLnBrk="0">
              <a:spcBef>
                <a:spcPct val="0"/>
              </a:spcBef>
              <a:buNone/>
            </a:pPr>
            <a:r>
              <a:rPr lang="zh-CN" altLang="en-US" sz="2000" dirty="0">
                <a:solidFill>
                  <a:srgbClr val="FF0000"/>
                </a:solidFill>
                <a:latin typeface="Times New Roman" panose="02020603050405020304" pitchFamily="18" charset="0"/>
                <a:ea typeface="微软雅黑" panose="020B0503020204020204" pitchFamily="34" charset="-122"/>
                <a:sym typeface="Symbol" panose="05050102010706020507" pitchFamily="18" charset="2"/>
              </a:rPr>
              <a:t>约束：要求每次加入知识库的结论都是全新的，而不是已知事实的重命名</a:t>
            </a:r>
            <a:endParaRPr lang="zh-CN" altLang="en-US" sz="2000" dirty="0">
              <a:solidFill>
                <a:srgbClr val="FF0000"/>
              </a:solidFill>
              <a:latin typeface="宋体" panose="02010600030101010101" pitchFamily="2" charset="-122"/>
              <a:ea typeface="宋体" panose="02010600030101010101" pitchFamily="2" charset="-122"/>
            </a:endParaRPr>
          </a:p>
        </p:txBody>
      </p:sp>
      <p:cxnSp>
        <p:nvCxnSpPr>
          <p:cNvPr id="7" name="直接箭头连接符 6"/>
          <p:cNvCxnSpPr/>
          <p:nvPr/>
        </p:nvCxnSpPr>
        <p:spPr>
          <a:xfrm flipV="1">
            <a:off x="900113" y="5373688"/>
            <a:ext cx="0" cy="520700"/>
          </a:xfrm>
          <a:prstGeom prst="straightConnector1">
            <a:avLst/>
          </a:prstGeom>
          <a:ln w="38100" cap="flat" cmpd="sng">
            <a:solidFill>
              <a:schemeClr val="tx1"/>
            </a:solidFill>
            <a:prstDash val="solid"/>
            <a:headEnd type="none" w="med" len="med"/>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9" grpId="0" animBg="1"/>
      <p:bldP spid="11" grpId="0"/>
      <p:bldP spid="12"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txBox="1">
            <a:spLocks noGrp="1"/>
          </p:cNvSpPr>
          <p:nvPr>
            <p:ph type="sldNum" sz="quarter" idx="4"/>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40" tIns="45720" rIns="91440" bIns="45720" numCol="1" anchor="t" anchorCtr="0" compatLnSpc="1"/>
          <a:lstStyle/>
          <a:p>
            <a:pPr marL="0" marR="0" lvl="0" indent="0" algn="r" defTabSz="914400" rtl="0" eaLnBrk="1" fontAlgn="base" latinLnBrk="1" hangingPunct="1">
              <a:lnSpc>
                <a:spcPct val="100000"/>
              </a:lnSpc>
              <a:spcBef>
                <a:spcPct val="0"/>
              </a:spcBef>
              <a:spcAft>
                <a:spcPct val="0"/>
              </a:spcAft>
              <a:buClrTx/>
              <a:buSzTx/>
              <a:buFontTx/>
              <a:buNone/>
              <a:defRPr/>
            </a:pPr>
            <a:fld id="{28DD6B83-3494-4137-A095-2F58AAEC0ACF}"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t>39</a:t>
            </a:fld>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181250" name="Rectangle 2"/>
          <p:cNvSpPr>
            <a:spLocks noGrp="1" noChangeArrowheads="1"/>
          </p:cNvSpPr>
          <p:nvPr>
            <p:ph type="title"/>
          </p:nvPr>
        </p:nvSpPr>
        <p:spPr>
          <a:xfrm>
            <a:off x="1290638" y="320675"/>
            <a:ext cx="7772400" cy="731838"/>
          </a:xfrm>
        </p:spPr>
        <p:txBody>
          <a:bodyPr vert="horz" wrap="square" lIns="91440" tIns="45720" rIns="91440" bIns="45720" numCol="1" anchor="ctr" anchorCtr="0" compatLnSpc="1"/>
          <a:lstStyle/>
          <a:p>
            <a:pPr marL="0" marR="0" lvl="0" indent="0" algn="ctr" defTabSz="914400" rtl="0" eaLnBrk="1" fontAlgn="base" latinLnBrk="1" hangingPunct="1">
              <a:lnSpc>
                <a:spcPct val="100000"/>
              </a:lnSpc>
              <a:spcBef>
                <a:spcPct val="0"/>
              </a:spcBef>
              <a:spcAft>
                <a:spcPct val="0"/>
              </a:spcAft>
              <a:buClrTx/>
              <a:buSzTx/>
              <a:buFontTx/>
              <a:buNone/>
              <a:defRPr/>
            </a:pPr>
            <a:r>
              <a:rPr kumimoji="1" lang="zh-CN" altLang="en-US" sz="32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j-cs"/>
              </a:rPr>
              <a:t>前向链接算法例子</a:t>
            </a:r>
            <a:endParaRPr kumimoji="1" lang="en-US" altLang="zh-CN" sz="32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j-cs"/>
            </a:endParaRPr>
          </a:p>
        </p:txBody>
      </p:sp>
      <p:sp>
        <p:nvSpPr>
          <p:cNvPr id="111620" name="Text Box 4"/>
          <p:cNvSpPr txBox="1"/>
          <p:nvPr/>
        </p:nvSpPr>
        <p:spPr>
          <a:xfrm>
            <a:off x="0" y="188913"/>
            <a:ext cx="2339975" cy="457200"/>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0" lvl="0" indent="0" eaLnBrk="1" hangingPunct="1">
              <a:spcBef>
                <a:spcPct val="50000"/>
              </a:spcBef>
              <a:buNone/>
            </a:pPr>
            <a:r>
              <a:rPr lang="zh-CN" altLang="en-US" sz="2400" dirty="0">
                <a:latin typeface="华文行楷" panose="02010800040101010101" pitchFamily="2" charset="-122"/>
                <a:ea typeface="华文行楷" panose="02010800040101010101" pitchFamily="2" charset="-122"/>
              </a:rPr>
              <a:t>第</a:t>
            </a:r>
            <a:r>
              <a:rPr lang="en-US" altLang="zh-CN" sz="2400" dirty="0">
                <a:latin typeface="华文行楷" panose="02010800040101010101" pitchFamily="2" charset="-122"/>
                <a:ea typeface="华文行楷" panose="02010800040101010101" pitchFamily="2" charset="-122"/>
              </a:rPr>
              <a:t>3</a:t>
            </a:r>
            <a:r>
              <a:rPr lang="zh-CN" altLang="en-US" sz="2400" dirty="0">
                <a:latin typeface="华文行楷" panose="02010800040101010101" pitchFamily="2" charset="-122"/>
                <a:ea typeface="华文行楷" panose="02010800040101010101" pitchFamily="2" charset="-122"/>
              </a:rPr>
              <a:t>章 逻辑系统</a:t>
            </a:r>
          </a:p>
        </p:txBody>
      </p:sp>
      <p:sp>
        <p:nvSpPr>
          <p:cNvPr id="181254" name="Rectangle 6"/>
          <p:cNvSpPr/>
          <p:nvPr/>
        </p:nvSpPr>
        <p:spPr>
          <a:xfrm>
            <a:off x="107504" y="1817529"/>
            <a:ext cx="5328592" cy="1323439"/>
          </a:xfrm>
          <a:prstGeom prst="rect">
            <a:avLst/>
          </a:prstGeom>
          <a:solidFill>
            <a:schemeClr val="bg1"/>
          </a:solidFill>
          <a:ln w="9525" cap="flat" cmpd="sng">
            <a:solidFill>
              <a:schemeClr val="tx1"/>
            </a:solidFill>
            <a:prstDash val="solid"/>
            <a:miter/>
            <a:headEnd type="none" w="med" len="med"/>
            <a:tailEnd type="none" w="med" len="med"/>
          </a:ln>
        </p:spPr>
        <p:txBody>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0" lvl="0" indent="0" eaLnBrk="1" hangingPunct="1">
              <a:buNone/>
            </a:pPr>
            <a:r>
              <a:rPr lang="en-US" altLang="zh-CN" sz="2000" b="1" dirty="0">
                <a:latin typeface="Times New Roman" panose="02020603050405020304" pitchFamily="18" charset="0"/>
                <a:ea typeface="黑体" panose="02010609060101010101" pitchFamily="49" charset="-122"/>
                <a:sym typeface="Symbol" panose="05050102010706020507" pitchFamily="18" charset="2"/>
              </a:rPr>
              <a:t>A (x) ∧ W (y) ∧ S (x,y,z) ∧ H (z) →  C (x) [1]</a:t>
            </a:r>
          </a:p>
          <a:p>
            <a:pPr marL="0" lvl="0" indent="0" eaLnBrk="1" hangingPunct="1">
              <a:buNone/>
            </a:pPr>
            <a:r>
              <a:rPr lang="en-US" altLang="zh-CN" sz="2000" b="1" dirty="0">
                <a:latin typeface="Times New Roman" panose="02020603050405020304" pitchFamily="18" charset="0"/>
                <a:ea typeface="黑体" panose="02010609060101010101" pitchFamily="49" charset="-122"/>
                <a:sym typeface="Symbol" panose="05050102010706020507" pitchFamily="18" charset="2"/>
              </a:rPr>
              <a:t>M (y) ∧ O (Nono, y)→S (West, y, Nono)      [2]</a:t>
            </a:r>
          </a:p>
          <a:p>
            <a:pPr marL="0" lvl="0" indent="0" eaLnBrk="1" hangingPunct="1">
              <a:buNone/>
            </a:pPr>
            <a:r>
              <a:rPr lang="en-US" altLang="zh-CN" sz="2000" b="1" dirty="0">
                <a:latin typeface="Times New Roman" panose="02020603050405020304" pitchFamily="18" charset="0"/>
                <a:ea typeface="黑体" panose="02010609060101010101" pitchFamily="49" charset="-122"/>
                <a:sym typeface="Symbol" panose="05050102010706020507" pitchFamily="18" charset="2"/>
              </a:rPr>
              <a:t>M (y) → W (y)	 [3</a:t>
            </a:r>
            <a:r>
              <a:rPr lang="en-US" altLang="zh-CN" sz="2000" b="1" dirty="0" smtClean="0">
                <a:latin typeface="Times New Roman" panose="02020603050405020304" pitchFamily="18" charset="0"/>
                <a:ea typeface="黑体" panose="02010609060101010101" pitchFamily="49" charset="-122"/>
                <a:sym typeface="Symbol" panose="05050102010706020507" pitchFamily="18" charset="2"/>
              </a:rPr>
              <a:t>]</a:t>
            </a:r>
            <a:endParaRPr lang="en-US" altLang="zh-CN" sz="2000" b="1" dirty="0">
              <a:latin typeface="Times New Roman" panose="02020603050405020304" pitchFamily="18" charset="0"/>
              <a:ea typeface="黑体" panose="02010609060101010101" pitchFamily="49" charset="-122"/>
              <a:sym typeface="Symbol" panose="05050102010706020507" pitchFamily="18" charset="2"/>
            </a:endParaRPr>
          </a:p>
        </p:txBody>
      </p:sp>
      <p:sp>
        <p:nvSpPr>
          <p:cNvPr id="2" name="矩形 1"/>
          <p:cNvSpPr/>
          <p:nvPr/>
        </p:nvSpPr>
        <p:spPr>
          <a:xfrm>
            <a:off x="5868838" y="1817529"/>
            <a:ext cx="2663602" cy="1323439"/>
          </a:xfrm>
          <a:prstGeom prst="rect">
            <a:avLst/>
          </a:prstGeom>
          <a:ln>
            <a:solidFill>
              <a:schemeClr val="accent1"/>
            </a:solidFill>
          </a:ln>
        </p:spPr>
        <p:txBody>
          <a:bodyPr wrap="square">
            <a:spAutoFit/>
          </a:bodyPr>
          <a:lstStyle/>
          <a:p>
            <a:pPr marL="342900" lvl="0" indent="-342900" eaLnBrk="1" hangingPunct="1"/>
            <a:r>
              <a:rPr lang="en-US" altLang="zh-CN" sz="2000" b="1" dirty="0">
                <a:latin typeface="Times New Roman" panose="02020603050405020304" pitchFamily="18" charset="0"/>
                <a:ea typeface="黑体" panose="02010609060101010101" pitchFamily="49" charset="-122"/>
                <a:sym typeface="Symbol" panose="05050102010706020507" pitchFamily="18" charset="2"/>
              </a:rPr>
              <a:t>O (</a:t>
            </a:r>
            <a:r>
              <a:rPr lang="en-US" altLang="zh-CN" sz="2000" b="1" dirty="0" err="1">
                <a:latin typeface="Times New Roman" panose="02020603050405020304" pitchFamily="18" charset="0"/>
                <a:ea typeface="黑体" panose="02010609060101010101" pitchFamily="49" charset="-122"/>
                <a:sym typeface="Symbol" panose="05050102010706020507" pitchFamily="18" charset="2"/>
              </a:rPr>
              <a:t>Nono</a:t>
            </a:r>
            <a:r>
              <a:rPr lang="en-US" altLang="zh-CN" sz="2000" b="1" dirty="0">
                <a:latin typeface="Times New Roman" panose="02020603050405020304" pitchFamily="18" charset="0"/>
                <a:ea typeface="黑体" panose="02010609060101010101" pitchFamily="49" charset="-122"/>
                <a:sym typeface="Symbol" panose="05050102010706020507" pitchFamily="18" charset="2"/>
              </a:rPr>
              <a:t>, </a:t>
            </a:r>
            <a:r>
              <a:rPr lang="en-US" altLang="zh-CN" sz="2000" b="1" dirty="0" err="1">
                <a:latin typeface="Times New Roman" panose="02020603050405020304" pitchFamily="18" charset="0"/>
                <a:ea typeface="黑体" panose="02010609060101010101" pitchFamily="49" charset="-122"/>
                <a:sym typeface="Symbol" panose="05050102010706020507" pitchFamily="18" charset="2"/>
              </a:rPr>
              <a:t>M1</a:t>
            </a:r>
            <a:r>
              <a:rPr lang="en-US" altLang="zh-CN" sz="2000" b="1" dirty="0">
                <a:latin typeface="Times New Roman" panose="02020603050405020304" pitchFamily="18" charset="0"/>
                <a:ea typeface="黑体" panose="02010609060101010101" pitchFamily="49" charset="-122"/>
                <a:sym typeface="Symbol" panose="05050102010706020507" pitchFamily="18" charset="2"/>
              </a:rPr>
              <a:t>) 	 [4]</a:t>
            </a:r>
          </a:p>
          <a:p>
            <a:pPr marL="342900" lvl="0" indent="-342900" eaLnBrk="1" hangingPunct="1"/>
            <a:r>
              <a:rPr lang="en-US" altLang="zh-CN" sz="2000" b="1" dirty="0">
                <a:latin typeface="Times New Roman" panose="02020603050405020304" pitchFamily="18" charset="0"/>
                <a:ea typeface="黑体" panose="02010609060101010101" pitchFamily="49" charset="-122"/>
                <a:sym typeface="Symbol" panose="05050102010706020507" pitchFamily="18" charset="2"/>
              </a:rPr>
              <a:t>M (</a:t>
            </a:r>
            <a:r>
              <a:rPr lang="en-US" altLang="zh-CN" sz="2000" b="1" dirty="0" err="1">
                <a:latin typeface="Times New Roman" panose="02020603050405020304" pitchFamily="18" charset="0"/>
                <a:ea typeface="黑体" panose="02010609060101010101" pitchFamily="49" charset="-122"/>
                <a:sym typeface="Symbol" panose="05050102010706020507" pitchFamily="18" charset="2"/>
              </a:rPr>
              <a:t>M1</a:t>
            </a:r>
            <a:r>
              <a:rPr lang="en-US" altLang="zh-CN" sz="2000" b="1" dirty="0">
                <a:latin typeface="Times New Roman" panose="02020603050405020304" pitchFamily="18" charset="0"/>
                <a:ea typeface="黑体" panose="02010609060101010101" pitchFamily="49" charset="-122"/>
                <a:sym typeface="Symbol" panose="05050102010706020507" pitchFamily="18" charset="2"/>
              </a:rPr>
              <a:t>)                 [5]</a:t>
            </a:r>
          </a:p>
          <a:p>
            <a:pPr marL="342900" lvl="0" indent="-342900" eaLnBrk="1" hangingPunct="1"/>
            <a:r>
              <a:rPr lang="en-US" altLang="zh-CN" sz="2000" b="1" dirty="0">
                <a:latin typeface="Times New Roman" panose="02020603050405020304" pitchFamily="18" charset="0"/>
                <a:ea typeface="黑体" panose="02010609060101010101" pitchFamily="49" charset="-122"/>
                <a:sym typeface="Symbol" panose="05050102010706020507" pitchFamily="18" charset="2"/>
              </a:rPr>
              <a:t>A (West)	 [6]</a:t>
            </a:r>
          </a:p>
          <a:p>
            <a:pPr marL="342900" lvl="0" indent="-342900" eaLnBrk="1" hangingPunct="1"/>
            <a:r>
              <a:rPr lang="en-US" altLang="zh-CN" sz="2000" b="1" dirty="0">
                <a:latin typeface="Times New Roman" panose="02020603050405020304" pitchFamily="18" charset="0"/>
                <a:ea typeface="黑体" panose="02010609060101010101" pitchFamily="49" charset="-122"/>
                <a:sym typeface="Symbol" panose="05050102010706020507" pitchFamily="18" charset="2"/>
              </a:rPr>
              <a:t>H (</a:t>
            </a:r>
            <a:r>
              <a:rPr lang="en-US" altLang="zh-CN" sz="2000" b="1" dirty="0" err="1">
                <a:latin typeface="Times New Roman" panose="02020603050405020304" pitchFamily="18" charset="0"/>
                <a:ea typeface="黑体" panose="02010609060101010101" pitchFamily="49" charset="-122"/>
                <a:sym typeface="Symbol" panose="05050102010706020507" pitchFamily="18" charset="2"/>
              </a:rPr>
              <a:t>Nono</a:t>
            </a:r>
            <a:r>
              <a:rPr lang="en-US" altLang="zh-CN" sz="2000" b="1" dirty="0">
                <a:latin typeface="Times New Roman" panose="02020603050405020304" pitchFamily="18" charset="0"/>
                <a:ea typeface="黑体" panose="02010609060101010101" pitchFamily="49" charset="-122"/>
                <a:sym typeface="Symbol" panose="05050102010706020507" pitchFamily="18" charset="2"/>
              </a:rPr>
              <a:t>) 	 [7]</a:t>
            </a:r>
            <a:endParaRPr lang="zh-CN" altLang="en-US" sz="2000" b="1" dirty="0">
              <a:latin typeface="Times New Roman" panose="02020603050405020304" pitchFamily="18" charset="0"/>
              <a:ea typeface="黑体" panose="02010609060101010101" pitchFamily="49" charset="-122"/>
              <a:sym typeface="Symbol" panose="05050102010706020507" pitchFamily="18" charset="2"/>
            </a:endParaRPr>
          </a:p>
        </p:txBody>
      </p:sp>
      <p:sp>
        <p:nvSpPr>
          <p:cNvPr id="3" name="文本框 2"/>
          <p:cNvSpPr txBox="1"/>
          <p:nvPr/>
        </p:nvSpPr>
        <p:spPr>
          <a:xfrm>
            <a:off x="1835696" y="1269530"/>
            <a:ext cx="1152128" cy="461665"/>
          </a:xfrm>
          <a:prstGeom prst="rect">
            <a:avLst/>
          </a:prstGeom>
          <a:noFill/>
        </p:spPr>
        <p:txBody>
          <a:bodyPr wrap="square" rtlCol="0">
            <a:spAutoFit/>
          </a:bodyPr>
          <a:lstStyle/>
          <a:p>
            <a:r>
              <a:rPr lang="zh-CN" altLang="en-US" b="1" dirty="0">
                <a:solidFill>
                  <a:srgbClr val="C00000"/>
                </a:solidFill>
                <a:latin typeface="微软雅黑" panose="020B0503020204020204" pitchFamily="34" charset="-122"/>
                <a:ea typeface="微软雅黑" panose="020B0503020204020204" pitchFamily="34" charset="-122"/>
              </a:rPr>
              <a:t>规则</a:t>
            </a:r>
          </a:p>
        </p:txBody>
      </p:sp>
      <p:sp>
        <p:nvSpPr>
          <p:cNvPr id="10" name="文本框 9"/>
          <p:cNvSpPr txBox="1"/>
          <p:nvPr/>
        </p:nvSpPr>
        <p:spPr>
          <a:xfrm>
            <a:off x="6553200" y="1269529"/>
            <a:ext cx="1152128" cy="461665"/>
          </a:xfrm>
          <a:prstGeom prst="rect">
            <a:avLst/>
          </a:prstGeom>
          <a:noFill/>
        </p:spPr>
        <p:txBody>
          <a:bodyPr wrap="square" rtlCol="0">
            <a:spAutoFit/>
          </a:bodyPr>
          <a:lstStyle/>
          <a:p>
            <a:r>
              <a:rPr lang="zh-CN" altLang="en-US" b="1" dirty="0" smtClean="0">
                <a:solidFill>
                  <a:srgbClr val="C00000"/>
                </a:solidFill>
                <a:latin typeface="微软雅黑" panose="020B0503020204020204" pitchFamily="34" charset="-122"/>
                <a:ea typeface="微软雅黑" panose="020B0503020204020204" pitchFamily="34" charset="-122"/>
              </a:rPr>
              <a:t>事实</a:t>
            </a:r>
            <a:endParaRPr lang="zh-CN" altLang="en-US" b="1"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40908740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txBox="1">
            <a:spLocks noGrp="1"/>
          </p:cNvSpPr>
          <p:nvPr>
            <p:ph type="sldNum" sz="quarter" idx="4"/>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40" tIns="45720" rIns="91440" bIns="45720" numCol="1" anchor="t" anchorCtr="0" compatLnSpc="1"/>
          <a:lstStyle/>
          <a:p>
            <a:pPr marL="0" marR="0" lvl="0" indent="0" algn="r" defTabSz="914400" rtl="0" eaLnBrk="1" fontAlgn="base" latinLnBrk="1" hangingPunct="1">
              <a:lnSpc>
                <a:spcPct val="100000"/>
              </a:lnSpc>
              <a:spcBef>
                <a:spcPct val="0"/>
              </a:spcBef>
              <a:spcAft>
                <a:spcPct val="0"/>
              </a:spcAft>
              <a:buClrTx/>
              <a:buSzTx/>
              <a:buFontTx/>
              <a:buNone/>
              <a:defRPr/>
            </a:pPr>
            <a:fld id="{28DD6B83-3494-4137-A095-2F58AAEC0ACF}"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t>40</a:t>
            </a:fld>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181250" name="Rectangle 2"/>
          <p:cNvSpPr>
            <a:spLocks noGrp="1" noChangeArrowheads="1"/>
          </p:cNvSpPr>
          <p:nvPr>
            <p:ph type="title"/>
          </p:nvPr>
        </p:nvSpPr>
        <p:spPr>
          <a:xfrm>
            <a:off x="1290638" y="320675"/>
            <a:ext cx="7772400" cy="731838"/>
          </a:xfrm>
        </p:spPr>
        <p:txBody>
          <a:bodyPr vert="horz" wrap="square" lIns="91440" tIns="45720" rIns="91440" bIns="45720" numCol="1" anchor="ctr" anchorCtr="0" compatLnSpc="1"/>
          <a:lstStyle/>
          <a:p>
            <a:pPr marL="0" marR="0" lvl="0" indent="0" algn="ctr" defTabSz="914400" rtl="0" eaLnBrk="1" fontAlgn="base" latinLnBrk="1" hangingPunct="1">
              <a:lnSpc>
                <a:spcPct val="100000"/>
              </a:lnSpc>
              <a:spcBef>
                <a:spcPct val="0"/>
              </a:spcBef>
              <a:spcAft>
                <a:spcPct val="0"/>
              </a:spcAft>
              <a:buClrTx/>
              <a:buSzTx/>
              <a:buFontTx/>
              <a:buNone/>
              <a:defRPr/>
            </a:pPr>
            <a:r>
              <a:rPr kumimoji="1" lang="zh-CN" altLang="en-US" sz="32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j-cs"/>
              </a:rPr>
              <a:t>前向链接算法例子</a:t>
            </a:r>
            <a:endParaRPr kumimoji="1" lang="en-US" altLang="zh-CN" sz="32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j-cs"/>
            </a:endParaRPr>
          </a:p>
        </p:txBody>
      </p:sp>
      <p:sp>
        <p:nvSpPr>
          <p:cNvPr id="111620" name="Text Box 4"/>
          <p:cNvSpPr txBox="1"/>
          <p:nvPr/>
        </p:nvSpPr>
        <p:spPr>
          <a:xfrm>
            <a:off x="0" y="188913"/>
            <a:ext cx="2339975" cy="457200"/>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0" lvl="0" indent="0" eaLnBrk="1" hangingPunct="1">
              <a:spcBef>
                <a:spcPct val="50000"/>
              </a:spcBef>
              <a:buNone/>
            </a:pPr>
            <a:r>
              <a:rPr lang="zh-CN" altLang="en-US" sz="2400" dirty="0">
                <a:latin typeface="华文行楷" panose="02010800040101010101" pitchFamily="2" charset="-122"/>
                <a:ea typeface="华文行楷" panose="02010800040101010101" pitchFamily="2" charset="-122"/>
              </a:rPr>
              <a:t>第</a:t>
            </a:r>
            <a:r>
              <a:rPr lang="en-US" altLang="zh-CN" sz="2400" dirty="0">
                <a:latin typeface="华文行楷" panose="02010800040101010101" pitchFamily="2" charset="-122"/>
                <a:ea typeface="华文行楷" panose="02010800040101010101" pitchFamily="2" charset="-122"/>
              </a:rPr>
              <a:t>3</a:t>
            </a:r>
            <a:r>
              <a:rPr lang="zh-CN" altLang="en-US" sz="2400" dirty="0">
                <a:latin typeface="华文行楷" panose="02010800040101010101" pitchFamily="2" charset="-122"/>
                <a:ea typeface="华文行楷" panose="02010800040101010101" pitchFamily="2" charset="-122"/>
              </a:rPr>
              <a:t>章 逻辑系统</a:t>
            </a:r>
          </a:p>
        </p:txBody>
      </p:sp>
      <p:sp>
        <p:nvSpPr>
          <p:cNvPr id="181254" name="Rectangle 6"/>
          <p:cNvSpPr/>
          <p:nvPr/>
        </p:nvSpPr>
        <p:spPr>
          <a:xfrm>
            <a:off x="107504" y="1817529"/>
            <a:ext cx="5328592" cy="1323439"/>
          </a:xfrm>
          <a:prstGeom prst="rect">
            <a:avLst/>
          </a:prstGeom>
          <a:solidFill>
            <a:schemeClr val="bg1"/>
          </a:solidFill>
          <a:ln w="9525" cap="flat" cmpd="sng">
            <a:solidFill>
              <a:schemeClr val="tx1"/>
            </a:solidFill>
            <a:prstDash val="solid"/>
            <a:miter/>
            <a:headEnd type="none" w="med" len="med"/>
            <a:tailEnd type="none" w="med" len="med"/>
          </a:ln>
        </p:spPr>
        <p:txBody>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0" lvl="0" indent="0" eaLnBrk="1" hangingPunct="1">
              <a:buNone/>
            </a:pPr>
            <a:r>
              <a:rPr lang="en-US" altLang="zh-CN" sz="2000" b="1" dirty="0">
                <a:solidFill>
                  <a:srgbClr val="C00000"/>
                </a:solidFill>
                <a:latin typeface="Times New Roman" panose="02020603050405020304" pitchFamily="18" charset="0"/>
                <a:ea typeface="黑体" panose="02010609060101010101" pitchFamily="49" charset="-122"/>
                <a:sym typeface="Symbol" panose="05050102010706020507" pitchFamily="18" charset="2"/>
              </a:rPr>
              <a:t>A (x)</a:t>
            </a:r>
            <a:r>
              <a:rPr lang="en-US" altLang="zh-CN" sz="2000" b="1" dirty="0">
                <a:latin typeface="Times New Roman" panose="02020603050405020304" pitchFamily="18" charset="0"/>
                <a:ea typeface="黑体" panose="02010609060101010101" pitchFamily="49" charset="-122"/>
                <a:sym typeface="Symbol" panose="05050102010706020507" pitchFamily="18" charset="2"/>
              </a:rPr>
              <a:t> ∧ W (y) ∧ S (x,y,z) ∧ </a:t>
            </a:r>
            <a:r>
              <a:rPr lang="en-US" altLang="zh-CN" sz="2000" b="1" dirty="0">
                <a:solidFill>
                  <a:srgbClr val="C00000"/>
                </a:solidFill>
                <a:latin typeface="Times New Roman" panose="02020603050405020304" pitchFamily="18" charset="0"/>
                <a:ea typeface="黑体" panose="02010609060101010101" pitchFamily="49" charset="-122"/>
                <a:sym typeface="Symbol" panose="05050102010706020507" pitchFamily="18" charset="2"/>
              </a:rPr>
              <a:t>H (z)</a:t>
            </a:r>
            <a:r>
              <a:rPr lang="en-US" altLang="zh-CN" sz="2000" b="1" dirty="0">
                <a:latin typeface="Times New Roman" panose="02020603050405020304" pitchFamily="18" charset="0"/>
                <a:ea typeface="黑体" panose="02010609060101010101" pitchFamily="49" charset="-122"/>
                <a:sym typeface="Symbol" panose="05050102010706020507" pitchFamily="18" charset="2"/>
              </a:rPr>
              <a:t> →  C (x) [1]</a:t>
            </a:r>
          </a:p>
          <a:p>
            <a:pPr marL="0" lvl="0" indent="0" eaLnBrk="1" hangingPunct="1">
              <a:buNone/>
            </a:pPr>
            <a:r>
              <a:rPr lang="en-US" altLang="zh-CN" sz="2000" b="1" dirty="0">
                <a:latin typeface="Times New Roman" panose="02020603050405020304" pitchFamily="18" charset="0"/>
                <a:ea typeface="黑体" panose="02010609060101010101" pitchFamily="49" charset="-122"/>
                <a:sym typeface="Symbol" panose="05050102010706020507" pitchFamily="18" charset="2"/>
              </a:rPr>
              <a:t>M (y) ∧ O (Nono, y)→S (West, y, Nono)      [2]</a:t>
            </a:r>
          </a:p>
          <a:p>
            <a:pPr marL="0" lvl="0" indent="0" eaLnBrk="1" hangingPunct="1">
              <a:buNone/>
            </a:pPr>
            <a:r>
              <a:rPr lang="en-US" altLang="zh-CN" sz="2000" b="1" dirty="0">
                <a:latin typeface="Times New Roman" panose="02020603050405020304" pitchFamily="18" charset="0"/>
                <a:ea typeface="黑体" panose="02010609060101010101" pitchFamily="49" charset="-122"/>
                <a:sym typeface="Symbol" panose="05050102010706020507" pitchFamily="18" charset="2"/>
              </a:rPr>
              <a:t>M (y) → W (y)	 [3</a:t>
            </a:r>
            <a:r>
              <a:rPr lang="en-US" altLang="zh-CN" sz="2000" b="1" dirty="0" smtClean="0">
                <a:latin typeface="Times New Roman" panose="02020603050405020304" pitchFamily="18" charset="0"/>
                <a:ea typeface="黑体" panose="02010609060101010101" pitchFamily="49" charset="-122"/>
                <a:sym typeface="Symbol" panose="05050102010706020507" pitchFamily="18" charset="2"/>
              </a:rPr>
              <a:t>]</a:t>
            </a:r>
            <a:endParaRPr lang="en-US" altLang="zh-CN" sz="2000" b="1" dirty="0">
              <a:latin typeface="Times New Roman" panose="02020603050405020304" pitchFamily="18" charset="0"/>
              <a:ea typeface="黑体" panose="02010609060101010101" pitchFamily="49" charset="-122"/>
              <a:sym typeface="Symbol" panose="05050102010706020507" pitchFamily="18" charset="2"/>
            </a:endParaRPr>
          </a:p>
        </p:txBody>
      </p:sp>
      <p:sp>
        <p:nvSpPr>
          <p:cNvPr id="111623" name="矩形 1"/>
          <p:cNvSpPr/>
          <p:nvPr/>
        </p:nvSpPr>
        <p:spPr>
          <a:xfrm>
            <a:off x="687251" y="3451253"/>
            <a:ext cx="4169097" cy="497765"/>
          </a:xfrm>
          <a:prstGeom prst="rect">
            <a:avLst/>
          </a:prstGeom>
          <a:noFill/>
          <a:ln w="9525">
            <a:noFill/>
          </a:ln>
        </p:spPr>
        <p:txBody>
          <a:bodyPr wrap="square">
            <a:spAutoFit/>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457200" lvl="1" indent="0" eaLnBrk="1" latinLnBrk="0" hangingPunct="1">
              <a:lnSpc>
                <a:spcPct val="120000"/>
              </a:lnSpc>
              <a:spcBef>
                <a:spcPct val="0"/>
              </a:spcBef>
              <a:buNone/>
            </a:pPr>
            <a:r>
              <a:rPr lang="zh-CN" altLang="en-US" sz="2400" dirty="0" smtClean="0">
                <a:solidFill>
                  <a:srgbClr val="C00000"/>
                </a:solidFill>
                <a:latin typeface="Times New Roman" panose="02020603050405020304" pitchFamily="18" charset="0"/>
                <a:ea typeface="微软雅黑" panose="020B0503020204020204" pitchFamily="34" charset="-122"/>
              </a:rPr>
              <a:t>规则</a:t>
            </a:r>
            <a:r>
              <a:rPr lang="en-US" altLang="zh-CN" sz="2400" dirty="0" smtClean="0">
                <a:solidFill>
                  <a:srgbClr val="C00000"/>
                </a:solidFill>
                <a:latin typeface="Times New Roman" panose="02020603050405020304" pitchFamily="18" charset="0"/>
                <a:ea typeface="微软雅黑" panose="020B0503020204020204" pitchFamily="34" charset="-122"/>
              </a:rPr>
              <a:t>1</a:t>
            </a:r>
            <a:r>
              <a:rPr lang="zh-CN" altLang="en-US" sz="2400" dirty="0" smtClean="0">
                <a:solidFill>
                  <a:srgbClr val="C00000"/>
                </a:solidFill>
                <a:latin typeface="Times New Roman" panose="02020603050405020304" pitchFamily="18" charset="0"/>
                <a:ea typeface="微软雅黑" panose="020B0503020204020204" pitchFamily="34" charset="-122"/>
              </a:rPr>
              <a:t>前提部分匹配失败</a:t>
            </a:r>
            <a:endParaRPr lang="zh-CN" altLang="en-US" sz="2400" dirty="0">
              <a:solidFill>
                <a:srgbClr val="C00000"/>
              </a:solidFill>
              <a:latin typeface="Times New Roman" panose="02020603050405020304" pitchFamily="18" charset="0"/>
              <a:ea typeface="微软雅黑" panose="020B0503020204020204" pitchFamily="34" charset="-122"/>
            </a:endParaRPr>
          </a:p>
        </p:txBody>
      </p:sp>
      <p:sp>
        <p:nvSpPr>
          <p:cNvPr id="2" name="矩形 1"/>
          <p:cNvSpPr/>
          <p:nvPr/>
        </p:nvSpPr>
        <p:spPr>
          <a:xfrm>
            <a:off x="5868838" y="1817529"/>
            <a:ext cx="2663602" cy="1323439"/>
          </a:xfrm>
          <a:prstGeom prst="rect">
            <a:avLst/>
          </a:prstGeom>
          <a:ln>
            <a:solidFill>
              <a:schemeClr val="accent1"/>
            </a:solidFill>
          </a:ln>
        </p:spPr>
        <p:txBody>
          <a:bodyPr wrap="square">
            <a:spAutoFit/>
          </a:bodyPr>
          <a:lstStyle/>
          <a:p>
            <a:pPr marL="342900" lvl="0" indent="-342900" eaLnBrk="1" hangingPunct="1"/>
            <a:r>
              <a:rPr lang="en-US" altLang="zh-CN" sz="2000" b="1" dirty="0">
                <a:latin typeface="Times New Roman" panose="02020603050405020304" pitchFamily="18" charset="0"/>
                <a:ea typeface="黑体" panose="02010609060101010101" pitchFamily="49" charset="-122"/>
                <a:sym typeface="Symbol" panose="05050102010706020507" pitchFamily="18" charset="2"/>
              </a:rPr>
              <a:t>O (</a:t>
            </a:r>
            <a:r>
              <a:rPr lang="en-US" altLang="zh-CN" sz="2000" b="1" dirty="0" err="1">
                <a:latin typeface="Times New Roman" panose="02020603050405020304" pitchFamily="18" charset="0"/>
                <a:ea typeface="黑体" panose="02010609060101010101" pitchFamily="49" charset="-122"/>
                <a:sym typeface="Symbol" panose="05050102010706020507" pitchFamily="18" charset="2"/>
              </a:rPr>
              <a:t>Nono</a:t>
            </a:r>
            <a:r>
              <a:rPr lang="en-US" altLang="zh-CN" sz="2000" b="1" dirty="0">
                <a:latin typeface="Times New Roman" panose="02020603050405020304" pitchFamily="18" charset="0"/>
                <a:ea typeface="黑体" panose="02010609060101010101" pitchFamily="49" charset="-122"/>
                <a:sym typeface="Symbol" panose="05050102010706020507" pitchFamily="18" charset="2"/>
              </a:rPr>
              <a:t>, </a:t>
            </a:r>
            <a:r>
              <a:rPr lang="en-US" altLang="zh-CN" sz="2000" b="1" dirty="0" err="1">
                <a:latin typeface="Times New Roman" panose="02020603050405020304" pitchFamily="18" charset="0"/>
                <a:ea typeface="黑体" panose="02010609060101010101" pitchFamily="49" charset="-122"/>
                <a:sym typeface="Symbol" panose="05050102010706020507" pitchFamily="18" charset="2"/>
              </a:rPr>
              <a:t>M1</a:t>
            </a:r>
            <a:r>
              <a:rPr lang="en-US" altLang="zh-CN" sz="2000" b="1" dirty="0">
                <a:latin typeface="Times New Roman" panose="02020603050405020304" pitchFamily="18" charset="0"/>
                <a:ea typeface="黑体" panose="02010609060101010101" pitchFamily="49" charset="-122"/>
                <a:sym typeface="Symbol" panose="05050102010706020507" pitchFamily="18" charset="2"/>
              </a:rPr>
              <a:t>) 	 [4]</a:t>
            </a:r>
          </a:p>
          <a:p>
            <a:pPr marL="342900" lvl="0" indent="-342900" eaLnBrk="1" hangingPunct="1"/>
            <a:r>
              <a:rPr lang="en-US" altLang="zh-CN" sz="2000" b="1" dirty="0">
                <a:latin typeface="Times New Roman" panose="02020603050405020304" pitchFamily="18" charset="0"/>
                <a:ea typeface="黑体" panose="02010609060101010101" pitchFamily="49" charset="-122"/>
                <a:sym typeface="Symbol" panose="05050102010706020507" pitchFamily="18" charset="2"/>
              </a:rPr>
              <a:t>M (</a:t>
            </a:r>
            <a:r>
              <a:rPr lang="en-US" altLang="zh-CN" sz="2000" b="1" dirty="0" err="1">
                <a:latin typeface="Times New Roman" panose="02020603050405020304" pitchFamily="18" charset="0"/>
                <a:ea typeface="黑体" panose="02010609060101010101" pitchFamily="49" charset="-122"/>
                <a:sym typeface="Symbol" panose="05050102010706020507" pitchFamily="18" charset="2"/>
              </a:rPr>
              <a:t>M1</a:t>
            </a:r>
            <a:r>
              <a:rPr lang="en-US" altLang="zh-CN" sz="2000" b="1" dirty="0">
                <a:latin typeface="Times New Roman" panose="02020603050405020304" pitchFamily="18" charset="0"/>
                <a:ea typeface="黑体" panose="02010609060101010101" pitchFamily="49" charset="-122"/>
                <a:sym typeface="Symbol" panose="05050102010706020507" pitchFamily="18" charset="2"/>
              </a:rPr>
              <a:t>)                 [5]</a:t>
            </a:r>
          </a:p>
          <a:p>
            <a:pPr marL="342900" lvl="0" indent="-342900" eaLnBrk="1" hangingPunct="1"/>
            <a:r>
              <a:rPr lang="en-US" altLang="zh-CN" sz="2000" b="1" dirty="0">
                <a:solidFill>
                  <a:srgbClr val="C00000"/>
                </a:solidFill>
                <a:latin typeface="Times New Roman" panose="02020603050405020304" pitchFamily="18" charset="0"/>
                <a:ea typeface="黑体" panose="02010609060101010101" pitchFamily="49" charset="-122"/>
                <a:sym typeface="Symbol" panose="05050102010706020507" pitchFamily="18" charset="2"/>
              </a:rPr>
              <a:t>A (West)	 [6]</a:t>
            </a:r>
          </a:p>
          <a:p>
            <a:pPr marL="342900" lvl="0" indent="-342900" eaLnBrk="1" hangingPunct="1"/>
            <a:r>
              <a:rPr lang="en-US" altLang="zh-CN" sz="2000" b="1" dirty="0">
                <a:solidFill>
                  <a:srgbClr val="C00000"/>
                </a:solidFill>
                <a:latin typeface="Times New Roman" panose="02020603050405020304" pitchFamily="18" charset="0"/>
                <a:ea typeface="黑体" panose="02010609060101010101" pitchFamily="49" charset="-122"/>
                <a:sym typeface="Symbol" panose="05050102010706020507" pitchFamily="18" charset="2"/>
              </a:rPr>
              <a:t>H (</a:t>
            </a:r>
            <a:r>
              <a:rPr lang="en-US" altLang="zh-CN" sz="2000" b="1" dirty="0" err="1">
                <a:solidFill>
                  <a:srgbClr val="C00000"/>
                </a:solidFill>
                <a:latin typeface="Times New Roman" panose="02020603050405020304" pitchFamily="18" charset="0"/>
                <a:ea typeface="黑体" panose="02010609060101010101" pitchFamily="49" charset="-122"/>
                <a:sym typeface="Symbol" panose="05050102010706020507" pitchFamily="18" charset="2"/>
              </a:rPr>
              <a:t>Nono</a:t>
            </a:r>
            <a:r>
              <a:rPr lang="en-US" altLang="zh-CN" sz="2000" b="1" dirty="0">
                <a:solidFill>
                  <a:srgbClr val="C00000"/>
                </a:solidFill>
                <a:latin typeface="Times New Roman" panose="02020603050405020304" pitchFamily="18" charset="0"/>
                <a:ea typeface="黑体" panose="02010609060101010101" pitchFamily="49" charset="-122"/>
                <a:sym typeface="Symbol" panose="05050102010706020507" pitchFamily="18" charset="2"/>
              </a:rPr>
              <a:t>) 	 [7]</a:t>
            </a:r>
            <a:endParaRPr lang="zh-CN" altLang="en-US" sz="2000" b="1" dirty="0">
              <a:solidFill>
                <a:srgbClr val="C00000"/>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3" name="文本框 2"/>
          <p:cNvSpPr txBox="1"/>
          <p:nvPr/>
        </p:nvSpPr>
        <p:spPr>
          <a:xfrm>
            <a:off x="1835696" y="1269530"/>
            <a:ext cx="1152128" cy="461665"/>
          </a:xfrm>
          <a:prstGeom prst="rect">
            <a:avLst/>
          </a:prstGeom>
          <a:noFill/>
        </p:spPr>
        <p:txBody>
          <a:bodyPr wrap="square" rtlCol="0">
            <a:spAutoFit/>
          </a:bodyPr>
          <a:lstStyle/>
          <a:p>
            <a:r>
              <a:rPr lang="zh-CN" altLang="en-US" b="1" dirty="0">
                <a:solidFill>
                  <a:srgbClr val="C00000"/>
                </a:solidFill>
                <a:latin typeface="微软雅黑" panose="020B0503020204020204" pitchFamily="34" charset="-122"/>
                <a:ea typeface="微软雅黑" panose="020B0503020204020204" pitchFamily="34" charset="-122"/>
              </a:rPr>
              <a:t>规则</a:t>
            </a:r>
          </a:p>
        </p:txBody>
      </p:sp>
      <p:sp>
        <p:nvSpPr>
          <p:cNvPr id="10" name="文本框 9"/>
          <p:cNvSpPr txBox="1"/>
          <p:nvPr/>
        </p:nvSpPr>
        <p:spPr>
          <a:xfrm>
            <a:off x="6553200" y="1269529"/>
            <a:ext cx="1152128" cy="461665"/>
          </a:xfrm>
          <a:prstGeom prst="rect">
            <a:avLst/>
          </a:prstGeom>
          <a:noFill/>
        </p:spPr>
        <p:txBody>
          <a:bodyPr wrap="square" rtlCol="0">
            <a:spAutoFit/>
          </a:bodyPr>
          <a:lstStyle/>
          <a:p>
            <a:r>
              <a:rPr lang="zh-CN" altLang="en-US" b="1" dirty="0" smtClean="0">
                <a:solidFill>
                  <a:srgbClr val="C00000"/>
                </a:solidFill>
                <a:latin typeface="微软雅黑" panose="020B0503020204020204" pitchFamily="34" charset="-122"/>
                <a:ea typeface="微软雅黑" panose="020B0503020204020204" pitchFamily="34" charset="-122"/>
              </a:rPr>
              <a:t>事实</a:t>
            </a:r>
            <a:endParaRPr lang="zh-CN" altLang="en-US" b="1" dirty="0">
              <a:solidFill>
                <a:srgbClr val="C00000"/>
              </a:solidFill>
              <a:latin typeface="微软雅黑" panose="020B0503020204020204" pitchFamily="34" charset="-122"/>
              <a:ea typeface="微软雅黑" panose="020B0503020204020204" pitchFamily="34" charset="-122"/>
            </a:endParaRPr>
          </a:p>
        </p:txBody>
      </p:sp>
      <p:sp>
        <p:nvSpPr>
          <p:cNvPr id="4" name="任意多边形 3"/>
          <p:cNvSpPr/>
          <p:nvPr/>
        </p:nvSpPr>
        <p:spPr bwMode="auto">
          <a:xfrm>
            <a:off x="389299" y="1095948"/>
            <a:ext cx="5838885" cy="1468956"/>
          </a:xfrm>
          <a:custGeom>
            <a:avLst/>
            <a:gdLst>
              <a:gd name="connsiteX0" fmla="*/ 5604095 w 5604095"/>
              <a:gd name="connsiteY0" fmla="*/ 1625556 h 1625556"/>
              <a:gd name="connsiteX1" fmla="*/ 4753069 w 5604095"/>
              <a:gd name="connsiteY1" fmla="*/ 367124 h 1625556"/>
              <a:gd name="connsiteX2" fmla="*/ 851026 w 5604095"/>
              <a:gd name="connsiteY2" fmla="*/ 23093 h 1625556"/>
              <a:gd name="connsiteX3" fmla="*/ 0 w 5604095"/>
              <a:gd name="connsiteY3" fmla="*/ 883172 h 1625556"/>
            </a:gdLst>
            <a:ahLst/>
            <a:cxnLst>
              <a:cxn ang="0">
                <a:pos x="connsiteX0" y="connsiteY0"/>
              </a:cxn>
              <a:cxn ang="0">
                <a:pos x="connsiteX1" y="connsiteY1"/>
              </a:cxn>
              <a:cxn ang="0">
                <a:pos x="connsiteX2" y="connsiteY2"/>
              </a:cxn>
              <a:cxn ang="0">
                <a:pos x="connsiteX3" y="connsiteY3"/>
              </a:cxn>
            </a:cxnLst>
            <a:rect l="l" t="t" r="r" b="b"/>
            <a:pathLst>
              <a:path w="5604095" h="1625556">
                <a:moveTo>
                  <a:pt x="5604095" y="1625556"/>
                </a:moveTo>
                <a:cubicBezTo>
                  <a:pt x="5574671" y="1129878"/>
                  <a:pt x="5545247" y="634201"/>
                  <a:pt x="4753069" y="367124"/>
                </a:cubicBezTo>
                <a:cubicBezTo>
                  <a:pt x="3960891" y="100047"/>
                  <a:pt x="1643204" y="-62915"/>
                  <a:pt x="851026" y="23093"/>
                </a:cubicBezTo>
                <a:cubicBezTo>
                  <a:pt x="58848" y="109101"/>
                  <a:pt x="114677" y="744353"/>
                  <a:pt x="0" y="883172"/>
                </a:cubicBezTo>
              </a:path>
            </a:pathLst>
          </a:custGeom>
          <a:noFill/>
          <a:ln w="28575" cap="flat" cmpd="sng" algn="ctr">
            <a:solidFill>
              <a:schemeClr val="tx1"/>
            </a:solidFill>
            <a:prstDash val="solid"/>
            <a:round/>
            <a:headEnd type="none" w="med" len="med"/>
            <a:tailEnd type="arrow" w="med" len="med"/>
          </a:ln>
        </p:spPr>
        <p:txBody>
          <a:bodyPr vert="horz" wrap="square" lIns="91440" tIns="45720" rIns="91440" bIns="45720" numCol="1" rtlCol="0" anchor="t" anchorCtr="0" compatLnSpc="1"/>
          <a:lstStyle/>
          <a:p>
            <a:pPr marL="0" marR="0" indent="0" algn="l" defTabSz="914400" rtl="0" eaLnBrk="1" fontAlgn="base" latinLnBrk="1" hangingPunct="1">
              <a:lnSpc>
                <a:spcPct val="100000"/>
              </a:lnSpc>
              <a:spcBef>
                <a:spcPct val="0"/>
              </a:spcBef>
              <a:spcAft>
                <a:spcPct val="0"/>
              </a:spcAft>
              <a:buClrTx/>
              <a:buSzTx/>
              <a:buFontTx/>
              <a:buNone/>
            </a:pPr>
            <a:endParaRPr kumimoji="1" lang="zh-CN" altLang="en-US" sz="24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p:txBody>
      </p:sp>
      <p:sp>
        <p:nvSpPr>
          <p:cNvPr id="7" name="任意多边形 6"/>
          <p:cNvSpPr/>
          <p:nvPr/>
        </p:nvSpPr>
        <p:spPr bwMode="auto">
          <a:xfrm>
            <a:off x="3494638" y="1367694"/>
            <a:ext cx="2453489" cy="1565629"/>
          </a:xfrm>
          <a:custGeom>
            <a:avLst/>
            <a:gdLst>
              <a:gd name="connsiteX0" fmla="*/ 2453489 w 2453489"/>
              <a:gd name="connsiteY0" fmla="*/ 1565629 h 1565629"/>
              <a:gd name="connsiteX1" fmla="*/ 1403287 w 2453489"/>
              <a:gd name="connsiteY1" fmla="*/ 144235 h 1565629"/>
              <a:gd name="connsiteX2" fmla="*/ 416459 w 2453489"/>
              <a:gd name="connsiteY2" fmla="*/ 89914 h 1565629"/>
              <a:gd name="connsiteX3" fmla="*/ 0 w 2453489"/>
              <a:gd name="connsiteY3" fmla="*/ 515427 h 1565629"/>
            </a:gdLst>
            <a:ahLst/>
            <a:cxnLst>
              <a:cxn ang="0">
                <a:pos x="connsiteX0" y="connsiteY0"/>
              </a:cxn>
              <a:cxn ang="0">
                <a:pos x="connsiteX1" y="connsiteY1"/>
              </a:cxn>
              <a:cxn ang="0">
                <a:pos x="connsiteX2" y="connsiteY2"/>
              </a:cxn>
              <a:cxn ang="0">
                <a:pos x="connsiteX3" y="connsiteY3"/>
              </a:cxn>
            </a:cxnLst>
            <a:rect l="l" t="t" r="r" b="b"/>
            <a:pathLst>
              <a:path w="2453489" h="1565629">
                <a:moveTo>
                  <a:pt x="2453489" y="1565629"/>
                </a:moveTo>
                <a:cubicBezTo>
                  <a:pt x="2098140" y="977908"/>
                  <a:pt x="1742792" y="390188"/>
                  <a:pt x="1403287" y="144235"/>
                </a:cubicBezTo>
                <a:cubicBezTo>
                  <a:pt x="1063782" y="-101718"/>
                  <a:pt x="650340" y="28049"/>
                  <a:pt x="416459" y="89914"/>
                </a:cubicBezTo>
                <a:cubicBezTo>
                  <a:pt x="182578" y="151779"/>
                  <a:pt x="39232" y="455071"/>
                  <a:pt x="0" y="515427"/>
                </a:cubicBezTo>
              </a:path>
            </a:pathLst>
          </a:custGeom>
          <a:noFill/>
          <a:ln w="28575" cap="flat" cmpd="sng" algn="ctr">
            <a:solidFill>
              <a:schemeClr val="tx1"/>
            </a:solidFill>
            <a:prstDash val="solid"/>
            <a:round/>
            <a:headEnd type="none" w="med" len="med"/>
            <a:tailEnd type="arrow" w="med" len="med"/>
          </a:ln>
        </p:spPr>
        <p:txBody>
          <a:bodyPr vert="horz" wrap="square" lIns="91440" tIns="45720" rIns="91440" bIns="45720" numCol="1" rtlCol="0" anchor="t" anchorCtr="0" compatLnSpc="1"/>
          <a:lstStyle/>
          <a:p>
            <a:pPr eaLnBrk="1" latinLnBrk="1" hangingPunct="1"/>
            <a:endParaRPr kumimoji="1" lang="zh-CN" altLang="en-US"/>
          </a:p>
        </p:txBody>
      </p:sp>
    </p:spTree>
    <p:extLst>
      <p:ext uri="{BB962C8B-B14F-4D97-AF65-F5344CB8AC3E}">
        <p14:creationId xmlns:p14="http://schemas.microsoft.com/office/powerpoint/2010/main" val="52389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162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txBox="1">
            <a:spLocks noGrp="1"/>
          </p:cNvSpPr>
          <p:nvPr>
            <p:ph type="sldNum" sz="quarter" idx="4"/>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40" tIns="45720" rIns="91440" bIns="45720" numCol="1" anchor="t" anchorCtr="0" compatLnSpc="1"/>
          <a:lstStyle/>
          <a:p>
            <a:pPr marL="0" marR="0" lvl="0" indent="0" algn="r" defTabSz="914400" rtl="0" eaLnBrk="1" fontAlgn="base" latinLnBrk="1" hangingPunct="1">
              <a:lnSpc>
                <a:spcPct val="100000"/>
              </a:lnSpc>
              <a:spcBef>
                <a:spcPct val="0"/>
              </a:spcBef>
              <a:spcAft>
                <a:spcPct val="0"/>
              </a:spcAft>
              <a:buClrTx/>
              <a:buSzTx/>
              <a:buFontTx/>
              <a:buNone/>
              <a:defRPr/>
            </a:pPr>
            <a:fld id="{28DD6B83-3494-4137-A095-2F58AAEC0ACF}"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t>41</a:t>
            </a:fld>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181250" name="Rectangle 2"/>
          <p:cNvSpPr>
            <a:spLocks noGrp="1" noChangeArrowheads="1"/>
          </p:cNvSpPr>
          <p:nvPr>
            <p:ph type="title"/>
          </p:nvPr>
        </p:nvSpPr>
        <p:spPr>
          <a:xfrm>
            <a:off x="1290638" y="320675"/>
            <a:ext cx="7772400" cy="731838"/>
          </a:xfrm>
        </p:spPr>
        <p:txBody>
          <a:bodyPr vert="horz" wrap="square" lIns="91440" tIns="45720" rIns="91440" bIns="45720" numCol="1" anchor="ctr" anchorCtr="0" compatLnSpc="1"/>
          <a:lstStyle/>
          <a:p>
            <a:pPr marL="0" marR="0" lvl="0" indent="0" algn="ctr" defTabSz="914400" rtl="0" eaLnBrk="1" fontAlgn="base" latinLnBrk="1" hangingPunct="1">
              <a:lnSpc>
                <a:spcPct val="100000"/>
              </a:lnSpc>
              <a:spcBef>
                <a:spcPct val="0"/>
              </a:spcBef>
              <a:spcAft>
                <a:spcPct val="0"/>
              </a:spcAft>
              <a:buClrTx/>
              <a:buSzTx/>
              <a:buFontTx/>
              <a:buNone/>
              <a:defRPr/>
            </a:pPr>
            <a:r>
              <a:rPr kumimoji="1" lang="zh-CN" altLang="en-US" sz="32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j-cs"/>
              </a:rPr>
              <a:t>前向链接算法例子</a:t>
            </a:r>
            <a:endParaRPr kumimoji="1" lang="en-US" altLang="zh-CN" sz="32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j-cs"/>
            </a:endParaRPr>
          </a:p>
        </p:txBody>
      </p:sp>
      <p:sp>
        <p:nvSpPr>
          <p:cNvPr id="111620" name="Text Box 4"/>
          <p:cNvSpPr txBox="1"/>
          <p:nvPr/>
        </p:nvSpPr>
        <p:spPr>
          <a:xfrm>
            <a:off x="0" y="188913"/>
            <a:ext cx="2339975" cy="457200"/>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0" lvl="0" indent="0" eaLnBrk="1" hangingPunct="1">
              <a:spcBef>
                <a:spcPct val="50000"/>
              </a:spcBef>
              <a:buNone/>
            </a:pPr>
            <a:r>
              <a:rPr lang="zh-CN" altLang="en-US" sz="2400" dirty="0">
                <a:latin typeface="华文行楷" panose="02010800040101010101" pitchFamily="2" charset="-122"/>
                <a:ea typeface="华文行楷" panose="02010800040101010101" pitchFamily="2" charset="-122"/>
              </a:rPr>
              <a:t>第</a:t>
            </a:r>
            <a:r>
              <a:rPr lang="en-US" altLang="zh-CN" sz="2400" dirty="0">
                <a:latin typeface="华文行楷" panose="02010800040101010101" pitchFamily="2" charset="-122"/>
                <a:ea typeface="华文行楷" panose="02010800040101010101" pitchFamily="2" charset="-122"/>
              </a:rPr>
              <a:t>3</a:t>
            </a:r>
            <a:r>
              <a:rPr lang="zh-CN" altLang="en-US" sz="2400" dirty="0">
                <a:latin typeface="华文行楷" panose="02010800040101010101" pitchFamily="2" charset="-122"/>
                <a:ea typeface="华文行楷" panose="02010800040101010101" pitchFamily="2" charset="-122"/>
              </a:rPr>
              <a:t>章 逻辑系统</a:t>
            </a:r>
          </a:p>
        </p:txBody>
      </p:sp>
      <p:sp>
        <p:nvSpPr>
          <p:cNvPr id="181254" name="Rectangle 6"/>
          <p:cNvSpPr/>
          <p:nvPr/>
        </p:nvSpPr>
        <p:spPr>
          <a:xfrm>
            <a:off x="107504" y="1817529"/>
            <a:ext cx="5328592" cy="1323439"/>
          </a:xfrm>
          <a:prstGeom prst="rect">
            <a:avLst/>
          </a:prstGeom>
          <a:solidFill>
            <a:schemeClr val="bg1"/>
          </a:solidFill>
          <a:ln w="9525" cap="flat" cmpd="sng">
            <a:solidFill>
              <a:schemeClr val="tx1"/>
            </a:solidFill>
            <a:prstDash val="solid"/>
            <a:miter/>
            <a:headEnd type="none" w="med" len="med"/>
            <a:tailEnd type="none" w="med" len="med"/>
          </a:ln>
        </p:spPr>
        <p:txBody>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0" lvl="0" indent="0" eaLnBrk="1" hangingPunct="1">
              <a:buNone/>
            </a:pPr>
            <a:r>
              <a:rPr lang="en-US" altLang="zh-CN" sz="2000" b="1" dirty="0">
                <a:latin typeface="Times New Roman" panose="02020603050405020304" pitchFamily="18" charset="0"/>
                <a:ea typeface="黑体" panose="02010609060101010101" pitchFamily="49" charset="-122"/>
                <a:sym typeface="Symbol" panose="05050102010706020507" pitchFamily="18" charset="2"/>
              </a:rPr>
              <a:t>A (x) ∧ W (y) ∧ S (x,y,z) ∧ H (z) →  C (x) [1]</a:t>
            </a:r>
          </a:p>
          <a:p>
            <a:pPr marL="0" lvl="0" indent="0" eaLnBrk="1" hangingPunct="1">
              <a:buNone/>
            </a:pPr>
            <a:r>
              <a:rPr lang="en-US" altLang="zh-CN" sz="2000" b="1" dirty="0">
                <a:solidFill>
                  <a:srgbClr val="C00000"/>
                </a:solidFill>
                <a:latin typeface="Times New Roman" panose="02020603050405020304" pitchFamily="18" charset="0"/>
                <a:ea typeface="黑体" panose="02010609060101010101" pitchFamily="49" charset="-122"/>
                <a:sym typeface="Symbol" panose="05050102010706020507" pitchFamily="18" charset="2"/>
              </a:rPr>
              <a:t>M (y)</a:t>
            </a:r>
            <a:r>
              <a:rPr lang="en-US" altLang="zh-CN" sz="2000" b="1" dirty="0">
                <a:latin typeface="Times New Roman" panose="02020603050405020304" pitchFamily="18" charset="0"/>
                <a:ea typeface="黑体" panose="02010609060101010101" pitchFamily="49" charset="-122"/>
                <a:sym typeface="Symbol" panose="05050102010706020507" pitchFamily="18" charset="2"/>
              </a:rPr>
              <a:t> ∧ </a:t>
            </a:r>
            <a:r>
              <a:rPr lang="en-US" altLang="zh-CN" sz="2000" b="1" dirty="0">
                <a:solidFill>
                  <a:srgbClr val="C00000"/>
                </a:solidFill>
                <a:latin typeface="Times New Roman" panose="02020603050405020304" pitchFamily="18" charset="0"/>
                <a:ea typeface="黑体" panose="02010609060101010101" pitchFamily="49" charset="-122"/>
                <a:sym typeface="Symbol" panose="05050102010706020507" pitchFamily="18" charset="2"/>
              </a:rPr>
              <a:t>O (Nono, y)</a:t>
            </a:r>
            <a:r>
              <a:rPr lang="en-US" altLang="zh-CN" sz="2000" b="1" dirty="0">
                <a:latin typeface="Times New Roman" panose="02020603050405020304" pitchFamily="18" charset="0"/>
                <a:ea typeface="黑体" panose="02010609060101010101" pitchFamily="49" charset="-122"/>
                <a:sym typeface="Symbol" panose="05050102010706020507" pitchFamily="18" charset="2"/>
              </a:rPr>
              <a:t>→S (West, y, Nono)      [2]</a:t>
            </a:r>
          </a:p>
          <a:p>
            <a:pPr marL="0" lvl="0" indent="0" eaLnBrk="1" hangingPunct="1">
              <a:buNone/>
            </a:pPr>
            <a:r>
              <a:rPr lang="en-US" altLang="zh-CN" sz="2000" b="1" dirty="0">
                <a:latin typeface="Times New Roman" panose="02020603050405020304" pitchFamily="18" charset="0"/>
                <a:ea typeface="黑体" panose="02010609060101010101" pitchFamily="49" charset="-122"/>
                <a:sym typeface="Symbol" panose="05050102010706020507" pitchFamily="18" charset="2"/>
              </a:rPr>
              <a:t>M (y) → W (y)	 [3</a:t>
            </a:r>
            <a:r>
              <a:rPr lang="en-US" altLang="zh-CN" sz="2000" b="1" dirty="0" smtClean="0">
                <a:latin typeface="Times New Roman" panose="02020603050405020304" pitchFamily="18" charset="0"/>
                <a:ea typeface="黑体" panose="02010609060101010101" pitchFamily="49" charset="-122"/>
                <a:sym typeface="Symbol" panose="05050102010706020507" pitchFamily="18" charset="2"/>
              </a:rPr>
              <a:t>]</a:t>
            </a:r>
            <a:endParaRPr lang="en-US" altLang="zh-CN" sz="2000" b="1" dirty="0">
              <a:latin typeface="Times New Roman" panose="02020603050405020304" pitchFamily="18" charset="0"/>
              <a:ea typeface="黑体" panose="02010609060101010101" pitchFamily="49" charset="-122"/>
              <a:sym typeface="Symbol" panose="05050102010706020507" pitchFamily="18" charset="2"/>
            </a:endParaRPr>
          </a:p>
        </p:txBody>
      </p:sp>
      <p:sp>
        <p:nvSpPr>
          <p:cNvPr id="111623" name="矩形 1"/>
          <p:cNvSpPr/>
          <p:nvPr/>
        </p:nvSpPr>
        <p:spPr>
          <a:xfrm>
            <a:off x="687251" y="3451253"/>
            <a:ext cx="4169097" cy="535531"/>
          </a:xfrm>
          <a:prstGeom prst="rect">
            <a:avLst/>
          </a:prstGeom>
          <a:noFill/>
          <a:ln w="9525">
            <a:noFill/>
          </a:ln>
        </p:spPr>
        <p:txBody>
          <a:bodyPr wrap="square">
            <a:spAutoFit/>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457200" lvl="1" indent="0" eaLnBrk="1" latinLnBrk="0" hangingPunct="1">
              <a:lnSpc>
                <a:spcPct val="120000"/>
              </a:lnSpc>
              <a:spcBef>
                <a:spcPct val="0"/>
              </a:spcBef>
              <a:buNone/>
            </a:pPr>
            <a:r>
              <a:rPr lang="zh-CN" altLang="en-US" sz="2400" dirty="0" smtClean="0">
                <a:solidFill>
                  <a:srgbClr val="C00000"/>
                </a:solidFill>
                <a:latin typeface="Times New Roman" panose="02020603050405020304" pitchFamily="18" charset="0"/>
                <a:ea typeface="微软雅黑" panose="020B0503020204020204" pitchFamily="34" charset="-122"/>
              </a:rPr>
              <a:t>规则</a:t>
            </a:r>
            <a:r>
              <a:rPr lang="en-US" altLang="zh-CN" sz="2400" dirty="0" smtClean="0">
                <a:solidFill>
                  <a:srgbClr val="C00000"/>
                </a:solidFill>
                <a:latin typeface="Times New Roman" panose="02020603050405020304" pitchFamily="18" charset="0"/>
                <a:ea typeface="微软雅黑" panose="020B0503020204020204" pitchFamily="34" charset="-122"/>
              </a:rPr>
              <a:t>2</a:t>
            </a:r>
            <a:r>
              <a:rPr lang="zh-CN" altLang="en-US" sz="2400" dirty="0" smtClean="0">
                <a:solidFill>
                  <a:srgbClr val="C00000"/>
                </a:solidFill>
                <a:latin typeface="Times New Roman" panose="02020603050405020304" pitchFamily="18" charset="0"/>
                <a:ea typeface="微软雅黑" panose="020B0503020204020204" pitchFamily="34" charset="-122"/>
              </a:rPr>
              <a:t>前提部分匹配成功</a:t>
            </a:r>
            <a:endParaRPr lang="zh-CN" altLang="en-US" sz="2400" dirty="0">
              <a:solidFill>
                <a:srgbClr val="C00000"/>
              </a:solidFill>
              <a:latin typeface="Times New Roman" panose="02020603050405020304" pitchFamily="18" charset="0"/>
              <a:ea typeface="微软雅黑" panose="020B0503020204020204" pitchFamily="34" charset="-122"/>
            </a:endParaRPr>
          </a:p>
        </p:txBody>
      </p:sp>
      <p:sp>
        <p:nvSpPr>
          <p:cNvPr id="2" name="矩形 1"/>
          <p:cNvSpPr/>
          <p:nvPr/>
        </p:nvSpPr>
        <p:spPr>
          <a:xfrm>
            <a:off x="5868838" y="1817529"/>
            <a:ext cx="2663602" cy="1323439"/>
          </a:xfrm>
          <a:prstGeom prst="rect">
            <a:avLst/>
          </a:prstGeom>
          <a:ln>
            <a:solidFill>
              <a:schemeClr val="accent1"/>
            </a:solidFill>
          </a:ln>
        </p:spPr>
        <p:txBody>
          <a:bodyPr wrap="square">
            <a:spAutoFit/>
          </a:bodyPr>
          <a:lstStyle/>
          <a:p>
            <a:pPr marL="342900" lvl="0" indent="-342900" eaLnBrk="1" hangingPunct="1"/>
            <a:r>
              <a:rPr lang="en-US" altLang="zh-CN" sz="2000" b="1" dirty="0">
                <a:solidFill>
                  <a:srgbClr val="C00000"/>
                </a:solidFill>
                <a:latin typeface="Times New Roman" panose="02020603050405020304" pitchFamily="18" charset="0"/>
                <a:ea typeface="黑体" panose="02010609060101010101" pitchFamily="49" charset="-122"/>
                <a:sym typeface="Symbol" panose="05050102010706020507" pitchFamily="18" charset="2"/>
              </a:rPr>
              <a:t>O (</a:t>
            </a:r>
            <a:r>
              <a:rPr lang="en-US" altLang="zh-CN" sz="2000" b="1" dirty="0" err="1">
                <a:solidFill>
                  <a:srgbClr val="C00000"/>
                </a:solidFill>
                <a:latin typeface="Times New Roman" panose="02020603050405020304" pitchFamily="18" charset="0"/>
                <a:ea typeface="黑体" panose="02010609060101010101" pitchFamily="49" charset="-122"/>
                <a:sym typeface="Symbol" panose="05050102010706020507" pitchFamily="18" charset="2"/>
              </a:rPr>
              <a:t>Nono</a:t>
            </a:r>
            <a:r>
              <a:rPr lang="en-US" altLang="zh-CN" sz="2000" b="1" dirty="0">
                <a:solidFill>
                  <a:srgbClr val="C00000"/>
                </a:solidFill>
                <a:latin typeface="Times New Roman" panose="02020603050405020304" pitchFamily="18" charset="0"/>
                <a:ea typeface="黑体" panose="02010609060101010101" pitchFamily="49" charset="-122"/>
                <a:sym typeface="Symbol" panose="05050102010706020507" pitchFamily="18" charset="2"/>
              </a:rPr>
              <a:t>, </a:t>
            </a:r>
            <a:r>
              <a:rPr lang="en-US" altLang="zh-CN" sz="2000" b="1" dirty="0" err="1">
                <a:solidFill>
                  <a:srgbClr val="C00000"/>
                </a:solidFill>
                <a:latin typeface="Times New Roman" panose="02020603050405020304" pitchFamily="18" charset="0"/>
                <a:ea typeface="黑体" panose="02010609060101010101" pitchFamily="49" charset="-122"/>
                <a:sym typeface="Symbol" panose="05050102010706020507" pitchFamily="18" charset="2"/>
              </a:rPr>
              <a:t>M1</a:t>
            </a:r>
            <a:r>
              <a:rPr lang="en-US" altLang="zh-CN" sz="2000" b="1" dirty="0">
                <a:solidFill>
                  <a:srgbClr val="C00000"/>
                </a:solidFill>
                <a:latin typeface="Times New Roman" panose="02020603050405020304" pitchFamily="18" charset="0"/>
                <a:ea typeface="黑体" panose="02010609060101010101" pitchFamily="49" charset="-122"/>
                <a:sym typeface="Symbol" panose="05050102010706020507" pitchFamily="18" charset="2"/>
              </a:rPr>
              <a:t>) 	 [4]</a:t>
            </a:r>
          </a:p>
          <a:p>
            <a:pPr marL="342900" lvl="0" indent="-342900" eaLnBrk="1" hangingPunct="1"/>
            <a:r>
              <a:rPr lang="en-US" altLang="zh-CN" sz="2000" b="1" dirty="0">
                <a:solidFill>
                  <a:srgbClr val="C00000"/>
                </a:solidFill>
                <a:latin typeface="Times New Roman" panose="02020603050405020304" pitchFamily="18" charset="0"/>
                <a:ea typeface="黑体" panose="02010609060101010101" pitchFamily="49" charset="-122"/>
                <a:sym typeface="Symbol" panose="05050102010706020507" pitchFamily="18" charset="2"/>
              </a:rPr>
              <a:t>M (</a:t>
            </a:r>
            <a:r>
              <a:rPr lang="en-US" altLang="zh-CN" sz="2000" b="1" dirty="0" err="1">
                <a:solidFill>
                  <a:srgbClr val="C00000"/>
                </a:solidFill>
                <a:latin typeface="Times New Roman" panose="02020603050405020304" pitchFamily="18" charset="0"/>
                <a:ea typeface="黑体" panose="02010609060101010101" pitchFamily="49" charset="-122"/>
                <a:sym typeface="Symbol" panose="05050102010706020507" pitchFamily="18" charset="2"/>
              </a:rPr>
              <a:t>M1</a:t>
            </a:r>
            <a:r>
              <a:rPr lang="en-US" altLang="zh-CN" sz="2000" b="1" dirty="0">
                <a:solidFill>
                  <a:srgbClr val="C00000"/>
                </a:solidFill>
                <a:latin typeface="Times New Roman" panose="02020603050405020304" pitchFamily="18" charset="0"/>
                <a:ea typeface="黑体" panose="02010609060101010101" pitchFamily="49" charset="-122"/>
                <a:sym typeface="Symbol" panose="05050102010706020507" pitchFamily="18" charset="2"/>
              </a:rPr>
              <a:t>)                 [5]</a:t>
            </a:r>
          </a:p>
          <a:p>
            <a:pPr marL="342900" lvl="0" indent="-342900" eaLnBrk="1" hangingPunct="1"/>
            <a:r>
              <a:rPr lang="en-US" altLang="zh-CN" sz="2000" b="1" dirty="0">
                <a:latin typeface="Times New Roman" panose="02020603050405020304" pitchFamily="18" charset="0"/>
                <a:ea typeface="黑体" panose="02010609060101010101" pitchFamily="49" charset="-122"/>
                <a:sym typeface="Symbol" panose="05050102010706020507" pitchFamily="18" charset="2"/>
              </a:rPr>
              <a:t>A (West)	 [6]</a:t>
            </a:r>
          </a:p>
          <a:p>
            <a:pPr marL="342900" lvl="0" indent="-342900" eaLnBrk="1" hangingPunct="1"/>
            <a:r>
              <a:rPr lang="en-US" altLang="zh-CN" sz="2000" b="1" dirty="0">
                <a:latin typeface="Times New Roman" panose="02020603050405020304" pitchFamily="18" charset="0"/>
                <a:ea typeface="黑体" panose="02010609060101010101" pitchFamily="49" charset="-122"/>
                <a:sym typeface="Symbol" panose="05050102010706020507" pitchFamily="18" charset="2"/>
              </a:rPr>
              <a:t>H (</a:t>
            </a:r>
            <a:r>
              <a:rPr lang="en-US" altLang="zh-CN" sz="2000" b="1" dirty="0" err="1">
                <a:latin typeface="Times New Roman" panose="02020603050405020304" pitchFamily="18" charset="0"/>
                <a:ea typeface="黑体" panose="02010609060101010101" pitchFamily="49" charset="-122"/>
                <a:sym typeface="Symbol" panose="05050102010706020507" pitchFamily="18" charset="2"/>
              </a:rPr>
              <a:t>Nono</a:t>
            </a:r>
            <a:r>
              <a:rPr lang="en-US" altLang="zh-CN" sz="2000" b="1" dirty="0">
                <a:latin typeface="Times New Roman" panose="02020603050405020304" pitchFamily="18" charset="0"/>
                <a:ea typeface="黑体" panose="02010609060101010101" pitchFamily="49" charset="-122"/>
                <a:sym typeface="Symbol" panose="05050102010706020507" pitchFamily="18" charset="2"/>
              </a:rPr>
              <a:t>) 	 [7]</a:t>
            </a:r>
            <a:endParaRPr lang="zh-CN" altLang="en-US" sz="2000" b="1" dirty="0">
              <a:latin typeface="Times New Roman" panose="02020603050405020304" pitchFamily="18" charset="0"/>
              <a:ea typeface="黑体" panose="02010609060101010101" pitchFamily="49" charset="-122"/>
              <a:sym typeface="Symbol" panose="05050102010706020507" pitchFamily="18" charset="2"/>
            </a:endParaRPr>
          </a:p>
        </p:txBody>
      </p:sp>
      <p:sp>
        <p:nvSpPr>
          <p:cNvPr id="3" name="文本框 2"/>
          <p:cNvSpPr txBox="1"/>
          <p:nvPr/>
        </p:nvSpPr>
        <p:spPr>
          <a:xfrm>
            <a:off x="1835696" y="1269530"/>
            <a:ext cx="1152128" cy="461665"/>
          </a:xfrm>
          <a:prstGeom prst="rect">
            <a:avLst/>
          </a:prstGeom>
          <a:noFill/>
        </p:spPr>
        <p:txBody>
          <a:bodyPr wrap="square" rtlCol="0">
            <a:spAutoFit/>
          </a:bodyPr>
          <a:lstStyle/>
          <a:p>
            <a:r>
              <a:rPr lang="zh-CN" altLang="en-US" b="1" dirty="0">
                <a:solidFill>
                  <a:srgbClr val="C00000"/>
                </a:solidFill>
                <a:latin typeface="微软雅黑" panose="020B0503020204020204" pitchFamily="34" charset="-122"/>
                <a:ea typeface="微软雅黑" panose="020B0503020204020204" pitchFamily="34" charset="-122"/>
              </a:rPr>
              <a:t>规则</a:t>
            </a:r>
          </a:p>
        </p:txBody>
      </p:sp>
      <p:sp>
        <p:nvSpPr>
          <p:cNvPr id="10" name="文本框 9"/>
          <p:cNvSpPr txBox="1"/>
          <p:nvPr/>
        </p:nvSpPr>
        <p:spPr>
          <a:xfrm>
            <a:off x="6553200" y="1269529"/>
            <a:ext cx="1152128" cy="461665"/>
          </a:xfrm>
          <a:prstGeom prst="rect">
            <a:avLst/>
          </a:prstGeom>
          <a:noFill/>
        </p:spPr>
        <p:txBody>
          <a:bodyPr wrap="square" rtlCol="0">
            <a:spAutoFit/>
          </a:bodyPr>
          <a:lstStyle/>
          <a:p>
            <a:r>
              <a:rPr lang="zh-CN" altLang="en-US" b="1" dirty="0" smtClean="0">
                <a:solidFill>
                  <a:srgbClr val="C00000"/>
                </a:solidFill>
                <a:latin typeface="微软雅黑" panose="020B0503020204020204" pitchFamily="34" charset="-122"/>
                <a:ea typeface="微软雅黑" panose="020B0503020204020204" pitchFamily="34" charset="-122"/>
              </a:rPr>
              <a:t>事实</a:t>
            </a:r>
            <a:endParaRPr lang="zh-CN" altLang="en-US" b="1" dirty="0">
              <a:solidFill>
                <a:srgbClr val="C00000"/>
              </a:solidFill>
              <a:latin typeface="微软雅黑" panose="020B0503020204020204" pitchFamily="34" charset="-122"/>
              <a:ea typeface="微软雅黑" panose="020B0503020204020204" pitchFamily="34" charset="-122"/>
            </a:endParaRPr>
          </a:p>
        </p:txBody>
      </p:sp>
      <p:sp>
        <p:nvSpPr>
          <p:cNvPr id="5" name="任意多边形 4"/>
          <p:cNvSpPr/>
          <p:nvPr/>
        </p:nvSpPr>
        <p:spPr bwMode="auto">
          <a:xfrm>
            <a:off x="2055137" y="1470800"/>
            <a:ext cx="4264182" cy="801620"/>
          </a:xfrm>
          <a:custGeom>
            <a:avLst/>
            <a:gdLst>
              <a:gd name="connsiteX0" fmla="*/ 4264182 w 4264182"/>
              <a:gd name="connsiteY0" fmla="*/ 430428 h 801620"/>
              <a:gd name="connsiteX1" fmla="*/ 3539905 w 4264182"/>
              <a:gd name="connsiteY1" fmla="*/ 23022 h 801620"/>
              <a:gd name="connsiteX2" fmla="*/ 923453 w 4264182"/>
              <a:gd name="connsiteY2" fmla="*/ 131663 h 801620"/>
              <a:gd name="connsiteX3" fmla="*/ 0 w 4264182"/>
              <a:gd name="connsiteY3" fmla="*/ 801620 h 801620"/>
            </a:gdLst>
            <a:ahLst/>
            <a:cxnLst>
              <a:cxn ang="0">
                <a:pos x="connsiteX0" y="connsiteY0"/>
              </a:cxn>
              <a:cxn ang="0">
                <a:pos x="connsiteX1" y="connsiteY1"/>
              </a:cxn>
              <a:cxn ang="0">
                <a:pos x="connsiteX2" y="connsiteY2"/>
              </a:cxn>
              <a:cxn ang="0">
                <a:pos x="connsiteX3" y="connsiteY3"/>
              </a:cxn>
            </a:cxnLst>
            <a:rect l="l" t="t" r="r" b="b"/>
            <a:pathLst>
              <a:path w="4264182" h="801620">
                <a:moveTo>
                  <a:pt x="4264182" y="430428"/>
                </a:moveTo>
                <a:cubicBezTo>
                  <a:pt x="4180437" y="251622"/>
                  <a:pt x="4096693" y="72816"/>
                  <a:pt x="3539905" y="23022"/>
                </a:cubicBezTo>
                <a:cubicBezTo>
                  <a:pt x="2983117" y="-26772"/>
                  <a:pt x="1513437" y="1897"/>
                  <a:pt x="923453" y="131663"/>
                </a:cubicBezTo>
                <a:cubicBezTo>
                  <a:pt x="333469" y="261429"/>
                  <a:pt x="134293" y="691470"/>
                  <a:pt x="0" y="801620"/>
                </a:cubicBezTo>
              </a:path>
            </a:pathLst>
          </a:custGeom>
          <a:noFill/>
          <a:ln w="28575" cap="flat" cmpd="sng" algn="ctr">
            <a:solidFill>
              <a:schemeClr val="tx1"/>
            </a:solidFill>
            <a:prstDash val="solid"/>
            <a:round/>
            <a:headEnd type="none" w="med" len="med"/>
            <a:tailEnd type="arrow" w="med" len="med"/>
          </a:ln>
        </p:spPr>
        <p:txBody>
          <a:bodyPr vert="horz" wrap="square" lIns="91440" tIns="45720" rIns="91440" bIns="45720" numCol="1" rtlCol="0" anchor="t" anchorCtr="0" compatLnSpc="1"/>
          <a:lstStyle/>
          <a:p>
            <a:pPr eaLnBrk="1" latinLnBrk="1" hangingPunct="1"/>
            <a:endParaRPr kumimoji="1" lang="zh-CN" altLang="en-US"/>
          </a:p>
        </p:txBody>
      </p:sp>
      <p:sp>
        <p:nvSpPr>
          <p:cNvPr id="8" name="任意多边形 7"/>
          <p:cNvSpPr/>
          <p:nvPr/>
        </p:nvSpPr>
        <p:spPr bwMode="auto">
          <a:xfrm>
            <a:off x="407406" y="2372008"/>
            <a:ext cx="5585988" cy="1020932"/>
          </a:xfrm>
          <a:custGeom>
            <a:avLst/>
            <a:gdLst>
              <a:gd name="connsiteX0" fmla="*/ 5585988 w 5585988"/>
              <a:gd name="connsiteY0" fmla="*/ 0 h 1020932"/>
              <a:gd name="connsiteX1" fmla="*/ 3603279 w 5585988"/>
              <a:gd name="connsiteY1" fmla="*/ 932507 h 1020932"/>
              <a:gd name="connsiteX2" fmla="*/ 633743 w 5585988"/>
              <a:gd name="connsiteY2" fmla="*/ 896293 h 1020932"/>
              <a:gd name="connsiteX3" fmla="*/ 0 w 5585988"/>
              <a:gd name="connsiteY3" fmla="*/ 172016 h 1020932"/>
            </a:gdLst>
            <a:ahLst/>
            <a:cxnLst>
              <a:cxn ang="0">
                <a:pos x="connsiteX0" y="connsiteY0"/>
              </a:cxn>
              <a:cxn ang="0">
                <a:pos x="connsiteX1" y="connsiteY1"/>
              </a:cxn>
              <a:cxn ang="0">
                <a:pos x="connsiteX2" y="connsiteY2"/>
              </a:cxn>
              <a:cxn ang="0">
                <a:pos x="connsiteX3" y="connsiteY3"/>
              </a:cxn>
            </a:cxnLst>
            <a:rect l="l" t="t" r="r" b="b"/>
            <a:pathLst>
              <a:path w="5585988" h="1020932">
                <a:moveTo>
                  <a:pt x="5585988" y="0"/>
                </a:moveTo>
                <a:cubicBezTo>
                  <a:pt x="5007320" y="391562"/>
                  <a:pt x="4428653" y="783125"/>
                  <a:pt x="3603279" y="932507"/>
                </a:cubicBezTo>
                <a:cubicBezTo>
                  <a:pt x="2777905" y="1081889"/>
                  <a:pt x="1234289" y="1023041"/>
                  <a:pt x="633743" y="896293"/>
                </a:cubicBezTo>
                <a:cubicBezTo>
                  <a:pt x="33197" y="769545"/>
                  <a:pt x="82990" y="253497"/>
                  <a:pt x="0" y="172016"/>
                </a:cubicBezTo>
              </a:path>
            </a:pathLst>
          </a:custGeom>
          <a:noFill/>
          <a:ln w="28575" cap="flat" cmpd="sng" algn="ctr">
            <a:solidFill>
              <a:schemeClr val="tx1"/>
            </a:solidFill>
            <a:prstDash val="solid"/>
            <a:round/>
            <a:headEnd type="none" w="med" len="med"/>
            <a:tailEnd type="arrow" w="med" len="med"/>
          </a:ln>
        </p:spPr>
        <p:txBody>
          <a:bodyPr vert="horz" wrap="square" lIns="91440" tIns="45720" rIns="91440" bIns="45720" numCol="1" rtlCol="0" anchor="t" anchorCtr="0" compatLnSpc="1"/>
          <a:lstStyle/>
          <a:p>
            <a:pPr eaLnBrk="1" latinLnBrk="1" hangingPunct="1"/>
            <a:endParaRPr kumimoji="1" lang="zh-CN" altLang="en-US"/>
          </a:p>
        </p:txBody>
      </p:sp>
      <p:sp>
        <p:nvSpPr>
          <p:cNvPr id="9" name="矩形 8"/>
          <p:cNvSpPr/>
          <p:nvPr/>
        </p:nvSpPr>
        <p:spPr>
          <a:xfrm>
            <a:off x="838194" y="4063459"/>
            <a:ext cx="7766254" cy="497765"/>
          </a:xfrm>
          <a:prstGeom prst="rect">
            <a:avLst/>
          </a:prstGeom>
        </p:spPr>
        <p:txBody>
          <a:bodyPr wrap="square">
            <a:spAutoFit/>
          </a:bodyPr>
          <a:lstStyle/>
          <a:p>
            <a:pPr marL="742950" lvl="1" indent="-285750" eaLnBrk="1" latinLnBrk="1" hangingPunct="1">
              <a:lnSpc>
                <a:spcPct val="120000"/>
              </a:lnSpc>
              <a:spcBef>
                <a:spcPct val="20000"/>
              </a:spcBef>
              <a:buFontTx/>
              <a:buChar char="•"/>
              <a:defRPr/>
            </a:pPr>
            <a:r>
              <a:rPr kumimoji="1" lang="zh-CN" altLang="en-US" b="1" dirty="0">
                <a:latin typeface="Times New Roman" panose="02020603050405020304" pitchFamily="18" charset="0"/>
                <a:ea typeface="微软雅黑" panose="020B0503020204020204" pitchFamily="34" charset="-122"/>
                <a:cs typeface="Times New Roman" panose="02020603050405020304" pitchFamily="18" charset="0"/>
              </a:rPr>
              <a:t>使用置换</a:t>
            </a:r>
            <a:r>
              <a:rPr kumimoji="1" lang="en-US" altLang="zh-CN" b="1" dirty="0">
                <a:latin typeface="Times New Roman" panose="02020603050405020304" pitchFamily="18" charset="0"/>
                <a:ea typeface="微软雅黑" panose="020B0503020204020204" pitchFamily="34" charset="-122"/>
                <a:cs typeface="Times New Roman" panose="02020603050405020304" pitchFamily="18" charset="0"/>
              </a:rPr>
              <a:t>{y/</a:t>
            </a:r>
            <a:r>
              <a:rPr kumimoji="1" lang="en-US" altLang="zh-CN" b="1" dirty="0" err="1">
                <a:latin typeface="Times New Roman" panose="02020603050405020304" pitchFamily="18" charset="0"/>
                <a:ea typeface="微软雅黑" panose="020B0503020204020204" pitchFamily="34" charset="-122"/>
                <a:cs typeface="Times New Roman" panose="02020603050405020304" pitchFamily="18" charset="0"/>
              </a:rPr>
              <a:t>M</a:t>
            </a:r>
            <a:r>
              <a:rPr kumimoji="1" lang="en-US" altLang="zh-CN" b="1" baseline="-25000" dirty="0" err="1">
                <a:latin typeface="Times New Roman" panose="02020603050405020304" pitchFamily="18" charset="0"/>
                <a:ea typeface="微软雅黑" panose="020B0503020204020204" pitchFamily="34" charset="-122"/>
                <a:cs typeface="Times New Roman" panose="02020603050405020304" pitchFamily="18" charset="0"/>
              </a:rPr>
              <a:t>1</a:t>
            </a:r>
            <a:r>
              <a:rPr kumimoji="1" lang="en-US" altLang="zh-CN" b="1" dirty="0">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en-US" b="1" dirty="0">
                <a:latin typeface="Times New Roman" panose="02020603050405020304" pitchFamily="18" charset="0"/>
                <a:ea typeface="微软雅黑" panose="020B0503020204020204" pitchFamily="34" charset="-122"/>
                <a:cs typeface="Times New Roman" panose="02020603050405020304" pitchFamily="18" charset="0"/>
              </a:rPr>
              <a:t>可得    </a:t>
            </a:r>
            <a:r>
              <a:rPr kumimoji="1" lang="en-US" altLang="zh-CN"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Sell(West, </a:t>
            </a:r>
            <a:r>
              <a:rPr kumimoji="1" lang="en-US" altLang="zh-CN" b="1" dirty="0" err="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M</a:t>
            </a:r>
            <a:r>
              <a:rPr kumimoji="1" lang="en-US" altLang="zh-CN" b="1" baseline="-25000" dirty="0" err="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1</a:t>
            </a:r>
            <a:r>
              <a:rPr kumimoji="1" lang="en-US" altLang="zh-CN"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b="1" dirty="0" err="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Nono</a:t>
            </a:r>
            <a:r>
              <a:rPr kumimoji="1" lang="en-US" altLang="zh-CN"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	[8]</a:t>
            </a:r>
          </a:p>
        </p:txBody>
      </p:sp>
    </p:spTree>
    <p:extLst>
      <p:ext uri="{BB962C8B-B14F-4D97-AF65-F5344CB8AC3E}">
        <p14:creationId xmlns:p14="http://schemas.microsoft.com/office/powerpoint/2010/main" val="3227652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1623">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9"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txBox="1">
            <a:spLocks noGrp="1"/>
          </p:cNvSpPr>
          <p:nvPr>
            <p:ph type="sldNum" sz="quarter" idx="4"/>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40" tIns="45720" rIns="91440" bIns="45720" numCol="1" anchor="t" anchorCtr="0" compatLnSpc="1"/>
          <a:lstStyle/>
          <a:p>
            <a:pPr marL="0" marR="0" lvl="0" indent="0" algn="r" defTabSz="914400" rtl="0" eaLnBrk="1" fontAlgn="base" latinLnBrk="1" hangingPunct="1">
              <a:lnSpc>
                <a:spcPct val="100000"/>
              </a:lnSpc>
              <a:spcBef>
                <a:spcPct val="0"/>
              </a:spcBef>
              <a:spcAft>
                <a:spcPct val="0"/>
              </a:spcAft>
              <a:buClrTx/>
              <a:buSzTx/>
              <a:buFontTx/>
              <a:buNone/>
              <a:defRPr/>
            </a:pPr>
            <a:fld id="{28DD6B83-3494-4137-A095-2F58AAEC0ACF}"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t>42</a:t>
            </a:fld>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181250" name="Rectangle 2"/>
          <p:cNvSpPr>
            <a:spLocks noGrp="1" noChangeArrowheads="1"/>
          </p:cNvSpPr>
          <p:nvPr>
            <p:ph type="title"/>
          </p:nvPr>
        </p:nvSpPr>
        <p:spPr>
          <a:xfrm>
            <a:off x="1290638" y="320675"/>
            <a:ext cx="7772400" cy="731838"/>
          </a:xfrm>
        </p:spPr>
        <p:txBody>
          <a:bodyPr vert="horz" wrap="square" lIns="91440" tIns="45720" rIns="91440" bIns="45720" numCol="1" anchor="ctr" anchorCtr="0" compatLnSpc="1"/>
          <a:lstStyle/>
          <a:p>
            <a:pPr marL="0" marR="0" lvl="0" indent="0" algn="ctr" defTabSz="914400" rtl="0" eaLnBrk="1" fontAlgn="base" latinLnBrk="1" hangingPunct="1">
              <a:lnSpc>
                <a:spcPct val="100000"/>
              </a:lnSpc>
              <a:spcBef>
                <a:spcPct val="0"/>
              </a:spcBef>
              <a:spcAft>
                <a:spcPct val="0"/>
              </a:spcAft>
              <a:buClrTx/>
              <a:buSzTx/>
              <a:buFontTx/>
              <a:buNone/>
              <a:defRPr/>
            </a:pPr>
            <a:r>
              <a:rPr kumimoji="1" lang="zh-CN" altLang="en-US" sz="32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j-cs"/>
              </a:rPr>
              <a:t>前向链接算法例子</a:t>
            </a:r>
            <a:endParaRPr kumimoji="1" lang="en-US" altLang="zh-CN" sz="32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j-cs"/>
            </a:endParaRPr>
          </a:p>
        </p:txBody>
      </p:sp>
      <p:sp>
        <p:nvSpPr>
          <p:cNvPr id="111620" name="Text Box 4"/>
          <p:cNvSpPr txBox="1"/>
          <p:nvPr/>
        </p:nvSpPr>
        <p:spPr>
          <a:xfrm>
            <a:off x="0" y="188913"/>
            <a:ext cx="2339975" cy="457200"/>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0" lvl="0" indent="0" eaLnBrk="1" hangingPunct="1">
              <a:spcBef>
                <a:spcPct val="50000"/>
              </a:spcBef>
              <a:buNone/>
            </a:pPr>
            <a:r>
              <a:rPr lang="zh-CN" altLang="en-US" sz="2400" dirty="0">
                <a:latin typeface="华文行楷" panose="02010800040101010101" pitchFamily="2" charset="-122"/>
                <a:ea typeface="华文行楷" panose="02010800040101010101" pitchFamily="2" charset="-122"/>
              </a:rPr>
              <a:t>第</a:t>
            </a:r>
            <a:r>
              <a:rPr lang="en-US" altLang="zh-CN" sz="2400" dirty="0">
                <a:latin typeface="华文行楷" panose="02010800040101010101" pitchFamily="2" charset="-122"/>
                <a:ea typeface="华文行楷" panose="02010800040101010101" pitchFamily="2" charset="-122"/>
              </a:rPr>
              <a:t>3</a:t>
            </a:r>
            <a:r>
              <a:rPr lang="zh-CN" altLang="en-US" sz="2400" dirty="0">
                <a:latin typeface="华文行楷" panose="02010800040101010101" pitchFamily="2" charset="-122"/>
                <a:ea typeface="华文行楷" panose="02010800040101010101" pitchFamily="2" charset="-122"/>
              </a:rPr>
              <a:t>章 逻辑系统</a:t>
            </a:r>
          </a:p>
        </p:txBody>
      </p:sp>
      <p:sp>
        <p:nvSpPr>
          <p:cNvPr id="181254" name="Rectangle 6"/>
          <p:cNvSpPr/>
          <p:nvPr/>
        </p:nvSpPr>
        <p:spPr>
          <a:xfrm>
            <a:off x="107504" y="1817529"/>
            <a:ext cx="5328592" cy="1323439"/>
          </a:xfrm>
          <a:prstGeom prst="rect">
            <a:avLst/>
          </a:prstGeom>
          <a:solidFill>
            <a:schemeClr val="bg1"/>
          </a:solidFill>
          <a:ln w="9525" cap="flat" cmpd="sng">
            <a:solidFill>
              <a:schemeClr val="tx1"/>
            </a:solidFill>
            <a:prstDash val="solid"/>
            <a:miter/>
            <a:headEnd type="none" w="med" len="med"/>
            <a:tailEnd type="none" w="med" len="med"/>
          </a:ln>
        </p:spPr>
        <p:txBody>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0" lvl="0" indent="0" eaLnBrk="1" hangingPunct="1">
              <a:buNone/>
            </a:pPr>
            <a:r>
              <a:rPr lang="en-US" altLang="zh-CN" sz="2000" b="1" dirty="0">
                <a:latin typeface="Times New Roman" panose="02020603050405020304" pitchFamily="18" charset="0"/>
                <a:ea typeface="黑体" panose="02010609060101010101" pitchFamily="49" charset="-122"/>
                <a:sym typeface="Symbol" panose="05050102010706020507" pitchFamily="18" charset="2"/>
              </a:rPr>
              <a:t>A (x) ∧ W (y) ∧ S (x,y,z) ∧ H (z) →  C (x) [1]</a:t>
            </a:r>
          </a:p>
          <a:p>
            <a:pPr marL="0" lvl="0" indent="0" eaLnBrk="1" hangingPunct="1">
              <a:buNone/>
            </a:pPr>
            <a:r>
              <a:rPr lang="en-US" altLang="zh-CN" sz="2000" b="1" dirty="0">
                <a:latin typeface="Times New Roman" panose="02020603050405020304" pitchFamily="18" charset="0"/>
                <a:ea typeface="黑体" panose="02010609060101010101" pitchFamily="49" charset="-122"/>
                <a:sym typeface="Symbol" panose="05050102010706020507" pitchFamily="18" charset="2"/>
              </a:rPr>
              <a:t>M (y) ∧ O (Nono, y)→S (West, y, Nono)      [2]</a:t>
            </a:r>
          </a:p>
          <a:p>
            <a:pPr marL="0" lvl="0" indent="0" eaLnBrk="1" hangingPunct="1">
              <a:buNone/>
            </a:pPr>
            <a:r>
              <a:rPr lang="en-US" altLang="zh-CN" sz="2000" b="1" dirty="0">
                <a:solidFill>
                  <a:srgbClr val="C00000"/>
                </a:solidFill>
                <a:latin typeface="Times New Roman" panose="02020603050405020304" pitchFamily="18" charset="0"/>
                <a:ea typeface="黑体" panose="02010609060101010101" pitchFamily="49" charset="-122"/>
                <a:sym typeface="Symbol" panose="05050102010706020507" pitchFamily="18" charset="2"/>
              </a:rPr>
              <a:t>M (y) </a:t>
            </a:r>
            <a:r>
              <a:rPr lang="en-US" altLang="zh-CN" sz="2000" b="1" dirty="0">
                <a:latin typeface="Times New Roman" panose="02020603050405020304" pitchFamily="18" charset="0"/>
                <a:ea typeface="黑体" panose="02010609060101010101" pitchFamily="49" charset="-122"/>
                <a:sym typeface="Symbol" panose="05050102010706020507" pitchFamily="18" charset="2"/>
              </a:rPr>
              <a:t>→ W (y)	 [3</a:t>
            </a:r>
            <a:r>
              <a:rPr lang="en-US" altLang="zh-CN" sz="2000" b="1" dirty="0" smtClean="0">
                <a:latin typeface="Times New Roman" panose="02020603050405020304" pitchFamily="18" charset="0"/>
                <a:ea typeface="黑体" panose="02010609060101010101" pitchFamily="49" charset="-122"/>
                <a:sym typeface="Symbol" panose="05050102010706020507" pitchFamily="18" charset="2"/>
              </a:rPr>
              <a:t>]</a:t>
            </a:r>
            <a:endParaRPr lang="en-US" altLang="zh-CN" sz="2000" b="1" dirty="0">
              <a:latin typeface="Times New Roman" panose="02020603050405020304" pitchFamily="18" charset="0"/>
              <a:ea typeface="黑体" panose="02010609060101010101" pitchFamily="49" charset="-122"/>
              <a:sym typeface="Symbol" panose="05050102010706020507" pitchFamily="18" charset="2"/>
            </a:endParaRPr>
          </a:p>
        </p:txBody>
      </p:sp>
      <p:sp>
        <p:nvSpPr>
          <p:cNvPr id="111623" name="矩形 1"/>
          <p:cNvSpPr/>
          <p:nvPr/>
        </p:nvSpPr>
        <p:spPr>
          <a:xfrm>
            <a:off x="687251" y="3451253"/>
            <a:ext cx="4169097" cy="535531"/>
          </a:xfrm>
          <a:prstGeom prst="rect">
            <a:avLst/>
          </a:prstGeom>
          <a:noFill/>
          <a:ln w="9525">
            <a:noFill/>
          </a:ln>
        </p:spPr>
        <p:txBody>
          <a:bodyPr wrap="square">
            <a:spAutoFit/>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457200" lvl="1" indent="0" eaLnBrk="1" latinLnBrk="0" hangingPunct="1">
              <a:lnSpc>
                <a:spcPct val="120000"/>
              </a:lnSpc>
              <a:spcBef>
                <a:spcPct val="0"/>
              </a:spcBef>
              <a:buNone/>
            </a:pPr>
            <a:r>
              <a:rPr lang="zh-CN" altLang="en-US" sz="2400" dirty="0" smtClean="0">
                <a:solidFill>
                  <a:srgbClr val="C00000"/>
                </a:solidFill>
                <a:latin typeface="Times New Roman" panose="02020603050405020304" pitchFamily="18" charset="0"/>
                <a:ea typeface="微软雅黑" panose="020B0503020204020204" pitchFamily="34" charset="-122"/>
              </a:rPr>
              <a:t>规则</a:t>
            </a:r>
            <a:r>
              <a:rPr lang="en-US" altLang="zh-CN" sz="2400" dirty="0" smtClean="0">
                <a:solidFill>
                  <a:srgbClr val="C00000"/>
                </a:solidFill>
                <a:latin typeface="Times New Roman" panose="02020603050405020304" pitchFamily="18" charset="0"/>
                <a:ea typeface="微软雅黑" panose="020B0503020204020204" pitchFamily="34" charset="-122"/>
              </a:rPr>
              <a:t>3</a:t>
            </a:r>
            <a:r>
              <a:rPr lang="zh-CN" altLang="en-US" sz="2400" dirty="0" smtClean="0">
                <a:solidFill>
                  <a:srgbClr val="C00000"/>
                </a:solidFill>
                <a:latin typeface="Times New Roman" panose="02020603050405020304" pitchFamily="18" charset="0"/>
                <a:ea typeface="微软雅黑" panose="020B0503020204020204" pitchFamily="34" charset="-122"/>
              </a:rPr>
              <a:t>前提部分匹配成功</a:t>
            </a:r>
            <a:endParaRPr lang="zh-CN" altLang="en-US" sz="2400" dirty="0">
              <a:solidFill>
                <a:srgbClr val="C00000"/>
              </a:solidFill>
              <a:latin typeface="Times New Roman" panose="02020603050405020304" pitchFamily="18" charset="0"/>
              <a:ea typeface="微软雅黑" panose="020B0503020204020204" pitchFamily="34" charset="-122"/>
            </a:endParaRPr>
          </a:p>
        </p:txBody>
      </p:sp>
      <p:sp>
        <p:nvSpPr>
          <p:cNvPr id="2" name="矩形 1"/>
          <p:cNvSpPr/>
          <p:nvPr/>
        </p:nvSpPr>
        <p:spPr>
          <a:xfrm>
            <a:off x="5868838" y="1817529"/>
            <a:ext cx="2663602" cy="1631216"/>
          </a:xfrm>
          <a:prstGeom prst="rect">
            <a:avLst/>
          </a:prstGeom>
          <a:ln>
            <a:solidFill>
              <a:schemeClr val="accent1"/>
            </a:solidFill>
          </a:ln>
        </p:spPr>
        <p:txBody>
          <a:bodyPr wrap="square">
            <a:spAutoFit/>
          </a:bodyPr>
          <a:lstStyle/>
          <a:p>
            <a:pPr marL="342900" lvl="0" indent="-342900" eaLnBrk="1" hangingPunct="1"/>
            <a:r>
              <a:rPr lang="en-US" altLang="zh-CN" sz="2000" b="1" dirty="0">
                <a:latin typeface="Times New Roman" panose="02020603050405020304" pitchFamily="18" charset="0"/>
                <a:ea typeface="黑体" panose="02010609060101010101" pitchFamily="49" charset="-122"/>
                <a:sym typeface="Symbol" panose="05050102010706020507" pitchFamily="18" charset="2"/>
              </a:rPr>
              <a:t>O (</a:t>
            </a:r>
            <a:r>
              <a:rPr lang="en-US" altLang="zh-CN" sz="2000" b="1" dirty="0" err="1">
                <a:latin typeface="Times New Roman" panose="02020603050405020304" pitchFamily="18" charset="0"/>
                <a:ea typeface="黑体" panose="02010609060101010101" pitchFamily="49" charset="-122"/>
                <a:sym typeface="Symbol" panose="05050102010706020507" pitchFamily="18" charset="2"/>
              </a:rPr>
              <a:t>Nono</a:t>
            </a:r>
            <a:r>
              <a:rPr lang="en-US" altLang="zh-CN" sz="2000" b="1" dirty="0">
                <a:latin typeface="Times New Roman" panose="02020603050405020304" pitchFamily="18" charset="0"/>
                <a:ea typeface="黑体" panose="02010609060101010101" pitchFamily="49" charset="-122"/>
                <a:sym typeface="Symbol" panose="05050102010706020507" pitchFamily="18" charset="2"/>
              </a:rPr>
              <a:t>, </a:t>
            </a:r>
            <a:r>
              <a:rPr lang="en-US" altLang="zh-CN" sz="2000" b="1" dirty="0" err="1">
                <a:latin typeface="Times New Roman" panose="02020603050405020304" pitchFamily="18" charset="0"/>
                <a:ea typeface="黑体" panose="02010609060101010101" pitchFamily="49" charset="-122"/>
                <a:sym typeface="Symbol" panose="05050102010706020507" pitchFamily="18" charset="2"/>
              </a:rPr>
              <a:t>M1</a:t>
            </a:r>
            <a:r>
              <a:rPr lang="en-US" altLang="zh-CN" sz="2000" b="1" dirty="0">
                <a:latin typeface="Times New Roman" panose="02020603050405020304" pitchFamily="18" charset="0"/>
                <a:ea typeface="黑体" panose="02010609060101010101" pitchFamily="49" charset="-122"/>
                <a:sym typeface="Symbol" panose="05050102010706020507" pitchFamily="18" charset="2"/>
              </a:rPr>
              <a:t>) 	 [4]</a:t>
            </a:r>
          </a:p>
          <a:p>
            <a:pPr marL="342900" lvl="0" indent="-342900" eaLnBrk="1" hangingPunct="1"/>
            <a:r>
              <a:rPr lang="en-US" altLang="zh-CN" sz="2000" b="1" dirty="0">
                <a:solidFill>
                  <a:srgbClr val="C00000"/>
                </a:solidFill>
                <a:latin typeface="Times New Roman" panose="02020603050405020304" pitchFamily="18" charset="0"/>
                <a:ea typeface="黑体" panose="02010609060101010101" pitchFamily="49" charset="-122"/>
                <a:sym typeface="Symbol" panose="05050102010706020507" pitchFamily="18" charset="2"/>
              </a:rPr>
              <a:t>M (</a:t>
            </a:r>
            <a:r>
              <a:rPr lang="en-US" altLang="zh-CN" sz="2000" b="1" dirty="0" err="1">
                <a:solidFill>
                  <a:srgbClr val="C00000"/>
                </a:solidFill>
                <a:latin typeface="Times New Roman" panose="02020603050405020304" pitchFamily="18" charset="0"/>
                <a:ea typeface="黑体" panose="02010609060101010101" pitchFamily="49" charset="-122"/>
                <a:sym typeface="Symbol" panose="05050102010706020507" pitchFamily="18" charset="2"/>
              </a:rPr>
              <a:t>M1</a:t>
            </a:r>
            <a:r>
              <a:rPr lang="en-US" altLang="zh-CN" sz="2000" b="1" dirty="0">
                <a:solidFill>
                  <a:srgbClr val="C00000"/>
                </a:solidFill>
                <a:latin typeface="Times New Roman" panose="02020603050405020304" pitchFamily="18" charset="0"/>
                <a:ea typeface="黑体" panose="02010609060101010101" pitchFamily="49" charset="-122"/>
                <a:sym typeface="Symbol" panose="05050102010706020507" pitchFamily="18" charset="2"/>
              </a:rPr>
              <a:t>)                 [5]</a:t>
            </a:r>
          </a:p>
          <a:p>
            <a:pPr marL="342900" lvl="0" indent="-342900" eaLnBrk="1" hangingPunct="1"/>
            <a:r>
              <a:rPr lang="en-US" altLang="zh-CN" sz="2000" b="1" dirty="0">
                <a:latin typeface="Times New Roman" panose="02020603050405020304" pitchFamily="18" charset="0"/>
                <a:ea typeface="黑体" panose="02010609060101010101" pitchFamily="49" charset="-122"/>
                <a:sym typeface="Symbol" panose="05050102010706020507" pitchFamily="18" charset="2"/>
              </a:rPr>
              <a:t>A (West)	 [6]</a:t>
            </a:r>
          </a:p>
          <a:p>
            <a:pPr marL="342900" lvl="0" indent="-342900" eaLnBrk="1" hangingPunct="1"/>
            <a:r>
              <a:rPr lang="en-US" altLang="zh-CN" sz="2000" b="1" dirty="0">
                <a:latin typeface="Times New Roman" panose="02020603050405020304" pitchFamily="18" charset="0"/>
                <a:ea typeface="黑体" panose="02010609060101010101" pitchFamily="49" charset="-122"/>
                <a:sym typeface="Symbol" panose="05050102010706020507" pitchFamily="18" charset="2"/>
              </a:rPr>
              <a:t>H (</a:t>
            </a:r>
            <a:r>
              <a:rPr lang="en-US" altLang="zh-CN" sz="2000" b="1" dirty="0" err="1">
                <a:latin typeface="Times New Roman" panose="02020603050405020304" pitchFamily="18" charset="0"/>
                <a:ea typeface="黑体" panose="02010609060101010101" pitchFamily="49" charset="-122"/>
                <a:sym typeface="Symbol" panose="05050102010706020507" pitchFamily="18" charset="2"/>
              </a:rPr>
              <a:t>Nono</a:t>
            </a:r>
            <a:r>
              <a:rPr lang="en-US" altLang="zh-CN" sz="2000" b="1" dirty="0">
                <a:latin typeface="Times New Roman" panose="02020603050405020304" pitchFamily="18" charset="0"/>
                <a:ea typeface="黑体" panose="02010609060101010101" pitchFamily="49" charset="-122"/>
                <a:sym typeface="Symbol" panose="05050102010706020507" pitchFamily="18" charset="2"/>
              </a:rPr>
              <a:t>) 	 [7</a:t>
            </a:r>
            <a:r>
              <a:rPr lang="en-US" altLang="zh-CN" sz="2000" b="1" dirty="0" smtClean="0">
                <a:latin typeface="Times New Roman" panose="02020603050405020304" pitchFamily="18" charset="0"/>
                <a:ea typeface="黑体" panose="02010609060101010101" pitchFamily="49" charset="-122"/>
                <a:sym typeface="Symbol" panose="05050102010706020507" pitchFamily="18" charset="2"/>
              </a:rPr>
              <a:t>]</a:t>
            </a:r>
          </a:p>
          <a:p>
            <a:pPr marL="342900" lvl="0" indent="-342900" eaLnBrk="1" hangingPunct="1"/>
            <a:r>
              <a:rPr lang="en-US" altLang="zh-CN" sz="2000" b="1" dirty="0" smtClean="0">
                <a:solidFill>
                  <a:srgbClr val="0000FF"/>
                </a:solidFill>
                <a:latin typeface="Times New Roman" panose="02020603050405020304" pitchFamily="18" charset="0"/>
                <a:ea typeface="黑体" panose="02010609060101010101" pitchFamily="49" charset="-122"/>
                <a:sym typeface="Symbol" panose="05050102010706020507" pitchFamily="18" charset="2"/>
              </a:rPr>
              <a:t>S(</a:t>
            </a:r>
            <a:r>
              <a:rPr lang="en-US" altLang="zh-CN" sz="2000" b="1" dirty="0" err="1" smtClean="0">
                <a:solidFill>
                  <a:srgbClr val="0000FF"/>
                </a:solidFill>
                <a:latin typeface="Times New Roman" panose="02020603050405020304" pitchFamily="18" charset="0"/>
                <a:ea typeface="黑体" panose="02010609060101010101" pitchFamily="49" charset="-122"/>
                <a:sym typeface="Symbol" panose="05050102010706020507" pitchFamily="18" charset="2"/>
              </a:rPr>
              <a:t>West,M</a:t>
            </a:r>
            <a:r>
              <a:rPr lang="en-US" altLang="zh-CN" sz="2000" b="1" baseline="-25000" dirty="0" err="1" smtClean="0">
                <a:solidFill>
                  <a:srgbClr val="0000FF"/>
                </a:solidFill>
                <a:latin typeface="Times New Roman" panose="02020603050405020304" pitchFamily="18" charset="0"/>
                <a:ea typeface="黑体" panose="02010609060101010101" pitchFamily="49" charset="-122"/>
                <a:sym typeface="Symbol" panose="05050102010706020507" pitchFamily="18" charset="2"/>
              </a:rPr>
              <a:t>1</a:t>
            </a:r>
            <a:r>
              <a:rPr lang="en-US" altLang="zh-CN" sz="2000" b="1" dirty="0" err="1" smtClean="0">
                <a:solidFill>
                  <a:srgbClr val="0000FF"/>
                </a:solidFill>
                <a:latin typeface="Times New Roman" panose="02020603050405020304" pitchFamily="18" charset="0"/>
                <a:ea typeface="黑体" panose="02010609060101010101" pitchFamily="49" charset="-122"/>
                <a:sym typeface="Symbol" panose="05050102010706020507" pitchFamily="18" charset="2"/>
              </a:rPr>
              <a:t>,Nono</a:t>
            </a:r>
            <a:r>
              <a:rPr lang="en-US" altLang="zh-CN" sz="2000" b="1" dirty="0" smtClean="0">
                <a:solidFill>
                  <a:srgbClr val="0000FF"/>
                </a:solidFill>
                <a:latin typeface="Times New Roman" panose="02020603050405020304" pitchFamily="18" charset="0"/>
                <a:ea typeface="黑体" panose="02010609060101010101" pitchFamily="49" charset="-122"/>
                <a:sym typeface="Symbol" panose="05050102010706020507" pitchFamily="18" charset="2"/>
              </a:rPr>
              <a:t>) [8]</a:t>
            </a:r>
            <a:endParaRPr lang="zh-CN" altLang="en-US" sz="2000" b="1" dirty="0">
              <a:solidFill>
                <a:srgbClr val="0000FF"/>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3" name="文本框 2"/>
          <p:cNvSpPr txBox="1"/>
          <p:nvPr/>
        </p:nvSpPr>
        <p:spPr>
          <a:xfrm>
            <a:off x="1835696" y="1269530"/>
            <a:ext cx="1152128" cy="461665"/>
          </a:xfrm>
          <a:prstGeom prst="rect">
            <a:avLst/>
          </a:prstGeom>
          <a:noFill/>
        </p:spPr>
        <p:txBody>
          <a:bodyPr wrap="square" rtlCol="0">
            <a:spAutoFit/>
          </a:bodyPr>
          <a:lstStyle/>
          <a:p>
            <a:r>
              <a:rPr lang="zh-CN" altLang="en-US" b="1" dirty="0">
                <a:solidFill>
                  <a:srgbClr val="C00000"/>
                </a:solidFill>
                <a:latin typeface="微软雅黑" panose="020B0503020204020204" pitchFamily="34" charset="-122"/>
                <a:ea typeface="微软雅黑" panose="020B0503020204020204" pitchFamily="34" charset="-122"/>
              </a:rPr>
              <a:t>规则</a:t>
            </a:r>
          </a:p>
        </p:txBody>
      </p:sp>
      <p:sp>
        <p:nvSpPr>
          <p:cNvPr id="10" name="文本框 9"/>
          <p:cNvSpPr txBox="1"/>
          <p:nvPr/>
        </p:nvSpPr>
        <p:spPr>
          <a:xfrm>
            <a:off x="6553200" y="1269529"/>
            <a:ext cx="1152128" cy="461665"/>
          </a:xfrm>
          <a:prstGeom prst="rect">
            <a:avLst/>
          </a:prstGeom>
          <a:noFill/>
        </p:spPr>
        <p:txBody>
          <a:bodyPr wrap="square" rtlCol="0">
            <a:spAutoFit/>
          </a:bodyPr>
          <a:lstStyle/>
          <a:p>
            <a:r>
              <a:rPr lang="zh-CN" altLang="en-US" b="1" dirty="0" smtClean="0">
                <a:solidFill>
                  <a:srgbClr val="C00000"/>
                </a:solidFill>
                <a:latin typeface="微软雅黑" panose="020B0503020204020204" pitchFamily="34" charset="-122"/>
                <a:ea typeface="微软雅黑" panose="020B0503020204020204" pitchFamily="34" charset="-122"/>
              </a:rPr>
              <a:t>事实</a:t>
            </a:r>
            <a:endParaRPr lang="zh-CN" altLang="en-US" b="1" dirty="0">
              <a:solidFill>
                <a:srgbClr val="C00000"/>
              </a:solidFill>
              <a:latin typeface="微软雅黑" panose="020B0503020204020204" pitchFamily="34" charset="-122"/>
              <a:ea typeface="微软雅黑" panose="020B0503020204020204" pitchFamily="34" charset="-122"/>
            </a:endParaRPr>
          </a:p>
        </p:txBody>
      </p:sp>
      <p:sp>
        <p:nvSpPr>
          <p:cNvPr id="9" name="矩形 8"/>
          <p:cNvSpPr/>
          <p:nvPr/>
        </p:nvSpPr>
        <p:spPr>
          <a:xfrm>
            <a:off x="838194" y="4063459"/>
            <a:ext cx="8126294" cy="497765"/>
          </a:xfrm>
          <a:prstGeom prst="rect">
            <a:avLst/>
          </a:prstGeom>
        </p:spPr>
        <p:txBody>
          <a:bodyPr wrap="square">
            <a:spAutoFit/>
          </a:bodyPr>
          <a:lstStyle/>
          <a:p>
            <a:pPr marL="742950" lvl="1" indent="-285750" eaLnBrk="1" latinLnBrk="1" hangingPunct="1">
              <a:lnSpc>
                <a:spcPct val="120000"/>
              </a:lnSpc>
              <a:spcBef>
                <a:spcPct val="20000"/>
              </a:spcBef>
              <a:buFontTx/>
              <a:buChar char="•"/>
              <a:defRPr/>
            </a:pPr>
            <a:r>
              <a:rPr kumimoji="1" lang="zh-CN" altLang="en-US" b="1" dirty="0">
                <a:latin typeface="Times New Roman" panose="02020603050405020304" pitchFamily="18" charset="0"/>
                <a:ea typeface="微软雅黑" panose="020B0503020204020204" pitchFamily="34" charset="-122"/>
                <a:cs typeface="Times New Roman" panose="02020603050405020304" pitchFamily="18" charset="0"/>
              </a:rPr>
              <a:t>使用置换</a:t>
            </a:r>
            <a:r>
              <a:rPr kumimoji="1" lang="en-US" altLang="zh-CN" b="1" dirty="0">
                <a:latin typeface="Times New Roman" panose="02020603050405020304" pitchFamily="18" charset="0"/>
                <a:ea typeface="微软雅黑" panose="020B0503020204020204" pitchFamily="34" charset="-122"/>
                <a:cs typeface="Times New Roman" panose="02020603050405020304" pitchFamily="18" charset="0"/>
              </a:rPr>
              <a:t>{y/</a:t>
            </a:r>
            <a:r>
              <a:rPr kumimoji="1" lang="en-US" altLang="zh-CN" b="1" dirty="0" err="1">
                <a:latin typeface="Times New Roman" panose="02020603050405020304" pitchFamily="18" charset="0"/>
                <a:ea typeface="微软雅黑" panose="020B0503020204020204" pitchFamily="34" charset="-122"/>
                <a:cs typeface="Times New Roman" panose="02020603050405020304" pitchFamily="18" charset="0"/>
              </a:rPr>
              <a:t>M1</a:t>
            </a:r>
            <a:r>
              <a:rPr kumimoji="1" lang="en-US" altLang="zh-CN" b="1" dirty="0">
                <a:latin typeface="Times New Roman" panose="02020603050405020304" pitchFamily="18" charset="0"/>
                <a:ea typeface="微软雅黑" panose="020B0503020204020204" pitchFamily="34" charset="-122"/>
                <a:cs typeface="Times New Roman" panose="02020603050405020304" pitchFamily="18" charset="0"/>
              </a:rPr>
              <a:t>}</a:t>
            </a:r>
            <a:r>
              <a:rPr kumimoji="1" lang="zh-CN" altLang="en-US" b="1" dirty="0">
                <a:latin typeface="Times New Roman" panose="02020603050405020304" pitchFamily="18" charset="0"/>
                <a:ea typeface="微软雅黑" panose="020B0503020204020204" pitchFamily="34" charset="-122"/>
                <a:cs typeface="Times New Roman" panose="02020603050405020304" pitchFamily="18" charset="0"/>
              </a:rPr>
              <a:t>，可得   </a:t>
            </a:r>
            <a:r>
              <a:rPr kumimoji="1" lang="en-US" altLang="zh-CN"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Weapon(</a:t>
            </a:r>
            <a:r>
              <a:rPr kumimoji="1" lang="en-US" altLang="zh-CN" b="1" dirty="0" err="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M1</a:t>
            </a:r>
            <a:r>
              <a:rPr kumimoji="1" lang="en-US" altLang="zh-CN"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b="1" dirty="0" smtClean="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[9</a:t>
            </a:r>
            <a:r>
              <a:rPr kumimoji="1" lang="en-US" altLang="zh-CN" b="1" dirty="0" smtClean="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endParaRPr kumimoji="1" lang="en-US" altLang="zh-CN"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 name="任意多边形 3"/>
          <p:cNvSpPr/>
          <p:nvPr/>
        </p:nvSpPr>
        <p:spPr bwMode="auto">
          <a:xfrm>
            <a:off x="516048" y="2317687"/>
            <a:ext cx="5450186" cy="1030671"/>
          </a:xfrm>
          <a:custGeom>
            <a:avLst/>
            <a:gdLst>
              <a:gd name="connsiteX0" fmla="*/ 5450186 w 5450186"/>
              <a:gd name="connsiteY0" fmla="*/ 0 h 1030671"/>
              <a:gd name="connsiteX1" fmla="*/ 1222217 w 5450186"/>
              <a:gd name="connsiteY1" fmla="*/ 1004935 h 1030671"/>
              <a:gd name="connsiteX2" fmla="*/ 0 w 5450186"/>
              <a:gd name="connsiteY2" fmla="*/ 633743 h 1030671"/>
            </a:gdLst>
            <a:ahLst/>
            <a:cxnLst>
              <a:cxn ang="0">
                <a:pos x="connsiteX0" y="connsiteY0"/>
              </a:cxn>
              <a:cxn ang="0">
                <a:pos x="connsiteX1" y="connsiteY1"/>
              </a:cxn>
              <a:cxn ang="0">
                <a:pos x="connsiteX2" y="connsiteY2"/>
              </a:cxn>
            </a:cxnLst>
            <a:rect l="l" t="t" r="r" b="b"/>
            <a:pathLst>
              <a:path w="5450186" h="1030671">
                <a:moveTo>
                  <a:pt x="5450186" y="0"/>
                </a:moveTo>
                <a:cubicBezTo>
                  <a:pt x="3790383" y="449655"/>
                  <a:pt x="2130581" y="899311"/>
                  <a:pt x="1222217" y="1004935"/>
                </a:cubicBezTo>
                <a:cubicBezTo>
                  <a:pt x="313853" y="1110559"/>
                  <a:pt x="156926" y="872151"/>
                  <a:pt x="0" y="633743"/>
                </a:cubicBezTo>
              </a:path>
            </a:pathLst>
          </a:custGeom>
          <a:noFill/>
          <a:ln w="28575" cap="flat" cmpd="sng" algn="ctr">
            <a:solidFill>
              <a:schemeClr val="tx1"/>
            </a:solidFill>
            <a:prstDash val="solid"/>
            <a:round/>
            <a:headEnd type="none" w="med" len="med"/>
            <a:tailEnd type="arrow" w="med" len="med"/>
          </a:ln>
        </p:spPr>
        <p:txBody>
          <a:bodyPr vert="horz" wrap="square" lIns="91440" tIns="45720" rIns="91440" bIns="45720" numCol="1" rtlCol="0" anchor="t" anchorCtr="0" compatLnSpc="1"/>
          <a:lstStyle/>
          <a:p>
            <a:pPr eaLnBrk="1" latinLnBrk="1" hangingPunct="1"/>
            <a:endParaRPr kumimoji="1" lang="zh-CN" altLang="en-US"/>
          </a:p>
        </p:txBody>
      </p:sp>
    </p:spTree>
    <p:extLst>
      <p:ext uri="{BB962C8B-B14F-4D97-AF65-F5344CB8AC3E}">
        <p14:creationId xmlns:p14="http://schemas.microsoft.com/office/powerpoint/2010/main" val="3244259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162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4"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txBox="1">
            <a:spLocks noGrp="1"/>
          </p:cNvSpPr>
          <p:nvPr>
            <p:ph type="sldNum" sz="quarter" idx="4"/>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40" tIns="45720" rIns="91440" bIns="45720" numCol="1" anchor="t" anchorCtr="0" compatLnSpc="1"/>
          <a:lstStyle/>
          <a:p>
            <a:pPr marL="0" marR="0" lvl="0" indent="0" algn="r" defTabSz="914400" rtl="0" eaLnBrk="1" fontAlgn="base" latinLnBrk="1" hangingPunct="1">
              <a:lnSpc>
                <a:spcPct val="100000"/>
              </a:lnSpc>
              <a:spcBef>
                <a:spcPct val="0"/>
              </a:spcBef>
              <a:spcAft>
                <a:spcPct val="0"/>
              </a:spcAft>
              <a:buClrTx/>
              <a:buSzTx/>
              <a:buFontTx/>
              <a:buNone/>
              <a:defRPr/>
            </a:pPr>
            <a:fld id="{28DD6B83-3494-4137-A095-2F58AAEC0ACF}"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t>43</a:t>
            </a:fld>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181250" name="Rectangle 2"/>
          <p:cNvSpPr>
            <a:spLocks noGrp="1" noChangeArrowheads="1"/>
          </p:cNvSpPr>
          <p:nvPr>
            <p:ph type="title"/>
          </p:nvPr>
        </p:nvSpPr>
        <p:spPr>
          <a:xfrm>
            <a:off x="1290638" y="320675"/>
            <a:ext cx="7772400" cy="731838"/>
          </a:xfrm>
        </p:spPr>
        <p:txBody>
          <a:bodyPr vert="horz" wrap="square" lIns="91440" tIns="45720" rIns="91440" bIns="45720" numCol="1" anchor="ctr" anchorCtr="0" compatLnSpc="1"/>
          <a:lstStyle/>
          <a:p>
            <a:pPr marL="0" marR="0" lvl="0" indent="0" algn="ctr" defTabSz="914400" rtl="0" eaLnBrk="1" fontAlgn="base" latinLnBrk="1" hangingPunct="1">
              <a:lnSpc>
                <a:spcPct val="100000"/>
              </a:lnSpc>
              <a:spcBef>
                <a:spcPct val="0"/>
              </a:spcBef>
              <a:spcAft>
                <a:spcPct val="0"/>
              </a:spcAft>
              <a:buClrTx/>
              <a:buSzTx/>
              <a:buFontTx/>
              <a:buNone/>
              <a:defRPr/>
            </a:pPr>
            <a:r>
              <a:rPr kumimoji="1" lang="zh-CN" altLang="en-US" sz="32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j-cs"/>
              </a:rPr>
              <a:t>前向链接算法例子</a:t>
            </a:r>
            <a:endParaRPr kumimoji="1" lang="en-US" altLang="zh-CN" sz="32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j-cs"/>
            </a:endParaRPr>
          </a:p>
        </p:txBody>
      </p:sp>
      <p:sp>
        <p:nvSpPr>
          <p:cNvPr id="111620" name="Text Box 4"/>
          <p:cNvSpPr txBox="1"/>
          <p:nvPr/>
        </p:nvSpPr>
        <p:spPr>
          <a:xfrm>
            <a:off x="0" y="188913"/>
            <a:ext cx="2339975" cy="457200"/>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0" lvl="0" indent="0" eaLnBrk="1" hangingPunct="1">
              <a:spcBef>
                <a:spcPct val="50000"/>
              </a:spcBef>
              <a:buNone/>
            </a:pPr>
            <a:r>
              <a:rPr lang="zh-CN" altLang="en-US" sz="2400" dirty="0">
                <a:latin typeface="华文行楷" panose="02010800040101010101" pitchFamily="2" charset="-122"/>
                <a:ea typeface="华文行楷" panose="02010800040101010101" pitchFamily="2" charset="-122"/>
              </a:rPr>
              <a:t>第</a:t>
            </a:r>
            <a:r>
              <a:rPr lang="en-US" altLang="zh-CN" sz="2400" dirty="0">
                <a:latin typeface="华文行楷" panose="02010800040101010101" pitchFamily="2" charset="-122"/>
                <a:ea typeface="华文行楷" panose="02010800040101010101" pitchFamily="2" charset="-122"/>
              </a:rPr>
              <a:t>3</a:t>
            </a:r>
            <a:r>
              <a:rPr lang="zh-CN" altLang="en-US" sz="2400" dirty="0">
                <a:latin typeface="华文行楷" panose="02010800040101010101" pitchFamily="2" charset="-122"/>
                <a:ea typeface="华文行楷" panose="02010800040101010101" pitchFamily="2" charset="-122"/>
              </a:rPr>
              <a:t>章 逻辑系统</a:t>
            </a:r>
          </a:p>
        </p:txBody>
      </p:sp>
      <p:sp>
        <p:nvSpPr>
          <p:cNvPr id="181254" name="Rectangle 6"/>
          <p:cNvSpPr/>
          <p:nvPr/>
        </p:nvSpPr>
        <p:spPr>
          <a:xfrm>
            <a:off x="107504" y="1817529"/>
            <a:ext cx="5328592" cy="1323439"/>
          </a:xfrm>
          <a:prstGeom prst="rect">
            <a:avLst/>
          </a:prstGeom>
          <a:solidFill>
            <a:schemeClr val="bg1"/>
          </a:solidFill>
          <a:ln w="9525" cap="flat" cmpd="sng">
            <a:solidFill>
              <a:schemeClr val="tx1"/>
            </a:solidFill>
            <a:prstDash val="solid"/>
            <a:miter/>
            <a:headEnd type="none" w="med" len="med"/>
            <a:tailEnd type="none" w="med" len="med"/>
          </a:ln>
        </p:spPr>
        <p:txBody>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0" lvl="0" indent="0" eaLnBrk="1" hangingPunct="1">
              <a:buNone/>
            </a:pPr>
            <a:r>
              <a:rPr lang="en-US" altLang="zh-CN" sz="2000" b="1" dirty="0">
                <a:solidFill>
                  <a:srgbClr val="C00000"/>
                </a:solidFill>
                <a:latin typeface="Times New Roman" panose="02020603050405020304" pitchFamily="18" charset="0"/>
                <a:ea typeface="黑体" panose="02010609060101010101" pitchFamily="49" charset="-122"/>
                <a:sym typeface="Symbol" panose="05050102010706020507" pitchFamily="18" charset="2"/>
              </a:rPr>
              <a:t>A (x)</a:t>
            </a:r>
            <a:r>
              <a:rPr lang="en-US" altLang="zh-CN" sz="2000" b="1" dirty="0">
                <a:latin typeface="Times New Roman" panose="02020603050405020304" pitchFamily="18" charset="0"/>
                <a:ea typeface="黑体" panose="02010609060101010101" pitchFamily="49" charset="-122"/>
                <a:sym typeface="Symbol" panose="05050102010706020507" pitchFamily="18" charset="2"/>
              </a:rPr>
              <a:t> ∧ </a:t>
            </a:r>
            <a:r>
              <a:rPr lang="en-US" altLang="zh-CN" sz="2000" b="1" dirty="0">
                <a:solidFill>
                  <a:schemeClr val="accent1">
                    <a:lumMod val="50000"/>
                  </a:schemeClr>
                </a:solidFill>
                <a:latin typeface="Times New Roman" panose="02020603050405020304" pitchFamily="18" charset="0"/>
                <a:ea typeface="黑体" panose="02010609060101010101" pitchFamily="49" charset="-122"/>
                <a:sym typeface="Symbol" panose="05050102010706020507" pitchFamily="18" charset="2"/>
              </a:rPr>
              <a:t>W (y) </a:t>
            </a:r>
            <a:r>
              <a:rPr lang="en-US" altLang="zh-CN" sz="2000" b="1" dirty="0">
                <a:latin typeface="Times New Roman" panose="02020603050405020304" pitchFamily="18" charset="0"/>
                <a:ea typeface="黑体" panose="02010609060101010101" pitchFamily="49" charset="-122"/>
                <a:sym typeface="Symbol" panose="05050102010706020507" pitchFamily="18" charset="2"/>
              </a:rPr>
              <a:t>∧ </a:t>
            </a:r>
            <a:r>
              <a:rPr lang="en-US" altLang="zh-CN" sz="2000" b="1" dirty="0">
                <a:solidFill>
                  <a:srgbClr val="0000FF"/>
                </a:solidFill>
                <a:latin typeface="Times New Roman" panose="02020603050405020304" pitchFamily="18" charset="0"/>
                <a:ea typeface="黑体" panose="02010609060101010101" pitchFamily="49" charset="-122"/>
                <a:sym typeface="Symbol" panose="05050102010706020507" pitchFamily="18" charset="2"/>
              </a:rPr>
              <a:t>S (x,y,z) </a:t>
            </a:r>
            <a:r>
              <a:rPr lang="en-US" altLang="zh-CN" sz="2000" b="1" dirty="0">
                <a:latin typeface="Times New Roman" panose="02020603050405020304" pitchFamily="18" charset="0"/>
                <a:ea typeface="黑体" panose="02010609060101010101" pitchFamily="49" charset="-122"/>
                <a:sym typeface="Symbol" panose="05050102010706020507" pitchFamily="18" charset="2"/>
              </a:rPr>
              <a:t>∧ </a:t>
            </a:r>
            <a:r>
              <a:rPr lang="en-US" altLang="zh-CN" sz="2000" b="1" dirty="0">
                <a:solidFill>
                  <a:srgbClr val="7030A0"/>
                </a:solidFill>
                <a:latin typeface="Times New Roman" panose="02020603050405020304" pitchFamily="18" charset="0"/>
                <a:ea typeface="黑体" panose="02010609060101010101" pitchFamily="49" charset="-122"/>
                <a:sym typeface="Symbol" panose="05050102010706020507" pitchFamily="18" charset="2"/>
              </a:rPr>
              <a:t>H (z)</a:t>
            </a:r>
            <a:r>
              <a:rPr lang="en-US" altLang="zh-CN" sz="2000" b="1" dirty="0">
                <a:latin typeface="Times New Roman" panose="02020603050405020304" pitchFamily="18" charset="0"/>
                <a:ea typeface="黑体" panose="02010609060101010101" pitchFamily="49" charset="-122"/>
                <a:sym typeface="Symbol" panose="05050102010706020507" pitchFamily="18" charset="2"/>
              </a:rPr>
              <a:t> →  C (x) [1]</a:t>
            </a:r>
          </a:p>
          <a:p>
            <a:pPr marL="0" lvl="0" indent="0" eaLnBrk="1" hangingPunct="1">
              <a:buNone/>
            </a:pPr>
            <a:r>
              <a:rPr lang="en-US" altLang="zh-CN" sz="2000" b="1" dirty="0">
                <a:latin typeface="Times New Roman" panose="02020603050405020304" pitchFamily="18" charset="0"/>
                <a:ea typeface="黑体" panose="02010609060101010101" pitchFamily="49" charset="-122"/>
                <a:sym typeface="Symbol" panose="05050102010706020507" pitchFamily="18" charset="2"/>
              </a:rPr>
              <a:t>M (y) ∧ O (Nono, y)→S (West, y, Nono)      [2]</a:t>
            </a:r>
          </a:p>
          <a:p>
            <a:pPr marL="0" lvl="0" indent="0" eaLnBrk="1" hangingPunct="1">
              <a:buNone/>
            </a:pPr>
            <a:r>
              <a:rPr lang="en-US" altLang="zh-CN" sz="2000" b="1" dirty="0">
                <a:latin typeface="Times New Roman" panose="02020603050405020304" pitchFamily="18" charset="0"/>
                <a:ea typeface="黑体" panose="02010609060101010101" pitchFamily="49" charset="-122"/>
                <a:sym typeface="Symbol" panose="05050102010706020507" pitchFamily="18" charset="2"/>
              </a:rPr>
              <a:t>M (y) → W (y)	 [3</a:t>
            </a:r>
            <a:r>
              <a:rPr lang="en-US" altLang="zh-CN" sz="2000" b="1" dirty="0" smtClean="0">
                <a:latin typeface="Times New Roman" panose="02020603050405020304" pitchFamily="18" charset="0"/>
                <a:ea typeface="黑体" panose="02010609060101010101" pitchFamily="49" charset="-122"/>
                <a:sym typeface="Symbol" panose="05050102010706020507" pitchFamily="18" charset="2"/>
              </a:rPr>
              <a:t>]</a:t>
            </a:r>
            <a:endParaRPr lang="en-US" altLang="zh-CN" sz="2000" b="1" dirty="0">
              <a:latin typeface="Times New Roman" panose="02020603050405020304" pitchFamily="18" charset="0"/>
              <a:ea typeface="黑体" panose="02010609060101010101" pitchFamily="49" charset="-122"/>
              <a:sym typeface="Symbol" panose="05050102010706020507" pitchFamily="18" charset="2"/>
            </a:endParaRPr>
          </a:p>
        </p:txBody>
      </p:sp>
      <p:sp>
        <p:nvSpPr>
          <p:cNvPr id="111623" name="矩形 1"/>
          <p:cNvSpPr/>
          <p:nvPr/>
        </p:nvSpPr>
        <p:spPr>
          <a:xfrm>
            <a:off x="327211" y="3563013"/>
            <a:ext cx="4169097" cy="978729"/>
          </a:xfrm>
          <a:prstGeom prst="rect">
            <a:avLst/>
          </a:prstGeom>
          <a:noFill/>
          <a:ln w="9525">
            <a:noFill/>
          </a:ln>
        </p:spPr>
        <p:txBody>
          <a:bodyPr wrap="square">
            <a:spAutoFit/>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457200" lvl="1" indent="0" eaLnBrk="1" latinLnBrk="0" hangingPunct="1">
              <a:lnSpc>
                <a:spcPct val="120000"/>
              </a:lnSpc>
              <a:spcBef>
                <a:spcPct val="0"/>
              </a:spcBef>
              <a:buNone/>
            </a:pPr>
            <a:r>
              <a:rPr lang="zh-CN" altLang="en-US" sz="2400" dirty="0" smtClean="0">
                <a:solidFill>
                  <a:srgbClr val="C00000"/>
                </a:solidFill>
                <a:latin typeface="Times New Roman" panose="02020603050405020304" pitchFamily="18" charset="0"/>
                <a:ea typeface="微软雅黑" panose="020B0503020204020204" pitchFamily="34" charset="-122"/>
              </a:rPr>
              <a:t>第二次循环</a:t>
            </a:r>
            <a:endParaRPr lang="en-US" altLang="zh-CN" sz="2400" dirty="0" smtClean="0">
              <a:solidFill>
                <a:srgbClr val="C00000"/>
              </a:solidFill>
              <a:latin typeface="Times New Roman" panose="02020603050405020304" pitchFamily="18" charset="0"/>
              <a:ea typeface="微软雅黑" panose="020B0503020204020204" pitchFamily="34" charset="-122"/>
            </a:endParaRPr>
          </a:p>
          <a:p>
            <a:pPr marL="457200" lvl="1" indent="0" eaLnBrk="1" latinLnBrk="0" hangingPunct="1">
              <a:lnSpc>
                <a:spcPct val="120000"/>
              </a:lnSpc>
              <a:spcBef>
                <a:spcPct val="0"/>
              </a:spcBef>
              <a:buNone/>
            </a:pPr>
            <a:r>
              <a:rPr lang="zh-CN" altLang="en-US" sz="2400" dirty="0" smtClean="0">
                <a:solidFill>
                  <a:srgbClr val="C00000"/>
                </a:solidFill>
                <a:latin typeface="Times New Roman" panose="02020603050405020304" pitchFamily="18" charset="0"/>
                <a:ea typeface="微软雅黑" panose="020B0503020204020204" pitchFamily="34" charset="-122"/>
              </a:rPr>
              <a:t>规则</a:t>
            </a:r>
            <a:r>
              <a:rPr lang="en-US" altLang="zh-CN" sz="2400" dirty="0" smtClean="0">
                <a:solidFill>
                  <a:srgbClr val="C00000"/>
                </a:solidFill>
                <a:latin typeface="Times New Roman" panose="02020603050405020304" pitchFamily="18" charset="0"/>
                <a:ea typeface="微软雅黑" panose="020B0503020204020204" pitchFamily="34" charset="-122"/>
              </a:rPr>
              <a:t>1</a:t>
            </a:r>
            <a:r>
              <a:rPr lang="zh-CN" altLang="en-US" sz="2400" dirty="0" smtClean="0">
                <a:solidFill>
                  <a:srgbClr val="C00000"/>
                </a:solidFill>
                <a:latin typeface="Times New Roman" panose="02020603050405020304" pitchFamily="18" charset="0"/>
                <a:ea typeface="微软雅黑" panose="020B0503020204020204" pitchFamily="34" charset="-122"/>
              </a:rPr>
              <a:t>前提部分匹配成功</a:t>
            </a:r>
            <a:endParaRPr lang="zh-CN" altLang="en-US" sz="2400" dirty="0">
              <a:solidFill>
                <a:srgbClr val="C00000"/>
              </a:solidFill>
              <a:latin typeface="Times New Roman" panose="02020603050405020304" pitchFamily="18" charset="0"/>
              <a:ea typeface="微软雅黑" panose="020B0503020204020204" pitchFamily="34" charset="-122"/>
            </a:endParaRPr>
          </a:p>
        </p:txBody>
      </p:sp>
      <p:sp>
        <p:nvSpPr>
          <p:cNvPr id="2" name="矩形 1"/>
          <p:cNvSpPr/>
          <p:nvPr/>
        </p:nvSpPr>
        <p:spPr>
          <a:xfrm>
            <a:off x="5868838" y="1817529"/>
            <a:ext cx="2663602" cy="1938992"/>
          </a:xfrm>
          <a:prstGeom prst="rect">
            <a:avLst/>
          </a:prstGeom>
          <a:ln>
            <a:solidFill>
              <a:schemeClr val="accent1"/>
            </a:solidFill>
          </a:ln>
        </p:spPr>
        <p:txBody>
          <a:bodyPr wrap="square">
            <a:spAutoFit/>
          </a:bodyPr>
          <a:lstStyle/>
          <a:p>
            <a:pPr marL="342900" lvl="0" indent="-342900" eaLnBrk="1" hangingPunct="1"/>
            <a:r>
              <a:rPr lang="en-US" altLang="zh-CN" sz="2000" b="1" dirty="0">
                <a:latin typeface="Times New Roman" panose="02020603050405020304" pitchFamily="18" charset="0"/>
                <a:ea typeface="黑体" panose="02010609060101010101" pitchFamily="49" charset="-122"/>
                <a:sym typeface="Symbol" panose="05050102010706020507" pitchFamily="18" charset="2"/>
              </a:rPr>
              <a:t>O (</a:t>
            </a:r>
            <a:r>
              <a:rPr lang="en-US" altLang="zh-CN" sz="2000" b="1" dirty="0" err="1">
                <a:latin typeface="Times New Roman" panose="02020603050405020304" pitchFamily="18" charset="0"/>
                <a:ea typeface="黑体" panose="02010609060101010101" pitchFamily="49" charset="-122"/>
                <a:sym typeface="Symbol" panose="05050102010706020507" pitchFamily="18" charset="2"/>
              </a:rPr>
              <a:t>Nono</a:t>
            </a:r>
            <a:r>
              <a:rPr lang="en-US" altLang="zh-CN" sz="2000" b="1" dirty="0">
                <a:latin typeface="Times New Roman" panose="02020603050405020304" pitchFamily="18" charset="0"/>
                <a:ea typeface="黑体" panose="02010609060101010101" pitchFamily="49" charset="-122"/>
                <a:sym typeface="Symbol" panose="05050102010706020507" pitchFamily="18" charset="2"/>
              </a:rPr>
              <a:t>, </a:t>
            </a:r>
            <a:r>
              <a:rPr lang="en-US" altLang="zh-CN" sz="2000" b="1" dirty="0" err="1">
                <a:latin typeface="Times New Roman" panose="02020603050405020304" pitchFamily="18" charset="0"/>
                <a:ea typeface="黑体" panose="02010609060101010101" pitchFamily="49" charset="-122"/>
                <a:sym typeface="Symbol" panose="05050102010706020507" pitchFamily="18" charset="2"/>
              </a:rPr>
              <a:t>M1</a:t>
            </a:r>
            <a:r>
              <a:rPr lang="en-US" altLang="zh-CN" sz="2000" b="1" dirty="0">
                <a:latin typeface="Times New Roman" panose="02020603050405020304" pitchFamily="18" charset="0"/>
                <a:ea typeface="黑体" panose="02010609060101010101" pitchFamily="49" charset="-122"/>
                <a:sym typeface="Symbol" panose="05050102010706020507" pitchFamily="18" charset="2"/>
              </a:rPr>
              <a:t>) 	 [4]</a:t>
            </a:r>
          </a:p>
          <a:p>
            <a:pPr marL="342900" lvl="0" indent="-342900" eaLnBrk="1" hangingPunct="1"/>
            <a:r>
              <a:rPr lang="en-US" altLang="zh-CN" sz="2000" b="1" dirty="0">
                <a:latin typeface="Times New Roman" panose="02020603050405020304" pitchFamily="18" charset="0"/>
                <a:ea typeface="黑体" panose="02010609060101010101" pitchFamily="49" charset="-122"/>
                <a:sym typeface="Symbol" panose="05050102010706020507" pitchFamily="18" charset="2"/>
              </a:rPr>
              <a:t>M (</a:t>
            </a:r>
            <a:r>
              <a:rPr lang="en-US" altLang="zh-CN" sz="2000" b="1" dirty="0" err="1">
                <a:latin typeface="Times New Roman" panose="02020603050405020304" pitchFamily="18" charset="0"/>
                <a:ea typeface="黑体" panose="02010609060101010101" pitchFamily="49" charset="-122"/>
                <a:sym typeface="Symbol" panose="05050102010706020507" pitchFamily="18" charset="2"/>
              </a:rPr>
              <a:t>M1</a:t>
            </a:r>
            <a:r>
              <a:rPr lang="en-US" altLang="zh-CN" sz="2000" b="1" dirty="0">
                <a:latin typeface="Times New Roman" panose="02020603050405020304" pitchFamily="18" charset="0"/>
                <a:ea typeface="黑体" panose="02010609060101010101" pitchFamily="49" charset="-122"/>
                <a:sym typeface="Symbol" panose="05050102010706020507" pitchFamily="18" charset="2"/>
              </a:rPr>
              <a:t>)                 [5]</a:t>
            </a:r>
          </a:p>
          <a:p>
            <a:pPr marL="342900" lvl="0" indent="-342900" eaLnBrk="1" hangingPunct="1"/>
            <a:r>
              <a:rPr lang="en-US" altLang="zh-CN" sz="2000" b="1" dirty="0">
                <a:solidFill>
                  <a:srgbClr val="C00000"/>
                </a:solidFill>
                <a:latin typeface="Times New Roman" panose="02020603050405020304" pitchFamily="18" charset="0"/>
                <a:ea typeface="黑体" panose="02010609060101010101" pitchFamily="49" charset="-122"/>
                <a:sym typeface="Symbol" panose="05050102010706020507" pitchFamily="18" charset="2"/>
              </a:rPr>
              <a:t>A (West)	 [6]</a:t>
            </a:r>
          </a:p>
          <a:p>
            <a:pPr marL="342900" lvl="0" indent="-342900" eaLnBrk="1" hangingPunct="1"/>
            <a:r>
              <a:rPr lang="en-US" altLang="zh-CN" sz="2000" b="1" dirty="0">
                <a:solidFill>
                  <a:srgbClr val="7030A0"/>
                </a:solidFill>
                <a:latin typeface="Times New Roman" panose="02020603050405020304" pitchFamily="18" charset="0"/>
                <a:ea typeface="黑体" panose="02010609060101010101" pitchFamily="49" charset="-122"/>
                <a:sym typeface="Symbol" panose="05050102010706020507" pitchFamily="18" charset="2"/>
              </a:rPr>
              <a:t>H (</a:t>
            </a:r>
            <a:r>
              <a:rPr lang="en-US" altLang="zh-CN" sz="2000" b="1" dirty="0" err="1">
                <a:solidFill>
                  <a:srgbClr val="7030A0"/>
                </a:solidFill>
                <a:latin typeface="Times New Roman" panose="02020603050405020304" pitchFamily="18" charset="0"/>
                <a:ea typeface="黑体" panose="02010609060101010101" pitchFamily="49" charset="-122"/>
                <a:sym typeface="Symbol" panose="05050102010706020507" pitchFamily="18" charset="2"/>
              </a:rPr>
              <a:t>Nono</a:t>
            </a:r>
            <a:r>
              <a:rPr lang="en-US" altLang="zh-CN" sz="2000" b="1" dirty="0">
                <a:solidFill>
                  <a:srgbClr val="7030A0"/>
                </a:solidFill>
                <a:latin typeface="Times New Roman" panose="02020603050405020304" pitchFamily="18" charset="0"/>
                <a:ea typeface="黑体" panose="02010609060101010101" pitchFamily="49" charset="-122"/>
                <a:sym typeface="Symbol" panose="05050102010706020507" pitchFamily="18" charset="2"/>
              </a:rPr>
              <a:t>) 	 [7</a:t>
            </a:r>
            <a:r>
              <a:rPr lang="en-US" altLang="zh-CN" sz="2000" b="1" dirty="0" smtClean="0">
                <a:solidFill>
                  <a:srgbClr val="7030A0"/>
                </a:solidFill>
                <a:latin typeface="Times New Roman" panose="02020603050405020304" pitchFamily="18" charset="0"/>
                <a:ea typeface="黑体" panose="02010609060101010101" pitchFamily="49" charset="-122"/>
                <a:sym typeface="Symbol" panose="05050102010706020507" pitchFamily="18" charset="2"/>
              </a:rPr>
              <a:t>]</a:t>
            </a:r>
          </a:p>
          <a:p>
            <a:pPr marL="342900" lvl="0" indent="-342900" eaLnBrk="1" hangingPunct="1"/>
            <a:r>
              <a:rPr lang="en-US" altLang="zh-CN" sz="2000" b="1" dirty="0" smtClean="0">
                <a:solidFill>
                  <a:srgbClr val="0000FF"/>
                </a:solidFill>
                <a:latin typeface="Times New Roman" panose="02020603050405020304" pitchFamily="18" charset="0"/>
                <a:ea typeface="黑体" panose="02010609060101010101" pitchFamily="49" charset="-122"/>
                <a:sym typeface="Symbol" panose="05050102010706020507" pitchFamily="18" charset="2"/>
              </a:rPr>
              <a:t>S(</a:t>
            </a:r>
            <a:r>
              <a:rPr lang="en-US" altLang="zh-CN" sz="2000" b="1" dirty="0" err="1" smtClean="0">
                <a:solidFill>
                  <a:srgbClr val="0000FF"/>
                </a:solidFill>
                <a:latin typeface="Times New Roman" panose="02020603050405020304" pitchFamily="18" charset="0"/>
                <a:ea typeface="黑体" panose="02010609060101010101" pitchFamily="49" charset="-122"/>
                <a:sym typeface="Symbol" panose="05050102010706020507" pitchFamily="18" charset="2"/>
              </a:rPr>
              <a:t>West,M</a:t>
            </a:r>
            <a:r>
              <a:rPr lang="en-US" altLang="zh-CN" sz="2000" b="1" baseline="-25000" dirty="0" err="1" smtClean="0">
                <a:solidFill>
                  <a:srgbClr val="0000FF"/>
                </a:solidFill>
                <a:latin typeface="Times New Roman" panose="02020603050405020304" pitchFamily="18" charset="0"/>
                <a:ea typeface="黑体" panose="02010609060101010101" pitchFamily="49" charset="-122"/>
                <a:sym typeface="Symbol" panose="05050102010706020507" pitchFamily="18" charset="2"/>
              </a:rPr>
              <a:t>1</a:t>
            </a:r>
            <a:r>
              <a:rPr lang="en-US" altLang="zh-CN" sz="2000" b="1" dirty="0" err="1" smtClean="0">
                <a:solidFill>
                  <a:srgbClr val="0000FF"/>
                </a:solidFill>
                <a:latin typeface="Times New Roman" panose="02020603050405020304" pitchFamily="18" charset="0"/>
                <a:ea typeface="黑体" panose="02010609060101010101" pitchFamily="49" charset="-122"/>
                <a:sym typeface="Symbol" panose="05050102010706020507" pitchFamily="18" charset="2"/>
              </a:rPr>
              <a:t>,Nono</a:t>
            </a:r>
            <a:r>
              <a:rPr lang="en-US" altLang="zh-CN" sz="2000" b="1" dirty="0" smtClean="0">
                <a:solidFill>
                  <a:srgbClr val="0000FF"/>
                </a:solidFill>
                <a:latin typeface="Times New Roman" panose="02020603050405020304" pitchFamily="18" charset="0"/>
                <a:ea typeface="黑体" panose="02010609060101010101" pitchFamily="49" charset="-122"/>
                <a:sym typeface="Symbol" panose="05050102010706020507" pitchFamily="18" charset="2"/>
              </a:rPr>
              <a:t>) [8]</a:t>
            </a:r>
          </a:p>
          <a:p>
            <a:pPr marL="342900" lvl="0" indent="-342900" eaLnBrk="1" hangingPunct="1"/>
            <a:r>
              <a:rPr lang="en-US" altLang="zh-CN" sz="2000" b="1" dirty="0" smtClean="0">
                <a:solidFill>
                  <a:schemeClr val="accent1">
                    <a:lumMod val="50000"/>
                  </a:schemeClr>
                </a:solidFill>
                <a:latin typeface="Times New Roman" panose="02020603050405020304" pitchFamily="18" charset="0"/>
                <a:ea typeface="黑体" panose="02010609060101010101" pitchFamily="49" charset="-122"/>
                <a:sym typeface="Symbol" panose="05050102010706020507" pitchFamily="18" charset="2"/>
              </a:rPr>
              <a:t>W(</a:t>
            </a:r>
            <a:r>
              <a:rPr lang="en-US" altLang="zh-CN" sz="2000" b="1" dirty="0" err="1" smtClean="0">
                <a:solidFill>
                  <a:schemeClr val="accent1">
                    <a:lumMod val="50000"/>
                  </a:schemeClr>
                </a:solidFill>
                <a:latin typeface="Times New Roman" panose="02020603050405020304" pitchFamily="18" charset="0"/>
                <a:ea typeface="黑体" panose="02010609060101010101" pitchFamily="49" charset="-122"/>
                <a:sym typeface="Symbol" panose="05050102010706020507" pitchFamily="18" charset="2"/>
              </a:rPr>
              <a:t>M</a:t>
            </a:r>
            <a:r>
              <a:rPr lang="en-US" altLang="zh-CN" sz="2000" b="1" baseline="-25000" dirty="0" err="1" smtClean="0">
                <a:solidFill>
                  <a:schemeClr val="accent1">
                    <a:lumMod val="50000"/>
                  </a:schemeClr>
                </a:solidFill>
                <a:latin typeface="Times New Roman" panose="02020603050405020304" pitchFamily="18" charset="0"/>
                <a:ea typeface="黑体" panose="02010609060101010101" pitchFamily="49" charset="-122"/>
                <a:sym typeface="Symbol" panose="05050102010706020507" pitchFamily="18" charset="2"/>
              </a:rPr>
              <a:t>1</a:t>
            </a:r>
            <a:r>
              <a:rPr lang="en-US" altLang="zh-CN" sz="2000" b="1" dirty="0" smtClean="0">
                <a:solidFill>
                  <a:schemeClr val="accent1">
                    <a:lumMod val="50000"/>
                  </a:schemeClr>
                </a:solidFill>
                <a:latin typeface="Times New Roman" panose="02020603050405020304" pitchFamily="18" charset="0"/>
                <a:ea typeface="黑体" panose="02010609060101010101" pitchFamily="49" charset="-122"/>
                <a:sym typeface="Symbol" panose="05050102010706020507" pitchFamily="18" charset="2"/>
              </a:rPr>
              <a:t>)                   [9]</a:t>
            </a:r>
            <a:endParaRPr lang="zh-CN" altLang="en-US" sz="2000" b="1" dirty="0">
              <a:solidFill>
                <a:schemeClr val="accent1">
                  <a:lumMod val="50000"/>
                </a:schemeClr>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3" name="文本框 2"/>
          <p:cNvSpPr txBox="1"/>
          <p:nvPr/>
        </p:nvSpPr>
        <p:spPr>
          <a:xfrm>
            <a:off x="1835696" y="1269530"/>
            <a:ext cx="1152128" cy="461665"/>
          </a:xfrm>
          <a:prstGeom prst="rect">
            <a:avLst/>
          </a:prstGeom>
          <a:noFill/>
        </p:spPr>
        <p:txBody>
          <a:bodyPr wrap="square" rtlCol="0">
            <a:spAutoFit/>
          </a:bodyPr>
          <a:lstStyle/>
          <a:p>
            <a:r>
              <a:rPr lang="zh-CN" altLang="en-US" b="1" dirty="0">
                <a:solidFill>
                  <a:srgbClr val="C00000"/>
                </a:solidFill>
                <a:latin typeface="微软雅黑" panose="020B0503020204020204" pitchFamily="34" charset="-122"/>
                <a:ea typeface="微软雅黑" panose="020B0503020204020204" pitchFamily="34" charset="-122"/>
              </a:rPr>
              <a:t>规则</a:t>
            </a:r>
          </a:p>
        </p:txBody>
      </p:sp>
      <p:sp>
        <p:nvSpPr>
          <p:cNvPr id="10" name="文本框 9"/>
          <p:cNvSpPr txBox="1"/>
          <p:nvPr/>
        </p:nvSpPr>
        <p:spPr>
          <a:xfrm>
            <a:off x="6553200" y="1269529"/>
            <a:ext cx="1152128" cy="461665"/>
          </a:xfrm>
          <a:prstGeom prst="rect">
            <a:avLst/>
          </a:prstGeom>
          <a:noFill/>
        </p:spPr>
        <p:txBody>
          <a:bodyPr wrap="square" rtlCol="0">
            <a:spAutoFit/>
          </a:bodyPr>
          <a:lstStyle/>
          <a:p>
            <a:r>
              <a:rPr lang="zh-CN" altLang="en-US" b="1" dirty="0" smtClean="0">
                <a:solidFill>
                  <a:srgbClr val="C00000"/>
                </a:solidFill>
                <a:latin typeface="微软雅黑" panose="020B0503020204020204" pitchFamily="34" charset="-122"/>
                <a:ea typeface="微软雅黑" panose="020B0503020204020204" pitchFamily="34" charset="-122"/>
              </a:rPr>
              <a:t>事实</a:t>
            </a:r>
            <a:endParaRPr lang="zh-CN" altLang="en-US" b="1" dirty="0">
              <a:solidFill>
                <a:srgbClr val="C00000"/>
              </a:solidFill>
              <a:latin typeface="微软雅黑" panose="020B0503020204020204" pitchFamily="34" charset="-122"/>
              <a:ea typeface="微软雅黑" panose="020B0503020204020204" pitchFamily="34" charset="-122"/>
            </a:endParaRPr>
          </a:p>
        </p:txBody>
      </p:sp>
      <p:sp>
        <p:nvSpPr>
          <p:cNvPr id="9" name="矩形 8"/>
          <p:cNvSpPr/>
          <p:nvPr/>
        </p:nvSpPr>
        <p:spPr>
          <a:xfrm>
            <a:off x="762503" y="4656824"/>
            <a:ext cx="8126294" cy="497765"/>
          </a:xfrm>
          <a:prstGeom prst="rect">
            <a:avLst/>
          </a:prstGeom>
        </p:spPr>
        <p:txBody>
          <a:bodyPr wrap="square">
            <a:spAutoFit/>
          </a:bodyPr>
          <a:lstStyle/>
          <a:p>
            <a:pPr marL="742950" lvl="1" indent="-285750" eaLnBrk="1" latinLnBrk="1" hangingPunct="1">
              <a:lnSpc>
                <a:spcPct val="120000"/>
              </a:lnSpc>
              <a:spcBef>
                <a:spcPct val="20000"/>
              </a:spcBef>
              <a:buFontTx/>
              <a:buChar char="•"/>
              <a:defRPr/>
            </a:pPr>
            <a:r>
              <a:rPr kumimoji="1" lang="zh-CN" altLang="en-US" b="1" dirty="0">
                <a:latin typeface="Times New Roman" panose="02020603050405020304" pitchFamily="18" charset="0"/>
                <a:ea typeface="微软雅黑" panose="020B0503020204020204" pitchFamily="34" charset="-122"/>
                <a:cs typeface="Times New Roman" panose="02020603050405020304" pitchFamily="18" charset="0"/>
              </a:rPr>
              <a:t>置换</a:t>
            </a:r>
            <a:r>
              <a:rPr kumimoji="1" lang="en-US" altLang="zh-CN" b="1" dirty="0">
                <a:latin typeface="Times New Roman" panose="02020603050405020304" pitchFamily="18" charset="0"/>
                <a:ea typeface="微软雅黑" panose="020B0503020204020204" pitchFamily="34" charset="-122"/>
                <a:cs typeface="Times New Roman" panose="02020603050405020304" pitchFamily="18" charset="0"/>
              </a:rPr>
              <a:t>{x/West, y/</a:t>
            </a:r>
            <a:r>
              <a:rPr kumimoji="1" lang="en-US" altLang="zh-CN" b="1" dirty="0" err="1">
                <a:latin typeface="Times New Roman" panose="02020603050405020304" pitchFamily="18" charset="0"/>
                <a:ea typeface="微软雅黑" panose="020B0503020204020204" pitchFamily="34" charset="-122"/>
                <a:cs typeface="Times New Roman" panose="02020603050405020304" pitchFamily="18" charset="0"/>
              </a:rPr>
              <a:t>M1</a:t>
            </a:r>
            <a:r>
              <a:rPr kumimoji="1" lang="en-US" altLang="zh-CN" b="1" dirty="0">
                <a:latin typeface="Times New Roman" panose="02020603050405020304" pitchFamily="18" charset="0"/>
                <a:ea typeface="微软雅黑" panose="020B0503020204020204" pitchFamily="34" charset="-122"/>
                <a:cs typeface="Times New Roman" panose="02020603050405020304" pitchFamily="18" charset="0"/>
              </a:rPr>
              <a:t>, z/</a:t>
            </a:r>
            <a:r>
              <a:rPr kumimoji="1" lang="en-US" altLang="zh-CN" b="1" dirty="0" err="1">
                <a:latin typeface="Times New Roman" panose="02020603050405020304" pitchFamily="18" charset="0"/>
                <a:ea typeface="微软雅黑" panose="020B0503020204020204" pitchFamily="34" charset="-122"/>
                <a:cs typeface="Times New Roman" panose="02020603050405020304" pitchFamily="18" charset="0"/>
              </a:rPr>
              <a:t>Nono</a:t>
            </a:r>
            <a:r>
              <a:rPr kumimoji="1" lang="en-US" altLang="zh-CN" b="1" dirty="0">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en-US" b="1" dirty="0">
                <a:latin typeface="Times New Roman" panose="02020603050405020304" pitchFamily="18" charset="0"/>
                <a:ea typeface="微软雅黑" panose="020B0503020204020204" pitchFamily="34" charset="-122"/>
                <a:cs typeface="Times New Roman" panose="02020603050405020304" pitchFamily="18" charset="0"/>
              </a:rPr>
              <a:t>得到  </a:t>
            </a:r>
            <a:r>
              <a:rPr kumimoji="1" lang="en-US" altLang="zh-CN"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Criminal(West) 	[10</a:t>
            </a:r>
            <a:r>
              <a:rPr kumimoji="1" lang="en-US" altLang="zh-CN" b="1" dirty="0" smtClean="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endParaRPr kumimoji="1" lang="en-US" altLang="zh-CN"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 name="矩形 1"/>
          <p:cNvSpPr/>
          <p:nvPr/>
        </p:nvSpPr>
        <p:spPr>
          <a:xfrm>
            <a:off x="1043608" y="5376016"/>
            <a:ext cx="6840760" cy="978729"/>
          </a:xfrm>
          <a:prstGeom prst="rect">
            <a:avLst/>
          </a:prstGeom>
          <a:noFill/>
          <a:ln w="9525">
            <a:noFill/>
          </a:ln>
        </p:spPr>
        <p:txBody>
          <a:bodyPr wrap="square">
            <a:spAutoFit/>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457200" lvl="1" indent="0" eaLnBrk="1" latinLnBrk="0" hangingPunct="1">
              <a:lnSpc>
                <a:spcPct val="120000"/>
              </a:lnSpc>
              <a:spcBef>
                <a:spcPct val="0"/>
              </a:spcBef>
              <a:buNone/>
            </a:pPr>
            <a:r>
              <a:rPr lang="en-US" altLang="zh-CN" sz="2400" b="1" dirty="0">
                <a:latin typeface="Times New Roman" panose="02020603050405020304" pitchFamily="18" charset="0"/>
                <a:ea typeface="微软雅黑" panose="020B0503020204020204" pitchFamily="34" charset="-122"/>
              </a:rPr>
              <a:t>[10] </a:t>
            </a:r>
            <a:r>
              <a:rPr lang="zh-CN" altLang="en-US" sz="2400" b="1" dirty="0">
                <a:latin typeface="Times New Roman" panose="02020603050405020304" pitchFamily="18" charset="0"/>
                <a:ea typeface="微软雅黑" panose="020B0503020204020204" pitchFamily="34" charset="-122"/>
              </a:rPr>
              <a:t>与查询进行合一测试，一致则返回 </a:t>
            </a:r>
            <a:r>
              <a:rPr lang="en-US" altLang="zh-CN" sz="2400" b="1" dirty="0">
                <a:latin typeface="Times New Roman" panose="02020603050405020304" pitchFamily="18" charset="0"/>
                <a:ea typeface="微软雅黑" panose="020B0503020204020204" pitchFamily="34" charset="-122"/>
              </a:rPr>
              <a:t>/ </a:t>
            </a:r>
            <a:r>
              <a:rPr lang="zh-CN" altLang="en-US" sz="2400" b="1" dirty="0" smtClean="0">
                <a:latin typeface="Times New Roman" panose="02020603050405020304" pitchFamily="18" charset="0"/>
                <a:ea typeface="微软雅黑" panose="020B0503020204020204" pitchFamily="34" charset="-122"/>
              </a:rPr>
              <a:t>推理成功，算法</a:t>
            </a:r>
            <a:r>
              <a:rPr lang="zh-CN" altLang="en-US" sz="2400" b="1" dirty="0">
                <a:latin typeface="Times New Roman" panose="02020603050405020304" pitchFamily="18" charset="0"/>
                <a:ea typeface="微软雅黑" panose="020B0503020204020204" pitchFamily="34" charset="-122"/>
              </a:rPr>
              <a:t>结束</a:t>
            </a:r>
          </a:p>
        </p:txBody>
      </p:sp>
    </p:spTree>
    <p:extLst>
      <p:ext uri="{BB962C8B-B14F-4D97-AF65-F5344CB8AC3E}">
        <p14:creationId xmlns:p14="http://schemas.microsoft.com/office/powerpoint/2010/main" val="3294280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16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162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txBox="1">
            <a:spLocks noGrp="1"/>
          </p:cNvSpPr>
          <p:nvPr>
            <p:ph type="sldNum" sz="quarter" idx="4"/>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40" tIns="45720" rIns="91440" bIns="45720" numCol="1" anchor="t" anchorCtr="0" compatLnSpc="1"/>
          <a:lstStyle/>
          <a:p>
            <a:pPr marL="0" marR="0" lvl="0" indent="0" algn="r" defTabSz="914400" rtl="0" eaLnBrk="1" fontAlgn="base" latinLnBrk="1" hangingPunct="1">
              <a:lnSpc>
                <a:spcPct val="100000"/>
              </a:lnSpc>
              <a:spcBef>
                <a:spcPct val="0"/>
              </a:spcBef>
              <a:spcAft>
                <a:spcPct val="0"/>
              </a:spcAft>
              <a:buClrTx/>
              <a:buSzTx/>
              <a:buFontTx/>
              <a:buNone/>
              <a:defRPr/>
            </a:pPr>
            <a:fld id="{76B78174-BEB0-40E8-947D-C82C57DE12E3}"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t>44</a:t>
            </a:fld>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231426" name="Rectangle 2"/>
          <p:cNvSpPr>
            <a:spLocks noGrp="1" noChangeArrowheads="1"/>
          </p:cNvSpPr>
          <p:nvPr>
            <p:ph type="title"/>
          </p:nvPr>
        </p:nvSpPr>
        <p:spPr>
          <a:xfrm>
            <a:off x="684213" y="476250"/>
            <a:ext cx="7772400" cy="731838"/>
          </a:xfrm>
        </p:spPr>
        <p:txBody>
          <a:bodyPr vert="horz" wrap="square" lIns="91440" tIns="45720" rIns="91440" bIns="45720" numCol="1" anchor="ctr" anchorCtr="0" compatLnSpc="1"/>
          <a:lstStyle/>
          <a:p>
            <a:pPr marL="0" marR="0" lvl="0" indent="0" algn="ctr" defTabSz="914400" rtl="0" eaLnBrk="1" fontAlgn="base" latinLnBrk="1" hangingPunct="1">
              <a:lnSpc>
                <a:spcPct val="100000"/>
              </a:lnSpc>
              <a:spcBef>
                <a:spcPct val="0"/>
              </a:spcBef>
              <a:spcAft>
                <a:spcPct val="0"/>
              </a:spcAft>
              <a:buClrTx/>
              <a:buSzTx/>
              <a:buFontTx/>
              <a:buNone/>
              <a:defRPr/>
            </a:pPr>
            <a:r>
              <a:rPr kumimoji="1" lang="zh-CN" altLang="en-US" sz="36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j-cs"/>
              </a:rPr>
              <a:t>推理策略二：反向链接算法</a:t>
            </a:r>
            <a:endParaRPr kumimoji="1" lang="en-US" altLang="zh-CN" sz="36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j-cs"/>
            </a:endParaRPr>
          </a:p>
        </p:txBody>
      </p:sp>
      <p:sp>
        <p:nvSpPr>
          <p:cNvPr id="231427" name="Rectangle 3"/>
          <p:cNvSpPr>
            <a:spLocks noGrp="1"/>
          </p:cNvSpPr>
          <p:nvPr>
            <p:ph idx="1"/>
          </p:nvPr>
        </p:nvSpPr>
        <p:spPr>
          <a:xfrm>
            <a:off x="5364163" y="1341438"/>
            <a:ext cx="3671887" cy="1655762"/>
          </a:xfrm>
        </p:spPr>
        <p:txBody>
          <a:bodyPr vert="horz" wrap="square" lIns="91440" tIns="45720" rIns="91440" bIns="45720" anchor="t" anchorCtr="0"/>
          <a:lstStyle/>
          <a:p>
            <a:pPr marL="457200" lvl="1" indent="0" eaLnBrk="1" latinLnBrk="0" hangingPunct="1">
              <a:lnSpc>
                <a:spcPct val="120000"/>
              </a:lnSpc>
              <a:buNone/>
            </a:pPr>
            <a:r>
              <a:rPr lang="zh-CN" altLang="en-US" dirty="0">
                <a:latin typeface="微软雅黑" panose="020B0503020204020204" pitchFamily="34" charset="-122"/>
                <a:ea typeface="微软雅黑" panose="020B0503020204020204" pitchFamily="34" charset="-122"/>
                <a:sym typeface="Symbol" panose="05050102010706020507" pitchFamily="18" charset="2"/>
              </a:rPr>
              <a:t>从结论开始，在知识库中寻找子句的头</a:t>
            </a:r>
            <a:r>
              <a:rPr lang="en-US" altLang="zh-CN" dirty="0">
                <a:latin typeface="微软雅黑" panose="020B0503020204020204" pitchFamily="34" charset="-122"/>
                <a:ea typeface="微软雅黑" panose="020B0503020204020204" pitchFamily="34" charset="-122"/>
                <a:sym typeface="Symbol" panose="05050102010706020507" pitchFamily="18" charset="2"/>
              </a:rPr>
              <a:t>(</a:t>
            </a:r>
            <a:r>
              <a:rPr lang="zh-CN" altLang="en-US" dirty="0">
                <a:latin typeface="微软雅黑" panose="020B0503020204020204" pitchFamily="34" charset="-122"/>
                <a:ea typeface="微软雅黑" panose="020B0503020204020204" pitchFamily="34" charset="-122"/>
                <a:sym typeface="Symbol" panose="05050102010706020507" pitchFamily="18" charset="2"/>
              </a:rPr>
              <a:t>即结论部分</a:t>
            </a:r>
            <a:r>
              <a:rPr lang="en-US" altLang="zh-CN" dirty="0">
                <a:latin typeface="微软雅黑" panose="020B0503020204020204" pitchFamily="34" charset="-122"/>
                <a:ea typeface="微软雅黑" panose="020B0503020204020204" pitchFamily="34" charset="-122"/>
                <a:sym typeface="Symbol" panose="05050102010706020507" pitchFamily="18" charset="2"/>
              </a:rPr>
              <a:t>)</a:t>
            </a:r>
            <a:r>
              <a:rPr lang="zh-CN" altLang="en-US" dirty="0">
                <a:latin typeface="微软雅黑" panose="020B0503020204020204" pitchFamily="34" charset="-122"/>
                <a:ea typeface="微软雅黑" panose="020B0503020204020204" pitchFamily="34" charset="-122"/>
                <a:sym typeface="Symbol" panose="05050102010706020507" pitchFamily="18" charset="2"/>
              </a:rPr>
              <a:t>，找到匹配的头就扩展这个头所在的规则体；</a:t>
            </a:r>
          </a:p>
        </p:txBody>
      </p:sp>
      <p:sp>
        <p:nvSpPr>
          <p:cNvPr id="117765" name="Text Box 4"/>
          <p:cNvSpPr txBox="1"/>
          <p:nvPr/>
        </p:nvSpPr>
        <p:spPr>
          <a:xfrm>
            <a:off x="0" y="188913"/>
            <a:ext cx="2339975" cy="457200"/>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0" lvl="0" indent="0" eaLnBrk="1" hangingPunct="1">
              <a:spcBef>
                <a:spcPct val="50000"/>
              </a:spcBef>
              <a:buNone/>
            </a:pPr>
            <a:r>
              <a:rPr lang="zh-CN" altLang="en-US" sz="2400" dirty="0">
                <a:latin typeface="华文行楷" panose="02010800040101010101" pitchFamily="2" charset="-122"/>
                <a:ea typeface="华文行楷" panose="02010800040101010101" pitchFamily="2" charset="-122"/>
              </a:rPr>
              <a:t>第</a:t>
            </a:r>
            <a:r>
              <a:rPr lang="en-US" altLang="zh-CN" sz="2400" dirty="0">
                <a:latin typeface="华文行楷" panose="02010800040101010101" pitchFamily="2" charset="-122"/>
                <a:ea typeface="华文行楷" panose="02010800040101010101" pitchFamily="2" charset="-122"/>
              </a:rPr>
              <a:t>3</a:t>
            </a:r>
            <a:r>
              <a:rPr lang="zh-CN" altLang="en-US" sz="2400" dirty="0">
                <a:latin typeface="华文行楷" panose="02010800040101010101" pitchFamily="2" charset="-122"/>
                <a:ea typeface="华文行楷" panose="02010800040101010101" pitchFamily="2" charset="-122"/>
              </a:rPr>
              <a:t>章 逻辑系统</a:t>
            </a:r>
          </a:p>
        </p:txBody>
      </p:sp>
      <p:sp>
        <p:nvSpPr>
          <p:cNvPr id="7" name="矩形 6"/>
          <p:cNvSpPr/>
          <p:nvPr/>
        </p:nvSpPr>
        <p:spPr bwMode="auto">
          <a:xfrm>
            <a:off x="395288" y="1495425"/>
            <a:ext cx="4032250" cy="1573213"/>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a:lstStyle/>
          <a:p>
            <a:pPr marL="0" marR="0" lvl="0" indent="0" algn="l" defTabSz="914400" rtl="0" eaLnBrk="1" fontAlgn="base" latinLnBrk="1"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P(x)</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∧Q(y) →</a:t>
            </a:r>
            <a:r>
              <a:rPr kumimoji="1" lang="en-US" altLang="zh-CN" sz="2400" b="0" i="0" u="none" strike="noStrike" kern="120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R(x)</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a:t>
            </a:r>
          </a:p>
          <a:p>
            <a:pPr marL="0" marR="0" lvl="0" indent="0" algn="l" defTabSz="914400" rtl="0" eaLnBrk="1" fontAlgn="base" latinLnBrk="1"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T(x)</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→Q(x) </a:t>
            </a:r>
          </a:p>
          <a:p>
            <a:pPr marL="0" marR="0" lvl="0" indent="0" algn="l" defTabSz="914400" rtl="0" eaLnBrk="1" fontAlgn="base" latinLnBrk="1"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P(a)</a:t>
            </a:r>
          </a:p>
          <a:p>
            <a:pPr marL="0" marR="0" lvl="0" indent="0" algn="l" defTabSz="914400" rtl="0" eaLnBrk="1" fontAlgn="base" latinLnBrk="1"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T(b)</a:t>
            </a:r>
            <a:endParaRPr kumimoji="1" lang="zh-CN" altLang="en-US" sz="24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p:txBody>
      </p:sp>
      <p:sp>
        <p:nvSpPr>
          <p:cNvPr id="8" name="矩形 7"/>
          <p:cNvSpPr/>
          <p:nvPr/>
        </p:nvSpPr>
        <p:spPr bwMode="auto">
          <a:xfrm>
            <a:off x="4570413" y="1495425"/>
            <a:ext cx="793750" cy="1573213"/>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a:lstStyle/>
          <a:p>
            <a:pPr marL="0" marR="0" lvl="0" indent="0" algn="l" defTabSz="914400" rtl="0" eaLnBrk="1" fontAlgn="base" latinLnBrk="1"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R(a)</a:t>
            </a:r>
            <a:endParaRPr kumimoji="1" lang="zh-CN" altLang="en-US" sz="2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p:txBody>
      </p:sp>
      <p:sp>
        <p:nvSpPr>
          <p:cNvPr id="4" name="矩形 3"/>
          <p:cNvSpPr/>
          <p:nvPr/>
        </p:nvSpPr>
        <p:spPr>
          <a:xfrm>
            <a:off x="5418138" y="5253038"/>
            <a:ext cx="4175125" cy="430212"/>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457200" lvl="1" indent="0" eaLnBrk="1" latinLnBrk="0" hangingPunct="1">
              <a:lnSpc>
                <a:spcPct val="120000"/>
              </a:lnSpc>
              <a:spcBef>
                <a:spcPct val="0"/>
              </a:spcBef>
              <a:buNone/>
            </a:pPr>
            <a:r>
              <a:rPr lang="zh-CN" altLang="en-US" dirty="0">
                <a:latin typeface="微软雅黑" panose="020B0503020204020204" pitchFamily="34" charset="-122"/>
                <a:ea typeface="微软雅黑" panose="020B0503020204020204" pitchFamily="34" charset="-122"/>
                <a:sym typeface="Symbol" panose="05050102010706020507" pitchFamily="18" charset="2"/>
              </a:rPr>
              <a:t>递归调用过程</a:t>
            </a:r>
          </a:p>
        </p:txBody>
      </p:sp>
      <p:sp>
        <p:nvSpPr>
          <p:cNvPr id="6" name="矩形 5"/>
          <p:cNvSpPr/>
          <p:nvPr/>
        </p:nvSpPr>
        <p:spPr>
          <a:xfrm>
            <a:off x="5364163" y="3055938"/>
            <a:ext cx="3454400" cy="1938337"/>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457200" lvl="1" indent="0" eaLnBrk="1" latinLnBrk="0" hangingPunct="1">
              <a:lnSpc>
                <a:spcPct val="120000"/>
              </a:lnSpc>
              <a:spcBef>
                <a:spcPct val="0"/>
              </a:spcBef>
              <a:buNone/>
            </a:pPr>
            <a:r>
              <a:rPr lang="zh-CN" altLang="en-US" dirty="0">
                <a:latin typeface="微软雅黑" panose="020B0503020204020204" pitchFamily="34" charset="-122"/>
                <a:ea typeface="微软雅黑" panose="020B0503020204020204" pitchFamily="34" charset="-122"/>
                <a:sym typeface="Symbol" panose="05050102010706020507" pitchFamily="18" charset="2"/>
              </a:rPr>
              <a:t>扩展部分又作为头继续扩展，直到全部原子均与事实相匹配。当栈中所有目标都得到匹配，则当前的证明分支是成功的</a:t>
            </a:r>
          </a:p>
        </p:txBody>
      </p:sp>
      <p:sp>
        <p:nvSpPr>
          <p:cNvPr id="12" name="矩形 11"/>
          <p:cNvSpPr/>
          <p:nvPr/>
        </p:nvSpPr>
        <p:spPr bwMode="auto">
          <a:xfrm>
            <a:off x="395288" y="3381375"/>
            <a:ext cx="4032250" cy="1573213"/>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a:lstStyle/>
          <a:p>
            <a:pPr marL="0" marR="0" lvl="0" indent="0" algn="l" defTabSz="914400" rtl="0" eaLnBrk="1" fontAlgn="base" latinLnBrk="1"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2400" b="0" i="0" u="none" strike="noStrike" kern="1200" cap="none" spc="0" normalizeH="0" baseline="0" noProof="0" dirty="0">
                <a:ln>
                  <a:noFill/>
                </a:ln>
                <a:solidFill>
                  <a:schemeClr val="accent1">
                    <a:lumMod val="50000"/>
                  </a:schemeClr>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P(x)</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a:t>
            </a:r>
            <a:r>
              <a:rPr kumimoji="1" lang="en-US" altLang="zh-CN" sz="2400" b="0" i="0" u="none" strike="noStrike" kern="1200" cap="none" spc="0" normalizeH="0" baseline="0" noProof="0" dirty="0">
                <a:ln>
                  <a:noFill/>
                </a:ln>
                <a:solidFill>
                  <a:schemeClr val="accent1">
                    <a:lumMod val="50000"/>
                  </a:schemeClr>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Q(y)</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→R(x)      ……</a:t>
            </a:r>
          </a:p>
          <a:p>
            <a:pPr marL="0" marR="0" lvl="0" indent="0" algn="l" defTabSz="914400" rtl="0" eaLnBrk="1" fontAlgn="base" latinLnBrk="1"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T(x)</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→Q(x) </a:t>
            </a:r>
          </a:p>
          <a:p>
            <a:pPr marL="0" marR="0" lvl="0" indent="0" algn="l" defTabSz="914400" rtl="0" eaLnBrk="1" fontAlgn="base" latinLnBrk="1"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a:t>
            </a:r>
            <a:r>
              <a:rPr kumimoji="1" lang="en-US" altLang="zh-CN" sz="2400" b="0" i="0" u="none" strike="noStrike" kern="120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P(a)</a:t>
            </a:r>
          </a:p>
          <a:p>
            <a:pPr marL="0" marR="0" lvl="0" indent="0" algn="l" defTabSz="914400" rtl="0" eaLnBrk="1" fontAlgn="base" latinLnBrk="1"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T(b)</a:t>
            </a:r>
            <a:endParaRPr kumimoji="1" lang="zh-CN" altLang="en-US" sz="24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p:txBody>
      </p:sp>
      <p:sp>
        <p:nvSpPr>
          <p:cNvPr id="13" name="矩形 12"/>
          <p:cNvSpPr/>
          <p:nvPr/>
        </p:nvSpPr>
        <p:spPr bwMode="auto">
          <a:xfrm>
            <a:off x="4570413" y="3381375"/>
            <a:ext cx="793750" cy="1573213"/>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a:lstStyle/>
          <a:p>
            <a:pPr marL="0" marR="0" lvl="0" indent="0" algn="l" defTabSz="914400" rtl="0" eaLnBrk="1" fontAlgn="base" latinLnBrk="1"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P(a)</a:t>
            </a:r>
          </a:p>
          <a:p>
            <a:pPr marL="0" marR="0" lvl="0" indent="0" algn="l" defTabSz="914400" rtl="0" eaLnBrk="1" fontAlgn="base" latinLnBrk="1"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accent1">
                    <a:lumMod val="50000"/>
                  </a:schemeClr>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Q(y)</a:t>
            </a:r>
            <a:endParaRPr kumimoji="1" lang="zh-CN" altLang="en-US" sz="2400" b="0" i="0" u="none" strike="noStrike" kern="1200" cap="none" spc="0" normalizeH="0" baseline="0" noProof="0" dirty="0">
              <a:ln>
                <a:noFill/>
              </a:ln>
              <a:solidFill>
                <a:schemeClr val="accent1">
                  <a:lumMod val="50000"/>
                </a:schemeClr>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31427">
                                            <p:txEl>
                                              <p:pRg st="0" end="0"/>
                                            </p:txEl>
                                          </p:spTgt>
                                        </p:tgtEl>
                                        <p:attrNameLst>
                                          <p:attrName>style.visibility</p:attrName>
                                        </p:attrNameLst>
                                      </p:cBhvr>
                                      <p:to>
                                        <p:strVal val="visible"/>
                                      </p:to>
                                    </p:set>
                                    <p:animEffect transition="in" filter="blinds(horizontal)">
                                      <p:cBhvr>
                                        <p:cTn id="7" dur="500"/>
                                        <p:tgtEl>
                                          <p:spTgt spid="2314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4" grpId="0"/>
      <p:bldP spid="6" grpId="0"/>
      <p:bldP spid="12" grpId="0" animBg="1"/>
      <p:bldP spid="13"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txBox="1">
            <a:spLocks noGrp="1"/>
          </p:cNvSpPr>
          <p:nvPr>
            <p:ph type="sldNum" sz="quarter" idx="4"/>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40" tIns="45720" rIns="91440" bIns="45720" numCol="1" anchor="t" anchorCtr="0" compatLnSpc="1"/>
          <a:lstStyle/>
          <a:p>
            <a:pPr marL="0" marR="0" lvl="0" indent="0" algn="r" defTabSz="914400" rtl="0" eaLnBrk="1" fontAlgn="base" latinLnBrk="1" hangingPunct="1">
              <a:lnSpc>
                <a:spcPct val="100000"/>
              </a:lnSpc>
              <a:spcBef>
                <a:spcPct val="0"/>
              </a:spcBef>
              <a:spcAft>
                <a:spcPct val="0"/>
              </a:spcAft>
              <a:buClrTx/>
              <a:buSzTx/>
              <a:buFontTx/>
              <a:buNone/>
              <a:defRPr/>
            </a:pPr>
            <a:fld id="{D48CD87B-5E98-4011-8809-E39477346714}"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t>45</a:t>
            </a:fld>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231426" name="Rectangle 2"/>
          <p:cNvSpPr>
            <a:spLocks noGrp="1" noChangeArrowheads="1"/>
          </p:cNvSpPr>
          <p:nvPr>
            <p:ph type="title"/>
          </p:nvPr>
        </p:nvSpPr>
        <p:spPr>
          <a:xfrm>
            <a:off x="684213" y="476250"/>
            <a:ext cx="7772400" cy="731838"/>
          </a:xfrm>
        </p:spPr>
        <p:txBody>
          <a:bodyPr vert="horz" wrap="square" lIns="91440" tIns="45720" rIns="91440" bIns="45720" numCol="1" anchor="ctr" anchorCtr="0" compatLnSpc="1"/>
          <a:lstStyle/>
          <a:p>
            <a:pPr marL="0" marR="0" lvl="0" indent="0" algn="ctr" defTabSz="914400" rtl="0" eaLnBrk="1" fontAlgn="base" latinLnBrk="1" hangingPunct="1">
              <a:lnSpc>
                <a:spcPct val="100000"/>
              </a:lnSpc>
              <a:spcBef>
                <a:spcPct val="0"/>
              </a:spcBef>
              <a:spcAft>
                <a:spcPct val="0"/>
              </a:spcAft>
              <a:buClrTx/>
              <a:buSzTx/>
              <a:buFontTx/>
              <a:buNone/>
              <a:defRPr/>
            </a:pPr>
            <a:r>
              <a:rPr kumimoji="1" lang="zh-CN" altLang="en-US" sz="36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j-cs"/>
              </a:rPr>
              <a:t>推理策略二：反向链接算法</a:t>
            </a:r>
            <a:endParaRPr kumimoji="1" lang="en-US" altLang="zh-CN" sz="36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j-cs"/>
            </a:endParaRPr>
          </a:p>
        </p:txBody>
      </p:sp>
      <p:sp>
        <p:nvSpPr>
          <p:cNvPr id="119812" name="Rectangle 3"/>
          <p:cNvSpPr>
            <a:spLocks noGrp="1"/>
          </p:cNvSpPr>
          <p:nvPr>
            <p:ph idx="1"/>
          </p:nvPr>
        </p:nvSpPr>
        <p:spPr>
          <a:xfrm>
            <a:off x="5364163" y="1341438"/>
            <a:ext cx="3671887" cy="1655762"/>
          </a:xfrm>
        </p:spPr>
        <p:txBody>
          <a:bodyPr vert="horz" wrap="square" lIns="91440" tIns="45720" rIns="91440" bIns="45720" anchor="t" anchorCtr="0"/>
          <a:lstStyle/>
          <a:p>
            <a:pPr marL="457200" lvl="1" indent="0" eaLnBrk="1" latinLnBrk="0" hangingPunct="1">
              <a:lnSpc>
                <a:spcPct val="120000"/>
              </a:lnSpc>
              <a:buNone/>
            </a:pPr>
            <a:r>
              <a:rPr lang="zh-CN" altLang="en-US" dirty="0">
                <a:latin typeface="微软雅黑" panose="020B0503020204020204" pitchFamily="34" charset="-122"/>
                <a:ea typeface="微软雅黑" panose="020B0503020204020204" pitchFamily="34" charset="-122"/>
                <a:sym typeface="Symbol" panose="05050102010706020507" pitchFamily="18" charset="2"/>
              </a:rPr>
              <a:t>从结论开始，在知识库中寻找子句的头</a:t>
            </a:r>
            <a:r>
              <a:rPr lang="en-US" altLang="zh-CN" dirty="0">
                <a:latin typeface="微软雅黑" panose="020B0503020204020204" pitchFamily="34" charset="-122"/>
                <a:ea typeface="微软雅黑" panose="020B0503020204020204" pitchFamily="34" charset="-122"/>
                <a:sym typeface="Symbol" panose="05050102010706020507" pitchFamily="18" charset="2"/>
              </a:rPr>
              <a:t>(</a:t>
            </a:r>
            <a:r>
              <a:rPr lang="zh-CN" altLang="en-US" dirty="0">
                <a:latin typeface="微软雅黑" panose="020B0503020204020204" pitchFamily="34" charset="-122"/>
                <a:ea typeface="微软雅黑" panose="020B0503020204020204" pitchFamily="34" charset="-122"/>
                <a:sym typeface="Symbol" panose="05050102010706020507" pitchFamily="18" charset="2"/>
              </a:rPr>
              <a:t>即结论部分</a:t>
            </a:r>
            <a:r>
              <a:rPr lang="en-US" altLang="zh-CN" dirty="0">
                <a:latin typeface="微软雅黑" panose="020B0503020204020204" pitchFamily="34" charset="-122"/>
                <a:ea typeface="微软雅黑" panose="020B0503020204020204" pitchFamily="34" charset="-122"/>
                <a:sym typeface="Symbol" panose="05050102010706020507" pitchFamily="18" charset="2"/>
              </a:rPr>
              <a:t>)</a:t>
            </a:r>
            <a:r>
              <a:rPr lang="zh-CN" altLang="en-US" dirty="0">
                <a:latin typeface="微软雅黑" panose="020B0503020204020204" pitchFamily="34" charset="-122"/>
                <a:ea typeface="微软雅黑" panose="020B0503020204020204" pitchFamily="34" charset="-122"/>
                <a:sym typeface="Symbol" panose="05050102010706020507" pitchFamily="18" charset="2"/>
              </a:rPr>
              <a:t>，找到匹配的头就扩展这个头所在的规则体；</a:t>
            </a:r>
          </a:p>
        </p:txBody>
      </p:sp>
      <p:sp>
        <p:nvSpPr>
          <p:cNvPr id="119813" name="Text Box 4"/>
          <p:cNvSpPr txBox="1"/>
          <p:nvPr/>
        </p:nvSpPr>
        <p:spPr>
          <a:xfrm>
            <a:off x="0" y="188913"/>
            <a:ext cx="2339975" cy="457200"/>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0" lvl="0" indent="0" eaLnBrk="1" hangingPunct="1">
              <a:spcBef>
                <a:spcPct val="50000"/>
              </a:spcBef>
              <a:buNone/>
            </a:pPr>
            <a:r>
              <a:rPr lang="zh-CN" altLang="en-US" sz="2400" dirty="0">
                <a:latin typeface="华文行楷" panose="02010800040101010101" pitchFamily="2" charset="-122"/>
                <a:ea typeface="华文行楷" panose="02010800040101010101" pitchFamily="2" charset="-122"/>
              </a:rPr>
              <a:t>第</a:t>
            </a:r>
            <a:r>
              <a:rPr lang="en-US" altLang="zh-CN" sz="2400" dirty="0">
                <a:latin typeface="华文行楷" panose="02010800040101010101" pitchFamily="2" charset="-122"/>
                <a:ea typeface="华文行楷" panose="02010800040101010101" pitchFamily="2" charset="-122"/>
              </a:rPr>
              <a:t>3</a:t>
            </a:r>
            <a:r>
              <a:rPr lang="zh-CN" altLang="en-US" sz="2400" dirty="0">
                <a:latin typeface="华文行楷" panose="02010800040101010101" pitchFamily="2" charset="-122"/>
                <a:ea typeface="华文行楷" panose="02010800040101010101" pitchFamily="2" charset="-122"/>
              </a:rPr>
              <a:t>章 逻辑系统</a:t>
            </a:r>
          </a:p>
        </p:txBody>
      </p:sp>
      <p:sp>
        <p:nvSpPr>
          <p:cNvPr id="3" name="矩形 2"/>
          <p:cNvSpPr/>
          <p:nvPr/>
        </p:nvSpPr>
        <p:spPr>
          <a:xfrm>
            <a:off x="684213" y="5942013"/>
            <a:ext cx="7272337" cy="495300"/>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457200" lvl="1" indent="0" eaLnBrk="1" latinLnBrk="0" hangingPunct="1">
              <a:lnSpc>
                <a:spcPct val="120000"/>
              </a:lnSpc>
              <a:spcBef>
                <a:spcPct val="0"/>
              </a:spcBef>
              <a:buNone/>
            </a:pPr>
            <a:r>
              <a:rPr lang="zh-CN" altLang="en-US" sz="2400" dirty="0">
                <a:solidFill>
                  <a:srgbClr val="FF0000"/>
                </a:solidFill>
                <a:latin typeface="微软雅黑" panose="020B0503020204020204" pitchFamily="34" charset="-122"/>
                <a:ea typeface="微软雅黑" panose="020B0503020204020204" pitchFamily="34" charset="-122"/>
                <a:sym typeface="Symbol" panose="05050102010706020507" pitchFamily="18" charset="2"/>
              </a:rPr>
              <a:t>比较：前向：事实结论 </a:t>
            </a:r>
            <a:r>
              <a:rPr lang="en-US" altLang="zh-CN" sz="2400" dirty="0">
                <a:solidFill>
                  <a:srgbClr val="FF0000"/>
                </a:solidFill>
                <a:latin typeface="微软雅黑" panose="020B0503020204020204" pitchFamily="34" charset="-122"/>
                <a:ea typeface="微软雅黑" panose="020B0503020204020204" pitchFamily="34" charset="-122"/>
                <a:sym typeface="Symbol" panose="05050102010706020507" pitchFamily="18" charset="2"/>
              </a:rPr>
              <a:t>/ </a:t>
            </a:r>
            <a:r>
              <a:rPr lang="zh-CN" altLang="en-US" sz="2400" dirty="0">
                <a:solidFill>
                  <a:srgbClr val="FF0000"/>
                </a:solidFill>
                <a:latin typeface="微软雅黑" panose="020B0503020204020204" pitchFamily="34" charset="-122"/>
                <a:ea typeface="微软雅黑" panose="020B0503020204020204" pitchFamily="34" charset="-122"/>
                <a:sym typeface="Symbol" panose="05050102010706020507" pitchFamily="18" charset="2"/>
              </a:rPr>
              <a:t>反向：结论事实</a:t>
            </a:r>
          </a:p>
        </p:txBody>
      </p:sp>
      <p:sp>
        <p:nvSpPr>
          <p:cNvPr id="119815" name="矩形 3"/>
          <p:cNvSpPr/>
          <p:nvPr/>
        </p:nvSpPr>
        <p:spPr>
          <a:xfrm>
            <a:off x="5418138" y="5253038"/>
            <a:ext cx="4175125" cy="430212"/>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457200" lvl="1" indent="0" eaLnBrk="1" latinLnBrk="0" hangingPunct="1">
              <a:lnSpc>
                <a:spcPct val="120000"/>
              </a:lnSpc>
              <a:spcBef>
                <a:spcPct val="0"/>
              </a:spcBef>
              <a:buNone/>
            </a:pPr>
            <a:r>
              <a:rPr lang="zh-CN" altLang="en-US" dirty="0">
                <a:latin typeface="微软雅黑" panose="020B0503020204020204" pitchFamily="34" charset="-122"/>
                <a:ea typeface="微软雅黑" panose="020B0503020204020204" pitchFamily="34" charset="-122"/>
                <a:sym typeface="Symbol" panose="05050102010706020507" pitchFamily="18" charset="2"/>
              </a:rPr>
              <a:t>递归调用过程</a:t>
            </a:r>
          </a:p>
        </p:txBody>
      </p:sp>
      <p:sp>
        <p:nvSpPr>
          <p:cNvPr id="119816" name="矩形 5"/>
          <p:cNvSpPr/>
          <p:nvPr/>
        </p:nvSpPr>
        <p:spPr>
          <a:xfrm>
            <a:off x="5364163" y="3055938"/>
            <a:ext cx="3454400" cy="1938337"/>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457200" lvl="1" indent="0" eaLnBrk="1" latinLnBrk="0" hangingPunct="1">
              <a:lnSpc>
                <a:spcPct val="120000"/>
              </a:lnSpc>
              <a:spcBef>
                <a:spcPct val="0"/>
              </a:spcBef>
              <a:buNone/>
            </a:pPr>
            <a:r>
              <a:rPr lang="zh-CN" altLang="en-US" dirty="0">
                <a:latin typeface="微软雅黑" panose="020B0503020204020204" pitchFamily="34" charset="-122"/>
                <a:ea typeface="微软雅黑" panose="020B0503020204020204" pitchFamily="34" charset="-122"/>
                <a:sym typeface="Symbol" panose="05050102010706020507" pitchFamily="18" charset="2"/>
              </a:rPr>
              <a:t>扩展部分又作为头继续扩展，直到全部原子均与事实相匹配。当栈中所有目标都得到匹配，则当前的证明分支是成功的</a:t>
            </a:r>
          </a:p>
        </p:txBody>
      </p:sp>
      <p:sp>
        <p:nvSpPr>
          <p:cNvPr id="12" name="矩形 11"/>
          <p:cNvSpPr/>
          <p:nvPr/>
        </p:nvSpPr>
        <p:spPr bwMode="auto">
          <a:xfrm>
            <a:off x="423863" y="1495425"/>
            <a:ext cx="4032250" cy="1573213"/>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a:lstStyle/>
          <a:p>
            <a:pPr marL="0" marR="0" lvl="0" indent="0" algn="l" defTabSz="914400" rtl="0" eaLnBrk="1" fontAlgn="base" latinLnBrk="1"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P(x)</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∧Q(y) →R(x)      ……</a:t>
            </a:r>
          </a:p>
          <a:p>
            <a:pPr marL="0" marR="0" lvl="0" indent="0" algn="l" defTabSz="914400" rtl="0" eaLnBrk="1" fontAlgn="base" latinLnBrk="1"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T(x)</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a:t>
            </a:r>
            <a:r>
              <a:rPr kumimoji="1" lang="en-US" altLang="zh-CN" sz="2400" b="0" i="0" u="none" strike="noStrike" kern="120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Q(x)</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a:t>
            </a:r>
          </a:p>
          <a:p>
            <a:pPr marL="0" marR="0" lvl="0" indent="0" algn="l" defTabSz="914400" rtl="0" eaLnBrk="1" fontAlgn="base" latinLnBrk="1"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P(a)</a:t>
            </a:r>
          </a:p>
          <a:p>
            <a:pPr marL="0" marR="0" lvl="0" indent="0" algn="l" defTabSz="914400" rtl="0" eaLnBrk="1" fontAlgn="base" latinLnBrk="1"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T(b)</a:t>
            </a:r>
            <a:endParaRPr kumimoji="1" lang="zh-CN" altLang="en-US" sz="24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p:txBody>
      </p:sp>
      <p:sp>
        <p:nvSpPr>
          <p:cNvPr id="13" name="矩形 12"/>
          <p:cNvSpPr/>
          <p:nvPr/>
        </p:nvSpPr>
        <p:spPr bwMode="auto">
          <a:xfrm>
            <a:off x="4598988" y="1495425"/>
            <a:ext cx="793750" cy="1573213"/>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a:lstStyle/>
          <a:p>
            <a:pPr marL="0" marR="0" lvl="0" indent="0" algn="l" defTabSz="914400" rtl="0" eaLnBrk="1" fontAlgn="base" latinLnBrk="1"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Q(y)</a:t>
            </a:r>
            <a:endParaRPr kumimoji="1" lang="zh-CN" altLang="en-US" sz="2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p:txBody>
      </p:sp>
      <p:sp>
        <p:nvSpPr>
          <p:cNvPr id="14" name="矩形 13"/>
          <p:cNvSpPr/>
          <p:nvPr/>
        </p:nvSpPr>
        <p:spPr bwMode="auto">
          <a:xfrm>
            <a:off x="423863" y="3454400"/>
            <a:ext cx="4032250" cy="1573213"/>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a:lstStyle/>
          <a:p>
            <a:pPr marL="0" marR="0" lvl="0" indent="0" algn="l" defTabSz="914400" rtl="0" eaLnBrk="1" fontAlgn="base" latinLnBrk="1"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P(x)</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∧Q(y) →R(x)      ……</a:t>
            </a:r>
          </a:p>
          <a:p>
            <a:pPr marL="0" marR="0" lvl="0" indent="0" algn="l" defTabSz="914400" rtl="0" eaLnBrk="1" fontAlgn="base" latinLnBrk="1"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T(x)</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→Q(x) </a:t>
            </a:r>
          </a:p>
          <a:p>
            <a:pPr marL="0" marR="0" lvl="0" indent="0" algn="l" defTabSz="914400" rtl="0" eaLnBrk="1" fontAlgn="base" latinLnBrk="1"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P(a)</a:t>
            </a:r>
          </a:p>
          <a:p>
            <a:pPr marL="0" marR="0" lvl="0" indent="0" algn="l" defTabSz="914400" rtl="0" eaLnBrk="1" fontAlgn="base" latinLnBrk="1"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a:t>
            </a:r>
            <a:r>
              <a:rPr kumimoji="1" lang="en-US" altLang="zh-CN" sz="2400" b="0" i="0" u="none" strike="noStrike" kern="120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T(b)</a:t>
            </a:r>
            <a:endParaRPr kumimoji="1" lang="zh-CN" altLang="en-US" sz="2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p:txBody>
      </p:sp>
      <p:sp>
        <p:nvSpPr>
          <p:cNvPr id="15" name="矩形 14"/>
          <p:cNvSpPr/>
          <p:nvPr/>
        </p:nvSpPr>
        <p:spPr bwMode="auto">
          <a:xfrm>
            <a:off x="4598988" y="3454400"/>
            <a:ext cx="793750" cy="1573213"/>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a:lstStyle/>
          <a:p>
            <a:pPr marL="0" marR="0" lvl="0" indent="0" algn="l" defTabSz="914400" rtl="0" eaLnBrk="1" fontAlgn="base" latinLnBrk="1"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T(x)</a:t>
            </a:r>
            <a:endParaRPr kumimoji="1" lang="zh-CN" altLang="en-US" sz="2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2" grpId="0" animBg="1"/>
      <p:bldP spid="13" grpId="0" animBg="1"/>
      <p:bldP spid="14" grpId="0" animBg="1"/>
      <p:bldP spid="15"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txBox="1">
            <a:spLocks noGrp="1"/>
          </p:cNvSpPr>
          <p:nvPr>
            <p:ph type="sldNum" sz="quarter" idx="4"/>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40" tIns="45720" rIns="91440" bIns="45720" numCol="1" anchor="t" anchorCtr="0" compatLnSpc="1"/>
          <a:lstStyle/>
          <a:p>
            <a:pPr marL="0" marR="0" lvl="0" indent="0" algn="r" defTabSz="914400" rtl="0" eaLnBrk="1" fontAlgn="base" latinLnBrk="1" hangingPunct="1">
              <a:lnSpc>
                <a:spcPct val="100000"/>
              </a:lnSpc>
              <a:spcBef>
                <a:spcPct val="0"/>
              </a:spcBef>
              <a:spcAft>
                <a:spcPct val="0"/>
              </a:spcAft>
              <a:buClrTx/>
              <a:buSzTx/>
              <a:buFontTx/>
              <a:buNone/>
              <a:defRPr/>
            </a:pPr>
            <a:fld id="{28DD6B83-3494-4137-A095-2F58AAEC0ACF}"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t>46</a:t>
            </a:fld>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181250" name="Rectangle 2"/>
          <p:cNvSpPr>
            <a:spLocks noGrp="1" noChangeArrowheads="1"/>
          </p:cNvSpPr>
          <p:nvPr>
            <p:ph type="title"/>
          </p:nvPr>
        </p:nvSpPr>
        <p:spPr>
          <a:xfrm>
            <a:off x="1290638" y="320675"/>
            <a:ext cx="7772400" cy="731838"/>
          </a:xfrm>
        </p:spPr>
        <p:txBody>
          <a:bodyPr vert="horz" wrap="square" lIns="91440" tIns="45720" rIns="91440" bIns="45720" numCol="1" anchor="ctr" anchorCtr="0" compatLnSpc="1"/>
          <a:lstStyle/>
          <a:p>
            <a:pPr marL="0" marR="0" lvl="0" indent="0" algn="ctr" defTabSz="914400" rtl="0" eaLnBrk="1" fontAlgn="base" latinLnBrk="1" hangingPunct="1">
              <a:lnSpc>
                <a:spcPct val="100000"/>
              </a:lnSpc>
              <a:spcBef>
                <a:spcPct val="0"/>
              </a:spcBef>
              <a:spcAft>
                <a:spcPct val="0"/>
              </a:spcAft>
              <a:buClrTx/>
              <a:buSzTx/>
              <a:buFontTx/>
              <a:buNone/>
              <a:defRPr/>
            </a:pPr>
            <a:r>
              <a:rPr lang="zh-CN" altLang="en-US" sz="3200" b="1" dirty="0">
                <a:solidFill>
                  <a:schemeClr val="tx1"/>
                </a:solidFill>
                <a:effectLst>
                  <a:outerShdw blurRad="38100" dist="38100" dir="2700000" algn="tl">
                    <a:srgbClr val="C0C0C0"/>
                  </a:outerShdw>
                </a:effectLst>
                <a:latin typeface="宋体" panose="02010600030101010101" pitchFamily="2" charset="-122"/>
                <a:ea typeface="宋体" panose="02010600030101010101" pitchFamily="2" charset="-122"/>
              </a:rPr>
              <a:t>反</a:t>
            </a:r>
            <a:r>
              <a:rPr kumimoji="1" lang="zh-CN" altLang="en-US" sz="32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j-cs"/>
              </a:rPr>
              <a:t>向链接算法例子</a:t>
            </a:r>
            <a:endParaRPr kumimoji="1" lang="en-US" altLang="zh-CN" sz="32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j-cs"/>
            </a:endParaRPr>
          </a:p>
        </p:txBody>
      </p:sp>
      <p:sp>
        <p:nvSpPr>
          <p:cNvPr id="111620" name="Text Box 4"/>
          <p:cNvSpPr txBox="1"/>
          <p:nvPr/>
        </p:nvSpPr>
        <p:spPr>
          <a:xfrm>
            <a:off x="0" y="188913"/>
            <a:ext cx="2339975" cy="457200"/>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0" lvl="0" indent="0" eaLnBrk="1" hangingPunct="1">
              <a:spcBef>
                <a:spcPct val="50000"/>
              </a:spcBef>
              <a:buNone/>
            </a:pPr>
            <a:r>
              <a:rPr lang="zh-CN" altLang="en-US" sz="2400" dirty="0">
                <a:latin typeface="华文行楷" panose="02010800040101010101" pitchFamily="2" charset="-122"/>
                <a:ea typeface="华文行楷" panose="02010800040101010101" pitchFamily="2" charset="-122"/>
              </a:rPr>
              <a:t>第</a:t>
            </a:r>
            <a:r>
              <a:rPr lang="en-US" altLang="zh-CN" sz="2400" dirty="0">
                <a:latin typeface="华文行楷" panose="02010800040101010101" pitchFamily="2" charset="-122"/>
                <a:ea typeface="华文行楷" panose="02010800040101010101" pitchFamily="2" charset="-122"/>
              </a:rPr>
              <a:t>3</a:t>
            </a:r>
            <a:r>
              <a:rPr lang="zh-CN" altLang="en-US" sz="2400" dirty="0">
                <a:latin typeface="华文行楷" panose="02010800040101010101" pitchFamily="2" charset="-122"/>
                <a:ea typeface="华文行楷" panose="02010800040101010101" pitchFamily="2" charset="-122"/>
              </a:rPr>
              <a:t>章 逻辑系统</a:t>
            </a:r>
          </a:p>
        </p:txBody>
      </p:sp>
      <p:sp>
        <p:nvSpPr>
          <p:cNvPr id="181254" name="Rectangle 6"/>
          <p:cNvSpPr/>
          <p:nvPr/>
        </p:nvSpPr>
        <p:spPr>
          <a:xfrm>
            <a:off x="107504" y="1817529"/>
            <a:ext cx="5328592" cy="1323439"/>
          </a:xfrm>
          <a:prstGeom prst="rect">
            <a:avLst/>
          </a:prstGeom>
          <a:solidFill>
            <a:schemeClr val="bg1"/>
          </a:solidFill>
          <a:ln w="9525" cap="flat" cmpd="sng">
            <a:solidFill>
              <a:schemeClr val="tx1"/>
            </a:solidFill>
            <a:prstDash val="solid"/>
            <a:miter/>
            <a:headEnd type="none" w="med" len="med"/>
            <a:tailEnd type="none" w="med" len="med"/>
          </a:ln>
        </p:spPr>
        <p:txBody>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0" lvl="0" indent="0" eaLnBrk="1" hangingPunct="1">
              <a:buNone/>
            </a:pPr>
            <a:r>
              <a:rPr lang="en-US" altLang="zh-CN" sz="2000" b="1" dirty="0">
                <a:latin typeface="Times New Roman" panose="02020603050405020304" pitchFamily="18" charset="0"/>
                <a:ea typeface="黑体" panose="02010609060101010101" pitchFamily="49" charset="-122"/>
                <a:sym typeface="Symbol" panose="05050102010706020507" pitchFamily="18" charset="2"/>
              </a:rPr>
              <a:t>A (x) ∧ W (y) ∧ S (x,y,z) ∧ H (z) →  C (x) [1]</a:t>
            </a:r>
          </a:p>
          <a:p>
            <a:pPr marL="0" lvl="0" indent="0" eaLnBrk="1" hangingPunct="1">
              <a:buNone/>
            </a:pPr>
            <a:r>
              <a:rPr lang="en-US" altLang="zh-CN" sz="2000" b="1" dirty="0">
                <a:latin typeface="Times New Roman" panose="02020603050405020304" pitchFamily="18" charset="0"/>
                <a:ea typeface="黑体" panose="02010609060101010101" pitchFamily="49" charset="-122"/>
                <a:sym typeface="Symbol" panose="05050102010706020507" pitchFamily="18" charset="2"/>
              </a:rPr>
              <a:t>M (y) ∧ O (Nono, y)→S (West, y, Nono)      [2]</a:t>
            </a:r>
          </a:p>
          <a:p>
            <a:pPr marL="0" lvl="0" indent="0" eaLnBrk="1" hangingPunct="1">
              <a:buNone/>
            </a:pPr>
            <a:r>
              <a:rPr lang="en-US" altLang="zh-CN" sz="2000" b="1" dirty="0">
                <a:latin typeface="Times New Roman" panose="02020603050405020304" pitchFamily="18" charset="0"/>
                <a:ea typeface="黑体" panose="02010609060101010101" pitchFamily="49" charset="-122"/>
                <a:sym typeface="Symbol" panose="05050102010706020507" pitchFamily="18" charset="2"/>
              </a:rPr>
              <a:t>M (y) → W (y)	 [3</a:t>
            </a:r>
            <a:r>
              <a:rPr lang="en-US" altLang="zh-CN" sz="2000" b="1" dirty="0" smtClean="0">
                <a:latin typeface="Times New Roman" panose="02020603050405020304" pitchFamily="18" charset="0"/>
                <a:ea typeface="黑体" panose="02010609060101010101" pitchFamily="49" charset="-122"/>
                <a:sym typeface="Symbol" panose="05050102010706020507" pitchFamily="18" charset="2"/>
              </a:rPr>
              <a:t>]</a:t>
            </a:r>
            <a:endParaRPr lang="en-US" altLang="zh-CN" sz="2000" b="1" dirty="0">
              <a:latin typeface="Times New Roman" panose="02020603050405020304" pitchFamily="18" charset="0"/>
              <a:ea typeface="黑体" panose="02010609060101010101" pitchFamily="49" charset="-122"/>
              <a:sym typeface="Symbol" panose="05050102010706020507" pitchFamily="18" charset="2"/>
            </a:endParaRPr>
          </a:p>
        </p:txBody>
      </p:sp>
      <p:sp>
        <p:nvSpPr>
          <p:cNvPr id="2" name="矩形 1"/>
          <p:cNvSpPr/>
          <p:nvPr/>
        </p:nvSpPr>
        <p:spPr>
          <a:xfrm>
            <a:off x="5868838" y="1817529"/>
            <a:ext cx="2663602" cy="1323439"/>
          </a:xfrm>
          <a:prstGeom prst="rect">
            <a:avLst/>
          </a:prstGeom>
          <a:ln>
            <a:solidFill>
              <a:schemeClr val="accent1"/>
            </a:solidFill>
          </a:ln>
        </p:spPr>
        <p:txBody>
          <a:bodyPr wrap="square">
            <a:spAutoFit/>
          </a:bodyPr>
          <a:lstStyle/>
          <a:p>
            <a:pPr marL="342900" lvl="0" indent="-342900" eaLnBrk="1" hangingPunct="1"/>
            <a:r>
              <a:rPr lang="en-US" altLang="zh-CN" sz="2000" b="1" dirty="0">
                <a:latin typeface="Times New Roman" panose="02020603050405020304" pitchFamily="18" charset="0"/>
                <a:ea typeface="黑体" panose="02010609060101010101" pitchFamily="49" charset="-122"/>
                <a:sym typeface="Symbol" panose="05050102010706020507" pitchFamily="18" charset="2"/>
              </a:rPr>
              <a:t>O (</a:t>
            </a:r>
            <a:r>
              <a:rPr lang="en-US" altLang="zh-CN" sz="2000" b="1" dirty="0" err="1">
                <a:latin typeface="Times New Roman" panose="02020603050405020304" pitchFamily="18" charset="0"/>
                <a:ea typeface="黑体" panose="02010609060101010101" pitchFamily="49" charset="-122"/>
                <a:sym typeface="Symbol" panose="05050102010706020507" pitchFamily="18" charset="2"/>
              </a:rPr>
              <a:t>Nono</a:t>
            </a:r>
            <a:r>
              <a:rPr lang="en-US" altLang="zh-CN" sz="2000" b="1" dirty="0">
                <a:latin typeface="Times New Roman" panose="02020603050405020304" pitchFamily="18" charset="0"/>
                <a:ea typeface="黑体" panose="02010609060101010101" pitchFamily="49" charset="-122"/>
                <a:sym typeface="Symbol" panose="05050102010706020507" pitchFamily="18" charset="2"/>
              </a:rPr>
              <a:t>, </a:t>
            </a:r>
            <a:r>
              <a:rPr lang="en-US" altLang="zh-CN" sz="2000" b="1" dirty="0" err="1">
                <a:latin typeface="Times New Roman" panose="02020603050405020304" pitchFamily="18" charset="0"/>
                <a:ea typeface="黑体" panose="02010609060101010101" pitchFamily="49" charset="-122"/>
                <a:sym typeface="Symbol" panose="05050102010706020507" pitchFamily="18" charset="2"/>
              </a:rPr>
              <a:t>M1</a:t>
            </a:r>
            <a:r>
              <a:rPr lang="en-US" altLang="zh-CN" sz="2000" b="1" dirty="0">
                <a:latin typeface="Times New Roman" panose="02020603050405020304" pitchFamily="18" charset="0"/>
                <a:ea typeface="黑体" panose="02010609060101010101" pitchFamily="49" charset="-122"/>
                <a:sym typeface="Symbol" panose="05050102010706020507" pitchFamily="18" charset="2"/>
              </a:rPr>
              <a:t>) 	 [4]</a:t>
            </a:r>
          </a:p>
          <a:p>
            <a:pPr marL="342900" lvl="0" indent="-342900" eaLnBrk="1" hangingPunct="1"/>
            <a:r>
              <a:rPr lang="en-US" altLang="zh-CN" sz="2000" b="1" dirty="0">
                <a:latin typeface="Times New Roman" panose="02020603050405020304" pitchFamily="18" charset="0"/>
                <a:ea typeface="黑体" panose="02010609060101010101" pitchFamily="49" charset="-122"/>
                <a:sym typeface="Symbol" panose="05050102010706020507" pitchFamily="18" charset="2"/>
              </a:rPr>
              <a:t>M (</a:t>
            </a:r>
            <a:r>
              <a:rPr lang="en-US" altLang="zh-CN" sz="2000" b="1" dirty="0" err="1">
                <a:latin typeface="Times New Roman" panose="02020603050405020304" pitchFamily="18" charset="0"/>
                <a:ea typeface="黑体" panose="02010609060101010101" pitchFamily="49" charset="-122"/>
                <a:sym typeface="Symbol" panose="05050102010706020507" pitchFamily="18" charset="2"/>
              </a:rPr>
              <a:t>M1</a:t>
            </a:r>
            <a:r>
              <a:rPr lang="en-US" altLang="zh-CN" sz="2000" b="1" dirty="0">
                <a:latin typeface="Times New Roman" panose="02020603050405020304" pitchFamily="18" charset="0"/>
                <a:ea typeface="黑体" panose="02010609060101010101" pitchFamily="49" charset="-122"/>
                <a:sym typeface="Symbol" panose="05050102010706020507" pitchFamily="18" charset="2"/>
              </a:rPr>
              <a:t>)                 [5]</a:t>
            </a:r>
          </a:p>
          <a:p>
            <a:pPr marL="342900" lvl="0" indent="-342900" eaLnBrk="1" hangingPunct="1"/>
            <a:r>
              <a:rPr lang="en-US" altLang="zh-CN" sz="2000" b="1" dirty="0">
                <a:latin typeface="Times New Roman" panose="02020603050405020304" pitchFamily="18" charset="0"/>
                <a:ea typeface="黑体" panose="02010609060101010101" pitchFamily="49" charset="-122"/>
                <a:sym typeface="Symbol" panose="05050102010706020507" pitchFamily="18" charset="2"/>
              </a:rPr>
              <a:t>A (West)	 [6]</a:t>
            </a:r>
          </a:p>
          <a:p>
            <a:pPr marL="342900" lvl="0" indent="-342900" eaLnBrk="1" hangingPunct="1"/>
            <a:r>
              <a:rPr lang="en-US" altLang="zh-CN" sz="2000" b="1" dirty="0">
                <a:latin typeface="Times New Roman" panose="02020603050405020304" pitchFamily="18" charset="0"/>
                <a:ea typeface="黑体" panose="02010609060101010101" pitchFamily="49" charset="-122"/>
                <a:sym typeface="Symbol" panose="05050102010706020507" pitchFamily="18" charset="2"/>
              </a:rPr>
              <a:t>H (</a:t>
            </a:r>
            <a:r>
              <a:rPr lang="en-US" altLang="zh-CN" sz="2000" b="1" dirty="0" err="1">
                <a:latin typeface="Times New Roman" panose="02020603050405020304" pitchFamily="18" charset="0"/>
                <a:ea typeface="黑体" panose="02010609060101010101" pitchFamily="49" charset="-122"/>
                <a:sym typeface="Symbol" panose="05050102010706020507" pitchFamily="18" charset="2"/>
              </a:rPr>
              <a:t>Nono</a:t>
            </a:r>
            <a:r>
              <a:rPr lang="en-US" altLang="zh-CN" sz="2000" b="1" dirty="0">
                <a:latin typeface="Times New Roman" panose="02020603050405020304" pitchFamily="18" charset="0"/>
                <a:ea typeface="黑体" panose="02010609060101010101" pitchFamily="49" charset="-122"/>
                <a:sym typeface="Symbol" panose="05050102010706020507" pitchFamily="18" charset="2"/>
              </a:rPr>
              <a:t>) 	 [7]</a:t>
            </a:r>
            <a:endParaRPr lang="zh-CN" altLang="en-US" sz="2000" b="1" dirty="0">
              <a:latin typeface="Times New Roman" panose="02020603050405020304" pitchFamily="18" charset="0"/>
              <a:ea typeface="黑体" panose="02010609060101010101" pitchFamily="49" charset="-122"/>
              <a:sym typeface="Symbol" panose="05050102010706020507" pitchFamily="18" charset="2"/>
            </a:endParaRPr>
          </a:p>
        </p:txBody>
      </p:sp>
      <p:sp>
        <p:nvSpPr>
          <p:cNvPr id="3" name="文本框 2"/>
          <p:cNvSpPr txBox="1"/>
          <p:nvPr/>
        </p:nvSpPr>
        <p:spPr>
          <a:xfrm>
            <a:off x="1835696" y="1269530"/>
            <a:ext cx="1152128" cy="461665"/>
          </a:xfrm>
          <a:prstGeom prst="rect">
            <a:avLst/>
          </a:prstGeom>
          <a:noFill/>
        </p:spPr>
        <p:txBody>
          <a:bodyPr wrap="square" rtlCol="0">
            <a:spAutoFit/>
          </a:bodyPr>
          <a:lstStyle/>
          <a:p>
            <a:r>
              <a:rPr lang="zh-CN" altLang="en-US" b="1" dirty="0">
                <a:solidFill>
                  <a:srgbClr val="C00000"/>
                </a:solidFill>
                <a:latin typeface="微软雅黑" panose="020B0503020204020204" pitchFamily="34" charset="-122"/>
                <a:ea typeface="微软雅黑" panose="020B0503020204020204" pitchFamily="34" charset="-122"/>
              </a:rPr>
              <a:t>规则</a:t>
            </a:r>
          </a:p>
        </p:txBody>
      </p:sp>
      <p:sp>
        <p:nvSpPr>
          <p:cNvPr id="10" name="文本框 9"/>
          <p:cNvSpPr txBox="1"/>
          <p:nvPr/>
        </p:nvSpPr>
        <p:spPr>
          <a:xfrm>
            <a:off x="6553200" y="1269529"/>
            <a:ext cx="1152128" cy="461665"/>
          </a:xfrm>
          <a:prstGeom prst="rect">
            <a:avLst/>
          </a:prstGeom>
          <a:noFill/>
        </p:spPr>
        <p:txBody>
          <a:bodyPr wrap="square" rtlCol="0">
            <a:spAutoFit/>
          </a:bodyPr>
          <a:lstStyle/>
          <a:p>
            <a:r>
              <a:rPr lang="zh-CN" altLang="en-US" b="1" dirty="0" smtClean="0">
                <a:solidFill>
                  <a:srgbClr val="C00000"/>
                </a:solidFill>
                <a:latin typeface="微软雅黑" panose="020B0503020204020204" pitchFamily="34" charset="-122"/>
                <a:ea typeface="微软雅黑" panose="020B0503020204020204" pitchFamily="34" charset="-122"/>
              </a:rPr>
              <a:t>事实</a:t>
            </a:r>
            <a:endParaRPr lang="zh-CN" altLang="en-US" b="1" dirty="0">
              <a:solidFill>
                <a:srgbClr val="C00000"/>
              </a:solidFill>
              <a:latin typeface="微软雅黑" panose="020B0503020204020204" pitchFamily="34" charset="-122"/>
              <a:ea typeface="微软雅黑" panose="020B0503020204020204" pitchFamily="34" charset="-122"/>
            </a:endParaRPr>
          </a:p>
        </p:txBody>
      </p:sp>
      <p:sp>
        <p:nvSpPr>
          <p:cNvPr id="9" name="矩形 8"/>
          <p:cNvSpPr/>
          <p:nvPr/>
        </p:nvSpPr>
        <p:spPr>
          <a:xfrm>
            <a:off x="5799694" y="3904992"/>
            <a:ext cx="2732746" cy="400110"/>
          </a:xfrm>
          <a:prstGeom prst="rect">
            <a:avLst/>
          </a:prstGeom>
          <a:ln>
            <a:solidFill>
              <a:schemeClr val="accent1"/>
            </a:solidFill>
          </a:ln>
        </p:spPr>
        <p:txBody>
          <a:bodyPr wrap="square">
            <a:spAutoFit/>
          </a:bodyPr>
          <a:lstStyle/>
          <a:p>
            <a:pPr marL="342900" lvl="0" indent="-342900" eaLnBrk="1" hangingPunct="1"/>
            <a:r>
              <a:rPr lang="en-US" altLang="zh-CN" sz="2000" b="1" dirty="0" smtClean="0">
                <a:latin typeface="Times New Roman" panose="02020603050405020304" pitchFamily="18" charset="0"/>
                <a:ea typeface="黑体" panose="02010609060101010101" pitchFamily="49" charset="-122"/>
                <a:sym typeface="Symbol" panose="05050102010706020507" pitchFamily="18" charset="2"/>
              </a:rPr>
              <a:t>C (West) </a:t>
            </a:r>
            <a:r>
              <a:rPr lang="zh-CN" altLang="en-US" sz="2000" b="1" dirty="0" smtClean="0">
                <a:solidFill>
                  <a:srgbClr val="0000FF"/>
                </a:solidFill>
                <a:latin typeface="Times New Roman" panose="02020603050405020304" pitchFamily="18" charset="0"/>
                <a:ea typeface="黑体" panose="02010609060101010101" pitchFamily="49" charset="-122"/>
                <a:sym typeface="Symbol" panose="05050102010706020507" pitchFamily="18" charset="2"/>
              </a:rPr>
              <a:t>（查询）</a:t>
            </a:r>
            <a:endParaRPr lang="en-US" altLang="zh-CN" sz="2000" b="1" dirty="0">
              <a:solidFill>
                <a:srgbClr val="0000FF"/>
              </a:solidFill>
              <a:latin typeface="Times New Roman" panose="02020603050405020304" pitchFamily="18" charset="0"/>
              <a:ea typeface="黑体" panose="02010609060101010101" pitchFamily="49" charset="-122"/>
              <a:sym typeface="Symbol" panose="05050102010706020507" pitchFamily="18" charset="2"/>
            </a:endParaRPr>
          </a:p>
        </p:txBody>
      </p:sp>
      <p:sp>
        <p:nvSpPr>
          <p:cNvPr id="11" name="文本框 10"/>
          <p:cNvSpPr txBox="1"/>
          <p:nvPr/>
        </p:nvSpPr>
        <p:spPr>
          <a:xfrm>
            <a:off x="6484056" y="3356992"/>
            <a:ext cx="1152128" cy="461665"/>
          </a:xfrm>
          <a:prstGeom prst="rect">
            <a:avLst/>
          </a:prstGeom>
          <a:noFill/>
        </p:spPr>
        <p:txBody>
          <a:bodyPr wrap="square" rtlCol="0">
            <a:spAutoFit/>
          </a:bodyPr>
          <a:lstStyle/>
          <a:p>
            <a:r>
              <a:rPr lang="zh-CN" altLang="en-US" b="1" dirty="0" smtClean="0">
                <a:solidFill>
                  <a:srgbClr val="C00000"/>
                </a:solidFill>
                <a:latin typeface="微软雅黑" panose="020B0503020204020204" pitchFamily="34" charset="-122"/>
                <a:ea typeface="微软雅黑" panose="020B0503020204020204" pitchFamily="34" charset="-122"/>
              </a:rPr>
              <a:t>栈</a:t>
            </a:r>
            <a:endParaRPr lang="zh-CN" altLang="en-US" b="1" dirty="0">
              <a:solidFill>
                <a:srgbClr val="C00000"/>
              </a:solidFill>
              <a:latin typeface="微软雅黑" panose="020B0503020204020204" pitchFamily="34" charset="-122"/>
              <a:ea typeface="微软雅黑" panose="020B0503020204020204" pitchFamily="34" charset="-122"/>
            </a:endParaRPr>
          </a:p>
        </p:txBody>
      </p:sp>
      <p:sp>
        <p:nvSpPr>
          <p:cNvPr id="4" name="任意多边形 3"/>
          <p:cNvSpPr/>
          <p:nvPr/>
        </p:nvSpPr>
        <p:spPr bwMode="auto">
          <a:xfrm>
            <a:off x="4499992" y="2132856"/>
            <a:ext cx="1602044" cy="1886883"/>
          </a:xfrm>
          <a:custGeom>
            <a:avLst/>
            <a:gdLst>
              <a:gd name="connsiteX0" fmla="*/ 1557196 w 1557196"/>
              <a:gd name="connsiteY0" fmla="*/ 1828800 h 1828800"/>
              <a:gd name="connsiteX1" fmla="*/ 452673 w 1557196"/>
              <a:gd name="connsiteY1" fmla="*/ 1213164 h 1828800"/>
              <a:gd name="connsiteX2" fmla="*/ 0 w 1557196"/>
              <a:gd name="connsiteY2" fmla="*/ 0 h 1828800"/>
            </a:gdLst>
            <a:ahLst/>
            <a:cxnLst>
              <a:cxn ang="0">
                <a:pos x="connsiteX0" y="connsiteY0"/>
              </a:cxn>
              <a:cxn ang="0">
                <a:pos x="connsiteX1" y="connsiteY1"/>
              </a:cxn>
              <a:cxn ang="0">
                <a:pos x="connsiteX2" y="connsiteY2"/>
              </a:cxn>
            </a:cxnLst>
            <a:rect l="l" t="t" r="r" b="b"/>
            <a:pathLst>
              <a:path w="1557196" h="1828800">
                <a:moveTo>
                  <a:pt x="1557196" y="1828800"/>
                </a:moveTo>
                <a:cubicBezTo>
                  <a:pt x="1134701" y="1673382"/>
                  <a:pt x="712206" y="1517964"/>
                  <a:pt x="452673" y="1213164"/>
                </a:cubicBezTo>
                <a:cubicBezTo>
                  <a:pt x="193140" y="908364"/>
                  <a:pt x="42250" y="150891"/>
                  <a:pt x="0" y="0"/>
                </a:cubicBezTo>
              </a:path>
            </a:pathLst>
          </a:custGeom>
          <a:noFill/>
          <a:ln w="28575" cap="flat" cmpd="sng" algn="ctr">
            <a:solidFill>
              <a:schemeClr val="tx1"/>
            </a:solidFill>
            <a:prstDash val="solid"/>
            <a:round/>
            <a:headEnd type="none" w="med" len="med"/>
            <a:tailEnd type="arrow" w="med" len="med"/>
          </a:ln>
        </p:spPr>
        <p:txBody>
          <a:bodyPr vert="horz" wrap="square" lIns="91440" tIns="45720" rIns="91440" bIns="45720" numCol="1" rtlCol="0" anchor="t" anchorCtr="0" compatLnSpc="1"/>
          <a:lstStyle/>
          <a:p>
            <a:pPr eaLnBrk="1" latinLnBrk="1" hangingPunct="1"/>
            <a:endParaRPr kumimoji="1" lang="zh-CN" altLang="en-US"/>
          </a:p>
        </p:txBody>
      </p:sp>
    </p:spTree>
    <p:extLst>
      <p:ext uri="{BB962C8B-B14F-4D97-AF65-F5344CB8AC3E}">
        <p14:creationId xmlns:p14="http://schemas.microsoft.com/office/powerpoint/2010/main" val="3814719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txBox="1">
            <a:spLocks noGrp="1"/>
          </p:cNvSpPr>
          <p:nvPr>
            <p:ph type="sldNum" sz="quarter" idx="4"/>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40" tIns="45720" rIns="91440" bIns="45720" numCol="1" anchor="t" anchorCtr="0" compatLnSpc="1"/>
          <a:lstStyle/>
          <a:p>
            <a:pPr marL="0" marR="0" lvl="0" indent="0" algn="r" defTabSz="914400" rtl="0" eaLnBrk="1" fontAlgn="base" latinLnBrk="1" hangingPunct="1">
              <a:lnSpc>
                <a:spcPct val="100000"/>
              </a:lnSpc>
              <a:spcBef>
                <a:spcPct val="0"/>
              </a:spcBef>
              <a:spcAft>
                <a:spcPct val="0"/>
              </a:spcAft>
              <a:buClrTx/>
              <a:buSzTx/>
              <a:buFontTx/>
              <a:buNone/>
              <a:defRPr/>
            </a:pPr>
            <a:fld id="{28DD6B83-3494-4137-A095-2F58AAEC0ACF}"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t>47</a:t>
            </a:fld>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181250" name="Rectangle 2"/>
          <p:cNvSpPr>
            <a:spLocks noGrp="1" noChangeArrowheads="1"/>
          </p:cNvSpPr>
          <p:nvPr>
            <p:ph type="title"/>
          </p:nvPr>
        </p:nvSpPr>
        <p:spPr>
          <a:xfrm>
            <a:off x="1290638" y="320675"/>
            <a:ext cx="7772400" cy="731838"/>
          </a:xfrm>
        </p:spPr>
        <p:txBody>
          <a:bodyPr vert="horz" wrap="square" lIns="91440" tIns="45720" rIns="91440" bIns="45720" numCol="1" anchor="ctr" anchorCtr="0" compatLnSpc="1"/>
          <a:lstStyle/>
          <a:p>
            <a:pPr marL="0" marR="0" lvl="0" indent="0" algn="ctr" defTabSz="914400" rtl="0" eaLnBrk="1" fontAlgn="base" latinLnBrk="1" hangingPunct="1">
              <a:lnSpc>
                <a:spcPct val="100000"/>
              </a:lnSpc>
              <a:spcBef>
                <a:spcPct val="0"/>
              </a:spcBef>
              <a:spcAft>
                <a:spcPct val="0"/>
              </a:spcAft>
              <a:buClrTx/>
              <a:buSzTx/>
              <a:buFontTx/>
              <a:buNone/>
              <a:defRPr/>
            </a:pPr>
            <a:r>
              <a:rPr lang="zh-CN" altLang="en-US" sz="3200" b="1" dirty="0">
                <a:solidFill>
                  <a:schemeClr val="tx1"/>
                </a:solidFill>
                <a:effectLst>
                  <a:outerShdw blurRad="38100" dist="38100" dir="2700000" algn="tl">
                    <a:srgbClr val="C0C0C0"/>
                  </a:outerShdw>
                </a:effectLst>
                <a:latin typeface="宋体" panose="02010600030101010101" pitchFamily="2" charset="-122"/>
                <a:ea typeface="宋体" panose="02010600030101010101" pitchFamily="2" charset="-122"/>
              </a:rPr>
              <a:t>反</a:t>
            </a:r>
            <a:r>
              <a:rPr kumimoji="1" lang="zh-CN" altLang="en-US" sz="32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j-cs"/>
              </a:rPr>
              <a:t>向链接算法例子</a:t>
            </a:r>
            <a:endParaRPr kumimoji="1" lang="en-US" altLang="zh-CN" sz="32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j-cs"/>
            </a:endParaRPr>
          </a:p>
        </p:txBody>
      </p:sp>
      <p:sp>
        <p:nvSpPr>
          <p:cNvPr id="111620" name="Text Box 4"/>
          <p:cNvSpPr txBox="1"/>
          <p:nvPr/>
        </p:nvSpPr>
        <p:spPr>
          <a:xfrm>
            <a:off x="0" y="188913"/>
            <a:ext cx="2339975" cy="457200"/>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0" lvl="0" indent="0" eaLnBrk="1" hangingPunct="1">
              <a:spcBef>
                <a:spcPct val="50000"/>
              </a:spcBef>
              <a:buNone/>
            </a:pPr>
            <a:r>
              <a:rPr lang="zh-CN" altLang="en-US" sz="2400" dirty="0">
                <a:latin typeface="华文行楷" panose="02010800040101010101" pitchFamily="2" charset="-122"/>
                <a:ea typeface="华文行楷" panose="02010800040101010101" pitchFamily="2" charset="-122"/>
              </a:rPr>
              <a:t>第</a:t>
            </a:r>
            <a:r>
              <a:rPr lang="en-US" altLang="zh-CN" sz="2400" dirty="0">
                <a:latin typeface="华文行楷" panose="02010800040101010101" pitchFamily="2" charset="-122"/>
                <a:ea typeface="华文行楷" panose="02010800040101010101" pitchFamily="2" charset="-122"/>
              </a:rPr>
              <a:t>3</a:t>
            </a:r>
            <a:r>
              <a:rPr lang="zh-CN" altLang="en-US" sz="2400" dirty="0">
                <a:latin typeface="华文行楷" panose="02010800040101010101" pitchFamily="2" charset="-122"/>
                <a:ea typeface="华文行楷" panose="02010800040101010101" pitchFamily="2" charset="-122"/>
              </a:rPr>
              <a:t>章 逻辑系统</a:t>
            </a:r>
          </a:p>
        </p:txBody>
      </p:sp>
      <p:sp>
        <p:nvSpPr>
          <p:cNvPr id="181254" name="Rectangle 6"/>
          <p:cNvSpPr/>
          <p:nvPr/>
        </p:nvSpPr>
        <p:spPr>
          <a:xfrm>
            <a:off x="107504" y="1817529"/>
            <a:ext cx="5328592" cy="1323439"/>
          </a:xfrm>
          <a:prstGeom prst="rect">
            <a:avLst/>
          </a:prstGeom>
          <a:solidFill>
            <a:schemeClr val="bg1"/>
          </a:solidFill>
          <a:ln w="9525" cap="flat" cmpd="sng">
            <a:solidFill>
              <a:schemeClr val="tx1"/>
            </a:solidFill>
            <a:prstDash val="solid"/>
            <a:miter/>
            <a:headEnd type="none" w="med" len="med"/>
            <a:tailEnd type="none" w="med" len="med"/>
          </a:ln>
        </p:spPr>
        <p:txBody>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0" lvl="0" indent="0" eaLnBrk="1" hangingPunct="1">
              <a:buNone/>
            </a:pPr>
            <a:r>
              <a:rPr lang="en-US" altLang="zh-CN" sz="2000" b="1" dirty="0">
                <a:latin typeface="Times New Roman" panose="02020603050405020304" pitchFamily="18" charset="0"/>
                <a:ea typeface="黑体" panose="02010609060101010101" pitchFamily="49" charset="-122"/>
                <a:sym typeface="Symbol" panose="05050102010706020507" pitchFamily="18" charset="2"/>
              </a:rPr>
              <a:t>A (x) ∧ W (y) ∧ S (x,y,z) ∧ H (z) →  C (x) [1]</a:t>
            </a:r>
          </a:p>
          <a:p>
            <a:pPr marL="0" lvl="0" indent="0" eaLnBrk="1" hangingPunct="1">
              <a:buNone/>
            </a:pPr>
            <a:r>
              <a:rPr lang="en-US" altLang="zh-CN" sz="2000" b="1" dirty="0">
                <a:latin typeface="Times New Roman" panose="02020603050405020304" pitchFamily="18" charset="0"/>
                <a:ea typeface="黑体" panose="02010609060101010101" pitchFamily="49" charset="-122"/>
                <a:sym typeface="Symbol" panose="05050102010706020507" pitchFamily="18" charset="2"/>
              </a:rPr>
              <a:t>M (y) ∧ O (Nono, y)→S (West, y, Nono)      [2]</a:t>
            </a:r>
          </a:p>
          <a:p>
            <a:pPr marL="0" lvl="0" indent="0" eaLnBrk="1" hangingPunct="1">
              <a:buNone/>
            </a:pPr>
            <a:r>
              <a:rPr lang="en-US" altLang="zh-CN" sz="2000" b="1" dirty="0">
                <a:latin typeface="Times New Roman" panose="02020603050405020304" pitchFamily="18" charset="0"/>
                <a:ea typeface="黑体" panose="02010609060101010101" pitchFamily="49" charset="-122"/>
                <a:sym typeface="Symbol" panose="05050102010706020507" pitchFamily="18" charset="2"/>
              </a:rPr>
              <a:t>M (y) → W (y)	 [3</a:t>
            </a:r>
            <a:r>
              <a:rPr lang="en-US" altLang="zh-CN" sz="2000" b="1" dirty="0" smtClean="0">
                <a:latin typeface="Times New Roman" panose="02020603050405020304" pitchFamily="18" charset="0"/>
                <a:ea typeface="黑体" panose="02010609060101010101" pitchFamily="49" charset="-122"/>
                <a:sym typeface="Symbol" panose="05050102010706020507" pitchFamily="18" charset="2"/>
              </a:rPr>
              <a:t>]</a:t>
            </a:r>
            <a:endParaRPr lang="en-US" altLang="zh-CN" sz="2000" b="1" dirty="0">
              <a:latin typeface="Times New Roman" panose="02020603050405020304" pitchFamily="18" charset="0"/>
              <a:ea typeface="黑体" panose="02010609060101010101" pitchFamily="49" charset="-122"/>
              <a:sym typeface="Symbol" panose="05050102010706020507" pitchFamily="18" charset="2"/>
            </a:endParaRPr>
          </a:p>
        </p:txBody>
      </p:sp>
      <p:sp>
        <p:nvSpPr>
          <p:cNvPr id="2" name="矩形 1"/>
          <p:cNvSpPr/>
          <p:nvPr/>
        </p:nvSpPr>
        <p:spPr>
          <a:xfrm>
            <a:off x="5868838" y="1817529"/>
            <a:ext cx="2663602" cy="1323439"/>
          </a:xfrm>
          <a:prstGeom prst="rect">
            <a:avLst/>
          </a:prstGeom>
          <a:ln>
            <a:solidFill>
              <a:schemeClr val="accent1"/>
            </a:solidFill>
          </a:ln>
        </p:spPr>
        <p:txBody>
          <a:bodyPr wrap="square">
            <a:spAutoFit/>
          </a:bodyPr>
          <a:lstStyle/>
          <a:p>
            <a:pPr marL="342900" lvl="0" indent="-342900" eaLnBrk="1" hangingPunct="1"/>
            <a:r>
              <a:rPr lang="en-US" altLang="zh-CN" sz="2000" b="1" dirty="0">
                <a:latin typeface="Times New Roman" panose="02020603050405020304" pitchFamily="18" charset="0"/>
                <a:ea typeface="黑体" panose="02010609060101010101" pitchFamily="49" charset="-122"/>
                <a:sym typeface="Symbol" panose="05050102010706020507" pitchFamily="18" charset="2"/>
              </a:rPr>
              <a:t>O (</a:t>
            </a:r>
            <a:r>
              <a:rPr lang="en-US" altLang="zh-CN" sz="2000" b="1" dirty="0" err="1">
                <a:latin typeface="Times New Roman" panose="02020603050405020304" pitchFamily="18" charset="0"/>
                <a:ea typeface="黑体" panose="02010609060101010101" pitchFamily="49" charset="-122"/>
                <a:sym typeface="Symbol" panose="05050102010706020507" pitchFamily="18" charset="2"/>
              </a:rPr>
              <a:t>Nono</a:t>
            </a:r>
            <a:r>
              <a:rPr lang="en-US" altLang="zh-CN" sz="2000" b="1" dirty="0">
                <a:latin typeface="Times New Roman" panose="02020603050405020304" pitchFamily="18" charset="0"/>
                <a:ea typeface="黑体" panose="02010609060101010101" pitchFamily="49" charset="-122"/>
                <a:sym typeface="Symbol" panose="05050102010706020507" pitchFamily="18" charset="2"/>
              </a:rPr>
              <a:t>, </a:t>
            </a:r>
            <a:r>
              <a:rPr lang="en-US" altLang="zh-CN" sz="2000" b="1" dirty="0" err="1">
                <a:latin typeface="Times New Roman" panose="02020603050405020304" pitchFamily="18" charset="0"/>
                <a:ea typeface="黑体" panose="02010609060101010101" pitchFamily="49" charset="-122"/>
                <a:sym typeface="Symbol" panose="05050102010706020507" pitchFamily="18" charset="2"/>
              </a:rPr>
              <a:t>M1</a:t>
            </a:r>
            <a:r>
              <a:rPr lang="en-US" altLang="zh-CN" sz="2000" b="1" dirty="0">
                <a:latin typeface="Times New Roman" panose="02020603050405020304" pitchFamily="18" charset="0"/>
                <a:ea typeface="黑体" panose="02010609060101010101" pitchFamily="49" charset="-122"/>
                <a:sym typeface="Symbol" panose="05050102010706020507" pitchFamily="18" charset="2"/>
              </a:rPr>
              <a:t>) 	 [4]</a:t>
            </a:r>
          </a:p>
          <a:p>
            <a:pPr marL="342900" lvl="0" indent="-342900" eaLnBrk="1" hangingPunct="1"/>
            <a:r>
              <a:rPr lang="en-US" altLang="zh-CN" sz="2000" b="1" dirty="0">
                <a:latin typeface="Times New Roman" panose="02020603050405020304" pitchFamily="18" charset="0"/>
                <a:ea typeface="黑体" panose="02010609060101010101" pitchFamily="49" charset="-122"/>
                <a:sym typeface="Symbol" panose="05050102010706020507" pitchFamily="18" charset="2"/>
              </a:rPr>
              <a:t>M (</a:t>
            </a:r>
            <a:r>
              <a:rPr lang="en-US" altLang="zh-CN" sz="2000" b="1" dirty="0" err="1">
                <a:latin typeface="Times New Roman" panose="02020603050405020304" pitchFamily="18" charset="0"/>
                <a:ea typeface="黑体" panose="02010609060101010101" pitchFamily="49" charset="-122"/>
                <a:sym typeface="Symbol" panose="05050102010706020507" pitchFamily="18" charset="2"/>
              </a:rPr>
              <a:t>M1</a:t>
            </a:r>
            <a:r>
              <a:rPr lang="en-US" altLang="zh-CN" sz="2000" b="1" dirty="0">
                <a:latin typeface="Times New Roman" panose="02020603050405020304" pitchFamily="18" charset="0"/>
                <a:ea typeface="黑体" panose="02010609060101010101" pitchFamily="49" charset="-122"/>
                <a:sym typeface="Symbol" panose="05050102010706020507" pitchFamily="18" charset="2"/>
              </a:rPr>
              <a:t>)                 [5]</a:t>
            </a:r>
          </a:p>
          <a:p>
            <a:pPr marL="342900" lvl="0" indent="-342900" eaLnBrk="1" hangingPunct="1"/>
            <a:r>
              <a:rPr lang="en-US" altLang="zh-CN" sz="2000" b="1" dirty="0">
                <a:latin typeface="Times New Roman" panose="02020603050405020304" pitchFamily="18" charset="0"/>
                <a:ea typeface="黑体" panose="02010609060101010101" pitchFamily="49" charset="-122"/>
                <a:sym typeface="Symbol" panose="05050102010706020507" pitchFamily="18" charset="2"/>
              </a:rPr>
              <a:t>A (West)	 [6]</a:t>
            </a:r>
          </a:p>
          <a:p>
            <a:pPr marL="342900" lvl="0" indent="-342900" eaLnBrk="1" hangingPunct="1"/>
            <a:r>
              <a:rPr lang="en-US" altLang="zh-CN" sz="2000" b="1" dirty="0">
                <a:latin typeface="Times New Roman" panose="02020603050405020304" pitchFamily="18" charset="0"/>
                <a:ea typeface="黑体" panose="02010609060101010101" pitchFamily="49" charset="-122"/>
                <a:sym typeface="Symbol" panose="05050102010706020507" pitchFamily="18" charset="2"/>
              </a:rPr>
              <a:t>H (</a:t>
            </a:r>
            <a:r>
              <a:rPr lang="en-US" altLang="zh-CN" sz="2000" b="1" dirty="0" err="1">
                <a:latin typeface="Times New Roman" panose="02020603050405020304" pitchFamily="18" charset="0"/>
                <a:ea typeface="黑体" panose="02010609060101010101" pitchFamily="49" charset="-122"/>
                <a:sym typeface="Symbol" panose="05050102010706020507" pitchFamily="18" charset="2"/>
              </a:rPr>
              <a:t>Nono</a:t>
            </a:r>
            <a:r>
              <a:rPr lang="en-US" altLang="zh-CN" sz="2000" b="1" dirty="0">
                <a:latin typeface="Times New Roman" panose="02020603050405020304" pitchFamily="18" charset="0"/>
                <a:ea typeface="黑体" panose="02010609060101010101" pitchFamily="49" charset="-122"/>
                <a:sym typeface="Symbol" panose="05050102010706020507" pitchFamily="18" charset="2"/>
              </a:rPr>
              <a:t>) 	 [7]</a:t>
            </a:r>
            <a:endParaRPr lang="zh-CN" altLang="en-US" sz="2000" b="1" dirty="0">
              <a:latin typeface="Times New Roman" panose="02020603050405020304" pitchFamily="18" charset="0"/>
              <a:ea typeface="黑体" panose="02010609060101010101" pitchFamily="49" charset="-122"/>
              <a:sym typeface="Symbol" panose="05050102010706020507" pitchFamily="18" charset="2"/>
            </a:endParaRPr>
          </a:p>
        </p:txBody>
      </p:sp>
      <p:sp>
        <p:nvSpPr>
          <p:cNvPr id="3" name="文本框 2"/>
          <p:cNvSpPr txBox="1"/>
          <p:nvPr/>
        </p:nvSpPr>
        <p:spPr>
          <a:xfrm>
            <a:off x="1835696" y="1269530"/>
            <a:ext cx="1152128" cy="461665"/>
          </a:xfrm>
          <a:prstGeom prst="rect">
            <a:avLst/>
          </a:prstGeom>
          <a:noFill/>
        </p:spPr>
        <p:txBody>
          <a:bodyPr wrap="square" rtlCol="0">
            <a:spAutoFit/>
          </a:bodyPr>
          <a:lstStyle/>
          <a:p>
            <a:r>
              <a:rPr lang="zh-CN" altLang="en-US" b="1" dirty="0">
                <a:solidFill>
                  <a:srgbClr val="C00000"/>
                </a:solidFill>
                <a:latin typeface="微软雅黑" panose="020B0503020204020204" pitchFamily="34" charset="-122"/>
                <a:ea typeface="微软雅黑" panose="020B0503020204020204" pitchFamily="34" charset="-122"/>
              </a:rPr>
              <a:t>规则</a:t>
            </a:r>
          </a:p>
        </p:txBody>
      </p:sp>
      <p:sp>
        <p:nvSpPr>
          <p:cNvPr id="10" name="文本框 9"/>
          <p:cNvSpPr txBox="1"/>
          <p:nvPr/>
        </p:nvSpPr>
        <p:spPr>
          <a:xfrm>
            <a:off x="6553200" y="1269529"/>
            <a:ext cx="1152128" cy="461665"/>
          </a:xfrm>
          <a:prstGeom prst="rect">
            <a:avLst/>
          </a:prstGeom>
          <a:noFill/>
        </p:spPr>
        <p:txBody>
          <a:bodyPr wrap="square" rtlCol="0">
            <a:spAutoFit/>
          </a:bodyPr>
          <a:lstStyle/>
          <a:p>
            <a:r>
              <a:rPr lang="zh-CN" altLang="en-US" b="1" dirty="0" smtClean="0">
                <a:solidFill>
                  <a:srgbClr val="C00000"/>
                </a:solidFill>
                <a:latin typeface="微软雅黑" panose="020B0503020204020204" pitchFamily="34" charset="-122"/>
                <a:ea typeface="微软雅黑" panose="020B0503020204020204" pitchFamily="34" charset="-122"/>
              </a:rPr>
              <a:t>事实</a:t>
            </a:r>
            <a:endParaRPr lang="zh-CN" altLang="en-US" b="1" dirty="0">
              <a:solidFill>
                <a:srgbClr val="C00000"/>
              </a:solidFill>
              <a:latin typeface="微软雅黑" panose="020B0503020204020204" pitchFamily="34" charset="-122"/>
              <a:ea typeface="微软雅黑" panose="020B0503020204020204" pitchFamily="34" charset="-122"/>
            </a:endParaRPr>
          </a:p>
        </p:txBody>
      </p:sp>
      <p:sp>
        <p:nvSpPr>
          <p:cNvPr id="9" name="矩形 8"/>
          <p:cNvSpPr/>
          <p:nvPr/>
        </p:nvSpPr>
        <p:spPr>
          <a:xfrm>
            <a:off x="5799694" y="3904992"/>
            <a:ext cx="2732746" cy="1323439"/>
          </a:xfrm>
          <a:prstGeom prst="rect">
            <a:avLst/>
          </a:prstGeom>
          <a:ln>
            <a:solidFill>
              <a:schemeClr val="accent1"/>
            </a:solidFill>
          </a:ln>
        </p:spPr>
        <p:txBody>
          <a:bodyPr wrap="square">
            <a:spAutoFit/>
          </a:bodyPr>
          <a:lstStyle/>
          <a:p>
            <a:pPr marL="342900" lvl="0" indent="-342900" eaLnBrk="1" hangingPunct="1"/>
            <a:r>
              <a:rPr lang="en-US" altLang="zh-CN" sz="2000" b="1" dirty="0">
                <a:latin typeface="Times New Roman" panose="02020603050405020304" pitchFamily="18" charset="0"/>
                <a:ea typeface="黑体" panose="02010609060101010101" pitchFamily="49" charset="-122"/>
                <a:sym typeface="Symbol" panose="05050102010706020507" pitchFamily="18" charset="2"/>
              </a:rPr>
              <a:t>A(West)</a:t>
            </a:r>
          </a:p>
          <a:p>
            <a:pPr marL="342900" indent="-342900" eaLnBrk="1" hangingPunct="1"/>
            <a:r>
              <a:rPr lang="en-US" altLang="zh-CN" sz="2000" b="1" dirty="0">
                <a:latin typeface="Times New Roman" panose="02020603050405020304" pitchFamily="18" charset="0"/>
                <a:ea typeface="黑体" panose="02010609060101010101" pitchFamily="49" charset="-122"/>
                <a:sym typeface="Symbol" panose="05050102010706020507" pitchFamily="18" charset="2"/>
              </a:rPr>
              <a:t>H(z)</a:t>
            </a:r>
          </a:p>
          <a:p>
            <a:pPr marL="342900" lvl="0" indent="-342900" eaLnBrk="1" hangingPunct="1"/>
            <a:r>
              <a:rPr lang="en-US" altLang="zh-CN" sz="2000" b="1" dirty="0" smtClean="0">
                <a:latin typeface="Times New Roman" panose="02020603050405020304" pitchFamily="18" charset="0"/>
                <a:ea typeface="黑体" panose="02010609060101010101" pitchFamily="49" charset="-122"/>
                <a:sym typeface="Symbol" panose="05050102010706020507" pitchFamily="18" charset="2"/>
              </a:rPr>
              <a:t>W(y</a:t>
            </a:r>
            <a:r>
              <a:rPr lang="en-US" altLang="zh-CN" sz="2000" b="1" dirty="0">
                <a:latin typeface="Times New Roman" panose="02020603050405020304" pitchFamily="18" charset="0"/>
                <a:ea typeface="黑体" panose="02010609060101010101" pitchFamily="49" charset="-122"/>
                <a:sym typeface="Symbol" panose="05050102010706020507" pitchFamily="18" charset="2"/>
              </a:rPr>
              <a:t>)</a:t>
            </a:r>
          </a:p>
          <a:p>
            <a:pPr marL="342900" lvl="0" indent="-342900" eaLnBrk="1" hangingPunct="1"/>
            <a:r>
              <a:rPr lang="en-US" altLang="zh-CN" sz="2000" b="1" dirty="0">
                <a:latin typeface="Times New Roman" panose="02020603050405020304" pitchFamily="18" charset="0"/>
                <a:ea typeface="黑体" panose="02010609060101010101" pitchFamily="49" charset="-122"/>
                <a:sym typeface="Symbol" panose="05050102010706020507" pitchFamily="18" charset="2"/>
              </a:rPr>
              <a:t>S(</a:t>
            </a:r>
            <a:r>
              <a:rPr lang="en-US" altLang="zh-CN" sz="2000" b="1" dirty="0" err="1">
                <a:latin typeface="Times New Roman" panose="02020603050405020304" pitchFamily="18" charset="0"/>
                <a:ea typeface="黑体" panose="02010609060101010101" pitchFamily="49" charset="-122"/>
                <a:sym typeface="Symbol" panose="05050102010706020507" pitchFamily="18" charset="2"/>
              </a:rPr>
              <a:t>West,y,z</a:t>
            </a:r>
            <a:r>
              <a:rPr lang="en-US" altLang="zh-CN" sz="2000" b="1" dirty="0" smtClean="0">
                <a:latin typeface="Times New Roman" panose="02020603050405020304" pitchFamily="18" charset="0"/>
                <a:ea typeface="黑体" panose="02010609060101010101" pitchFamily="49" charset="-122"/>
                <a:sym typeface="Symbol" panose="05050102010706020507" pitchFamily="18" charset="2"/>
              </a:rPr>
              <a:t>)</a:t>
            </a:r>
            <a:endParaRPr lang="en-US" altLang="zh-CN" sz="2000" b="1" dirty="0">
              <a:latin typeface="Times New Roman" panose="02020603050405020304" pitchFamily="18" charset="0"/>
              <a:ea typeface="黑体" panose="02010609060101010101" pitchFamily="49" charset="-122"/>
              <a:sym typeface="Symbol" panose="05050102010706020507" pitchFamily="18" charset="2"/>
            </a:endParaRPr>
          </a:p>
        </p:txBody>
      </p:sp>
      <p:sp>
        <p:nvSpPr>
          <p:cNvPr id="11" name="文本框 10"/>
          <p:cNvSpPr txBox="1"/>
          <p:nvPr/>
        </p:nvSpPr>
        <p:spPr>
          <a:xfrm>
            <a:off x="6484056" y="3356992"/>
            <a:ext cx="1152128" cy="461665"/>
          </a:xfrm>
          <a:prstGeom prst="rect">
            <a:avLst/>
          </a:prstGeom>
          <a:noFill/>
        </p:spPr>
        <p:txBody>
          <a:bodyPr wrap="square" rtlCol="0">
            <a:spAutoFit/>
          </a:bodyPr>
          <a:lstStyle/>
          <a:p>
            <a:r>
              <a:rPr lang="zh-CN" altLang="en-US" b="1" dirty="0" smtClean="0">
                <a:solidFill>
                  <a:srgbClr val="C00000"/>
                </a:solidFill>
                <a:latin typeface="微软雅黑" panose="020B0503020204020204" pitchFamily="34" charset="-122"/>
                <a:ea typeface="微软雅黑" panose="020B0503020204020204" pitchFamily="34" charset="-122"/>
              </a:rPr>
              <a:t>栈</a:t>
            </a:r>
            <a:endParaRPr lang="zh-CN" altLang="en-US" b="1" dirty="0">
              <a:solidFill>
                <a:srgbClr val="C00000"/>
              </a:solidFill>
              <a:latin typeface="微软雅黑" panose="020B0503020204020204" pitchFamily="34" charset="-122"/>
              <a:ea typeface="微软雅黑" panose="020B0503020204020204" pitchFamily="34" charset="-122"/>
            </a:endParaRPr>
          </a:p>
        </p:txBody>
      </p:sp>
      <p:sp>
        <p:nvSpPr>
          <p:cNvPr id="5" name="任意多边形 4"/>
          <p:cNvSpPr/>
          <p:nvPr/>
        </p:nvSpPr>
        <p:spPr bwMode="auto">
          <a:xfrm>
            <a:off x="5640299" y="2643612"/>
            <a:ext cx="325935" cy="1511929"/>
          </a:xfrm>
          <a:custGeom>
            <a:avLst/>
            <a:gdLst>
              <a:gd name="connsiteX0" fmla="*/ 316881 w 325935"/>
              <a:gd name="connsiteY0" fmla="*/ 0 h 1511929"/>
              <a:gd name="connsiteX1" fmla="*/ 10 w 325935"/>
              <a:gd name="connsiteY1" fmla="*/ 878186 h 1511929"/>
              <a:gd name="connsiteX2" fmla="*/ 325935 w 325935"/>
              <a:gd name="connsiteY2" fmla="*/ 1511929 h 1511929"/>
            </a:gdLst>
            <a:ahLst/>
            <a:cxnLst>
              <a:cxn ang="0">
                <a:pos x="connsiteX0" y="connsiteY0"/>
              </a:cxn>
              <a:cxn ang="0">
                <a:pos x="connsiteX1" y="connsiteY1"/>
              </a:cxn>
              <a:cxn ang="0">
                <a:pos x="connsiteX2" y="connsiteY2"/>
              </a:cxn>
            </a:cxnLst>
            <a:rect l="l" t="t" r="r" b="b"/>
            <a:pathLst>
              <a:path w="325935" h="1511929">
                <a:moveTo>
                  <a:pt x="316881" y="0"/>
                </a:moveTo>
                <a:cubicBezTo>
                  <a:pt x="157691" y="313099"/>
                  <a:pt x="-1499" y="626198"/>
                  <a:pt x="10" y="878186"/>
                </a:cubicBezTo>
                <a:cubicBezTo>
                  <a:pt x="1519" y="1130174"/>
                  <a:pt x="255016" y="1416868"/>
                  <a:pt x="325935" y="1511929"/>
                </a:cubicBezTo>
              </a:path>
            </a:pathLst>
          </a:custGeom>
          <a:noFill/>
          <a:ln w="28575" cap="flat" cmpd="sng" algn="ctr">
            <a:solidFill>
              <a:schemeClr val="tx1"/>
            </a:solidFill>
            <a:prstDash val="solid"/>
            <a:round/>
            <a:headEnd type="none" w="med" len="med"/>
            <a:tailEnd type="arrow" w="med" len="med"/>
          </a:ln>
        </p:spPr>
        <p:txBody>
          <a:bodyPr vert="horz" wrap="square" lIns="91440" tIns="45720" rIns="91440" bIns="45720" numCol="1" rtlCol="0" anchor="t" anchorCtr="0" compatLnSpc="1"/>
          <a:lstStyle/>
          <a:p>
            <a:pPr eaLnBrk="1" latinLnBrk="1" hangingPunct="1"/>
            <a:endParaRPr kumimoji="1" lang="zh-CN" altLang="en-US"/>
          </a:p>
        </p:txBody>
      </p:sp>
      <p:sp>
        <p:nvSpPr>
          <p:cNvPr id="7" name="任意多边形 6"/>
          <p:cNvSpPr/>
          <p:nvPr/>
        </p:nvSpPr>
        <p:spPr bwMode="auto">
          <a:xfrm>
            <a:off x="6455121" y="2960483"/>
            <a:ext cx="2370358" cy="1441865"/>
          </a:xfrm>
          <a:custGeom>
            <a:avLst/>
            <a:gdLst>
              <a:gd name="connsiteX0" fmla="*/ 534154 w 2370358"/>
              <a:gd name="connsiteY0" fmla="*/ 0 h 2091351"/>
              <a:gd name="connsiteX1" fmla="*/ 1946495 w 2370358"/>
              <a:gd name="connsiteY1" fmla="*/ 1122630 h 2091351"/>
              <a:gd name="connsiteX2" fmla="*/ 2236206 w 2370358"/>
              <a:gd name="connsiteY2" fmla="*/ 1837854 h 2091351"/>
              <a:gd name="connsiteX3" fmla="*/ 0 w 2370358"/>
              <a:gd name="connsiteY3" fmla="*/ 2091351 h 2091351"/>
            </a:gdLst>
            <a:ahLst/>
            <a:cxnLst>
              <a:cxn ang="0">
                <a:pos x="connsiteX0" y="connsiteY0"/>
              </a:cxn>
              <a:cxn ang="0">
                <a:pos x="connsiteX1" y="connsiteY1"/>
              </a:cxn>
              <a:cxn ang="0">
                <a:pos x="connsiteX2" y="connsiteY2"/>
              </a:cxn>
              <a:cxn ang="0">
                <a:pos x="connsiteX3" y="connsiteY3"/>
              </a:cxn>
            </a:cxnLst>
            <a:rect l="l" t="t" r="r" b="b"/>
            <a:pathLst>
              <a:path w="2370358" h="2091351">
                <a:moveTo>
                  <a:pt x="534154" y="0"/>
                </a:moveTo>
                <a:cubicBezTo>
                  <a:pt x="1098487" y="408160"/>
                  <a:pt x="1662820" y="816321"/>
                  <a:pt x="1946495" y="1122630"/>
                </a:cubicBezTo>
                <a:cubicBezTo>
                  <a:pt x="2230170" y="1428939"/>
                  <a:pt x="2560622" y="1676401"/>
                  <a:pt x="2236206" y="1837854"/>
                </a:cubicBezTo>
                <a:cubicBezTo>
                  <a:pt x="1911790" y="1999308"/>
                  <a:pt x="347049" y="2044575"/>
                  <a:pt x="0" y="2091351"/>
                </a:cubicBezTo>
              </a:path>
            </a:pathLst>
          </a:custGeom>
          <a:noFill/>
          <a:ln w="28575" cap="flat" cmpd="sng" algn="ctr">
            <a:solidFill>
              <a:schemeClr val="tx1"/>
            </a:solidFill>
            <a:prstDash val="solid"/>
            <a:round/>
            <a:headEnd type="none" w="med" len="med"/>
            <a:tailEnd type="arrow" w="med" len="med"/>
          </a:ln>
        </p:spPr>
        <p:txBody>
          <a:bodyPr vert="horz" wrap="square" lIns="91440" tIns="45720" rIns="91440" bIns="45720" numCol="1" rtlCol="0" anchor="t" anchorCtr="0" compatLnSpc="1"/>
          <a:lstStyle/>
          <a:p>
            <a:pPr eaLnBrk="1" latinLnBrk="1" hangingPunct="1"/>
            <a:endParaRPr kumimoji="1" lang="zh-CN" altLang="en-US"/>
          </a:p>
        </p:txBody>
      </p:sp>
    </p:spTree>
    <p:extLst>
      <p:ext uri="{BB962C8B-B14F-4D97-AF65-F5344CB8AC3E}">
        <p14:creationId xmlns:p14="http://schemas.microsoft.com/office/powerpoint/2010/main" val="1910821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txBox="1">
            <a:spLocks noGrp="1"/>
          </p:cNvSpPr>
          <p:nvPr>
            <p:ph type="sldNum" sz="quarter" idx="4"/>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40" tIns="45720" rIns="91440" bIns="45720" numCol="1" anchor="t" anchorCtr="0" compatLnSpc="1"/>
          <a:lstStyle/>
          <a:p>
            <a:pPr marL="0" marR="0" lvl="0" indent="0" algn="r" defTabSz="914400" rtl="0" eaLnBrk="1" fontAlgn="base" latinLnBrk="1" hangingPunct="1">
              <a:lnSpc>
                <a:spcPct val="100000"/>
              </a:lnSpc>
              <a:spcBef>
                <a:spcPct val="0"/>
              </a:spcBef>
              <a:spcAft>
                <a:spcPct val="0"/>
              </a:spcAft>
              <a:buClrTx/>
              <a:buSzTx/>
              <a:buFontTx/>
              <a:buNone/>
              <a:defRPr/>
            </a:pPr>
            <a:fld id="{28DD6B83-3494-4137-A095-2F58AAEC0ACF}"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t>48</a:t>
            </a:fld>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181250" name="Rectangle 2"/>
          <p:cNvSpPr>
            <a:spLocks noGrp="1" noChangeArrowheads="1"/>
          </p:cNvSpPr>
          <p:nvPr>
            <p:ph type="title"/>
          </p:nvPr>
        </p:nvSpPr>
        <p:spPr>
          <a:xfrm>
            <a:off x="1290638" y="320675"/>
            <a:ext cx="7772400" cy="731838"/>
          </a:xfrm>
        </p:spPr>
        <p:txBody>
          <a:bodyPr vert="horz" wrap="square" lIns="91440" tIns="45720" rIns="91440" bIns="45720" numCol="1" anchor="ctr" anchorCtr="0" compatLnSpc="1"/>
          <a:lstStyle/>
          <a:p>
            <a:pPr marL="0" marR="0" lvl="0" indent="0" algn="ctr" defTabSz="914400" rtl="0" eaLnBrk="1" fontAlgn="base" latinLnBrk="1" hangingPunct="1">
              <a:lnSpc>
                <a:spcPct val="100000"/>
              </a:lnSpc>
              <a:spcBef>
                <a:spcPct val="0"/>
              </a:spcBef>
              <a:spcAft>
                <a:spcPct val="0"/>
              </a:spcAft>
              <a:buClrTx/>
              <a:buSzTx/>
              <a:buFontTx/>
              <a:buNone/>
              <a:defRPr/>
            </a:pPr>
            <a:r>
              <a:rPr lang="zh-CN" altLang="en-US" sz="3200" b="1" dirty="0">
                <a:solidFill>
                  <a:schemeClr val="tx1"/>
                </a:solidFill>
                <a:effectLst>
                  <a:outerShdw blurRad="38100" dist="38100" dir="2700000" algn="tl">
                    <a:srgbClr val="C0C0C0"/>
                  </a:outerShdw>
                </a:effectLst>
                <a:latin typeface="宋体" panose="02010600030101010101" pitchFamily="2" charset="-122"/>
                <a:ea typeface="宋体" panose="02010600030101010101" pitchFamily="2" charset="-122"/>
              </a:rPr>
              <a:t>反</a:t>
            </a:r>
            <a:r>
              <a:rPr kumimoji="1" lang="zh-CN" altLang="en-US" sz="32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j-cs"/>
              </a:rPr>
              <a:t>向链接算法例子</a:t>
            </a:r>
            <a:endParaRPr kumimoji="1" lang="en-US" altLang="zh-CN" sz="32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j-cs"/>
            </a:endParaRPr>
          </a:p>
        </p:txBody>
      </p:sp>
      <p:sp>
        <p:nvSpPr>
          <p:cNvPr id="111620" name="Text Box 4"/>
          <p:cNvSpPr txBox="1"/>
          <p:nvPr/>
        </p:nvSpPr>
        <p:spPr>
          <a:xfrm>
            <a:off x="0" y="188913"/>
            <a:ext cx="2339975" cy="457200"/>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0" lvl="0" indent="0" eaLnBrk="1" hangingPunct="1">
              <a:spcBef>
                <a:spcPct val="50000"/>
              </a:spcBef>
              <a:buNone/>
            </a:pPr>
            <a:r>
              <a:rPr lang="zh-CN" altLang="en-US" sz="2400" dirty="0">
                <a:latin typeface="华文行楷" panose="02010800040101010101" pitchFamily="2" charset="-122"/>
                <a:ea typeface="华文行楷" panose="02010800040101010101" pitchFamily="2" charset="-122"/>
              </a:rPr>
              <a:t>第</a:t>
            </a:r>
            <a:r>
              <a:rPr lang="en-US" altLang="zh-CN" sz="2400" dirty="0">
                <a:latin typeface="华文行楷" panose="02010800040101010101" pitchFamily="2" charset="-122"/>
                <a:ea typeface="华文行楷" panose="02010800040101010101" pitchFamily="2" charset="-122"/>
              </a:rPr>
              <a:t>3</a:t>
            </a:r>
            <a:r>
              <a:rPr lang="zh-CN" altLang="en-US" sz="2400" dirty="0">
                <a:latin typeface="华文行楷" panose="02010800040101010101" pitchFamily="2" charset="-122"/>
                <a:ea typeface="华文行楷" panose="02010800040101010101" pitchFamily="2" charset="-122"/>
              </a:rPr>
              <a:t>章 逻辑系统</a:t>
            </a:r>
          </a:p>
        </p:txBody>
      </p:sp>
      <p:sp>
        <p:nvSpPr>
          <p:cNvPr id="181254" name="Rectangle 6"/>
          <p:cNvSpPr/>
          <p:nvPr/>
        </p:nvSpPr>
        <p:spPr>
          <a:xfrm>
            <a:off x="107504" y="1817529"/>
            <a:ext cx="5328592" cy="1323439"/>
          </a:xfrm>
          <a:prstGeom prst="rect">
            <a:avLst/>
          </a:prstGeom>
          <a:solidFill>
            <a:schemeClr val="bg1"/>
          </a:solidFill>
          <a:ln w="9525" cap="flat" cmpd="sng">
            <a:solidFill>
              <a:schemeClr val="tx1"/>
            </a:solidFill>
            <a:prstDash val="solid"/>
            <a:miter/>
            <a:headEnd type="none" w="med" len="med"/>
            <a:tailEnd type="none" w="med" len="med"/>
          </a:ln>
        </p:spPr>
        <p:txBody>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0" lvl="0" indent="0" eaLnBrk="1" hangingPunct="1">
              <a:buNone/>
            </a:pPr>
            <a:r>
              <a:rPr lang="en-US" altLang="zh-CN" sz="2000" b="1" dirty="0">
                <a:latin typeface="Times New Roman" panose="02020603050405020304" pitchFamily="18" charset="0"/>
                <a:ea typeface="黑体" panose="02010609060101010101" pitchFamily="49" charset="-122"/>
                <a:sym typeface="Symbol" panose="05050102010706020507" pitchFamily="18" charset="2"/>
              </a:rPr>
              <a:t>A (x) ∧ W (y) ∧ S (x,y,z) ∧ H (z) →  C (x) [1]</a:t>
            </a:r>
          </a:p>
          <a:p>
            <a:pPr marL="0" lvl="0" indent="0" eaLnBrk="1" hangingPunct="1">
              <a:buNone/>
            </a:pPr>
            <a:r>
              <a:rPr lang="en-US" altLang="zh-CN" sz="2000" b="1" dirty="0">
                <a:latin typeface="Times New Roman" panose="02020603050405020304" pitchFamily="18" charset="0"/>
                <a:ea typeface="黑体" panose="02010609060101010101" pitchFamily="49" charset="-122"/>
                <a:sym typeface="Symbol" panose="05050102010706020507" pitchFamily="18" charset="2"/>
              </a:rPr>
              <a:t>M (y) ∧ O (Nono, y)→S (West, y, Nono)      [2]</a:t>
            </a:r>
          </a:p>
          <a:p>
            <a:pPr marL="0" lvl="0" indent="0" eaLnBrk="1" hangingPunct="1">
              <a:buNone/>
            </a:pPr>
            <a:r>
              <a:rPr lang="en-US" altLang="zh-CN" sz="2000" b="1" dirty="0">
                <a:latin typeface="Times New Roman" panose="02020603050405020304" pitchFamily="18" charset="0"/>
                <a:ea typeface="黑体" panose="02010609060101010101" pitchFamily="49" charset="-122"/>
                <a:sym typeface="Symbol" panose="05050102010706020507" pitchFamily="18" charset="2"/>
              </a:rPr>
              <a:t>M (y) → W (y)	 [3</a:t>
            </a:r>
            <a:r>
              <a:rPr lang="en-US" altLang="zh-CN" sz="2000" b="1" dirty="0" smtClean="0">
                <a:latin typeface="Times New Roman" panose="02020603050405020304" pitchFamily="18" charset="0"/>
                <a:ea typeface="黑体" panose="02010609060101010101" pitchFamily="49" charset="-122"/>
                <a:sym typeface="Symbol" panose="05050102010706020507" pitchFamily="18" charset="2"/>
              </a:rPr>
              <a:t>]</a:t>
            </a:r>
            <a:endParaRPr lang="en-US" altLang="zh-CN" sz="2000" b="1" dirty="0">
              <a:latin typeface="Times New Roman" panose="02020603050405020304" pitchFamily="18" charset="0"/>
              <a:ea typeface="黑体" panose="02010609060101010101" pitchFamily="49" charset="-122"/>
              <a:sym typeface="Symbol" panose="05050102010706020507" pitchFamily="18" charset="2"/>
            </a:endParaRPr>
          </a:p>
        </p:txBody>
      </p:sp>
      <p:sp>
        <p:nvSpPr>
          <p:cNvPr id="2" name="矩形 1"/>
          <p:cNvSpPr/>
          <p:nvPr/>
        </p:nvSpPr>
        <p:spPr>
          <a:xfrm>
            <a:off x="5868838" y="1817529"/>
            <a:ext cx="2663602" cy="1323439"/>
          </a:xfrm>
          <a:prstGeom prst="rect">
            <a:avLst/>
          </a:prstGeom>
          <a:ln>
            <a:solidFill>
              <a:schemeClr val="accent1"/>
            </a:solidFill>
          </a:ln>
        </p:spPr>
        <p:txBody>
          <a:bodyPr wrap="square">
            <a:spAutoFit/>
          </a:bodyPr>
          <a:lstStyle/>
          <a:p>
            <a:pPr marL="342900" lvl="0" indent="-342900" eaLnBrk="1" hangingPunct="1"/>
            <a:r>
              <a:rPr lang="en-US" altLang="zh-CN" sz="2000" b="1" dirty="0">
                <a:latin typeface="Times New Roman" panose="02020603050405020304" pitchFamily="18" charset="0"/>
                <a:ea typeface="黑体" panose="02010609060101010101" pitchFamily="49" charset="-122"/>
                <a:sym typeface="Symbol" panose="05050102010706020507" pitchFamily="18" charset="2"/>
              </a:rPr>
              <a:t>O (</a:t>
            </a:r>
            <a:r>
              <a:rPr lang="en-US" altLang="zh-CN" sz="2000" b="1" dirty="0" err="1">
                <a:latin typeface="Times New Roman" panose="02020603050405020304" pitchFamily="18" charset="0"/>
                <a:ea typeface="黑体" panose="02010609060101010101" pitchFamily="49" charset="-122"/>
                <a:sym typeface="Symbol" panose="05050102010706020507" pitchFamily="18" charset="2"/>
              </a:rPr>
              <a:t>Nono</a:t>
            </a:r>
            <a:r>
              <a:rPr lang="en-US" altLang="zh-CN" sz="2000" b="1" dirty="0">
                <a:latin typeface="Times New Roman" panose="02020603050405020304" pitchFamily="18" charset="0"/>
                <a:ea typeface="黑体" panose="02010609060101010101" pitchFamily="49" charset="-122"/>
                <a:sym typeface="Symbol" panose="05050102010706020507" pitchFamily="18" charset="2"/>
              </a:rPr>
              <a:t>, </a:t>
            </a:r>
            <a:r>
              <a:rPr lang="en-US" altLang="zh-CN" sz="2000" b="1" dirty="0" err="1">
                <a:latin typeface="Times New Roman" panose="02020603050405020304" pitchFamily="18" charset="0"/>
                <a:ea typeface="黑体" panose="02010609060101010101" pitchFamily="49" charset="-122"/>
                <a:sym typeface="Symbol" panose="05050102010706020507" pitchFamily="18" charset="2"/>
              </a:rPr>
              <a:t>M1</a:t>
            </a:r>
            <a:r>
              <a:rPr lang="en-US" altLang="zh-CN" sz="2000" b="1" dirty="0">
                <a:latin typeface="Times New Roman" panose="02020603050405020304" pitchFamily="18" charset="0"/>
                <a:ea typeface="黑体" panose="02010609060101010101" pitchFamily="49" charset="-122"/>
                <a:sym typeface="Symbol" panose="05050102010706020507" pitchFamily="18" charset="2"/>
              </a:rPr>
              <a:t>) 	 [4]</a:t>
            </a:r>
          </a:p>
          <a:p>
            <a:pPr marL="342900" lvl="0" indent="-342900" eaLnBrk="1" hangingPunct="1"/>
            <a:r>
              <a:rPr lang="en-US" altLang="zh-CN" sz="2000" b="1" dirty="0">
                <a:latin typeface="Times New Roman" panose="02020603050405020304" pitchFamily="18" charset="0"/>
                <a:ea typeface="黑体" panose="02010609060101010101" pitchFamily="49" charset="-122"/>
                <a:sym typeface="Symbol" panose="05050102010706020507" pitchFamily="18" charset="2"/>
              </a:rPr>
              <a:t>M (</a:t>
            </a:r>
            <a:r>
              <a:rPr lang="en-US" altLang="zh-CN" sz="2000" b="1" dirty="0" err="1">
                <a:latin typeface="Times New Roman" panose="02020603050405020304" pitchFamily="18" charset="0"/>
                <a:ea typeface="黑体" panose="02010609060101010101" pitchFamily="49" charset="-122"/>
                <a:sym typeface="Symbol" panose="05050102010706020507" pitchFamily="18" charset="2"/>
              </a:rPr>
              <a:t>M1</a:t>
            </a:r>
            <a:r>
              <a:rPr lang="en-US" altLang="zh-CN" sz="2000" b="1" dirty="0">
                <a:latin typeface="Times New Roman" panose="02020603050405020304" pitchFamily="18" charset="0"/>
                <a:ea typeface="黑体" panose="02010609060101010101" pitchFamily="49" charset="-122"/>
                <a:sym typeface="Symbol" panose="05050102010706020507" pitchFamily="18" charset="2"/>
              </a:rPr>
              <a:t>)                 [5]</a:t>
            </a:r>
          </a:p>
          <a:p>
            <a:pPr marL="342900" lvl="0" indent="-342900" eaLnBrk="1" hangingPunct="1"/>
            <a:r>
              <a:rPr lang="en-US" altLang="zh-CN" sz="2000" b="1" dirty="0">
                <a:latin typeface="Times New Roman" panose="02020603050405020304" pitchFamily="18" charset="0"/>
                <a:ea typeface="黑体" panose="02010609060101010101" pitchFamily="49" charset="-122"/>
                <a:sym typeface="Symbol" panose="05050102010706020507" pitchFamily="18" charset="2"/>
              </a:rPr>
              <a:t>A (West)	 [6]</a:t>
            </a:r>
          </a:p>
          <a:p>
            <a:pPr marL="342900" lvl="0" indent="-342900" eaLnBrk="1" hangingPunct="1"/>
            <a:r>
              <a:rPr lang="en-US" altLang="zh-CN" sz="2000" b="1" dirty="0">
                <a:latin typeface="Times New Roman" panose="02020603050405020304" pitchFamily="18" charset="0"/>
                <a:ea typeface="黑体" panose="02010609060101010101" pitchFamily="49" charset="-122"/>
                <a:sym typeface="Symbol" panose="05050102010706020507" pitchFamily="18" charset="2"/>
              </a:rPr>
              <a:t>H (</a:t>
            </a:r>
            <a:r>
              <a:rPr lang="en-US" altLang="zh-CN" sz="2000" b="1" dirty="0" err="1">
                <a:latin typeface="Times New Roman" panose="02020603050405020304" pitchFamily="18" charset="0"/>
                <a:ea typeface="黑体" panose="02010609060101010101" pitchFamily="49" charset="-122"/>
                <a:sym typeface="Symbol" panose="05050102010706020507" pitchFamily="18" charset="2"/>
              </a:rPr>
              <a:t>Nono</a:t>
            </a:r>
            <a:r>
              <a:rPr lang="en-US" altLang="zh-CN" sz="2000" b="1" dirty="0">
                <a:latin typeface="Times New Roman" panose="02020603050405020304" pitchFamily="18" charset="0"/>
                <a:ea typeface="黑体" panose="02010609060101010101" pitchFamily="49" charset="-122"/>
                <a:sym typeface="Symbol" panose="05050102010706020507" pitchFamily="18" charset="2"/>
              </a:rPr>
              <a:t>) 	 [7]</a:t>
            </a:r>
            <a:endParaRPr lang="zh-CN" altLang="en-US" sz="2000" b="1" dirty="0">
              <a:latin typeface="Times New Roman" panose="02020603050405020304" pitchFamily="18" charset="0"/>
              <a:ea typeface="黑体" panose="02010609060101010101" pitchFamily="49" charset="-122"/>
              <a:sym typeface="Symbol" panose="05050102010706020507" pitchFamily="18" charset="2"/>
            </a:endParaRPr>
          </a:p>
        </p:txBody>
      </p:sp>
      <p:sp>
        <p:nvSpPr>
          <p:cNvPr id="3" name="文本框 2"/>
          <p:cNvSpPr txBox="1"/>
          <p:nvPr/>
        </p:nvSpPr>
        <p:spPr>
          <a:xfrm>
            <a:off x="1835696" y="1269530"/>
            <a:ext cx="1152128" cy="461665"/>
          </a:xfrm>
          <a:prstGeom prst="rect">
            <a:avLst/>
          </a:prstGeom>
          <a:noFill/>
        </p:spPr>
        <p:txBody>
          <a:bodyPr wrap="square" rtlCol="0">
            <a:spAutoFit/>
          </a:bodyPr>
          <a:lstStyle/>
          <a:p>
            <a:r>
              <a:rPr lang="zh-CN" altLang="en-US" b="1" dirty="0">
                <a:solidFill>
                  <a:srgbClr val="C00000"/>
                </a:solidFill>
                <a:latin typeface="微软雅黑" panose="020B0503020204020204" pitchFamily="34" charset="-122"/>
                <a:ea typeface="微软雅黑" panose="020B0503020204020204" pitchFamily="34" charset="-122"/>
              </a:rPr>
              <a:t>规则</a:t>
            </a:r>
          </a:p>
        </p:txBody>
      </p:sp>
      <p:sp>
        <p:nvSpPr>
          <p:cNvPr id="10" name="文本框 9"/>
          <p:cNvSpPr txBox="1"/>
          <p:nvPr/>
        </p:nvSpPr>
        <p:spPr>
          <a:xfrm>
            <a:off x="6553200" y="1269529"/>
            <a:ext cx="1152128" cy="461665"/>
          </a:xfrm>
          <a:prstGeom prst="rect">
            <a:avLst/>
          </a:prstGeom>
          <a:noFill/>
        </p:spPr>
        <p:txBody>
          <a:bodyPr wrap="square" rtlCol="0">
            <a:spAutoFit/>
          </a:bodyPr>
          <a:lstStyle/>
          <a:p>
            <a:r>
              <a:rPr lang="zh-CN" altLang="en-US" b="1" dirty="0" smtClean="0">
                <a:solidFill>
                  <a:srgbClr val="C00000"/>
                </a:solidFill>
                <a:latin typeface="微软雅黑" panose="020B0503020204020204" pitchFamily="34" charset="-122"/>
                <a:ea typeface="微软雅黑" panose="020B0503020204020204" pitchFamily="34" charset="-122"/>
              </a:rPr>
              <a:t>事实</a:t>
            </a:r>
            <a:endParaRPr lang="zh-CN" altLang="en-US" b="1" dirty="0">
              <a:solidFill>
                <a:srgbClr val="C00000"/>
              </a:solidFill>
              <a:latin typeface="微软雅黑" panose="020B0503020204020204" pitchFamily="34" charset="-122"/>
              <a:ea typeface="微软雅黑" panose="020B0503020204020204" pitchFamily="34" charset="-122"/>
            </a:endParaRPr>
          </a:p>
        </p:txBody>
      </p:sp>
      <p:sp>
        <p:nvSpPr>
          <p:cNvPr id="9" name="矩形 8"/>
          <p:cNvSpPr/>
          <p:nvPr/>
        </p:nvSpPr>
        <p:spPr>
          <a:xfrm>
            <a:off x="5799694" y="3904992"/>
            <a:ext cx="2732746" cy="707886"/>
          </a:xfrm>
          <a:prstGeom prst="rect">
            <a:avLst/>
          </a:prstGeom>
          <a:ln>
            <a:solidFill>
              <a:schemeClr val="accent1"/>
            </a:solidFill>
          </a:ln>
        </p:spPr>
        <p:txBody>
          <a:bodyPr wrap="square">
            <a:spAutoFit/>
          </a:bodyPr>
          <a:lstStyle/>
          <a:p>
            <a:pPr marL="342900" lvl="0" indent="-342900" eaLnBrk="1" hangingPunct="1"/>
            <a:r>
              <a:rPr lang="en-US" altLang="zh-CN" sz="2000" b="1" dirty="0" smtClean="0">
                <a:latin typeface="Times New Roman" panose="02020603050405020304" pitchFamily="18" charset="0"/>
                <a:ea typeface="黑体" panose="02010609060101010101" pitchFamily="49" charset="-122"/>
                <a:sym typeface="Symbol" panose="05050102010706020507" pitchFamily="18" charset="2"/>
              </a:rPr>
              <a:t>W(y</a:t>
            </a:r>
            <a:r>
              <a:rPr lang="en-US" altLang="zh-CN" sz="2000" b="1" dirty="0">
                <a:latin typeface="Times New Roman" panose="02020603050405020304" pitchFamily="18" charset="0"/>
                <a:ea typeface="黑体" panose="02010609060101010101" pitchFamily="49" charset="-122"/>
                <a:sym typeface="Symbol" panose="05050102010706020507" pitchFamily="18" charset="2"/>
              </a:rPr>
              <a:t>)</a:t>
            </a:r>
          </a:p>
          <a:p>
            <a:pPr marL="342900" lvl="0" indent="-342900" eaLnBrk="1" hangingPunct="1"/>
            <a:r>
              <a:rPr lang="en-US" altLang="zh-CN" sz="2000" b="1" dirty="0" smtClean="0">
                <a:latin typeface="Times New Roman" panose="02020603050405020304" pitchFamily="18" charset="0"/>
                <a:ea typeface="黑体" panose="02010609060101010101" pitchFamily="49" charset="-122"/>
                <a:sym typeface="Symbol" panose="05050102010706020507" pitchFamily="18" charset="2"/>
              </a:rPr>
              <a:t>S(</a:t>
            </a:r>
            <a:r>
              <a:rPr lang="en-US" altLang="zh-CN" sz="2000" b="1" dirty="0" err="1" smtClean="0">
                <a:latin typeface="Times New Roman" panose="02020603050405020304" pitchFamily="18" charset="0"/>
                <a:ea typeface="黑体" panose="02010609060101010101" pitchFamily="49" charset="-122"/>
                <a:sym typeface="Symbol" panose="05050102010706020507" pitchFamily="18" charset="2"/>
              </a:rPr>
              <a:t>West,y,Nono</a:t>
            </a:r>
            <a:r>
              <a:rPr lang="en-US" altLang="zh-CN" sz="2000" b="1" dirty="0" smtClean="0">
                <a:latin typeface="Times New Roman" panose="02020603050405020304" pitchFamily="18" charset="0"/>
                <a:ea typeface="黑体" panose="02010609060101010101" pitchFamily="49" charset="-122"/>
                <a:sym typeface="Symbol" panose="05050102010706020507" pitchFamily="18" charset="2"/>
              </a:rPr>
              <a:t>)</a:t>
            </a:r>
            <a:endParaRPr lang="en-US" altLang="zh-CN" sz="2000" b="1" dirty="0">
              <a:latin typeface="Times New Roman" panose="02020603050405020304" pitchFamily="18" charset="0"/>
              <a:ea typeface="黑体" panose="02010609060101010101" pitchFamily="49" charset="-122"/>
              <a:sym typeface="Symbol" panose="05050102010706020507" pitchFamily="18" charset="2"/>
            </a:endParaRPr>
          </a:p>
        </p:txBody>
      </p:sp>
      <p:sp>
        <p:nvSpPr>
          <p:cNvPr id="11" name="文本框 10"/>
          <p:cNvSpPr txBox="1"/>
          <p:nvPr/>
        </p:nvSpPr>
        <p:spPr>
          <a:xfrm>
            <a:off x="6484056" y="3356992"/>
            <a:ext cx="1152128" cy="461665"/>
          </a:xfrm>
          <a:prstGeom prst="rect">
            <a:avLst/>
          </a:prstGeom>
          <a:noFill/>
        </p:spPr>
        <p:txBody>
          <a:bodyPr wrap="square" rtlCol="0">
            <a:spAutoFit/>
          </a:bodyPr>
          <a:lstStyle/>
          <a:p>
            <a:r>
              <a:rPr lang="zh-CN" altLang="en-US" b="1" dirty="0" smtClean="0">
                <a:solidFill>
                  <a:srgbClr val="C00000"/>
                </a:solidFill>
                <a:latin typeface="微软雅黑" panose="020B0503020204020204" pitchFamily="34" charset="-122"/>
                <a:ea typeface="微软雅黑" panose="020B0503020204020204" pitchFamily="34" charset="-122"/>
              </a:rPr>
              <a:t>栈</a:t>
            </a:r>
            <a:endParaRPr lang="zh-CN" altLang="en-US" b="1" dirty="0">
              <a:solidFill>
                <a:srgbClr val="C00000"/>
              </a:solidFill>
              <a:latin typeface="微软雅黑" panose="020B0503020204020204" pitchFamily="34" charset="-122"/>
              <a:ea typeface="微软雅黑" panose="020B0503020204020204" pitchFamily="34" charset="-122"/>
            </a:endParaRPr>
          </a:p>
        </p:txBody>
      </p:sp>
      <p:sp>
        <p:nvSpPr>
          <p:cNvPr id="4" name="任意多边形 3"/>
          <p:cNvSpPr/>
          <p:nvPr/>
        </p:nvSpPr>
        <p:spPr bwMode="auto">
          <a:xfrm>
            <a:off x="1611517" y="2942376"/>
            <a:ext cx="4300396" cy="1122630"/>
          </a:xfrm>
          <a:custGeom>
            <a:avLst/>
            <a:gdLst>
              <a:gd name="connsiteX0" fmla="*/ 4300396 w 4300396"/>
              <a:gd name="connsiteY0" fmla="*/ 1122630 h 1122630"/>
              <a:gd name="connsiteX1" fmla="*/ 1023041 w 4300396"/>
              <a:gd name="connsiteY1" fmla="*/ 679010 h 1122630"/>
              <a:gd name="connsiteX2" fmla="*/ 0 w 4300396"/>
              <a:gd name="connsiteY2" fmla="*/ 0 h 1122630"/>
            </a:gdLst>
            <a:ahLst/>
            <a:cxnLst>
              <a:cxn ang="0">
                <a:pos x="connsiteX0" y="connsiteY0"/>
              </a:cxn>
              <a:cxn ang="0">
                <a:pos x="connsiteX1" y="connsiteY1"/>
              </a:cxn>
              <a:cxn ang="0">
                <a:pos x="connsiteX2" y="connsiteY2"/>
              </a:cxn>
            </a:cxnLst>
            <a:rect l="l" t="t" r="r" b="b"/>
            <a:pathLst>
              <a:path w="4300396" h="1122630">
                <a:moveTo>
                  <a:pt x="4300396" y="1122630"/>
                </a:moveTo>
                <a:cubicBezTo>
                  <a:pt x="3020085" y="994372"/>
                  <a:pt x="1739774" y="866115"/>
                  <a:pt x="1023041" y="679010"/>
                </a:cubicBezTo>
                <a:cubicBezTo>
                  <a:pt x="306308" y="491905"/>
                  <a:pt x="70919" y="42249"/>
                  <a:pt x="0" y="0"/>
                </a:cubicBezTo>
              </a:path>
            </a:pathLst>
          </a:custGeom>
          <a:noFill/>
          <a:ln w="28575" cap="flat" cmpd="sng" algn="ctr">
            <a:solidFill>
              <a:schemeClr val="tx1"/>
            </a:solidFill>
            <a:prstDash val="solid"/>
            <a:round/>
            <a:headEnd type="none" w="med" len="med"/>
            <a:tailEnd type="arrow" w="med" len="med"/>
          </a:ln>
        </p:spPr>
        <p:txBody>
          <a:bodyPr vert="horz" wrap="square" lIns="91440" tIns="45720" rIns="91440" bIns="45720" numCol="1" rtlCol="0" anchor="t" anchorCtr="0" compatLnSpc="1"/>
          <a:lstStyle/>
          <a:p>
            <a:pPr eaLnBrk="1" latinLnBrk="1" hangingPunct="1"/>
            <a:endParaRPr kumimoji="1" lang="zh-CN" altLang="en-US"/>
          </a:p>
        </p:txBody>
      </p:sp>
    </p:spTree>
    <p:extLst>
      <p:ext uri="{BB962C8B-B14F-4D97-AF65-F5344CB8AC3E}">
        <p14:creationId xmlns:p14="http://schemas.microsoft.com/office/powerpoint/2010/main" val="4183735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txBox="1">
            <a:spLocks noGrp="1"/>
          </p:cNvSpPr>
          <p:nvPr>
            <p:ph type="sldNum" sz="quarter" idx="4"/>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40" tIns="45720" rIns="91440" bIns="45720" numCol="1" anchor="t" anchorCtr="0" compatLnSpc="1"/>
          <a:lstStyle/>
          <a:p>
            <a:pPr marL="0" marR="0" lvl="0" indent="0" algn="r" defTabSz="914400" rtl="0" eaLnBrk="1" fontAlgn="base" latinLnBrk="1" hangingPunct="1">
              <a:lnSpc>
                <a:spcPct val="100000"/>
              </a:lnSpc>
              <a:spcBef>
                <a:spcPct val="0"/>
              </a:spcBef>
              <a:spcAft>
                <a:spcPct val="0"/>
              </a:spcAft>
              <a:buClrTx/>
              <a:buSzTx/>
              <a:buFontTx/>
              <a:buNone/>
              <a:defRPr/>
            </a:pPr>
            <a:fld id="{28DD6B83-3494-4137-A095-2F58AAEC0ACF}"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t>49</a:t>
            </a:fld>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181250" name="Rectangle 2"/>
          <p:cNvSpPr>
            <a:spLocks noGrp="1" noChangeArrowheads="1"/>
          </p:cNvSpPr>
          <p:nvPr>
            <p:ph type="title"/>
          </p:nvPr>
        </p:nvSpPr>
        <p:spPr>
          <a:xfrm>
            <a:off x="1290638" y="320675"/>
            <a:ext cx="7772400" cy="731838"/>
          </a:xfrm>
        </p:spPr>
        <p:txBody>
          <a:bodyPr vert="horz" wrap="square" lIns="91440" tIns="45720" rIns="91440" bIns="45720" numCol="1" anchor="ctr" anchorCtr="0" compatLnSpc="1"/>
          <a:lstStyle/>
          <a:p>
            <a:pPr marL="0" marR="0" lvl="0" indent="0" algn="ctr" defTabSz="914400" rtl="0" eaLnBrk="1" fontAlgn="base" latinLnBrk="1" hangingPunct="1">
              <a:lnSpc>
                <a:spcPct val="100000"/>
              </a:lnSpc>
              <a:spcBef>
                <a:spcPct val="0"/>
              </a:spcBef>
              <a:spcAft>
                <a:spcPct val="0"/>
              </a:spcAft>
              <a:buClrTx/>
              <a:buSzTx/>
              <a:buFontTx/>
              <a:buNone/>
              <a:defRPr/>
            </a:pPr>
            <a:r>
              <a:rPr lang="zh-CN" altLang="en-US" sz="3200" b="1" dirty="0">
                <a:solidFill>
                  <a:schemeClr val="tx1"/>
                </a:solidFill>
                <a:effectLst>
                  <a:outerShdw blurRad="38100" dist="38100" dir="2700000" algn="tl">
                    <a:srgbClr val="C0C0C0"/>
                  </a:outerShdw>
                </a:effectLst>
                <a:latin typeface="宋体" panose="02010600030101010101" pitchFamily="2" charset="-122"/>
                <a:ea typeface="宋体" panose="02010600030101010101" pitchFamily="2" charset="-122"/>
              </a:rPr>
              <a:t>反</a:t>
            </a:r>
            <a:r>
              <a:rPr kumimoji="1" lang="zh-CN" altLang="en-US" sz="32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j-cs"/>
              </a:rPr>
              <a:t>向链接算法例子</a:t>
            </a:r>
            <a:endParaRPr kumimoji="1" lang="en-US" altLang="zh-CN" sz="32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j-cs"/>
            </a:endParaRPr>
          </a:p>
        </p:txBody>
      </p:sp>
      <p:sp>
        <p:nvSpPr>
          <p:cNvPr id="111620" name="Text Box 4"/>
          <p:cNvSpPr txBox="1"/>
          <p:nvPr/>
        </p:nvSpPr>
        <p:spPr>
          <a:xfrm>
            <a:off x="0" y="188913"/>
            <a:ext cx="2339975" cy="457200"/>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0" lvl="0" indent="0" eaLnBrk="1" hangingPunct="1">
              <a:spcBef>
                <a:spcPct val="50000"/>
              </a:spcBef>
              <a:buNone/>
            </a:pPr>
            <a:r>
              <a:rPr lang="zh-CN" altLang="en-US" sz="2400" dirty="0">
                <a:latin typeface="华文行楷" panose="02010800040101010101" pitchFamily="2" charset="-122"/>
                <a:ea typeface="华文行楷" panose="02010800040101010101" pitchFamily="2" charset="-122"/>
              </a:rPr>
              <a:t>第</a:t>
            </a:r>
            <a:r>
              <a:rPr lang="en-US" altLang="zh-CN" sz="2400" dirty="0">
                <a:latin typeface="华文行楷" panose="02010800040101010101" pitchFamily="2" charset="-122"/>
                <a:ea typeface="华文行楷" panose="02010800040101010101" pitchFamily="2" charset="-122"/>
              </a:rPr>
              <a:t>3</a:t>
            </a:r>
            <a:r>
              <a:rPr lang="zh-CN" altLang="en-US" sz="2400" dirty="0">
                <a:latin typeface="华文行楷" panose="02010800040101010101" pitchFamily="2" charset="-122"/>
                <a:ea typeface="华文行楷" panose="02010800040101010101" pitchFamily="2" charset="-122"/>
              </a:rPr>
              <a:t>章 逻辑系统</a:t>
            </a:r>
          </a:p>
        </p:txBody>
      </p:sp>
      <p:sp>
        <p:nvSpPr>
          <p:cNvPr id="181254" name="Rectangle 6"/>
          <p:cNvSpPr/>
          <p:nvPr/>
        </p:nvSpPr>
        <p:spPr>
          <a:xfrm>
            <a:off x="107504" y="1817529"/>
            <a:ext cx="5328592" cy="1323439"/>
          </a:xfrm>
          <a:prstGeom prst="rect">
            <a:avLst/>
          </a:prstGeom>
          <a:solidFill>
            <a:schemeClr val="bg1"/>
          </a:solidFill>
          <a:ln w="9525" cap="flat" cmpd="sng">
            <a:solidFill>
              <a:schemeClr val="tx1"/>
            </a:solidFill>
            <a:prstDash val="solid"/>
            <a:miter/>
            <a:headEnd type="none" w="med" len="med"/>
            <a:tailEnd type="none" w="med" len="med"/>
          </a:ln>
        </p:spPr>
        <p:txBody>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0" lvl="0" indent="0" eaLnBrk="1" hangingPunct="1">
              <a:buNone/>
            </a:pPr>
            <a:r>
              <a:rPr lang="en-US" altLang="zh-CN" sz="2000" b="1" dirty="0">
                <a:latin typeface="Times New Roman" panose="02020603050405020304" pitchFamily="18" charset="0"/>
                <a:ea typeface="黑体" panose="02010609060101010101" pitchFamily="49" charset="-122"/>
                <a:sym typeface="Symbol" panose="05050102010706020507" pitchFamily="18" charset="2"/>
              </a:rPr>
              <a:t>A (x) ∧ W (y) ∧ S (x,y,z) ∧ H (z) →  C (x) [1]</a:t>
            </a:r>
          </a:p>
          <a:p>
            <a:pPr marL="0" lvl="0" indent="0" eaLnBrk="1" hangingPunct="1">
              <a:buNone/>
            </a:pPr>
            <a:r>
              <a:rPr lang="en-US" altLang="zh-CN" sz="2000" b="1" dirty="0">
                <a:latin typeface="Times New Roman" panose="02020603050405020304" pitchFamily="18" charset="0"/>
                <a:ea typeface="黑体" panose="02010609060101010101" pitchFamily="49" charset="-122"/>
                <a:sym typeface="Symbol" panose="05050102010706020507" pitchFamily="18" charset="2"/>
              </a:rPr>
              <a:t>M (y) ∧ O (Nono, y)→S (West, y, Nono)      [2]</a:t>
            </a:r>
          </a:p>
          <a:p>
            <a:pPr marL="0" lvl="0" indent="0" eaLnBrk="1" hangingPunct="1">
              <a:buNone/>
            </a:pPr>
            <a:r>
              <a:rPr lang="en-US" altLang="zh-CN" sz="2000" b="1" dirty="0">
                <a:latin typeface="Times New Roman" panose="02020603050405020304" pitchFamily="18" charset="0"/>
                <a:ea typeface="黑体" panose="02010609060101010101" pitchFamily="49" charset="-122"/>
                <a:sym typeface="Symbol" panose="05050102010706020507" pitchFamily="18" charset="2"/>
              </a:rPr>
              <a:t>M (y) → W (y)	 [3</a:t>
            </a:r>
            <a:r>
              <a:rPr lang="en-US" altLang="zh-CN" sz="2000" b="1" dirty="0" smtClean="0">
                <a:latin typeface="Times New Roman" panose="02020603050405020304" pitchFamily="18" charset="0"/>
                <a:ea typeface="黑体" panose="02010609060101010101" pitchFamily="49" charset="-122"/>
                <a:sym typeface="Symbol" panose="05050102010706020507" pitchFamily="18" charset="2"/>
              </a:rPr>
              <a:t>]</a:t>
            </a:r>
            <a:endParaRPr lang="en-US" altLang="zh-CN" sz="2000" b="1" dirty="0">
              <a:latin typeface="Times New Roman" panose="02020603050405020304" pitchFamily="18" charset="0"/>
              <a:ea typeface="黑体" panose="02010609060101010101" pitchFamily="49" charset="-122"/>
              <a:sym typeface="Symbol" panose="05050102010706020507" pitchFamily="18" charset="2"/>
            </a:endParaRPr>
          </a:p>
        </p:txBody>
      </p:sp>
      <p:sp>
        <p:nvSpPr>
          <p:cNvPr id="2" name="矩形 1"/>
          <p:cNvSpPr/>
          <p:nvPr/>
        </p:nvSpPr>
        <p:spPr>
          <a:xfrm>
            <a:off x="5868838" y="1817529"/>
            <a:ext cx="2663602" cy="1323439"/>
          </a:xfrm>
          <a:prstGeom prst="rect">
            <a:avLst/>
          </a:prstGeom>
          <a:ln>
            <a:solidFill>
              <a:schemeClr val="accent1"/>
            </a:solidFill>
          </a:ln>
        </p:spPr>
        <p:txBody>
          <a:bodyPr wrap="square">
            <a:spAutoFit/>
          </a:bodyPr>
          <a:lstStyle/>
          <a:p>
            <a:pPr marL="342900" lvl="0" indent="-342900" eaLnBrk="1" hangingPunct="1"/>
            <a:r>
              <a:rPr lang="en-US" altLang="zh-CN" sz="2000" b="1" dirty="0">
                <a:latin typeface="Times New Roman" panose="02020603050405020304" pitchFamily="18" charset="0"/>
                <a:ea typeface="黑体" panose="02010609060101010101" pitchFamily="49" charset="-122"/>
                <a:sym typeface="Symbol" panose="05050102010706020507" pitchFamily="18" charset="2"/>
              </a:rPr>
              <a:t>O (</a:t>
            </a:r>
            <a:r>
              <a:rPr lang="en-US" altLang="zh-CN" sz="2000" b="1" dirty="0" err="1">
                <a:latin typeface="Times New Roman" panose="02020603050405020304" pitchFamily="18" charset="0"/>
                <a:ea typeface="黑体" panose="02010609060101010101" pitchFamily="49" charset="-122"/>
                <a:sym typeface="Symbol" panose="05050102010706020507" pitchFamily="18" charset="2"/>
              </a:rPr>
              <a:t>Nono</a:t>
            </a:r>
            <a:r>
              <a:rPr lang="en-US" altLang="zh-CN" sz="2000" b="1" dirty="0">
                <a:latin typeface="Times New Roman" panose="02020603050405020304" pitchFamily="18" charset="0"/>
                <a:ea typeface="黑体" panose="02010609060101010101" pitchFamily="49" charset="-122"/>
                <a:sym typeface="Symbol" panose="05050102010706020507" pitchFamily="18" charset="2"/>
              </a:rPr>
              <a:t>, </a:t>
            </a:r>
            <a:r>
              <a:rPr lang="en-US" altLang="zh-CN" sz="2000" b="1" dirty="0" err="1">
                <a:latin typeface="Times New Roman" panose="02020603050405020304" pitchFamily="18" charset="0"/>
                <a:ea typeface="黑体" panose="02010609060101010101" pitchFamily="49" charset="-122"/>
                <a:sym typeface="Symbol" panose="05050102010706020507" pitchFamily="18" charset="2"/>
              </a:rPr>
              <a:t>M1</a:t>
            </a:r>
            <a:r>
              <a:rPr lang="en-US" altLang="zh-CN" sz="2000" b="1" dirty="0">
                <a:latin typeface="Times New Roman" panose="02020603050405020304" pitchFamily="18" charset="0"/>
                <a:ea typeface="黑体" panose="02010609060101010101" pitchFamily="49" charset="-122"/>
                <a:sym typeface="Symbol" panose="05050102010706020507" pitchFamily="18" charset="2"/>
              </a:rPr>
              <a:t>) 	 [4]</a:t>
            </a:r>
          </a:p>
          <a:p>
            <a:pPr marL="342900" lvl="0" indent="-342900" eaLnBrk="1" hangingPunct="1"/>
            <a:r>
              <a:rPr lang="en-US" altLang="zh-CN" sz="2000" b="1" dirty="0">
                <a:latin typeface="Times New Roman" panose="02020603050405020304" pitchFamily="18" charset="0"/>
                <a:ea typeface="黑体" panose="02010609060101010101" pitchFamily="49" charset="-122"/>
                <a:sym typeface="Symbol" panose="05050102010706020507" pitchFamily="18" charset="2"/>
              </a:rPr>
              <a:t>M (</a:t>
            </a:r>
            <a:r>
              <a:rPr lang="en-US" altLang="zh-CN" sz="2000" b="1" dirty="0" err="1">
                <a:latin typeface="Times New Roman" panose="02020603050405020304" pitchFamily="18" charset="0"/>
                <a:ea typeface="黑体" panose="02010609060101010101" pitchFamily="49" charset="-122"/>
                <a:sym typeface="Symbol" panose="05050102010706020507" pitchFamily="18" charset="2"/>
              </a:rPr>
              <a:t>M1</a:t>
            </a:r>
            <a:r>
              <a:rPr lang="en-US" altLang="zh-CN" sz="2000" b="1" dirty="0">
                <a:latin typeface="Times New Roman" panose="02020603050405020304" pitchFamily="18" charset="0"/>
                <a:ea typeface="黑体" panose="02010609060101010101" pitchFamily="49" charset="-122"/>
                <a:sym typeface="Symbol" panose="05050102010706020507" pitchFamily="18" charset="2"/>
              </a:rPr>
              <a:t>)                 [5]</a:t>
            </a:r>
          </a:p>
          <a:p>
            <a:pPr marL="342900" lvl="0" indent="-342900" eaLnBrk="1" hangingPunct="1"/>
            <a:r>
              <a:rPr lang="en-US" altLang="zh-CN" sz="2000" b="1" dirty="0">
                <a:latin typeface="Times New Roman" panose="02020603050405020304" pitchFamily="18" charset="0"/>
                <a:ea typeface="黑体" panose="02010609060101010101" pitchFamily="49" charset="-122"/>
                <a:sym typeface="Symbol" panose="05050102010706020507" pitchFamily="18" charset="2"/>
              </a:rPr>
              <a:t>A (West)	 [6]</a:t>
            </a:r>
          </a:p>
          <a:p>
            <a:pPr marL="342900" lvl="0" indent="-342900" eaLnBrk="1" hangingPunct="1"/>
            <a:r>
              <a:rPr lang="en-US" altLang="zh-CN" sz="2000" b="1" dirty="0">
                <a:latin typeface="Times New Roman" panose="02020603050405020304" pitchFamily="18" charset="0"/>
                <a:ea typeface="黑体" panose="02010609060101010101" pitchFamily="49" charset="-122"/>
                <a:sym typeface="Symbol" panose="05050102010706020507" pitchFamily="18" charset="2"/>
              </a:rPr>
              <a:t>H (</a:t>
            </a:r>
            <a:r>
              <a:rPr lang="en-US" altLang="zh-CN" sz="2000" b="1" dirty="0" err="1">
                <a:latin typeface="Times New Roman" panose="02020603050405020304" pitchFamily="18" charset="0"/>
                <a:ea typeface="黑体" panose="02010609060101010101" pitchFamily="49" charset="-122"/>
                <a:sym typeface="Symbol" panose="05050102010706020507" pitchFamily="18" charset="2"/>
              </a:rPr>
              <a:t>Nono</a:t>
            </a:r>
            <a:r>
              <a:rPr lang="en-US" altLang="zh-CN" sz="2000" b="1" dirty="0">
                <a:latin typeface="Times New Roman" panose="02020603050405020304" pitchFamily="18" charset="0"/>
                <a:ea typeface="黑体" panose="02010609060101010101" pitchFamily="49" charset="-122"/>
                <a:sym typeface="Symbol" panose="05050102010706020507" pitchFamily="18" charset="2"/>
              </a:rPr>
              <a:t>) 	 [7]</a:t>
            </a:r>
            <a:endParaRPr lang="zh-CN" altLang="en-US" sz="2000" b="1" dirty="0">
              <a:latin typeface="Times New Roman" panose="02020603050405020304" pitchFamily="18" charset="0"/>
              <a:ea typeface="黑体" panose="02010609060101010101" pitchFamily="49" charset="-122"/>
              <a:sym typeface="Symbol" panose="05050102010706020507" pitchFamily="18" charset="2"/>
            </a:endParaRPr>
          </a:p>
        </p:txBody>
      </p:sp>
      <p:sp>
        <p:nvSpPr>
          <p:cNvPr id="3" name="文本框 2"/>
          <p:cNvSpPr txBox="1"/>
          <p:nvPr/>
        </p:nvSpPr>
        <p:spPr>
          <a:xfrm>
            <a:off x="1835696" y="1269530"/>
            <a:ext cx="1152128" cy="461665"/>
          </a:xfrm>
          <a:prstGeom prst="rect">
            <a:avLst/>
          </a:prstGeom>
          <a:noFill/>
        </p:spPr>
        <p:txBody>
          <a:bodyPr wrap="square" rtlCol="0">
            <a:spAutoFit/>
          </a:bodyPr>
          <a:lstStyle/>
          <a:p>
            <a:r>
              <a:rPr lang="zh-CN" altLang="en-US" b="1" dirty="0">
                <a:solidFill>
                  <a:srgbClr val="C00000"/>
                </a:solidFill>
                <a:latin typeface="微软雅黑" panose="020B0503020204020204" pitchFamily="34" charset="-122"/>
                <a:ea typeface="微软雅黑" panose="020B0503020204020204" pitchFamily="34" charset="-122"/>
              </a:rPr>
              <a:t>规则</a:t>
            </a:r>
          </a:p>
        </p:txBody>
      </p:sp>
      <p:sp>
        <p:nvSpPr>
          <p:cNvPr id="10" name="文本框 9"/>
          <p:cNvSpPr txBox="1"/>
          <p:nvPr/>
        </p:nvSpPr>
        <p:spPr>
          <a:xfrm>
            <a:off x="6553200" y="1269529"/>
            <a:ext cx="1152128" cy="461665"/>
          </a:xfrm>
          <a:prstGeom prst="rect">
            <a:avLst/>
          </a:prstGeom>
          <a:noFill/>
        </p:spPr>
        <p:txBody>
          <a:bodyPr wrap="square" rtlCol="0">
            <a:spAutoFit/>
          </a:bodyPr>
          <a:lstStyle/>
          <a:p>
            <a:r>
              <a:rPr lang="zh-CN" altLang="en-US" b="1" dirty="0" smtClean="0">
                <a:solidFill>
                  <a:srgbClr val="C00000"/>
                </a:solidFill>
                <a:latin typeface="微软雅黑" panose="020B0503020204020204" pitchFamily="34" charset="-122"/>
                <a:ea typeface="微软雅黑" panose="020B0503020204020204" pitchFamily="34" charset="-122"/>
              </a:rPr>
              <a:t>事实</a:t>
            </a:r>
            <a:endParaRPr lang="zh-CN" altLang="en-US" b="1" dirty="0">
              <a:solidFill>
                <a:srgbClr val="C00000"/>
              </a:solidFill>
              <a:latin typeface="微软雅黑" panose="020B0503020204020204" pitchFamily="34" charset="-122"/>
              <a:ea typeface="微软雅黑" panose="020B0503020204020204" pitchFamily="34" charset="-122"/>
            </a:endParaRPr>
          </a:p>
        </p:txBody>
      </p:sp>
      <p:sp>
        <p:nvSpPr>
          <p:cNvPr id="9" name="矩形 8"/>
          <p:cNvSpPr/>
          <p:nvPr/>
        </p:nvSpPr>
        <p:spPr>
          <a:xfrm>
            <a:off x="5799694" y="3904992"/>
            <a:ext cx="2732746" cy="707886"/>
          </a:xfrm>
          <a:prstGeom prst="rect">
            <a:avLst/>
          </a:prstGeom>
          <a:ln>
            <a:solidFill>
              <a:schemeClr val="accent1"/>
            </a:solidFill>
          </a:ln>
        </p:spPr>
        <p:txBody>
          <a:bodyPr wrap="square">
            <a:spAutoFit/>
          </a:bodyPr>
          <a:lstStyle/>
          <a:p>
            <a:pPr marL="342900" lvl="0" indent="-342900" eaLnBrk="1" hangingPunct="1"/>
            <a:r>
              <a:rPr lang="en-US" altLang="zh-CN" sz="2000" b="1" dirty="0" smtClean="0">
                <a:latin typeface="Times New Roman" panose="02020603050405020304" pitchFamily="18" charset="0"/>
                <a:ea typeface="黑体" panose="02010609060101010101" pitchFamily="49" charset="-122"/>
                <a:sym typeface="Symbol" panose="05050102010706020507" pitchFamily="18" charset="2"/>
              </a:rPr>
              <a:t>M(y</a:t>
            </a:r>
            <a:r>
              <a:rPr lang="en-US" altLang="zh-CN" sz="2000" b="1" dirty="0">
                <a:latin typeface="Times New Roman" panose="02020603050405020304" pitchFamily="18" charset="0"/>
                <a:ea typeface="黑体" panose="02010609060101010101" pitchFamily="49" charset="-122"/>
                <a:sym typeface="Symbol" panose="05050102010706020507" pitchFamily="18" charset="2"/>
              </a:rPr>
              <a:t>)</a:t>
            </a:r>
          </a:p>
          <a:p>
            <a:pPr marL="342900" lvl="0" indent="-342900" eaLnBrk="1" hangingPunct="1"/>
            <a:r>
              <a:rPr lang="en-US" altLang="zh-CN" sz="2000" b="1" dirty="0" smtClean="0">
                <a:latin typeface="Times New Roman" panose="02020603050405020304" pitchFamily="18" charset="0"/>
                <a:ea typeface="黑体" panose="02010609060101010101" pitchFamily="49" charset="-122"/>
                <a:sym typeface="Symbol" panose="05050102010706020507" pitchFamily="18" charset="2"/>
              </a:rPr>
              <a:t>S(</a:t>
            </a:r>
            <a:r>
              <a:rPr lang="en-US" altLang="zh-CN" sz="2000" b="1" dirty="0" err="1" smtClean="0">
                <a:latin typeface="Times New Roman" panose="02020603050405020304" pitchFamily="18" charset="0"/>
                <a:ea typeface="黑体" panose="02010609060101010101" pitchFamily="49" charset="-122"/>
                <a:sym typeface="Symbol" panose="05050102010706020507" pitchFamily="18" charset="2"/>
              </a:rPr>
              <a:t>West,y,Nono</a:t>
            </a:r>
            <a:r>
              <a:rPr lang="en-US" altLang="zh-CN" sz="2000" b="1" dirty="0" smtClean="0">
                <a:latin typeface="Times New Roman" panose="02020603050405020304" pitchFamily="18" charset="0"/>
                <a:ea typeface="黑体" panose="02010609060101010101" pitchFamily="49" charset="-122"/>
                <a:sym typeface="Symbol" panose="05050102010706020507" pitchFamily="18" charset="2"/>
              </a:rPr>
              <a:t>)</a:t>
            </a:r>
            <a:endParaRPr lang="en-US" altLang="zh-CN" sz="2000" b="1" dirty="0">
              <a:latin typeface="Times New Roman" panose="02020603050405020304" pitchFamily="18" charset="0"/>
              <a:ea typeface="黑体" panose="02010609060101010101" pitchFamily="49" charset="-122"/>
              <a:sym typeface="Symbol" panose="05050102010706020507" pitchFamily="18" charset="2"/>
            </a:endParaRPr>
          </a:p>
        </p:txBody>
      </p:sp>
      <p:sp>
        <p:nvSpPr>
          <p:cNvPr id="11" name="文本框 10"/>
          <p:cNvSpPr txBox="1"/>
          <p:nvPr/>
        </p:nvSpPr>
        <p:spPr>
          <a:xfrm>
            <a:off x="6484056" y="3356992"/>
            <a:ext cx="1152128" cy="461665"/>
          </a:xfrm>
          <a:prstGeom prst="rect">
            <a:avLst/>
          </a:prstGeom>
          <a:noFill/>
        </p:spPr>
        <p:txBody>
          <a:bodyPr wrap="square" rtlCol="0">
            <a:spAutoFit/>
          </a:bodyPr>
          <a:lstStyle/>
          <a:p>
            <a:r>
              <a:rPr lang="zh-CN" altLang="en-US" b="1" dirty="0" smtClean="0">
                <a:solidFill>
                  <a:srgbClr val="C00000"/>
                </a:solidFill>
                <a:latin typeface="微软雅黑" panose="020B0503020204020204" pitchFamily="34" charset="-122"/>
                <a:ea typeface="微软雅黑" panose="020B0503020204020204" pitchFamily="34" charset="-122"/>
              </a:rPr>
              <a:t>栈</a:t>
            </a:r>
            <a:endParaRPr lang="zh-CN" altLang="en-US" b="1" dirty="0">
              <a:solidFill>
                <a:srgbClr val="C00000"/>
              </a:solidFill>
              <a:latin typeface="微软雅黑" panose="020B0503020204020204" pitchFamily="34" charset="-122"/>
              <a:ea typeface="微软雅黑" panose="020B0503020204020204" pitchFamily="34" charset="-122"/>
            </a:endParaRPr>
          </a:p>
        </p:txBody>
      </p:sp>
      <p:sp>
        <p:nvSpPr>
          <p:cNvPr id="5" name="任意多边形 4"/>
          <p:cNvSpPr/>
          <p:nvPr/>
        </p:nvSpPr>
        <p:spPr bwMode="auto">
          <a:xfrm>
            <a:off x="5456409" y="2362954"/>
            <a:ext cx="527932" cy="1738266"/>
          </a:xfrm>
          <a:custGeom>
            <a:avLst/>
            <a:gdLst>
              <a:gd name="connsiteX0" fmla="*/ 527932 w 527932"/>
              <a:gd name="connsiteY0" fmla="*/ 0 h 1738266"/>
              <a:gd name="connsiteX1" fmla="*/ 57151 w 527932"/>
              <a:gd name="connsiteY1" fmla="*/ 506995 h 1738266"/>
              <a:gd name="connsiteX2" fmla="*/ 48098 w 527932"/>
              <a:gd name="connsiteY2" fmla="*/ 1376127 h 1738266"/>
              <a:gd name="connsiteX3" fmla="*/ 419290 w 527932"/>
              <a:gd name="connsiteY3" fmla="*/ 1738266 h 1738266"/>
            </a:gdLst>
            <a:ahLst/>
            <a:cxnLst>
              <a:cxn ang="0">
                <a:pos x="connsiteX0" y="connsiteY0"/>
              </a:cxn>
              <a:cxn ang="0">
                <a:pos x="connsiteX1" y="connsiteY1"/>
              </a:cxn>
              <a:cxn ang="0">
                <a:pos x="connsiteX2" y="connsiteY2"/>
              </a:cxn>
              <a:cxn ang="0">
                <a:pos x="connsiteX3" y="connsiteY3"/>
              </a:cxn>
            </a:cxnLst>
            <a:rect l="l" t="t" r="r" b="b"/>
            <a:pathLst>
              <a:path w="527932" h="1738266">
                <a:moveTo>
                  <a:pt x="527932" y="0"/>
                </a:moveTo>
                <a:cubicBezTo>
                  <a:pt x="332527" y="138820"/>
                  <a:pt x="137123" y="277641"/>
                  <a:pt x="57151" y="506995"/>
                </a:cubicBezTo>
                <a:cubicBezTo>
                  <a:pt x="-22821" y="736349"/>
                  <a:pt x="-12259" y="1170915"/>
                  <a:pt x="48098" y="1376127"/>
                </a:cubicBezTo>
                <a:cubicBezTo>
                  <a:pt x="108455" y="1581339"/>
                  <a:pt x="369496" y="1677909"/>
                  <a:pt x="419290" y="1738266"/>
                </a:cubicBezTo>
              </a:path>
            </a:pathLst>
          </a:custGeom>
          <a:noFill/>
          <a:ln w="28575" cap="flat" cmpd="sng" algn="ctr">
            <a:solidFill>
              <a:schemeClr val="tx1"/>
            </a:solidFill>
            <a:prstDash val="solid"/>
            <a:round/>
            <a:headEnd type="none" w="med" len="med"/>
            <a:tailEnd type="arrow" w="med" len="med"/>
          </a:ln>
        </p:spPr>
        <p:txBody>
          <a:bodyPr vert="horz" wrap="square" lIns="91440" tIns="45720" rIns="91440" bIns="45720" numCol="1" rtlCol="0" anchor="t" anchorCtr="0" compatLnSpc="1"/>
          <a:lstStyle/>
          <a:p>
            <a:pPr eaLnBrk="1" latinLnBrk="1" hangingPunct="1"/>
            <a:endParaRPr kumimoji="1" lang="zh-CN" altLang="en-US"/>
          </a:p>
        </p:txBody>
      </p:sp>
    </p:spTree>
    <p:extLst>
      <p:ext uri="{BB962C8B-B14F-4D97-AF65-F5344CB8AC3E}">
        <p14:creationId xmlns:p14="http://schemas.microsoft.com/office/powerpoint/2010/main" val="2435191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txBox="1">
            <a:spLocks noGrp="1"/>
          </p:cNvSpPr>
          <p:nvPr>
            <p:ph type="sldNum" sz="quarter" idx="4"/>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40" tIns="45720" rIns="91440" bIns="45720" numCol="1" anchor="t" anchorCtr="0" compatLnSpc="1"/>
          <a:lstStyle/>
          <a:p>
            <a:pPr marL="0" marR="0" lvl="0" indent="0" algn="r" defTabSz="914400" rtl="0" eaLnBrk="1" fontAlgn="base" latinLnBrk="1" hangingPunct="1">
              <a:lnSpc>
                <a:spcPct val="100000"/>
              </a:lnSpc>
              <a:spcBef>
                <a:spcPct val="0"/>
              </a:spcBef>
              <a:spcAft>
                <a:spcPct val="0"/>
              </a:spcAft>
              <a:buClrTx/>
              <a:buSzTx/>
              <a:buFontTx/>
              <a:buNone/>
              <a:defRPr/>
            </a:pPr>
            <a:fld id="{28DD6B83-3494-4137-A095-2F58AAEC0ACF}"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t>50</a:t>
            </a:fld>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181250" name="Rectangle 2"/>
          <p:cNvSpPr>
            <a:spLocks noGrp="1" noChangeArrowheads="1"/>
          </p:cNvSpPr>
          <p:nvPr>
            <p:ph type="title"/>
          </p:nvPr>
        </p:nvSpPr>
        <p:spPr>
          <a:xfrm>
            <a:off x="1290638" y="320675"/>
            <a:ext cx="7772400" cy="731838"/>
          </a:xfrm>
        </p:spPr>
        <p:txBody>
          <a:bodyPr vert="horz" wrap="square" lIns="91440" tIns="45720" rIns="91440" bIns="45720" numCol="1" anchor="ctr" anchorCtr="0" compatLnSpc="1"/>
          <a:lstStyle/>
          <a:p>
            <a:pPr marL="0" marR="0" lvl="0" indent="0" algn="ctr" defTabSz="914400" rtl="0" eaLnBrk="1" fontAlgn="base" latinLnBrk="1" hangingPunct="1">
              <a:lnSpc>
                <a:spcPct val="100000"/>
              </a:lnSpc>
              <a:spcBef>
                <a:spcPct val="0"/>
              </a:spcBef>
              <a:spcAft>
                <a:spcPct val="0"/>
              </a:spcAft>
              <a:buClrTx/>
              <a:buSzTx/>
              <a:buFontTx/>
              <a:buNone/>
              <a:defRPr/>
            </a:pPr>
            <a:r>
              <a:rPr lang="zh-CN" altLang="en-US" sz="3200" b="1" dirty="0">
                <a:solidFill>
                  <a:schemeClr val="tx1"/>
                </a:solidFill>
                <a:effectLst>
                  <a:outerShdw blurRad="38100" dist="38100" dir="2700000" algn="tl">
                    <a:srgbClr val="C0C0C0"/>
                  </a:outerShdw>
                </a:effectLst>
                <a:latin typeface="宋体" panose="02010600030101010101" pitchFamily="2" charset="-122"/>
                <a:ea typeface="宋体" panose="02010600030101010101" pitchFamily="2" charset="-122"/>
              </a:rPr>
              <a:t>反</a:t>
            </a:r>
            <a:r>
              <a:rPr kumimoji="1" lang="zh-CN" altLang="en-US" sz="32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j-cs"/>
              </a:rPr>
              <a:t>向链接算法例子</a:t>
            </a:r>
            <a:endParaRPr kumimoji="1" lang="en-US" altLang="zh-CN" sz="32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j-cs"/>
            </a:endParaRPr>
          </a:p>
        </p:txBody>
      </p:sp>
      <p:sp>
        <p:nvSpPr>
          <p:cNvPr id="111620" name="Text Box 4"/>
          <p:cNvSpPr txBox="1"/>
          <p:nvPr/>
        </p:nvSpPr>
        <p:spPr>
          <a:xfrm>
            <a:off x="0" y="188913"/>
            <a:ext cx="2339975" cy="457200"/>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0" lvl="0" indent="0" eaLnBrk="1" hangingPunct="1">
              <a:spcBef>
                <a:spcPct val="50000"/>
              </a:spcBef>
              <a:buNone/>
            </a:pPr>
            <a:r>
              <a:rPr lang="zh-CN" altLang="en-US" sz="2400" dirty="0">
                <a:latin typeface="华文行楷" panose="02010800040101010101" pitchFamily="2" charset="-122"/>
                <a:ea typeface="华文行楷" panose="02010800040101010101" pitchFamily="2" charset="-122"/>
              </a:rPr>
              <a:t>第</a:t>
            </a:r>
            <a:r>
              <a:rPr lang="en-US" altLang="zh-CN" sz="2400" dirty="0">
                <a:latin typeface="华文行楷" panose="02010800040101010101" pitchFamily="2" charset="-122"/>
                <a:ea typeface="华文行楷" panose="02010800040101010101" pitchFamily="2" charset="-122"/>
              </a:rPr>
              <a:t>3</a:t>
            </a:r>
            <a:r>
              <a:rPr lang="zh-CN" altLang="en-US" sz="2400" dirty="0">
                <a:latin typeface="华文行楷" panose="02010800040101010101" pitchFamily="2" charset="-122"/>
                <a:ea typeface="华文行楷" panose="02010800040101010101" pitchFamily="2" charset="-122"/>
              </a:rPr>
              <a:t>章 逻辑系统</a:t>
            </a:r>
          </a:p>
        </p:txBody>
      </p:sp>
      <p:sp>
        <p:nvSpPr>
          <p:cNvPr id="181254" name="Rectangle 6"/>
          <p:cNvSpPr/>
          <p:nvPr/>
        </p:nvSpPr>
        <p:spPr>
          <a:xfrm>
            <a:off x="107504" y="1817529"/>
            <a:ext cx="5328592" cy="1323439"/>
          </a:xfrm>
          <a:prstGeom prst="rect">
            <a:avLst/>
          </a:prstGeom>
          <a:solidFill>
            <a:schemeClr val="bg1"/>
          </a:solidFill>
          <a:ln w="9525" cap="flat" cmpd="sng">
            <a:solidFill>
              <a:schemeClr val="tx1"/>
            </a:solidFill>
            <a:prstDash val="solid"/>
            <a:miter/>
            <a:headEnd type="none" w="med" len="med"/>
            <a:tailEnd type="none" w="med" len="med"/>
          </a:ln>
        </p:spPr>
        <p:txBody>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0" lvl="0" indent="0" eaLnBrk="1" hangingPunct="1">
              <a:buNone/>
            </a:pPr>
            <a:r>
              <a:rPr lang="en-US" altLang="zh-CN" sz="2000" b="1" dirty="0">
                <a:latin typeface="Times New Roman" panose="02020603050405020304" pitchFamily="18" charset="0"/>
                <a:ea typeface="黑体" panose="02010609060101010101" pitchFamily="49" charset="-122"/>
                <a:sym typeface="Symbol" panose="05050102010706020507" pitchFamily="18" charset="2"/>
              </a:rPr>
              <a:t>A (x) ∧ W (y) ∧ S (x,y,z) ∧ H (z) →  C (x) [1]</a:t>
            </a:r>
          </a:p>
          <a:p>
            <a:pPr marL="0" lvl="0" indent="0" eaLnBrk="1" hangingPunct="1">
              <a:buNone/>
            </a:pPr>
            <a:r>
              <a:rPr lang="en-US" altLang="zh-CN" sz="2000" b="1" dirty="0">
                <a:latin typeface="Times New Roman" panose="02020603050405020304" pitchFamily="18" charset="0"/>
                <a:ea typeface="黑体" panose="02010609060101010101" pitchFamily="49" charset="-122"/>
                <a:sym typeface="Symbol" panose="05050102010706020507" pitchFamily="18" charset="2"/>
              </a:rPr>
              <a:t>M (y) ∧ O (Nono, y)→S (West, y, Nono)      [2]</a:t>
            </a:r>
          </a:p>
          <a:p>
            <a:pPr marL="0" lvl="0" indent="0" eaLnBrk="1" hangingPunct="1">
              <a:buNone/>
            </a:pPr>
            <a:r>
              <a:rPr lang="en-US" altLang="zh-CN" sz="2000" b="1" dirty="0">
                <a:latin typeface="Times New Roman" panose="02020603050405020304" pitchFamily="18" charset="0"/>
                <a:ea typeface="黑体" panose="02010609060101010101" pitchFamily="49" charset="-122"/>
                <a:sym typeface="Symbol" panose="05050102010706020507" pitchFamily="18" charset="2"/>
              </a:rPr>
              <a:t>M (y) → W (y)	 [3</a:t>
            </a:r>
            <a:r>
              <a:rPr lang="en-US" altLang="zh-CN" sz="2000" b="1" dirty="0" smtClean="0">
                <a:latin typeface="Times New Roman" panose="02020603050405020304" pitchFamily="18" charset="0"/>
                <a:ea typeface="黑体" panose="02010609060101010101" pitchFamily="49" charset="-122"/>
                <a:sym typeface="Symbol" panose="05050102010706020507" pitchFamily="18" charset="2"/>
              </a:rPr>
              <a:t>]</a:t>
            </a:r>
            <a:endParaRPr lang="en-US" altLang="zh-CN" sz="2000" b="1" dirty="0">
              <a:latin typeface="Times New Roman" panose="02020603050405020304" pitchFamily="18" charset="0"/>
              <a:ea typeface="黑体" panose="02010609060101010101" pitchFamily="49" charset="-122"/>
              <a:sym typeface="Symbol" panose="05050102010706020507" pitchFamily="18" charset="2"/>
            </a:endParaRPr>
          </a:p>
        </p:txBody>
      </p:sp>
      <p:sp>
        <p:nvSpPr>
          <p:cNvPr id="2" name="矩形 1"/>
          <p:cNvSpPr/>
          <p:nvPr/>
        </p:nvSpPr>
        <p:spPr>
          <a:xfrm>
            <a:off x="5868838" y="1817529"/>
            <a:ext cx="2663602" cy="1323439"/>
          </a:xfrm>
          <a:prstGeom prst="rect">
            <a:avLst/>
          </a:prstGeom>
          <a:ln>
            <a:solidFill>
              <a:schemeClr val="accent1"/>
            </a:solidFill>
          </a:ln>
        </p:spPr>
        <p:txBody>
          <a:bodyPr wrap="square">
            <a:spAutoFit/>
          </a:bodyPr>
          <a:lstStyle/>
          <a:p>
            <a:pPr marL="342900" lvl="0" indent="-342900" eaLnBrk="1" hangingPunct="1"/>
            <a:r>
              <a:rPr lang="en-US" altLang="zh-CN" sz="2000" b="1" dirty="0">
                <a:latin typeface="Times New Roman" panose="02020603050405020304" pitchFamily="18" charset="0"/>
                <a:ea typeface="黑体" panose="02010609060101010101" pitchFamily="49" charset="-122"/>
                <a:sym typeface="Symbol" panose="05050102010706020507" pitchFamily="18" charset="2"/>
              </a:rPr>
              <a:t>O (</a:t>
            </a:r>
            <a:r>
              <a:rPr lang="en-US" altLang="zh-CN" sz="2000" b="1" dirty="0" err="1">
                <a:latin typeface="Times New Roman" panose="02020603050405020304" pitchFamily="18" charset="0"/>
                <a:ea typeface="黑体" panose="02010609060101010101" pitchFamily="49" charset="-122"/>
                <a:sym typeface="Symbol" panose="05050102010706020507" pitchFamily="18" charset="2"/>
              </a:rPr>
              <a:t>Nono</a:t>
            </a:r>
            <a:r>
              <a:rPr lang="en-US" altLang="zh-CN" sz="2000" b="1" dirty="0">
                <a:latin typeface="Times New Roman" panose="02020603050405020304" pitchFamily="18" charset="0"/>
                <a:ea typeface="黑体" panose="02010609060101010101" pitchFamily="49" charset="-122"/>
                <a:sym typeface="Symbol" panose="05050102010706020507" pitchFamily="18" charset="2"/>
              </a:rPr>
              <a:t>, </a:t>
            </a:r>
            <a:r>
              <a:rPr lang="en-US" altLang="zh-CN" sz="2000" b="1" dirty="0" err="1">
                <a:latin typeface="Times New Roman" panose="02020603050405020304" pitchFamily="18" charset="0"/>
                <a:ea typeface="黑体" panose="02010609060101010101" pitchFamily="49" charset="-122"/>
                <a:sym typeface="Symbol" panose="05050102010706020507" pitchFamily="18" charset="2"/>
              </a:rPr>
              <a:t>M1</a:t>
            </a:r>
            <a:r>
              <a:rPr lang="en-US" altLang="zh-CN" sz="2000" b="1" dirty="0">
                <a:latin typeface="Times New Roman" panose="02020603050405020304" pitchFamily="18" charset="0"/>
                <a:ea typeface="黑体" panose="02010609060101010101" pitchFamily="49" charset="-122"/>
                <a:sym typeface="Symbol" panose="05050102010706020507" pitchFamily="18" charset="2"/>
              </a:rPr>
              <a:t>) 	 [4]</a:t>
            </a:r>
          </a:p>
          <a:p>
            <a:pPr marL="342900" lvl="0" indent="-342900" eaLnBrk="1" hangingPunct="1"/>
            <a:r>
              <a:rPr lang="en-US" altLang="zh-CN" sz="2000" b="1" dirty="0">
                <a:latin typeface="Times New Roman" panose="02020603050405020304" pitchFamily="18" charset="0"/>
                <a:ea typeface="黑体" panose="02010609060101010101" pitchFamily="49" charset="-122"/>
                <a:sym typeface="Symbol" panose="05050102010706020507" pitchFamily="18" charset="2"/>
              </a:rPr>
              <a:t>M (</a:t>
            </a:r>
            <a:r>
              <a:rPr lang="en-US" altLang="zh-CN" sz="2000" b="1" dirty="0" err="1">
                <a:latin typeface="Times New Roman" panose="02020603050405020304" pitchFamily="18" charset="0"/>
                <a:ea typeface="黑体" panose="02010609060101010101" pitchFamily="49" charset="-122"/>
                <a:sym typeface="Symbol" panose="05050102010706020507" pitchFamily="18" charset="2"/>
              </a:rPr>
              <a:t>M1</a:t>
            </a:r>
            <a:r>
              <a:rPr lang="en-US" altLang="zh-CN" sz="2000" b="1" dirty="0">
                <a:latin typeface="Times New Roman" panose="02020603050405020304" pitchFamily="18" charset="0"/>
                <a:ea typeface="黑体" panose="02010609060101010101" pitchFamily="49" charset="-122"/>
                <a:sym typeface="Symbol" panose="05050102010706020507" pitchFamily="18" charset="2"/>
              </a:rPr>
              <a:t>)                 [5]</a:t>
            </a:r>
          </a:p>
          <a:p>
            <a:pPr marL="342900" lvl="0" indent="-342900" eaLnBrk="1" hangingPunct="1"/>
            <a:r>
              <a:rPr lang="en-US" altLang="zh-CN" sz="2000" b="1" dirty="0">
                <a:latin typeface="Times New Roman" panose="02020603050405020304" pitchFamily="18" charset="0"/>
                <a:ea typeface="黑体" panose="02010609060101010101" pitchFamily="49" charset="-122"/>
                <a:sym typeface="Symbol" panose="05050102010706020507" pitchFamily="18" charset="2"/>
              </a:rPr>
              <a:t>A (West)	 [6]</a:t>
            </a:r>
          </a:p>
          <a:p>
            <a:pPr marL="342900" lvl="0" indent="-342900" eaLnBrk="1" hangingPunct="1"/>
            <a:r>
              <a:rPr lang="en-US" altLang="zh-CN" sz="2000" b="1" dirty="0">
                <a:latin typeface="Times New Roman" panose="02020603050405020304" pitchFamily="18" charset="0"/>
                <a:ea typeface="黑体" panose="02010609060101010101" pitchFamily="49" charset="-122"/>
                <a:sym typeface="Symbol" panose="05050102010706020507" pitchFamily="18" charset="2"/>
              </a:rPr>
              <a:t>H (</a:t>
            </a:r>
            <a:r>
              <a:rPr lang="en-US" altLang="zh-CN" sz="2000" b="1" dirty="0" err="1">
                <a:latin typeface="Times New Roman" panose="02020603050405020304" pitchFamily="18" charset="0"/>
                <a:ea typeface="黑体" panose="02010609060101010101" pitchFamily="49" charset="-122"/>
                <a:sym typeface="Symbol" panose="05050102010706020507" pitchFamily="18" charset="2"/>
              </a:rPr>
              <a:t>Nono</a:t>
            </a:r>
            <a:r>
              <a:rPr lang="en-US" altLang="zh-CN" sz="2000" b="1" dirty="0">
                <a:latin typeface="Times New Roman" panose="02020603050405020304" pitchFamily="18" charset="0"/>
                <a:ea typeface="黑体" panose="02010609060101010101" pitchFamily="49" charset="-122"/>
                <a:sym typeface="Symbol" panose="05050102010706020507" pitchFamily="18" charset="2"/>
              </a:rPr>
              <a:t>) 	 [7]</a:t>
            </a:r>
            <a:endParaRPr lang="zh-CN" altLang="en-US" sz="2000" b="1" dirty="0">
              <a:latin typeface="Times New Roman" panose="02020603050405020304" pitchFamily="18" charset="0"/>
              <a:ea typeface="黑体" panose="02010609060101010101" pitchFamily="49" charset="-122"/>
              <a:sym typeface="Symbol" panose="05050102010706020507" pitchFamily="18" charset="2"/>
            </a:endParaRPr>
          </a:p>
        </p:txBody>
      </p:sp>
      <p:sp>
        <p:nvSpPr>
          <p:cNvPr id="3" name="文本框 2"/>
          <p:cNvSpPr txBox="1"/>
          <p:nvPr/>
        </p:nvSpPr>
        <p:spPr>
          <a:xfrm>
            <a:off x="1835696" y="1269530"/>
            <a:ext cx="1152128" cy="461665"/>
          </a:xfrm>
          <a:prstGeom prst="rect">
            <a:avLst/>
          </a:prstGeom>
          <a:noFill/>
        </p:spPr>
        <p:txBody>
          <a:bodyPr wrap="square" rtlCol="0">
            <a:spAutoFit/>
          </a:bodyPr>
          <a:lstStyle/>
          <a:p>
            <a:r>
              <a:rPr lang="zh-CN" altLang="en-US" b="1" dirty="0">
                <a:solidFill>
                  <a:srgbClr val="C00000"/>
                </a:solidFill>
                <a:latin typeface="微软雅黑" panose="020B0503020204020204" pitchFamily="34" charset="-122"/>
                <a:ea typeface="微软雅黑" panose="020B0503020204020204" pitchFamily="34" charset="-122"/>
              </a:rPr>
              <a:t>规则</a:t>
            </a:r>
          </a:p>
        </p:txBody>
      </p:sp>
      <p:sp>
        <p:nvSpPr>
          <p:cNvPr id="10" name="文本框 9"/>
          <p:cNvSpPr txBox="1"/>
          <p:nvPr/>
        </p:nvSpPr>
        <p:spPr>
          <a:xfrm>
            <a:off x="6553200" y="1269529"/>
            <a:ext cx="1152128" cy="461665"/>
          </a:xfrm>
          <a:prstGeom prst="rect">
            <a:avLst/>
          </a:prstGeom>
          <a:noFill/>
        </p:spPr>
        <p:txBody>
          <a:bodyPr wrap="square" rtlCol="0">
            <a:spAutoFit/>
          </a:bodyPr>
          <a:lstStyle/>
          <a:p>
            <a:r>
              <a:rPr lang="zh-CN" altLang="en-US" b="1" dirty="0" smtClean="0">
                <a:solidFill>
                  <a:srgbClr val="C00000"/>
                </a:solidFill>
                <a:latin typeface="微软雅黑" panose="020B0503020204020204" pitchFamily="34" charset="-122"/>
                <a:ea typeface="微软雅黑" panose="020B0503020204020204" pitchFamily="34" charset="-122"/>
              </a:rPr>
              <a:t>事实</a:t>
            </a:r>
            <a:endParaRPr lang="zh-CN" altLang="en-US" b="1" dirty="0">
              <a:solidFill>
                <a:srgbClr val="C00000"/>
              </a:solidFill>
              <a:latin typeface="微软雅黑" panose="020B0503020204020204" pitchFamily="34" charset="-122"/>
              <a:ea typeface="微软雅黑" panose="020B0503020204020204" pitchFamily="34" charset="-122"/>
            </a:endParaRPr>
          </a:p>
        </p:txBody>
      </p:sp>
      <p:sp>
        <p:nvSpPr>
          <p:cNvPr id="9" name="矩形 8"/>
          <p:cNvSpPr/>
          <p:nvPr/>
        </p:nvSpPr>
        <p:spPr>
          <a:xfrm>
            <a:off x="5799694" y="3904992"/>
            <a:ext cx="2732746" cy="400110"/>
          </a:xfrm>
          <a:prstGeom prst="rect">
            <a:avLst/>
          </a:prstGeom>
          <a:ln>
            <a:solidFill>
              <a:schemeClr val="accent1"/>
            </a:solidFill>
          </a:ln>
        </p:spPr>
        <p:txBody>
          <a:bodyPr wrap="square">
            <a:spAutoFit/>
          </a:bodyPr>
          <a:lstStyle/>
          <a:p>
            <a:pPr marL="342900" lvl="0" indent="-342900" eaLnBrk="1" hangingPunct="1"/>
            <a:r>
              <a:rPr lang="en-US" altLang="zh-CN" sz="2000" b="1" dirty="0" smtClean="0">
                <a:latin typeface="Times New Roman" panose="02020603050405020304" pitchFamily="18" charset="0"/>
                <a:ea typeface="黑体" panose="02010609060101010101" pitchFamily="49" charset="-122"/>
                <a:sym typeface="Symbol" panose="05050102010706020507" pitchFamily="18" charset="2"/>
              </a:rPr>
              <a:t>S(</a:t>
            </a:r>
            <a:r>
              <a:rPr lang="en-US" altLang="zh-CN" sz="2000" b="1" dirty="0" err="1" smtClean="0">
                <a:latin typeface="Times New Roman" panose="02020603050405020304" pitchFamily="18" charset="0"/>
                <a:ea typeface="黑体" panose="02010609060101010101" pitchFamily="49" charset="-122"/>
                <a:sym typeface="Symbol" panose="05050102010706020507" pitchFamily="18" charset="2"/>
              </a:rPr>
              <a:t>West,y,Nono</a:t>
            </a:r>
            <a:r>
              <a:rPr lang="en-US" altLang="zh-CN" sz="2000" b="1" dirty="0" smtClean="0">
                <a:latin typeface="Times New Roman" panose="02020603050405020304" pitchFamily="18" charset="0"/>
                <a:ea typeface="黑体" panose="02010609060101010101" pitchFamily="49" charset="-122"/>
                <a:sym typeface="Symbol" panose="05050102010706020507" pitchFamily="18" charset="2"/>
              </a:rPr>
              <a:t>)</a:t>
            </a:r>
            <a:endParaRPr lang="en-US" altLang="zh-CN" sz="2000" b="1" dirty="0">
              <a:latin typeface="Times New Roman" panose="02020603050405020304" pitchFamily="18" charset="0"/>
              <a:ea typeface="黑体" panose="02010609060101010101" pitchFamily="49" charset="-122"/>
              <a:sym typeface="Symbol" panose="05050102010706020507" pitchFamily="18" charset="2"/>
            </a:endParaRPr>
          </a:p>
        </p:txBody>
      </p:sp>
      <p:sp>
        <p:nvSpPr>
          <p:cNvPr id="11" name="文本框 10"/>
          <p:cNvSpPr txBox="1"/>
          <p:nvPr/>
        </p:nvSpPr>
        <p:spPr>
          <a:xfrm>
            <a:off x="6484056" y="3356992"/>
            <a:ext cx="1152128" cy="461665"/>
          </a:xfrm>
          <a:prstGeom prst="rect">
            <a:avLst/>
          </a:prstGeom>
          <a:noFill/>
        </p:spPr>
        <p:txBody>
          <a:bodyPr wrap="square" rtlCol="0">
            <a:spAutoFit/>
          </a:bodyPr>
          <a:lstStyle/>
          <a:p>
            <a:r>
              <a:rPr lang="zh-CN" altLang="en-US" b="1" dirty="0" smtClean="0">
                <a:solidFill>
                  <a:srgbClr val="C00000"/>
                </a:solidFill>
                <a:latin typeface="微软雅黑" panose="020B0503020204020204" pitchFamily="34" charset="-122"/>
                <a:ea typeface="微软雅黑" panose="020B0503020204020204" pitchFamily="34" charset="-122"/>
              </a:rPr>
              <a:t>栈</a:t>
            </a:r>
            <a:endParaRPr lang="zh-CN" altLang="en-US" b="1" dirty="0">
              <a:solidFill>
                <a:srgbClr val="C00000"/>
              </a:solidFill>
              <a:latin typeface="微软雅黑" panose="020B0503020204020204" pitchFamily="34" charset="-122"/>
              <a:ea typeface="微软雅黑" panose="020B0503020204020204" pitchFamily="34" charset="-122"/>
            </a:endParaRPr>
          </a:p>
        </p:txBody>
      </p:sp>
      <p:sp>
        <p:nvSpPr>
          <p:cNvPr id="4" name="任意多边形 3"/>
          <p:cNvSpPr/>
          <p:nvPr/>
        </p:nvSpPr>
        <p:spPr bwMode="auto">
          <a:xfrm>
            <a:off x="3648547" y="2652665"/>
            <a:ext cx="2136617" cy="1457608"/>
          </a:xfrm>
          <a:custGeom>
            <a:avLst/>
            <a:gdLst>
              <a:gd name="connsiteX0" fmla="*/ 2136617 w 2136617"/>
              <a:gd name="connsiteY0" fmla="*/ 1457608 h 1457608"/>
              <a:gd name="connsiteX1" fmla="*/ 461726 w 2136617"/>
              <a:gd name="connsiteY1" fmla="*/ 932507 h 1457608"/>
              <a:gd name="connsiteX2" fmla="*/ 0 w 2136617"/>
              <a:gd name="connsiteY2" fmla="*/ 0 h 1457608"/>
            </a:gdLst>
            <a:ahLst/>
            <a:cxnLst>
              <a:cxn ang="0">
                <a:pos x="connsiteX0" y="connsiteY0"/>
              </a:cxn>
              <a:cxn ang="0">
                <a:pos x="connsiteX1" y="connsiteY1"/>
              </a:cxn>
              <a:cxn ang="0">
                <a:pos x="connsiteX2" y="connsiteY2"/>
              </a:cxn>
            </a:cxnLst>
            <a:rect l="l" t="t" r="r" b="b"/>
            <a:pathLst>
              <a:path w="2136617" h="1457608">
                <a:moveTo>
                  <a:pt x="2136617" y="1457608"/>
                </a:moveTo>
                <a:cubicBezTo>
                  <a:pt x="1477223" y="1316525"/>
                  <a:pt x="817829" y="1175442"/>
                  <a:pt x="461726" y="932507"/>
                </a:cubicBezTo>
                <a:cubicBezTo>
                  <a:pt x="105623" y="689572"/>
                  <a:pt x="24142" y="134293"/>
                  <a:pt x="0" y="0"/>
                </a:cubicBezTo>
              </a:path>
            </a:pathLst>
          </a:custGeom>
          <a:noFill/>
          <a:ln w="28575" cap="flat" cmpd="sng" algn="ctr">
            <a:solidFill>
              <a:schemeClr val="tx1"/>
            </a:solidFill>
            <a:prstDash val="solid"/>
            <a:round/>
            <a:headEnd type="none" w="med" len="med"/>
            <a:tailEnd type="arrow" w="med" len="med"/>
          </a:ln>
        </p:spPr>
        <p:txBody>
          <a:bodyPr vert="horz" wrap="square" lIns="91440" tIns="45720" rIns="91440" bIns="45720" numCol="1" rtlCol="0" anchor="t" anchorCtr="0" compatLnSpc="1"/>
          <a:lstStyle/>
          <a:p>
            <a:pPr eaLnBrk="1" latinLnBrk="1" hangingPunct="1"/>
            <a:endParaRPr kumimoji="1" lang="zh-CN" altLang="en-US"/>
          </a:p>
        </p:txBody>
      </p:sp>
    </p:spTree>
    <p:extLst>
      <p:ext uri="{BB962C8B-B14F-4D97-AF65-F5344CB8AC3E}">
        <p14:creationId xmlns:p14="http://schemas.microsoft.com/office/powerpoint/2010/main" val="2199161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txBox="1">
            <a:spLocks noGrp="1"/>
          </p:cNvSpPr>
          <p:nvPr>
            <p:ph type="sldNum" sz="quarter" idx="4"/>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40" tIns="45720" rIns="91440" bIns="45720" numCol="1" anchor="t" anchorCtr="0" compatLnSpc="1"/>
          <a:lstStyle/>
          <a:p>
            <a:pPr marL="0" marR="0" lvl="0" indent="0" algn="r" defTabSz="914400" rtl="0" eaLnBrk="1" fontAlgn="base" latinLnBrk="1" hangingPunct="1">
              <a:lnSpc>
                <a:spcPct val="100000"/>
              </a:lnSpc>
              <a:spcBef>
                <a:spcPct val="0"/>
              </a:spcBef>
              <a:spcAft>
                <a:spcPct val="0"/>
              </a:spcAft>
              <a:buClrTx/>
              <a:buSzTx/>
              <a:buFontTx/>
              <a:buNone/>
              <a:defRPr/>
            </a:pPr>
            <a:fld id="{28DD6B83-3494-4137-A095-2F58AAEC0ACF}"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t>51</a:t>
            </a:fld>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181250" name="Rectangle 2"/>
          <p:cNvSpPr>
            <a:spLocks noGrp="1" noChangeArrowheads="1"/>
          </p:cNvSpPr>
          <p:nvPr>
            <p:ph type="title"/>
          </p:nvPr>
        </p:nvSpPr>
        <p:spPr>
          <a:xfrm>
            <a:off x="1290638" y="320675"/>
            <a:ext cx="7772400" cy="731838"/>
          </a:xfrm>
        </p:spPr>
        <p:txBody>
          <a:bodyPr vert="horz" wrap="square" lIns="91440" tIns="45720" rIns="91440" bIns="45720" numCol="1" anchor="ctr" anchorCtr="0" compatLnSpc="1"/>
          <a:lstStyle/>
          <a:p>
            <a:pPr marL="0" marR="0" lvl="0" indent="0" algn="ctr" defTabSz="914400" rtl="0" eaLnBrk="1" fontAlgn="base" latinLnBrk="1" hangingPunct="1">
              <a:lnSpc>
                <a:spcPct val="100000"/>
              </a:lnSpc>
              <a:spcBef>
                <a:spcPct val="0"/>
              </a:spcBef>
              <a:spcAft>
                <a:spcPct val="0"/>
              </a:spcAft>
              <a:buClrTx/>
              <a:buSzTx/>
              <a:buFontTx/>
              <a:buNone/>
              <a:defRPr/>
            </a:pPr>
            <a:r>
              <a:rPr lang="zh-CN" altLang="en-US" sz="3200" b="1" dirty="0">
                <a:solidFill>
                  <a:schemeClr val="tx1"/>
                </a:solidFill>
                <a:effectLst>
                  <a:outerShdw blurRad="38100" dist="38100" dir="2700000" algn="tl">
                    <a:srgbClr val="C0C0C0"/>
                  </a:outerShdw>
                </a:effectLst>
                <a:latin typeface="宋体" panose="02010600030101010101" pitchFamily="2" charset="-122"/>
                <a:ea typeface="宋体" panose="02010600030101010101" pitchFamily="2" charset="-122"/>
              </a:rPr>
              <a:t>反</a:t>
            </a:r>
            <a:r>
              <a:rPr kumimoji="1" lang="zh-CN" altLang="en-US" sz="32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j-cs"/>
              </a:rPr>
              <a:t>向链接算法例子</a:t>
            </a:r>
            <a:endParaRPr kumimoji="1" lang="en-US" altLang="zh-CN" sz="32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j-cs"/>
            </a:endParaRPr>
          </a:p>
        </p:txBody>
      </p:sp>
      <p:sp>
        <p:nvSpPr>
          <p:cNvPr id="111620" name="Text Box 4"/>
          <p:cNvSpPr txBox="1"/>
          <p:nvPr/>
        </p:nvSpPr>
        <p:spPr>
          <a:xfrm>
            <a:off x="0" y="188913"/>
            <a:ext cx="2339975" cy="457200"/>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0" lvl="0" indent="0" eaLnBrk="1" hangingPunct="1">
              <a:spcBef>
                <a:spcPct val="50000"/>
              </a:spcBef>
              <a:buNone/>
            </a:pPr>
            <a:r>
              <a:rPr lang="zh-CN" altLang="en-US" sz="2400" dirty="0">
                <a:latin typeface="华文行楷" panose="02010800040101010101" pitchFamily="2" charset="-122"/>
                <a:ea typeface="华文行楷" panose="02010800040101010101" pitchFamily="2" charset="-122"/>
              </a:rPr>
              <a:t>第</a:t>
            </a:r>
            <a:r>
              <a:rPr lang="en-US" altLang="zh-CN" sz="2400" dirty="0">
                <a:latin typeface="华文行楷" panose="02010800040101010101" pitchFamily="2" charset="-122"/>
                <a:ea typeface="华文行楷" panose="02010800040101010101" pitchFamily="2" charset="-122"/>
              </a:rPr>
              <a:t>3</a:t>
            </a:r>
            <a:r>
              <a:rPr lang="zh-CN" altLang="en-US" sz="2400" dirty="0">
                <a:latin typeface="华文行楷" panose="02010800040101010101" pitchFamily="2" charset="-122"/>
                <a:ea typeface="华文行楷" panose="02010800040101010101" pitchFamily="2" charset="-122"/>
              </a:rPr>
              <a:t>章 逻辑系统</a:t>
            </a:r>
          </a:p>
        </p:txBody>
      </p:sp>
      <p:sp>
        <p:nvSpPr>
          <p:cNvPr id="181254" name="Rectangle 6"/>
          <p:cNvSpPr/>
          <p:nvPr/>
        </p:nvSpPr>
        <p:spPr>
          <a:xfrm>
            <a:off x="107504" y="1817529"/>
            <a:ext cx="5328592" cy="1323439"/>
          </a:xfrm>
          <a:prstGeom prst="rect">
            <a:avLst/>
          </a:prstGeom>
          <a:solidFill>
            <a:schemeClr val="bg1"/>
          </a:solidFill>
          <a:ln w="9525" cap="flat" cmpd="sng">
            <a:solidFill>
              <a:schemeClr val="tx1"/>
            </a:solidFill>
            <a:prstDash val="solid"/>
            <a:miter/>
            <a:headEnd type="none" w="med" len="med"/>
            <a:tailEnd type="none" w="med" len="med"/>
          </a:ln>
        </p:spPr>
        <p:txBody>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0" lvl="0" indent="0" eaLnBrk="1" hangingPunct="1">
              <a:buNone/>
            </a:pPr>
            <a:r>
              <a:rPr lang="en-US" altLang="zh-CN" sz="2000" b="1" dirty="0">
                <a:latin typeface="Times New Roman" panose="02020603050405020304" pitchFamily="18" charset="0"/>
                <a:ea typeface="黑体" panose="02010609060101010101" pitchFamily="49" charset="-122"/>
                <a:sym typeface="Symbol" panose="05050102010706020507" pitchFamily="18" charset="2"/>
              </a:rPr>
              <a:t>A (x) ∧ W (y) ∧ S (x,y,z) ∧ H (z) →  C (x) [1]</a:t>
            </a:r>
          </a:p>
          <a:p>
            <a:pPr marL="0" lvl="0" indent="0" eaLnBrk="1" hangingPunct="1">
              <a:buNone/>
            </a:pPr>
            <a:r>
              <a:rPr lang="en-US" altLang="zh-CN" sz="2000" b="1" dirty="0">
                <a:latin typeface="Times New Roman" panose="02020603050405020304" pitchFamily="18" charset="0"/>
                <a:ea typeface="黑体" panose="02010609060101010101" pitchFamily="49" charset="-122"/>
                <a:sym typeface="Symbol" panose="05050102010706020507" pitchFamily="18" charset="2"/>
              </a:rPr>
              <a:t>M (y) ∧ O (Nono, y)→S (West, y, Nono)      [2]</a:t>
            </a:r>
          </a:p>
          <a:p>
            <a:pPr marL="0" lvl="0" indent="0" eaLnBrk="1" hangingPunct="1">
              <a:buNone/>
            </a:pPr>
            <a:r>
              <a:rPr lang="en-US" altLang="zh-CN" sz="2000" b="1" dirty="0">
                <a:latin typeface="Times New Roman" panose="02020603050405020304" pitchFamily="18" charset="0"/>
                <a:ea typeface="黑体" panose="02010609060101010101" pitchFamily="49" charset="-122"/>
                <a:sym typeface="Symbol" panose="05050102010706020507" pitchFamily="18" charset="2"/>
              </a:rPr>
              <a:t>M (y) → W (y)	 [3</a:t>
            </a:r>
            <a:r>
              <a:rPr lang="en-US" altLang="zh-CN" sz="2000" b="1" dirty="0" smtClean="0">
                <a:latin typeface="Times New Roman" panose="02020603050405020304" pitchFamily="18" charset="0"/>
                <a:ea typeface="黑体" panose="02010609060101010101" pitchFamily="49" charset="-122"/>
                <a:sym typeface="Symbol" panose="05050102010706020507" pitchFamily="18" charset="2"/>
              </a:rPr>
              <a:t>]</a:t>
            </a:r>
            <a:endParaRPr lang="en-US" altLang="zh-CN" sz="2000" b="1" dirty="0">
              <a:latin typeface="Times New Roman" panose="02020603050405020304" pitchFamily="18" charset="0"/>
              <a:ea typeface="黑体" panose="02010609060101010101" pitchFamily="49" charset="-122"/>
              <a:sym typeface="Symbol" panose="05050102010706020507" pitchFamily="18" charset="2"/>
            </a:endParaRPr>
          </a:p>
        </p:txBody>
      </p:sp>
      <p:sp>
        <p:nvSpPr>
          <p:cNvPr id="2" name="矩形 1"/>
          <p:cNvSpPr/>
          <p:nvPr/>
        </p:nvSpPr>
        <p:spPr>
          <a:xfrm>
            <a:off x="5868838" y="1817529"/>
            <a:ext cx="2663602" cy="1323439"/>
          </a:xfrm>
          <a:prstGeom prst="rect">
            <a:avLst/>
          </a:prstGeom>
          <a:ln>
            <a:solidFill>
              <a:schemeClr val="accent1"/>
            </a:solidFill>
          </a:ln>
        </p:spPr>
        <p:txBody>
          <a:bodyPr wrap="square">
            <a:spAutoFit/>
          </a:bodyPr>
          <a:lstStyle/>
          <a:p>
            <a:pPr marL="342900" lvl="0" indent="-342900" eaLnBrk="1" hangingPunct="1"/>
            <a:r>
              <a:rPr lang="en-US" altLang="zh-CN" sz="2000" b="1" dirty="0">
                <a:latin typeface="Times New Roman" panose="02020603050405020304" pitchFamily="18" charset="0"/>
                <a:ea typeface="黑体" panose="02010609060101010101" pitchFamily="49" charset="-122"/>
                <a:sym typeface="Symbol" panose="05050102010706020507" pitchFamily="18" charset="2"/>
              </a:rPr>
              <a:t>O (</a:t>
            </a:r>
            <a:r>
              <a:rPr lang="en-US" altLang="zh-CN" sz="2000" b="1" dirty="0" err="1">
                <a:latin typeface="Times New Roman" panose="02020603050405020304" pitchFamily="18" charset="0"/>
                <a:ea typeface="黑体" panose="02010609060101010101" pitchFamily="49" charset="-122"/>
                <a:sym typeface="Symbol" panose="05050102010706020507" pitchFamily="18" charset="2"/>
              </a:rPr>
              <a:t>Nono</a:t>
            </a:r>
            <a:r>
              <a:rPr lang="en-US" altLang="zh-CN" sz="2000" b="1" dirty="0">
                <a:latin typeface="Times New Roman" panose="02020603050405020304" pitchFamily="18" charset="0"/>
                <a:ea typeface="黑体" panose="02010609060101010101" pitchFamily="49" charset="-122"/>
                <a:sym typeface="Symbol" panose="05050102010706020507" pitchFamily="18" charset="2"/>
              </a:rPr>
              <a:t>, </a:t>
            </a:r>
            <a:r>
              <a:rPr lang="en-US" altLang="zh-CN" sz="2000" b="1" dirty="0" err="1">
                <a:latin typeface="Times New Roman" panose="02020603050405020304" pitchFamily="18" charset="0"/>
                <a:ea typeface="黑体" panose="02010609060101010101" pitchFamily="49" charset="-122"/>
                <a:sym typeface="Symbol" panose="05050102010706020507" pitchFamily="18" charset="2"/>
              </a:rPr>
              <a:t>M1</a:t>
            </a:r>
            <a:r>
              <a:rPr lang="en-US" altLang="zh-CN" sz="2000" b="1" dirty="0">
                <a:latin typeface="Times New Roman" panose="02020603050405020304" pitchFamily="18" charset="0"/>
                <a:ea typeface="黑体" panose="02010609060101010101" pitchFamily="49" charset="-122"/>
                <a:sym typeface="Symbol" panose="05050102010706020507" pitchFamily="18" charset="2"/>
              </a:rPr>
              <a:t>) 	 [4]</a:t>
            </a:r>
          </a:p>
          <a:p>
            <a:pPr marL="342900" lvl="0" indent="-342900" eaLnBrk="1" hangingPunct="1"/>
            <a:r>
              <a:rPr lang="en-US" altLang="zh-CN" sz="2000" b="1" dirty="0">
                <a:latin typeface="Times New Roman" panose="02020603050405020304" pitchFamily="18" charset="0"/>
                <a:ea typeface="黑体" panose="02010609060101010101" pitchFamily="49" charset="-122"/>
                <a:sym typeface="Symbol" panose="05050102010706020507" pitchFamily="18" charset="2"/>
              </a:rPr>
              <a:t>M (</a:t>
            </a:r>
            <a:r>
              <a:rPr lang="en-US" altLang="zh-CN" sz="2000" b="1" dirty="0" err="1">
                <a:latin typeface="Times New Roman" panose="02020603050405020304" pitchFamily="18" charset="0"/>
                <a:ea typeface="黑体" panose="02010609060101010101" pitchFamily="49" charset="-122"/>
                <a:sym typeface="Symbol" panose="05050102010706020507" pitchFamily="18" charset="2"/>
              </a:rPr>
              <a:t>M1</a:t>
            </a:r>
            <a:r>
              <a:rPr lang="en-US" altLang="zh-CN" sz="2000" b="1" dirty="0">
                <a:latin typeface="Times New Roman" panose="02020603050405020304" pitchFamily="18" charset="0"/>
                <a:ea typeface="黑体" panose="02010609060101010101" pitchFamily="49" charset="-122"/>
                <a:sym typeface="Symbol" panose="05050102010706020507" pitchFamily="18" charset="2"/>
              </a:rPr>
              <a:t>)                 [5]</a:t>
            </a:r>
          </a:p>
          <a:p>
            <a:pPr marL="342900" lvl="0" indent="-342900" eaLnBrk="1" hangingPunct="1"/>
            <a:r>
              <a:rPr lang="en-US" altLang="zh-CN" sz="2000" b="1" dirty="0">
                <a:latin typeface="Times New Roman" panose="02020603050405020304" pitchFamily="18" charset="0"/>
                <a:ea typeface="黑体" panose="02010609060101010101" pitchFamily="49" charset="-122"/>
                <a:sym typeface="Symbol" panose="05050102010706020507" pitchFamily="18" charset="2"/>
              </a:rPr>
              <a:t>A (West)	 [6]</a:t>
            </a:r>
          </a:p>
          <a:p>
            <a:pPr marL="342900" lvl="0" indent="-342900" eaLnBrk="1" hangingPunct="1"/>
            <a:r>
              <a:rPr lang="en-US" altLang="zh-CN" sz="2000" b="1" dirty="0">
                <a:latin typeface="Times New Roman" panose="02020603050405020304" pitchFamily="18" charset="0"/>
                <a:ea typeface="黑体" panose="02010609060101010101" pitchFamily="49" charset="-122"/>
                <a:sym typeface="Symbol" panose="05050102010706020507" pitchFamily="18" charset="2"/>
              </a:rPr>
              <a:t>H (</a:t>
            </a:r>
            <a:r>
              <a:rPr lang="en-US" altLang="zh-CN" sz="2000" b="1" dirty="0" err="1">
                <a:latin typeface="Times New Roman" panose="02020603050405020304" pitchFamily="18" charset="0"/>
                <a:ea typeface="黑体" panose="02010609060101010101" pitchFamily="49" charset="-122"/>
                <a:sym typeface="Symbol" panose="05050102010706020507" pitchFamily="18" charset="2"/>
              </a:rPr>
              <a:t>Nono</a:t>
            </a:r>
            <a:r>
              <a:rPr lang="en-US" altLang="zh-CN" sz="2000" b="1" dirty="0">
                <a:latin typeface="Times New Roman" panose="02020603050405020304" pitchFamily="18" charset="0"/>
                <a:ea typeface="黑体" panose="02010609060101010101" pitchFamily="49" charset="-122"/>
                <a:sym typeface="Symbol" panose="05050102010706020507" pitchFamily="18" charset="2"/>
              </a:rPr>
              <a:t>) 	 [7]</a:t>
            </a:r>
            <a:endParaRPr lang="zh-CN" altLang="en-US" sz="2000" b="1" dirty="0">
              <a:latin typeface="Times New Roman" panose="02020603050405020304" pitchFamily="18" charset="0"/>
              <a:ea typeface="黑体" panose="02010609060101010101" pitchFamily="49" charset="-122"/>
              <a:sym typeface="Symbol" panose="05050102010706020507" pitchFamily="18" charset="2"/>
            </a:endParaRPr>
          </a:p>
        </p:txBody>
      </p:sp>
      <p:sp>
        <p:nvSpPr>
          <p:cNvPr id="3" name="文本框 2"/>
          <p:cNvSpPr txBox="1"/>
          <p:nvPr/>
        </p:nvSpPr>
        <p:spPr>
          <a:xfrm>
            <a:off x="1835696" y="1269530"/>
            <a:ext cx="1152128" cy="461665"/>
          </a:xfrm>
          <a:prstGeom prst="rect">
            <a:avLst/>
          </a:prstGeom>
          <a:noFill/>
        </p:spPr>
        <p:txBody>
          <a:bodyPr wrap="square" rtlCol="0">
            <a:spAutoFit/>
          </a:bodyPr>
          <a:lstStyle/>
          <a:p>
            <a:r>
              <a:rPr lang="zh-CN" altLang="en-US" b="1" dirty="0">
                <a:solidFill>
                  <a:srgbClr val="C00000"/>
                </a:solidFill>
                <a:latin typeface="微软雅黑" panose="020B0503020204020204" pitchFamily="34" charset="-122"/>
                <a:ea typeface="微软雅黑" panose="020B0503020204020204" pitchFamily="34" charset="-122"/>
              </a:rPr>
              <a:t>规则</a:t>
            </a:r>
          </a:p>
        </p:txBody>
      </p:sp>
      <p:sp>
        <p:nvSpPr>
          <p:cNvPr id="10" name="文本框 9"/>
          <p:cNvSpPr txBox="1"/>
          <p:nvPr/>
        </p:nvSpPr>
        <p:spPr>
          <a:xfrm>
            <a:off x="6553200" y="1269529"/>
            <a:ext cx="1152128" cy="461665"/>
          </a:xfrm>
          <a:prstGeom prst="rect">
            <a:avLst/>
          </a:prstGeom>
          <a:noFill/>
        </p:spPr>
        <p:txBody>
          <a:bodyPr wrap="square" rtlCol="0">
            <a:spAutoFit/>
          </a:bodyPr>
          <a:lstStyle/>
          <a:p>
            <a:r>
              <a:rPr lang="zh-CN" altLang="en-US" b="1" dirty="0" smtClean="0">
                <a:solidFill>
                  <a:srgbClr val="C00000"/>
                </a:solidFill>
                <a:latin typeface="微软雅黑" panose="020B0503020204020204" pitchFamily="34" charset="-122"/>
                <a:ea typeface="微软雅黑" panose="020B0503020204020204" pitchFamily="34" charset="-122"/>
              </a:rPr>
              <a:t>事实</a:t>
            </a:r>
            <a:endParaRPr lang="zh-CN" altLang="en-US" b="1" dirty="0">
              <a:solidFill>
                <a:srgbClr val="C00000"/>
              </a:solidFill>
              <a:latin typeface="微软雅黑" panose="020B0503020204020204" pitchFamily="34" charset="-122"/>
              <a:ea typeface="微软雅黑" panose="020B0503020204020204" pitchFamily="34" charset="-122"/>
            </a:endParaRPr>
          </a:p>
        </p:txBody>
      </p:sp>
      <p:sp>
        <p:nvSpPr>
          <p:cNvPr id="9" name="矩形 8"/>
          <p:cNvSpPr/>
          <p:nvPr/>
        </p:nvSpPr>
        <p:spPr>
          <a:xfrm>
            <a:off x="5799694" y="3904992"/>
            <a:ext cx="2732746" cy="707886"/>
          </a:xfrm>
          <a:prstGeom prst="rect">
            <a:avLst/>
          </a:prstGeom>
          <a:ln>
            <a:solidFill>
              <a:schemeClr val="accent1"/>
            </a:solidFill>
          </a:ln>
        </p:spPr>
        <p:txBody>
          <a:bodyPr wrap="square">
            <a:spAutoFit/>
          </a:bodyPr>
          <a:lstStyle/>
          <a:p>
            <a:pPr marL="342900" lvl="0" indent="-342900" eaLnBrk="1" hangingPunct="1"/>
            <a:r>
              <a:rPr lang="en-US" altLang="zh-CN" sz="2000" b="1" dirty="0">
                <a:latin typeface="Times New Roman" panose="02020603050405020304" pitchFamily="18" charset="0"/>
                <a:ea typeface="黑体" panose="02010609060101010101" pitchFamily="49" charset="-122"/>
                <a:sym typeface="Symbol" panose="05050102010706020507" pitchFamily="18" charset="2"/>
              </a:rPr>
              <a:t>M (y) </a:t>
            </a:r>
            <a:endParaRPr lang="en-US" altLang="zh-CN" sz="2000" b="1" dirty="0" smtClean="0">
              <a:latin typeface="Times New Roman" panose="02020603050405020304" pitchFamily="18" charset="0"/>
              <a:ea typeface="黑体" panose="02010609060101010101" pitchFamily="49" charset="-122"/>
              <a:sym typeface="Symbol" panose="05050102010706020507" pitchFamily="18" charset="2"/>
            </a:endParaRPr>
          </a:p>
          <a:p>
            <a:pPr marL="342900" lvl="0" indent="-342900" eaLnBrk="1" hangingPunct="1"/>
            <a:r>
              <a:rPr lang="en-US" altLang="zh-CN" sz="2000" b="1" dirty="0" smtClean="0">
                <a:latin typeface="Times New Roman" panose="02020603050405020304" pitchFamily="18" charset="0"/>
                <a:ea typeface="黑体" panose="02010609060101010101" pitchFamily="49" charset="-122"/>
                <a:sym typeface="Symbol" panose="05050102010706020507" pitchFamily="18" charset="2"/>
              </a:rPr>
              <a:t>O </a:t>
            </a:r>
            <a:r>
              <a:rPr lang="en-US" altLang="zh-CN" sz="2000" b="1" dirty="0">
                <a:latin typeface="Times New Roman" panose="02020603050405020304" pitchFamily="18" charset="0"/>
                <a:ea typeface="黑体" panose="02010609060101010101" pitchFamily="49" charset="-122"/>
                <a:sym typeface="Symbol" panose="05050102010706020507" pitchFamily="18" charset="2"/>
              </a:rPr>
              <a:t>(</a:t>
            </a:r>
            <a:r>
              <a:rPr lang="en-US" altLang="zh-CN" sz="2000" b="1" dirty="0" err="1">
                <a:latin typeface="Times New Roman" panose="02020603050405020304" pitchFamily="18" charset="0"/>
                <a:ea typeface="黑体" panose="02010609060101010101" pitchFamily="49" charset="-122"/>
                <a:sym typeface="Symbol" panose="05050102010706020507" pitchFamily="18" charset="2"/>
              </a:rPr>
              <a:t>Nono</a:t>
            </a:r>
            <a:r>
              <a:rPr lang="en-US" altLang="zh-CN" sz="2000" b="1" dirty="0">
                <a:latin typeface="Times New Roman" panose="02020603050405020304" pitchFamily="18" charset="0"/>
                <a:ea typeface="黑体" panose="02010609060101010101" pitchFamily="49" charset="-122"/>
                <a:sym typeface="Symbol" panose="05050102010706020507" pitchFamily="18" charset="2"/>
              </a:rPr>
              <a:t>, y)</a:t>
            </a:r>
          </a:p>
        </p:txBody>
      </p:sp>
      <p:sp>
        <p:nvSpPr>
          <p:cNvPr id="11" name="文本框 10"/>
          <p:cNvSpPr txBox="1"/>
          <p:nvPr/>
        </p:nvSpPr>
        <p:spPr>
          <a:xfrm>
            <a:off x="6484056" y="3356992"/>
            <a:ext cx="1152128" cy="461665"/>
          </a:xfrm>
          <a:prstGeom prst="rect">
            <a:avLst/>
          </a:prstGeom>
          <a:noFill/>
        </p:spPr>
        <p:txBody>
          <a:bodyPr wrap="square" rtlCol="0">
            <a:spAutoFit/>
          </a:bodyPr>
          <a:lstStyle/>
          <a:p>
            <a:r>
              <a:rPr lang="zh-CN" altLang="en-US" b="1" dirty="0" smtClean="0">
                <a:solidFill>
                  <a:srgbClr val="C00000"/>
                </a:solidFill>
                <a:latin typeface="微软雅黑" panose="020B0503020204020204" pitchFamily="34" charset="-122"/>
                <a:ea typeface="微软雅黑" panose="020B0503020204020204" pitchFamily="34" charset="-122"/>
              </a:rPr>
              <a:t>栈</a:t>
            </a:r>
            <a:endParaRPr lang="zh-CN" altLang="en-US" b="1" dirty="0">
              <a:solidFill>
                <a:srgbClr val="C00000"/>
              </a:solidFill>
              <a:latin typeface="微软雅黑" panose="020B0503020204020204" pitchFamily="34" charset="-122"/>
              <a:ea typeface="微软雅黑" panose="020B0503020204020204" pitchFamily="34" charset="-122"/>
            </a:endParaRPr>
          </a:p>
        </p:txBody>
      </p:sp>
      <p:sp>
        <p:nvSpPr>
          <p:cNvPr id="5" name="任意多边形 4"/>
          <p:cNvSpPr/>
          <p:nvPr/>
        </p:nvSpPr>
        <p:spPr bwMode="auto">
          <a:xfrm>
            <a:off x="5513485" y="2344848"/>
            <a:ext cx="425588" cy="1783532"/>
          </a:xfrm>
          <a:custGeom>
            <a:avLst/>
            <a:gdLst>
              <a:gd name="connsiteX0" fmla="*/ 425588 w 425588"/>
              <a:gd name="connsiteY0" fmla="*/ 0 h 1783532"/>
              <a:gd name="connsiteX1" fmla="*/ 75 w 425588"/>
              <a:gd name="connsiteY1" fmla="*/ 796704 h 1783532"/>
              <a:gd name="connsiteX2" fmla="*/ 389374 w 425588"/>
              <a:gd name="connsiteY2" fmla="*/ 1783532 h 1783532"/>
            </a:gdLst>
            <a:ahLst/>
            <a:cxnLst>
              <a:cxn ang="0">
                <a:pos x="connsiteX0" y="connsiteY0"/>
              </a:cxn>
              <a:cxn ang="0">
                <a:pos x="connsiteX1" y="connsiteY1"/>
              </a:cxn>
              <a:cxn ang="0">
                <a:pos x="connsiteX2" y="connsiteY2"/>
              </a:cxn>
            </a:cxnLst>
            <a:rect l="l" t="t" r="r" b="b"/>
            <a:pathLst>
              <a:path w="425588" h="1783532">
                <a:moveTo>
                  <a:pt x="425588" y="0"/>
                </a:moveTo>
                <a:cubicBezTo>
                  <a:pt x="215849" y="249724"/>
                  <a:pt x="6111" y="499449"/>
                  <a:pt x="75" y="796704"/>
                </a:cubicBezTo>
                <a:cubicBezTo>
                  <a:pt x="-5961" y="1093959"/>
                  <a:pt x="350142" y="1676399"/>
                  <a:pt x="389374" y="1783532"/>
                </a:cubicBezTo>
              </a:path>
            </a:pathLst>
          </a:custGeom>
          <a:noFill/>
          <a:ln w="28575" cap="flat" cmpd="sng" algn="ctr">
            <a:solidFill>
              <a:schemeClr val="tx1"/>
            </a:solidFill>
            <a:prstDash val="solid"/>
            <a:round/>
            <a:headEnd type="none" w="med" len="med"/>
            <a:tailEnd type="arrow" w="med" len="med"/>
          </a:ln>
        </p:spPr>
        <p:txBody>
          <a:bodyPr vert="horz" wrap="square" lIns="91440" tIns="45720" rIns="91440" bIns="45720" numCol="1" rtlCol="0" anchor="t" anchorCtr="0" compatLnSpc="1"/>
          <a:lstStyle/>
          <a:p>
            <a:pPr eaLnBrk="1" latinLnBrk="1" hangingPunct="1"/>
            <a:endParaRPr kumimoji="1" lang="zh-CN" altLang="en-US"/>
          </a:p>
        </p:txBody>
      </p:sp>
      <p:sp>
        <p:nvSpPr>
          <p:cNvPr id="7" name="任意多边形 6"/>
          <p:cNvSpPr/>
          <p:nvPr/>
        </p:nvSpPr>
        <p:spPr bwMode="auto">
          <a:xfrm>
            <a:off x="7233719" y="2018923"/>
            <a:ext cx="1603571" cy="2408222"/>
          </a:xfrm>
          <a:custGeom>
            <a:avLst/>
            <a:gdLst>
              <a:gd name="connsiteX0" fmla="*/ 199176 w 1603571"/>
              <a:gd name="connsiteY0" fmla="*/ 0 h 2408222"/>
              <a:gd name="connsiteX1" fmla="*/ 1602463 w 1603571"/>
              <a:gd name="connsiteY1" fmla="*/ 1077362 h 2408222"/>
              <a:gd name="connsiteX2" fmla="*/ 0 w 1603571"/>
              <a:gd name="connsiteY2" fmla="*/ 2408222 h 2408222"/>
            </a:gdLst>
            <a:ahLst/>
            <a:cxnLst>
              <a:cxn ang="0">
                <a:pos x="connsiteX0" y="connsiteY0"/>
              </a:cxn>
              <a:cxn ang="0">
                <a:pos x="connsiteX1" y="connsiteY1"/>
              </a:cxn>
              <a:cxn ang="0">
                <a:pos x="connsiteX2" y="connsiteY2"/>
              </a:cxn>
            </a:cxnLst>
            <a:rect l="l" t="t" r="r" b="b"/>
            <a:pathLst>
              <a:path w="1603571" h="2408222">
                <a:moveTo>
                  <a:pt x="199176" y="0"/>
                </a:moveTo>
                <a:cubicBezTo>
                  <a:pt x="917417" y="337996"/>
                  <a:pt x="1635659" y="675992"/>
                  <a:pt x="1602463" y="1077362"/>
                </a:cubicBezTo>
                <a:cubicBezTo>
                  <a:pt x="1569267" y="1478732"/>
                  <a:pt x="230863" y="2166796"/>
                  <a:pt x="0" y="2408222"/>
                </a:cubicBezTo>
              </a:path>
            </a:pathLst>
          </a:custGeom>
          <a:noFill/>
          <a:ln w="28575" cap="flat" cmpd="sng" algn="ctr">
            <a:solidFill>
              <a:schemeClr val="tx1"/>
            </a:solidFill>
            <a:prstDash val="solid"/>
            <a:round/>
            <a:headEnd type="none" w="med" len="med"/>
            <a:tailEnd type="arrow" w="med" len="med"/>
          </a:ln>
        </p:spPr>
        <p:txBody>
          <a:bodyPr vert="horz" wrap="square" lIns="91440" tIns="45720" rIns="91440" bIns="45720" numCol="1" rtlCol="0" anchor="t" anchorCtr="0" compatLnSpc="1"/>
          <a:lstStyle/>
          <a:p>
            <a:pPr eaLnBrk="1" latinLnBrk="1" hangingPunct="1"/>
            <a:endParaRPr kumimoji="1" lang="zh-CN" altLang="en-US"/>
          </a:p>
        </p:txBody>
      </p:sp>
      <p:sp>
        <p:nvSpPr>
          <p:cNvPr id="12" name="内容占位符 11"/>
          <p:cNvSpPr>
            <a:spLocks noGrp="1"/>
          </p:cNvSpPr>
          <p:nvPr>
            <p:ph idx="1"/>
          </p:nvPr>
        </p:nvSpPr>
        <p:spPr/>
        <p:txBody>
          <a:bodyPr/>
          <a:lstStyle/>
          <a:p>
            <a:endParaRPr lang="zh-CN" altLang="en-US"/>
          </a:p>
        </p:txBody>
      </p:sp>
    </p:spTree>
    <p:extLst>
      <p:ext uri="{BB962C8B-B14F-4D97-AF65-F5344CB8AC3E}">
        <p14:creationId xmlns:p14="http://schemas.microsoft.com/office/powerpoint/2010/main" val="3736028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txBox="1">
            <a:spLocks noGrp="1"/>
          </p:cNvSpPr>
          <p:nvPr>
            <p:ph type="sldNum" sz="quarter" idx="4"/>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40" tIns="45720" rIns="91440" bIns="45720" numCol="1" anchor="t" anchorCtr="0" compatLnSpc="1"/>
          <a:lstStyle/>
          <a:p>
            <a:pPr marL="0" marR="0" lvl="0" indent="0" algn="r" defTabSz="914400" rtl="0" eaLnBrk="1" fontAlgn="base" latinLnBrk="1" hangingPunct="1">
              <a:lnSpc>
                <a:spcPct val="100000"/>
              </a:lnSpc>
              <a:spcBef>
                <a:spcPct val="0"/>
              </a:spcBef>
              <a:spcAft>
                <a:spcPct val="0"/>
              </a:spcAft>
              <a:buClrTx/>
              <a:buSzTx/>
              <a:buFontTx/>
              <a:buNone/>
              <a:defRPr/>
            </a:pPr>
            <a:fld id="{28DD6B83-3494-4137-A095-2F58AAEC0ACF}"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t>52</a:t>
            </a:fld>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181250" name="Rectangle 2"/>
          <p:cNvSpPr>
            <a:spLocks noGrp="1" noChangeArrowheads="1"/>
          </p:cNvSpPr>
          <p:nvPr>
            <p:ph type="title"/>
          </p:nvPr>
        </p:nvSpPr>
        <p:spPr>
          <a:xfrm>
            <a:off x="1290638" y="320675"/>
            <a:ext cx="7772400" cy="731838"/>
          </a:xfrm>
        </p:spPr>
        <p:txBody>
          <a:bodyPr vert="horz" wrap="square" lIns="91440" tIns="45720" rIns="91440" bIns="45720" numCol="1" anchor="ctr" anchorCtr="0" compatLnSpc="1"/>
          <a:lstStyle/>
          <a:p>
            <a:pPr marL="0" marR="0" lvl="0" indent="0" algn="ctr" defTabSz="914400" rtl="0" eaLnBrk="1" fontAlgn="base" latinLnBrk="1" hangingPunct="1">
              <a:lnSpc>
                <a:spcPct val="100000"/>
              </a:lnSpc>
              <a:spcBef>
                <a:spcPct val="0"/>
              </a:spcBef>
              <a:spcAft>
                <a:spcPct val="0"/>
              </a:spcAft>
              <a:buClrTx/>
              <a:buSzTx/>
              <a:buFontTx/>
              <a:buNone/>
              <a:defRPr/>
            </a:pPr>
            <a:r>
              <a:rPr lang="zh-CN" altLang="en-US" sz="3200" b="1" dirty="0">
                <a:solidFill>
                  <a:schemeClr val="tx1"/>
                </a:solidFill>
                <a:effectLst>
                  <a:outerShdw blurRad="38100" dist="38100" dir="2700000" algn="tl">
                    <a:srgbClr val="C0C0C0"/>
                  </a:outerShdw>
                </a:effectLst>
                <a:latin typeface="宋体" panose="02010600030101010101" pitchFamily="2" charset="-122"/>
                <a:ea typeface="宋体" panose="02010600030101010101" pitchFamily="2" charset="-122"/>
              </a:rPr>
              <a:t>反</a:t>
            </a:r>
            <a:r>
              <a:rPr kumimoji="1" lang="zh-CN" altLang="en-US" sz="32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j-cs"/>
              </a:rPr>
              <a:t>向链接算法例子</a:t>
            </a:r>
            <a:endParaRPr kumimoji="1" lang="en-US" altLang="zh-CN" sz="32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j-cs"/>
            </a:endParaRPr>
          </a:p>
        </p:txBody>
      </p:sp>
      <p:sp>
        <p:nvSpPr>
          <p:cNvPr id="111620" name="Text Box 4"/>
          <p:cNvSpPr txBox="1"/>
          <p:nvPr/>
        </p:nvSpPr>
        <p:spPr>
          <a:xfrm>
            <a:off x="0" y="188913"/>
            <a:ext cx="2339975" cy="457200"/>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0" lvl="0" indent="0" eaLnBrk="1" hangingPunct="1">
              <a:spcBef>
                <a:spcPct val="50000"/>
              </a:spcBef>
              <a:buNone/>
            </a:pPr>
            <a:r>
              <a:rPr lang="zh-CN" altLang="en-US" sz="2400" dirty="0">
                <a:latin typeface="华文行楷" panose="02010800040101010101" pitchFamily="2" charset="-122"/>
                <a:ea typeface="华文行楷" panose="02010800040101010101" pitchFamily="2" charset="-122"/>
              </a:rPr>
              <a:t>第</a:t>
            </a:r>
            <a:r>
              <a:rPr lang="en-US" altLang="zh-CN" sz="2400" dirty="0">
                <a:latin typeface="华文行楷" panose="02010800040101010101" pitchFamily="2" charset="-122"/>
                <a:ea typeface="华文行楷" panose="02010800040101010101" pitchFamily="2" charset="-122"/>
              </a:rPr>
              <a:t>3</a:t>
            </a:r>
            <a:r>
              <a:rPr lang="zh-CN" altLang="en-US" sz="2400" dirty="0">
                <a:latin typeface="华文行楷" panose="02010800040101010101" pitchFamily="2" charset="-122"/>
                <a:ea typeface="华文行楷" panose="02010800040101010101" pitchFamily="2" charset="-122"/>
              </a:rPr>
              <a:t>章 逻辑系统</a:t>
            </a:r>
          </a:p>
        </p:txBody>
      </p:sp>
      <p:sp>
        <p:nvSpPr>
          <p:cNvPr id="181254" name="Rectangle 6"/>
          <p:cNvSpPr/>
          <p:nvPr/>
        </p:nvSpPr>
        <p:spPr>
          <a:xfrm>
            <a:off x="107504" y="1817529"/>
            <a:ext cx="5328592" cy="1323439"/>
          </a:xfrm>
          <a:prstGeom prst="rect">
            <a:avLst/>
          </a:prstGeom>
          <a:solidFill>
            <a:schemeClr val="bg1"/>
          </a:solidFill>
          <a:ln w="9525" cap="flat" cmpd="sng">
            <a:solidFill>
              <a:schemeClr val="tx1"/>
            </a:solidFill>
            <a:prstDash val="solid"/>
            <a:miter/>
            <a:headEnd type="none" w="med" len="med"/>
            <a:tailEnd type="none" w="med" len="med"/>
          </a:ln>
        </p:spPr>
        <p:txBody>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0" lvl="0" indent="0" eaLnBrk="1" hangingPunct="1">
              <a:buNone/>
            </a:pPr>
            <a:r>
              <a:rPr lang="en-US" altLang="zh-CN" sz="2000" b="1" dirty="0">
                <a:latin typeface="Times New Roman" panose="02020603050405020304" pitchFamily="18" charset="0"/>
                <a:ea typeface="黑体" panose="02010609060101010101" pitchFamily="49" charset="-122"/>
                <a:sym typeface="Symbol" panose="05050102010706020507" pitchFamily="18" charset="2"/>
              </a:rPr>
              <a:t>A (x) ∧ W (y) ∧ S (x,y,z) ∧ H (z) →  C (x) [1]</a:t>
            </a:r>
          </a:p>
          <a:p>
            <a:pPr marL="0" lvl="0" indent="0" eaLnBrk="1" hangingPunct="1">
              <a:buNone/>
            </a:pPr>
            <a:r>
              <a:rPr lang="en-US" altLang="zh-CN" sz="2000" b="1" dirty="0">
                <a:latin typeface="Times New Roman" panose="02020603050405020304" pitchFamily="18" charset="0"/>
                <a:ea typeface="黑体" panose="02010609060101010101" pitchFamily="49" charset="-122"/>
                <a:sym typeface="Symbol" panose="05050102010706020507" pitchFamily="18" charset="2"/>
              </a:rPr>
              <a:t>M (y) ∧ O (Nono, y)→S (West, y, Nono)      [2]</a:t>
            </a:r>
          </a:p>
          <a:p>
            <a:pPr marL="0" lvl="0" indent="0" eaLnBrk="1" hangingPunct="1">
              <a:buNone/>
            </a:pPr>
            <a:r>
              <a:rPr lang="en-US" altLang="zh-CN" sz="2000" b="1" dirty="0">
                <a:latin typeface="Times New Roman" panose="02020603050405020304" pitchFamily="18" charset="0"/>
                <a:ea typeface="黑体" panose="02010609060101010101" pitchFamily="49" charset="-122"/>
                <a:sym typeface="Symbol" panose="05050102010706020507" pitchFamily="18" charset="2"/>
              </a:rPr>
              <a:t>M (y) → W (y)	 [3</a:t>
            </a:r>
            <a:r>
              <a:rPr lang="en-US" altLang="zh-CN" sz="2000" b="1" dirty="0" smtClean="0">
                <a:latin typeface="Times New Roman" panose="02020603050405020304" pitchFamily="18" charset="0"/>
                <a:ea typeface="黑体" panose="02010609060101010101" pitchFamily="49" charset="-122"/>
                <a:sym typeface="Symbol" panose="05050102010706020507" pitchFamily="18" charset="2"/>
              </a:rPr>
              <a:t>]</a:t>
            </a:r>
            <a:endParaRPr lang="en-US" altLang="zh-CN" sz="2000" b="1" dirty="0">
              <a:latin typeface="Times New Roman" panose="02020603050405020304" pitchFamily="18" charset="0"/>
              <a:ea typeface="黑体" panose="02010609060101010101" pitchFamily="49" charset="-122"/>
              <a:sym typeface="Symbol" panose="05050102010706020507" pitchFamily="18" charset="2"/>
            </a:endParaRPr>
          </a:p>
        </p:txBody>
      </p:sp>
      <p:sp>
        <p:nvSpPr>
          <p:cNvPr id="2" name="矩形 1"/>
          <p:cNvSpPr/>
          <p:nvPr/>
        </p:nvSpPr>
        <p:spPr>
          <a:xfrm>
            <a:off x="5868838" y="1817529"/>
            <a:ext cx="2663602" cy="1323439"/>
          </a:xfrm>
          <a:prstGeom prst="rect">
            <a:avLst/>
          </a:prstGeom>
          <a:ln>
            <a:solidFill>
              <a:schemeClr val="accent1"/>
            </a:solidFill>
          </a:ln>
        </p:spPr>
        <p:txBody>
          <a:bodyPr wrap="square">
            <a:spAutoFit/>
          </a:bodyPr>
          <a:lstStyle/>
          <a:p>
            <a:pPr marL="342900" lvl="0" indent="-342900" eaLnBrk="1" hangingPunct="1"/>
            <a:r>
              <a:rPr lang="en-US" altLang="zh-CN" sz="2000" b="1" dirty="0">
                <a:latin typeface="Times New Roman" panose="02020603050405020304" pitchFamily="18" charset="0"/>
                <a:ea typeface="黑体" panose="02010609060101010101" pitchFamily="49" charset="-122"/>
                <a:sym typeface="Symbol" panose="05050102010706020507" pitchFamily="18" charset="2"/>
              </a:rPr>
              <a:t>O (</a:t>
            </a:r>
            <a:r>
              <a:rPr lang="en-US" altLang="zh-CN" sz="2000" b="1" dirty="0" err="1">
                <a:latin typeface="Times New Roman" panose="02020603050405020304" pitchFamily="18" charset="0"/>
                <a:ea typeface="黑体" panose="02010609060101010101" pitchFamily="49" charset="-122"/>
                <a:sym typeface="Symbol" panose="05050102010706020507" pitchFamily="18" charset="2"/>
              </a:rPr>
              <a:t>Nono</a:t>
            </a:r>
            <a:r>
              <a:rPr lang="en-US" altLang="zh-CN" sz="2000" b="1" dirty="0">
                <a:latin typeface="Times New Roman" panose="02020603050405020304" pitchFamily="18" charset="0"/>
                <a:ea typeface="黑体" panose="02010609060101010101" pitchFamily="49" charset="-122"/>
                <a:sym typeface="Symbol" panose="05050102010706020507" pitchFamily="18" charset="2"/>
              </a:rPr>
              <a:t>, </a:t>
            </a:r>
            <a:r>
              <a:rPr lang="en-US" altLang="zh-CN" sz="2000" b="1" dirty="0" err="1">
                <a:latin typeface="Times New Roman" panose="02020603050405020304" pitchFamily="18" charset="0"/>
                <a:ea typeface="黑体" panose="02010609060101010101" pitchFamily="49" charset="-122"/>
                <a:sym typeface="Symbol" panose="05050102010706020507" pitchFamily="18" charset="2"/>
              </a:rPr>
              <a:t>M1</a:t>
            </a:r>
            <a:r>
              <a:rPr lang="en-US" altLang="zh-CN" sz="2000" b="1" dirty="0">
                <a:latin typeface="Times New Roman" panose="02020603050405020304" pitchFamily="18" charset="0"/>
                <a:ea typeface="黑体" panose="02010609060101010101" pitchFamily="49" charset="-122"/>
                <a:sym typeface="Symbol" panose="05050102010706020507" pitchFamily="18" charset="2"/>
              </a:rPr>
              <a:t>) 	 [4]</a:t>
            </a:r>
          </a:p>
          <a:p>
            <a:pPr marL="342900" lvl="0" indent="-342900" eaLnBrk="1" hangingPunct="1"/>
            <a:r>
              <a:rPr lang="en-US" altLang="zh-CN" sz="2000" b="1" dirty="0">
                <a:latin typeface="Times New Roman" panose="02020603050405020304" pitchFamily="18" charset="0"/>
                <a:ea typeface="黑体" panose="02010609060101010101" pitchFamily="49" charset="-122"/>
                <a:sym typeface="Symbol" panose="05050102010706020507" pitchFamily="18" charset="2"/>
              </a:rPr>
              <a:t>M (</a:t>
            </a:r>
            <a:r>
              <a:rPr lang="en-US" altLang="zh-CN" sz="2000" b="1" dirty="0" err="1">
                <a:latin typeface="Times New Roman" panose="02020603050405020304" pitchFamily="18" charset="0"/>
                <a:ea typeface="黑体" panose="02010609060101010101" pitchFamily="49" charset="-122"/>
                <a:sym typeface="Symbol" panose="05050102010706020507" pitchFamily="18" charset="2"/>
              </a:rPr>
              <a:t>M1</a:t>
            </a:r>
            <a:r>
              <a:rPr lang="en-US" altLang="zh-CN" sz="2000" b="1" dirty="0">
                <a:latin typeface="Times New Roman" panose="02020603050405020304" pitchFamily="18" charset="0"/>
                <a:ea typeface="黑体" panose="02010609060101010101" pitchFamily="49" charset="-122"/>
                <a:sym typeface="Symbol" panose="05050102010706020507" pitchFamily="18" charset="2"/>
              </a:rPr>
              <a:t>)                 [5]</a:t>
            </a:r>
          </a:p>
          <a:p>
            <a:pPr marL="342900" lvl="0" indent="-342900" eaLnBrk="1" hangingPunct="1"/>
            <a:r>
              <a:rPr lang="en-US" altLang="zh-CN" sz="2000" b="1" dirty="0">
                <a:latin typeface="Times New Roman" panose="02020603050405020304" pitchFamily="18" charset="0"/>
                <a:ea typeface="黑体" panose="02010609060101010101" pitchFamily="49" charset="-122"/>
                <a:sym typeface="Symbol" panose="05050102010706020507" pitchFamily="18" charset="2"/>
              </a:rPr>
              <a:t>A (West)	 [6]</a:t>
            </a:r>
          </a:p>
          <a:p>
            <a:pPr marL="342900" lvl="0" indent="-342900" eaLnBrk="1" hangingPunct="1"/>
            <a:r>
              <a:rPr lang="en-US" altLang="zh-CN" sz="2000" b="1" dirty="0">
                <a:latin typeface="Times New Roman" panose="02020603050405020304" pitchFamily="18" charset="0"/>
                <a:ea typeface="黑体" panose="02010609060101010101" pitchFamily="49" charset="-122"/>
                <a:sym typeface="Symbol" panose="05050102010706020507" pitchFamily="18" charset="2"/>
              </a:rPr>
              <a:t>H (</a:t>
            </a:r>
            <a:r>
              <a:rPr lang="en-US" altLang="zh-CN" sz="2000" b="1" dirty="0" err="1">
                <a:latin typeface="Times New Roman" panose="02020603050405020304" pitchFamily="18" charset="0"/>
                <a:ea typeface="黑体" panose="02010609060101010101" pitchFamily="49" charset="-122"/>
                <a:sym typeface="Symbol" panose="05050102010706020507" pitchFamily="18" charset="2"/>
              </a:rPr>
              <a:t>Nono</a:t>
            </a:r>
            <a:r>
              <a:rPr lang="en-US" altLang="zh-CN" sz="2000" b="1" dirty="0">
                <a:latin typeface="Times New Roman" panose="02020603050405020304" pitchFamily="18" charset="0"/>
                <a:ea typeface="黑体" panose="02010609060101010101" pitchFamily="49" charset="-122"/>
                <a:sym typeface="Symbol" panose="05050102010706020507" pitchFamily="18" charset="2"/>
              </a:rPr>
              <a:t>) 	 [7]</a:t>
            </a:r>
            <a:endParaRPr lang="zh-CN" altLang="en-US" sz="2000" b="1" dirty="0">
              <a:latin typeface="Times New Roman" panose="02020603050405020304" pitchFamily="18" charset="0"/>
              <a:ea typeface="黑体" panose="02010609060101010101" pitchFamily="49" charset="-122"/>
              <a:sym typeface="Symbol" panose="05050102010706020507" pitchFamily="18" charset="2"/>
            </a:endParaRPr>
          </a:p>
        </p:txBody>
      </p:sp>
      <p:sp>
        <p:nvSpPr>
          <p:cNvPr id="3" name="文本框 2"/>
          <p:cNvSpPr txBox="1"/>
          <p:nvPr/>
        </p:nvSpPr>
        <p:spPr>
          <a:xfrm>
            <a:off x="1835696" y="1269530"/>
            <a:ext cx="1152128" cy="461665"/>
          </a:xfrm>
          <a:prstGeom prst="rect">
            <a:avLst/>
          </a:prstGeom>
          <a:noFill/>
        </p:spPr>
        <p:txBody>
          <a:bodyPr wrap="square" rtlCol="0">
            <a:spAutoFit/>
          </a:bodyPr>
          <a:lstStyle/>
          <a:p>
            <a:r>
              <a:rPr lang="zh-CN" altLang="en-US" b="1" dirty="0">
                <a:solidFill>
                  <a:srgbClr val="C00000"/>
                </a:solidFill>
                <a:latin typeface="微软雅黑" panose="020B0503020204020204" pitchFamily="34" charset="-122"/>
                <a:ea typeface="微软雅黑" panose="020B0503020204020204" pitchFamily="34" charset="-122"/>
              </a:rPr>
              <a:t>规则</a:t>
            </a:r>
          </a:p>
        </p:txBody>
      </p:sp>
      <p:sp>
        <p:nvSpPr>
          <p:cNvPr id="10" name="文本框 9"/>
          <p:cNvSpPr txBox="1"/>
          <p:nvPr/>
        </p:nvSpPr>
        <p:spPr>
          <a:xfrm>
            <a:off x="6553200" y="1269529"/>
            <a:ext cx="1152128" cy="461665"/>
          </a:xfrm>
          <a:prstGeom prst="rect">
            <a:avLst/>
          </a:prstGeom>
          <a:noFill/>
        </p:spPr>
        <p:txBody>
          <a:bodyPr wrap="square" rtlCol="0">
            <a:spAutoFit/>
          </a:bodyPr>
          <a:lstStyle/>
          <a:p>
            <a:r>
              <a:rPr lang="zh-CN" altLang="en-US" b="1" dirty="0" smtClean="0">
                <a:solidFill>
                  <a:srgbClr val="C00000"/>
                </a:solidFill>
                <a:latin typeface="微软雅黑" panose="020B0503020204020204" pitchFamily="34" charset="-122"/>
                <a:ea typeface="微软雅黑" panose="020B0503020204020204" pitchFamily="34" charset="-122"/>
              </a:rPr>
              <a:t>事实</a:t>
            </a:r>
            <a:endParaRPr lang="zh-CN" altLang="en-US" b="1" dirty="0">
              <a:solidFill>
                <a:srgbClr val="C00000"/>
              </a:solidFill>
              <a:latin typeface="微软雅黑" panose="020B0503020204020204" pitchFamily="34" charset="-122"/>
              <a:ea typeface="微软雅黑" panose="020B0503020204020204" pitchFamily="34" charset="-122"/>
            </a:endParaRPr>
          </a:p>
        </p:txBody>
      </p:sp>
      <p:sp>
        <p:nvSpPr>
          <p:cNvPr id="9" name="矩形 8"/>
          <p:cNvSpPr/>
          <p:nvPr/>
        </p:nvSpPr>
        <p:spPr>
          <a:xfrm>
            <a:off x="5799694" y="3904992"/>
            <a:ext cx="2732746" cy="707886"/>
          </a:xfrm>
          <a:prstGeom prst="rect">
            <a:avLst/>
          </a:prstGeom>
          <a:ln>
            <a:solidFill>
              <a:schemeClr val="accent1"/>
            </a:solidFill>
          </a:ln>
        </p:spPr>
        <p:txBody>
          <a:bodyPr wrap="square">
            <a:spAutoFit/>
          </a:bodyPr>
          <a:lstStyle/>
          <a:p>
            <a:pPr marL="342900" lvl="0" indent="-342900" eaLnBrk="1" hangingPunct="1"/>
            <a:endParaRPr lang="en-US" altLang="zh-CN" sz="2000" b="1" dirty="0" smtClean="0">
              <a:latin typeface="Times New Roman" panose="02020603050405020304" pitchFamily="18" charset="0"/>
              <a:ea typeface="黑体" panose="02010609060101010101" pitchFamily="49" charset="-122"/>
              <a:sym typeface="Symbol" panose="05050102010706020507" pitchFamily="18" charset="2"/>
            </a:endParaRPr>
          </a:p>
          <a:p>
            <a:pPr marL="342900" lvl="0" indent="-342900" eaLnBrk="1" hangingPunct="1"/>
            <a:endParaRPr lang="en-US" altLang="zh-CN" sz="2000" b="1" dirty="0">
              <a:latin typeface="Times New Roman" panose="02020603050405020304" pitchFamily="18" charset="0"/>
              <a:ea typeface="黑体" panose="02010609060101010101" pitchFamily="49" charset="-122"/>
              <a:sym typeface="Symbol" panose="05050102010706020507" pitchFamily="18" charset="2"/>
            </a:endParaRPr>
          </a:p>
        </p:txBody>
      </p:sp>
      <p:sp>
        <p:nvSpPr>
          <p:cNvPr id="11" name="文本框 10"/>
          <p:cNvSpPr txBox="1"/>
          <p:nvPr/>
        </p:nvSpPr>
        <p:spPr>
          <a:xfrm>
            <a:off x="6484056" y="3356992"/>
            <a:ext cx="1152128" cy="461665"/>
          </a:xfrm>
          <a:prstGeom prst="rect">
            <a:avLst/>
          </a:prstGeom>
          <a:noFill/>
        </p:spPr>
        <p:txBody>
          <a:bodyPr wrap="square" rtlCol="0">
            <a:spAutoFit/>
          </a:bodyPr>
          <a:lstStyle/>
          <a:p>
            <a:r>
              <a:rPr lang="zh-CN" altLang="en-US" b="1" dirty="0" smtClean="0">
                <a:solidFill>
                  <a:srgbClr val="C00000"/>
                </a:solidFill>
                <a:latin typeface="微软雅黑" panose="020B0503020204020204" pitchFamily="34" charset="-122"/>
                <a:ea typeface="微软雅黑" panose="020B0503020204020204" pitchFamily="34" charset="-122"/>
              </a:rPr>
              <a:t>栈</a:t>
            </a:r>
            <a:endParaRPr lang="zh-CN" altLang="en-US" b="1" dirty="0">
              <a:solidFill>
                <a:srgbClr val="C00000"/>
              </a:solidFill>
              <a:latin typeface="微软雅黑" panose="020B0503020204020204" pitchFamily="34" charset="-122"/>
              <a:ea typeface="微软雅黑" panose="020B0503020204020204" pitchFamily="34" charset="-122"/>
            </a:endParaRPr>
          </a:p>
        </p:txBody>
      </p:sp>
      <p:sp>
        <p:nvSpPr>
          <p:cNvPr id="8" name="矩形 7"/>
          <p:cNvSpPr/>
          <p:nvPr/>
        </p:nvSpPr>
        <p:spPr>
          <a:xfrm>
            <a:off x="401299" y="3374472"/>
            <a:ext cx="4572000" cy="1311128"/>
          </a:xfrm>
          <a:prstGeom prst="rect">
            <a:avLst/>
          </a:prstGeom>
        </p:spPr>
        <p:txBody>
          <a:bodyPr>
            <a:spAutoFit/>
          </a:bodyPr>
          <a:lstStyle/>
          <a:p>
            <a:pPr lvl="1" eaLnBrk="1" hangingPunct="1">
              <a:lnSpc>
                <a:spcPct val="110000"/>
              </a:lnSpc>
            </a:pPr>
            <a:r>
              <a:rPr lang="zh-CN" altLang="en-US" dirty="0">
                <a:latin typeface="Times New Roman" panose="02020603050405020304" pitchFamily="18" charset="0"/>
                <a:ea typeface="微软雅黑" panose="020B0503020204020204" pitchFamily="34" charset="-122"/>
                <a:sym typeface="Symbol" panose="05050102010706020507" pitchFamily="18" charset="2"/>
              </a:rPr>
              <a:t>子目标全部匹配事实，再无新的子目标生成，栈为空，推理成功</a:t>
            </a:r>
          </a:p>
        </p:txBody>
      </p:sp>
      <p:sp>
        <p:nvSpPr>
          <p:cNvPr id="15" name="Rectangle 3"/>
          <p:cNvSpPr>
            <a:spLocks noGrp="1"/>
          </p:cNvSpPr>
          <p:nvPr>
            <p:ph idx="1"/>
          </p:nvPr>
        </p:nvSpPr>
        <p:spPr>
          <a:xfrm>
            <a:off x="409513" y="5060971"/>
            <a:ext cx="7772400" cy="1536381"/>
          </a:xfrm>
        </p:spPr>
        <p:txBody>
          <a:bodyPr vert="horz" wrap="square" lIns="91440" tIns="45720" rIns="91440" bIns="45720" anchor="t" anchorCtr="0"/>
          <a:lstStyle/>
          <a:p>
            <a:pPr eaLnBrk="1" latinLnBrk="0" hangingPunct="1">
              <a:lnSpc>
                <a:spcPct val="120000"/>
              </a:lnSpc>
              <a:spcBef>
                <a:spcPts val="0"/>
              </a:spcBef>
            </a:pPr>
            <a:r>
              <a:rPr lang="zh-CN" altLang="en-US" sz="2400" dirty="0">
                <a:latin typeface="微软雅黑" panose="020B0503020204020204" pitchFamily="34" charset="-122"/>
                <a:ea typeface="微软雅黑" panose="020B0503020204020204" pitchFamily="34" charset="-122"/>
                <a:sym typeface="Symbol" panose="05050102010706020507" pitchFamily="18" charset="2"/>
              </a:rPr>
              <a:t>前向链接算法特点：数据驱动</a:t>
            </a:r>
            <a:r>
              <a:rPr lang="zh-CN" altLang="en-US" sz="2400" dirty="0" smtClean="0">
                <a:latin typeface="微软雅黑" panose="020B0503020204020204" pitchFamily="34" charset="-122"/>
                <a:ea typeface="微软雅黑" panose="020B0503020204020204" pitchFamily="34" charset="-122"/>
                <a:sym typeface="Symbol" panose="05050102010706020507" pitchFamily="18" charset="2"/>
              </a:rPr>
              <a:t>，可靠的但是效率低</a:t>
            </a:r>
            <a:endParaRPr lang="zh-CN" altLang="en-US" sz="2400" dirty="0">
              <a:latin typeface="微软雅黑" panose="020B0503020204020204" pitchFamily="34" charset="-122"/>
              <a:ea typeface="微软雅黑" panose="020B0503020204020204" pitchFamily="34" charset="-122"/>
              <a:sym typeface="Symbol" panose="05050102010706020507" pitchFamily="18" charset="2"/>
            </a:endParaRPr>
          </a:p>
          <a:p>
            <a:pPr eaLnBrk="1" latinLnBrk="0" hangingPunct="1">
              <a:lnSpc>
                <a:spcPct val="120000"/>
              </a:lnSpc>
              <a:spcBef>
                <a:spcPts val="0"/>
              </a:spcBef>
            </a:pPr>
            <a:r>
              <a:rPr lang="zh-CN" altLang="en-US" sz="2400" dirty="0">
                <a:latin typeface="微软雅黑" panose="020B0503020204020204" pitchFamily="34" charset="-122"/>
                <a:ea typeface="微软雅黑" panose="020B0503020204020204" pitchFamily="34" charset="-122"/>
                <a:sym typeface="Symbol" panose="05050102010706020507" pitchFamily="18" charset="2"/>
              </a:rPr>
              <a:t>反向链接算法特点：目标驱动</a:t>
            </a:r>
            <a:r>
              <a:rPr lang="zh-CN" altLang="en-US" sz="2400" dirty="0" smtClean="0">
                <a:latin typeface="微软雅黑" panose="020B0503020204020204" pitchFamily="34" charset="-122"/>
                <a:ea typeface="微软雅黑" panose="020B0503020204020204" pitchFamily="34" charset="-122"/>
                <a:sym typeface="Symbol" panose="05050102010706020507" pitchFamily="18" charset="2"/>
              </a:rPr>
              <a:t>，根据</a:t>
            </a:r>
            <a:r>
              <a:rPr lang="zh-CN" altLang="en-US" sz="2400" dirty="0">
                <a:latin typeface="微软雅黑" panose="020B0503020204020204" pitchFamily="34" charset="-122"/>
                <a:ea typeface="微软雅黑" panose="020B0503020204020204" pitchFamily="34" charset="-122"/>
                <a:sym typeface="Symbol" panose="05050102010706020507" pitchFamily="18" charset="2"/>
              </a:rPr>
              <a:t>目标来进行相关事实的匹配，对于大规模的知识库</a:t>
            </a:r>
            <a:r>
              <a:rPr lang="zh-CN" altLang="en-US" sz="2400" dirty="0" smtClean="0">
                <a:latin typeface="微软雅黑" panose="020B0503020204020204" pitchFamily="34" charset="-122"/>
                <a:ea typeface="微软雅黑" panose="020B0503020204020204" pitchFamily="34" charset="-122"/>
                <a:sym typeface="Symbol" panose="05050102010706020507" pitchFamily="18" charset="2"/>
              </a:rPr>
              <a:t>来说搜索效率高</a:t>
            </a:r>
            <a:endParaRPr lang="en-US" altLang="zh-CN" sz="2400" dirty="0">
              <a:latin typeface="微软雅黑" panose="020B0503020204020204" pitchFamily="34" charset="-122"/>
              <a:ea typeface="微软雅黑" panose="020B0503020204020204" pitchFamily="34" charset="-122"/>
              <a:sym typeface="Symbol" panose="05050102010706020507" pitchFamily="18" charset="2"/>
            </a:endParaRPr>
          </a:p>
        </p:txBody>
      </p:sp>
    </p:spTree>
    <p:extLst>
      <p:ext uri="{BB962C8B-B14F-4D97-AF65-F5344CB8AC3E}">
        <p14:creationId xmlns:p14="http://schemas.microsoft.com/office/powerpoint/2010/main" val="429911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15">
                                            <p:txEl>
                                              <p:pRg st="0" end="0"/>
                                            </p:txEl>
                                          </p:spTgt>
                                        </p:tgtEl>
                                        <p:attrNameLst>
                                          <p:attrName>style.visibility</p:attrName>
                                        </p:attrNameLst>
                                      </p:cBhvr>
                                      <p:to>
                                        <p:strVal val="visible"/>
                                      </p:to>
                                    </p:set>
                                    <p:animEffect transition="in" filter="blinds(horizontal)">
                                      <p:cBhvr>
                                        <p:cTn id="11" dur="500"/>
                                        <p:tgtEl>
                                          <p:spTgt spid="15">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15">
                                            <p:txEl>
                                              <p:pRg st="1" end="1"/>
                                            </p:txEl>
                                          </p:spTgt>
                                        </p:tgtEl>
                                        <p:attrNameLst>
                                          <p:attrName>style.visibility</p:attrName>
                                        </p:attrNameLst>
                                      </p:cBhvr>
                                      <p:to>
                                        <p:strVal val="visible"/>
                                      </p:to>
                                    </p:set>
                                    <p:animEffect transition="in" filter="blinds(horizontal)">
                                      <p:cBhvr>
                                        <p:cTn id="16" dur="500"/>
                                        <p:tgtEl>
                                          <p:spTgt spid="1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5" grpId="0" build="p"/>
    </p:bldLst>
  </p:timing>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灯片编号占位符 5"/>
          <p:cNvSpPr txBox="1">
            <a:spLocks noGrp="1"/>
          </p:cNvSpPr>
          <p:nvPr>
            <p:ph type="sldNum" sz="quarter" idx="4"/>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40" tIns="45720" rIns="91440" bIns="45720" numCol="1" anchor="t" anchorCtr="0" compatLnSpc="1"/>
          <a:lstStyle/>
          <a:p>
            <a:pPr marL="0" marR="0" lvl="0" indent="0" algn="r" defTabSz="914400" rtl="0" eaLnBrk="1" fontAlgn="base" latinLnBrk="1" hangingPunct="1">
              <a:lnSpc>
                <a:spcPct val="100000"/>
              </a:lnSpc>
              <a:spcBef>
                <a:spcPct val="0"/>
              </a:spcBef>
              <a:spcAft>
                <a:spcPct val="0"/>
              </a:spcAft>
              <a:buClrTx/>
              <a:buSzTx/>
              <a:buFontTx/>
              <a:buNone/>
              <a:defRPr/>
            </a:pPr>
            <a:fld id="{0C3DA1A3-AE75-43D8-A8D8-0D55826A939D}"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t>53</a:t>
            </a:fld>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130051" name="Rectangle 3"/>
          <p:cNvSpPr>
            <a:spLocks noGrp="1"/>
          </p:cNvSpPr>
          <p:nvPr>
            <p:ph idx="1"/>
          </p:nvPr>
        </p:nvSpPr>
        <p:spPr>
          <a:xfrm>
            <a:off x="539750" y="1475965"/>
            <a:ext cx="7772400" cy="4303713"/>
          </a:xfrm>
        </p:spPr>
        <p:txBody>
          <a:bodyPr vert="horz" wrap="square" lIns="91440" tIns="45720" rIns="91440" bIns="45720" anchor="t" anchorCtr="0"/>
          <a:lstStyle/>
          <a:p>
            <a:pPr eaLnBrk="1" hangingPunct="1">
              <a:lnSpc>
                <a:spcPct val="120000"/>
              </a:lnSpc>
            </a:pPr>
            <a:r>
              <a:rPr lang="zh-CN" altLang="en-US" sz="2400" dirty="0" smtClean="0">
                <a:latin typeface="Times New Roman" panose="02020603050405020304" pitchFamily="18" charset="0"/>
                <a:ea typeface="微软雅黑" panose="020B0503020204020204" pitchFamily="34" charset="-122"/>
              </a:rPr>
              <a:t>消解</a:t>
            </a:r>
            <a:r>
              <a:rPr lang="zh-CN" altLang="en-US" sz="2400" dirty="0">
                <a:latin typeface="Times New Roman" panose="02020603050405020304" pitchFamily="18" charset="0"/>
                <a:ea typeface="微软雅黑" panose="020B0503020204020204" pitchFamily="34" charset="-122"/>
              </a:rPr>
              <a:t>原理又称归结原理</a:t>
            </a:r>
            <a:r>
              <a:rPr lang="en-US" altLang="zh-CN" sz="2400" dirty="0">
                <a:latin typeface="Times New Roman" panose="02020603050405020304" pitchFamily="18" charset="0"/>
                <a:ea typeface="微软雅黑" panose="020B0503020204020204" pitchFamily="34" charset="-122"/>
              </a:rPr>
              <a:t>(Principle of resolution)</a:t>
            </a:r>
            <a:r>
              <a:rPr lang="zh-CN" altLang="en-US" sz="2400" dirty="0">
                <a:latin typeface="Times New Roman" panose="02020603050405020304" pitchFamily="18" charset="0"/>
                <a:ea typeface="微软雅黑" panose="020B0503020204020204" pitchFamily="34" charset="-122"/>
              </a:rPr>
              <a:t> ，</a:t>
            </a:r>
            <a:r>
              <a:rPr lang="en-US" altLang="zh-CN" sz="2400" dirty="0">
                <a:latin typeface="Times New Roman" panose="02020603050405020304" pitchFamily="18" charset="0"/>
                <a:ea typeface="微软雅黑" panose="020B0503020204020204" pitchFamily="34" charset="-122"/>
              </a:rPr>
              <a:t>1965</a:t>
            </a:r>
            <a:r>
              <a:rPr lang="zh-CN" altLang="en-US" sz="2400" dirty="0">
                <a:latin typeface="Times New Roman" panose="02020603050405020304" pitchFamily="18" charset="0"/>
                <a:ea typeface="微软雅黑" panose="020B0503020204020204" pitchFamily="34" charset="-122"/>
              </a:rPr>
              <a:t>年鲁滨逊（</a:t>
            </a:r>
            <a:r>
              <a:rPr lang="en-US" altLang="zh-CN" sz="2400" dirty="0">
                <a:latin typeface="Times New Roman" panose="02020603050405020304" pitchFamily="18" charset="0"/>
                <a:ea typeface="微软雅黑" panose="020B0503020204020204" pitchFamily="34" charset="-122"/>
              </a:rPr>
              <a:t>J.A.Robinson</a:t>
            </a:r>
            <a:r>
              <a:rPr lang="zh-CN" altLang="en-US" sz="2400" dirty="0">
                <a:latin typeface="Times New Roman" panose="02020603050405020304" pitchFamily="18" charset="0"/>
                <a:ea typeface="微软雅黑" panose="020B0503020204020204" pitchFamily="34" charset="-122"/>
              </a:rPr>
              <a:t>）提出，从理论上解决了定理证明问题。归结原理提出的是一种证明子句集不可满足性，从而实现定理证明的一种理论及方法。</a:t>
            </a:r>
            <a:endParaRPr lang="zh-CN" altLang="en-US" sz="2400" dirty="0">
              <a:solidFill>
                <a:schemeClr val="folHlink"/>
              </a:solidFill>
              <a:latin typeface="Times New Roman" panose="02020603050405020304" pitchFamily="18" charset="0"/>
              <a:ea typeface="微软雅黑" panose="020B0503020204020204" pitchFamily="34" charset="-122"/>
            </a:endParaRPr>
          </a:p>
          <a:p>
            <a:pPr eaLnBrk="1" hangingPunct="1"/>
            <a:endParaRPr lang="zh-CN" altLang="en-US" sz="2000" dirty="0">
              <a:latin typeface="Times New Roman" panose="02020603050405020304" pitchFamily="18" charset="0"/>
              <a:ea typeface="微软雅黑" panose="020B0503020204020204" pitchFamily="34" charset="-122"/>
            </a:endParaRPr>
          </a:p>
        </p:txBody>
      </p:sp>
      <p:sp>
        <p:nvSpPr>
          <p:cNvPr id="130052" name="矩形 1"/>
          <p:cNvSpPr/>
          <p:nvPr/>
        </p:nvSpPr>
        <p:spPr>
          <a:xfrm>
            <a:off x="539750" y="3496878"/>
            <a:ext cx="7843838" cy="3194721"/>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342900" lvl="0" indent="-342900" algn="just" eaLnBrk="1" latinLnBrk="0" hangingPunct="1">
              <a:lnSpc>
                <a:spcPct val="120000"/>
              </a:lnSpc>
              <a:spcBef>
                <a:spcPct val="0"/>
              </a:spcBef>
            </a:pPr>
            <a:r>
              <a:rPr lang="zh-CN" altLang="en-US" sz="2400" dirty="0">
                <a:latin typeface="Times New Roman" panose="02020603050405020304" pitchFamily="18" charset="0"/>
                <a:ea typeface="微软雅黑" panose="020B0503020204020204" pitchFamily="34" charset="-122"/>
                <a:sym typeface="Symbol" panose="05050102010706020507" pitchFamily="18" charset="2"/>
              </a:rPr>
              <a:t>基本思想：证明一个公式 </a:t>
            </a:r>
            <a:r>
              <a:rPr lang="en-US" altLang="zh-CN" sz="2400" dirty="0">
                <a:latin typeface="Times New Roman" panose="02020603050405020304" pitchFamily="18" charset="0"/>
                <a:ea typeface="微软雅黑" panose="020B0503020204020204" pitchFamily="34" charset="-122"/>
                <a:sym typeface="Symbol" panose="05050102010706020507" pitchFamily="18" charset="2"/>
              </a:rPr>
              <a:t>A </a:t>
            </a:r>
            <a:r>
              <a:rPr lang="zh-CN" altLang="en-US" sz="2400" dirty="0">
                <a:latin typeface="Times New Roman" panose="02020603050405020304" pitchFamily="18" charset="0"/>
                <a:ea typeface="微软雅黑" panose="020B0503020204020204" pitchFamily="34" charset="-122"/>
                <a:sym typeface="Symbol" panose="05050102010706020507" pitchFamily="18" charset="2"/>
              </a:rPr>
              <a:t>在给定论域下恒为真，也就是要证明该论域下 </a:t>
            </a:r>
            <a:r>
              <a:rPr lang="en-US" altLang="zh-CN" sz="2400" dirty="0">
                <a:latin typeface="Times New Roman" panose="02020603050405020304" pitchFamily="18" charset="0"/>
                <a:ea typeface="微软雅黑" panose="020B0503020204020204" pitchFamily="34" charset="-122"/>
              </a:rPr>
              <a:t>﹁A </a:t>
            </a:r>
            <a:r>
              <a:rPr lang="zh-CN" altLang="en-US" sz="2400" dirty="0">
                <a:latin typeface="Times New Roman" panose="02020603050405020304" pitchFamily="18" charset="0"/>
                <a:ea typeface="微软雅黑" panose="020B0503020204020204" pitchFamily="34" charset="-122"/>
              </a:rPr>
              <a:t>恒为假</a:t>
            </a:r>
          </a:p>
          <a:p>
            <a:pPr marL="457200" lvl="1" indent="0" algn="just" eaLnBrk="1" latinLnBrk="0" hangingPunct="1">
              <a:lnSpc>
                <a:spcPct val="120000"/>
              </a:lnSpc>
              <a:spcBef>
                <a:spcPct val="0"/>
              </a:spcBef>
              <a:buNone/>
            </a:pPr>
            <a:r>
              <a:rPr lang="zh-CN" altLang="en-US" sz="2400" dirty="0">
                <a:latin typeface="Times New Roman" panose="02020603050405020304" pitchFamily="18" charset="0"/>
                <a:ea typeface="微软雅黑" panose="020B0503020204020204" pitchFamily="34" charset="-122"/>
              </a:rPr>
              <a:t>要证明  </a:t>
            </a:r>
            <a:r>
              <a:rPr lang="en-US" altLang="zh-CN" sz="2400" dirty="0">
                <a:latin typeface="Times New Roman" panose="02020603050405020304" pitchFamily="18" charset="0"/>
                <a:ea typeface="微软雅黑" panose="020B0503020204020204" pitchFamily="34" charset="-122"/>
              </a:rPr>
              <a:t>Q1 </a:t>
            </a:r>
            <a:r>
              <a:rPr lang="en-US" altLang="en-US" sz="2400" dirty="0">
                <a:latin typeface="Times New Roman" panose="02020603050405020304" pitchFamily="18" charset="0"/>
                <a:ea typeface="微软雅黑" panose="020B0503020204020204" pitchFamily="34" charset="-122"/>
                <a:sym typeface="Symbol" panose="05050102010706020507" pitchFamily="18" charset="2"/>
              </a:rPr>
              <a:t>∧</a:t>
            </a:r>
            <a:r>
              <a:rPr lang="en-US" altLang="zh-CN" sz="2400" dirty="0">
                <a:latin typeface="Times New Roman" panose="02020603050405020304" pitchFamily="18" charset="0"/>
                <a:ea typeface="微软雅黑" panose="020B0503020204020204" pitchFamily="34" charset="-122"/>
                <a:sym typeface="Symbol" panose="05050102010706020507" pitchFamily="18" charset="2"/>
              </a:rPr>
              <a:t>Q2 </a:t>
            </a:r>
            <a:r>
              <a:rPr lang="en-US" altLang="en-US" sz="2400" dirty="0">
                <a:latin typeface="Times New Roman" panose="02020603050405020304" pitchFamily="18" charset="0"/>
                <a:ea typeface="微软雅黑" panose="020B0503020204020204" pitchFamily="34" charset="-122"/>
                <a:sym typeface="Symbol" panose="05050102010706020507" pitchFamily="18" charset="2"/>
              </a:rPr>
              <a:t>∧</a:t>
            </a:r>
            <a:r>
              <a:rPr lang="en-US" altLang="zh-CN" sz="2400" dirty="0">
                <a:latin typeface="Times New Roman" panose="02020603050405020304" pitchFamily="18" charset="0"/>
                <a:ea typeface="微软雅黑" panose="020B0503020204020204" pitchFamily="34" charset="-122"/>
                <a:sym typeface="Symbol" panose="05050102010706020507" pitchFamily="18" charset="2"/>
              </a:rPr>
              <a:t>…</a:t>
            </a:r>
            <a:r>
              <a:rPr lang="en-US" altLang="zh-CN" sz="2400" dirty="0">
                <a:latin typeface="Times New Roman" panose="02020603050405020304" pitchFamily="18" charset="0"/>
                <a:ea typeface="微软雅黑" panose="020B0503020204020204" pitchFamily="34" charset="-122"/>
              </a:rPr>
              <a:t> </a:t>
            </a:r>
            <a:r>
              <a:rPr lang="en-US" altLang="zh-CN" sz="2400" dirty="0">
                <a:latin typeface="Times New Roman" panose="02020603050405020304" pitchFamily="18" charset="0"/>
                <a:ea typeface="微软雅黑" panose="020B0503020204020204" pitchFamily="34" charset="-122"/>
                <a:sym typeface="Symbol" panose="05050102010706020507" pitchFamily="18" charset="2"/>
              </a:rPr>
              <a:t>→</a:t>
            </a:r>
            <a:r>
              <a:rPr lang="en-US" altLang="zh-CN" sz="2400" dirty="0">
                <a:latin typeface="Times New Roman" panose="02020603050405020304" pitchFamily="18" charset="0"/>
                <a:ea typeface="微软雅黑" panose="020B0503020204020204" pitchFamily="34" charset="-122"/>
              </a:rPr>
              <a:t> P  </a:t>
            </a:r>
            <a:r>
              <a:rPr lang="zh-CN" altLang="en-US" sz="2400" dirty="0" smtClean="0">
                <a:latin typeface="Times New Roman" panose="02020603050405020304" pitchFamily="18" charset="0"/>
                <a:ea typeface="微软雅黑" panose="020B0503020204020204" pitchFamily="34" charset="-122"/>
              </a:rPr>
              <a:t>恒为真</a:t>
            </a:r>
            <a:endParaRPr lang="zh-CN" altLang="en-US" sz="2400" dirty="0">
              <a:latin typeface="Times New Roman" panose="02020603050405020304" pitchFamily="18" charset="0"/>
              <a:ea typeface="微软雅黑" panose="020B0503020204020204" pitchFamily="34" charset="-122"/>
            </a:endParaRPr>
          </a:p>
          <a:p>
            <a:pPr marL="457200" lvl="1" indent="0" algn="just" eaLnBrk="1" latinLnBrk="0" hangingPunct="1">
              <a:lnSpc>
                <a:spcPct val="120000"/>
              </a:lnSpc>
              <a:spcBef>
                <a:spcPct val="0"/>
              </a:spcBef>
              <a:buNone/>
            </a:pPr>
            <a:r>
              <a:rPr lang="zh-CN" altLang="en-US" sz="2400" dirty="0">
                <a:latin typeface="Times New Roman" panose="02020603050405020304" pitchFamily="18" charset="0"/>
                <a:ea typeface="微软雅黑" panose="020B0503020204020204" pitchFamily="34" charset="-122"/>
              </a:rPr>
              <a:t>可试图证明 </a:t>
            </a:r>
            <a:r>
              <a:rPr lang="en-US" altLang="zh-CN" sz="2400" dirty="0">
                <a:latin typeface="Times New Roman" panose="02020603050405020304" pitchFamily="18" charset="0"/>
                <a:ea typeface="微软雅黑" panose="020B0503020204020204" pitchFamily="34" charset="-122"/>
                <a:sym typeface="Symbol" panose="05050102010706020507" pitchFamily="18" charset="2"/>
              </a:rPr>
              <a:t>¬</a:t>
            </a:r>
            <a:r>
              <a:rPr lang="zh-CN" altLang="en-US" sz="2400" dirty="0">
                <a:latin typeface="Times New Roman" panose="02020603050405020304" pitchFamily="18" charset="0"/>
                <a:ea typeface="微软雅黑" panose="020B0503020204020204" pitchFamily="34" charset="-122"/>
                <a:sym typeface="Symbol" panose="05050102010706020507" pitchFamily="18" charset="2"/>
              </a:rPr>
              <a:t>（ </a:t>
            </a:r>
            <a:r>
              <a:rPr lang="en-US" altLang="zh-CN" sz="2400" dirty="0">
                <a:latin typeface="Times New Roman" panose="02020603050405020304" pitchFamily="18" charset="0"/>
                <a:ea typeface="微软雅黑" panose="020B0503020204020204" pitchFamily="34" charset="-122"/>
              </a:rPr>
              <a:t>Q1 </a:t>
            </a:r>
            <a:r>
              <a:rPr lang="en-US" altLang="en-US" sz="2400" dirty="0">
                <a:latin typeface="Times New Roman" panose="02020603050405020304" pitchFamily="18" charset="0"/>
                <a:ea typeface="微软雅黑" panose="020B0503020204020204" pitchFamily="34" charset="-122"/>
                <a:sym typeface="Symbol" panose="05050102010706020507" pitchFamily="18" charset="2"/>
              </a:rPr>
              <a:t>∧</a:t>
            </a:r>
            <a:r>
              <a:rPr lang="en-US" altLang="zh-CN" sz="2400" dirty="0">
                <a:latin typeface="Times New Roman" panose="02020603050405020304" pitchFamily="18" charset="0"/>
                <a:ea typeface="微软雅黑" panose="020B0503020204020204" pitchFamily="34" charset="-122"/>
                <a:sym typeface="Symbol" panose="05050102010706020507" pitchFamily="18" charset="2"/>
              </a:rPr>
              <a:t>Q2 </a:t>
            </a:r>
            <a:r>
              <a:rPr lang="en-US" altLang="en-US" sz="2400" dirty="0">
                <a:latin typeface="Times New Roman" panose="02020603050405020304" pitchFamily="18" charset="0"/>
                <a:ea typeface="微软雅黑" panose="020B0503020204020204" pitchFamily="34" charset="-122"/>
                <a:sym typeface="Symbol" panose="05050102010706020507" pitchFamily="18" charset="2"/>
              </a:rPr>
              <a:t>∧</a:t>
            </a:r>
            <a:r>
              <a:rPr lang="en-US" altLang="zh-CN" sz="2400" dirty="0">
                <a:latin typeface="Times New Roman" panose="02020603050405020304" pitchFamily="18" charset="0"/>
                <a:ea typeface="微软雅黑" panose="020B0503020204020204" pitchFamily="34" charset="-122"/>
                <a:sym typeface="Symbol" panose="05050102010706020507" pitchFamily="18" charset="2"/>
              </a:rPr>
              <a:t>…</a:t>
            </a:r>
            <a:r>
              <a:rPr lang="en-US" altLang="zh-CN" sz="2400" dirty="0">
                <a:latin typeface="Times New Roman" panose="02020603050405020304" pitchFamily="18" charset="0"/>
                <a:ea typeface="微软雅黑" panose="020B0503020204020204" pitchFamily="34" charset="-122"/>
              </a:rPr>
              <a:t> </a:t>
            </a:r>
            <a:r>
              <a:rPr lang="en-US" altLang="zh-CN" sz="2400" dirty="0">
                <a:latin typeface="Times New Roman" panose="02020603050405020304" pitchFamily="18" charset="0"/>
                <a:ea typeface="微软雅黑" panose="020B0503020204020204" pitchFamily="34" charset="-122"/>
                <a:sym typeface="Symbol" panose="05050102010706020507" pitchFamily="18" charset="2"/>
              </a:rPr>
              <a:t>→</a:t>
            </a:r>
            <a:r>
              <a:rPr lang="en-US" altLang="zh-CN" sz="2400" dirty="0">
                <a:latin typeface="Times New Roman" panose="02020603050405020304" pitchFamily="18" charset="0"/>
                <a:ea typeface="微软雅黑" panose="020B0503020204020204" pitchFamily="34" charset="-122"/>
              </a:rPr>
              <a:t> P </a:t>
            </a:r>
            <a:r>
              <a:rPr lang="zh-CN" altLang="en-US" sz="2400" dirty="0" smtClean="0">
                <a:latin typeface="Times New Roman" panose="02020603050405020304" pitchFamily="18" charset="0"/>
                <a:ea typeface="微软雅黑" panose="020B0503020204020204" pitchFamily="34" charset="-122"/>
              </a:rPr>
              <a:t>）恒为假</a:t>
            </a:r>
            <a:endParaRPr lang="zh-CN" altLang="en-US" sz="2400" dirty="0">
              <a:latin typeface="Times New Roman" panose="02020603050405020304" pitchFamily="18" charset="0"/>
              <a:ea typeface="微软雅黑" panose="020B0503020204020204" pitchFamily="34" charset="-122"/>
            </a:endParaRPr>
          </a:p>
          <a:p>
            <a:pPr marL="457200" lvl="1" indent="0" algn="just" eaLnBrk="1" latinLnBrk="0" hangingPunct="1">
              <a:lnSpc>
                <a:spcPct val="120000"/>
              </a:lnSpc>
              <a:spcBef>
                <a:spcPct val="0"/>
              </a:spcBef>
              <a:buNone/>
            </a:pPr>
            <a:r>
              <a:rPr lang="zh-CN" altLang="en-US" sz="2400" dirty="0">
                <a:latin typeface="Times New Roman" panose="02020603050405020304" pitchFamily="18" charset="0"/>
                <a:ea typeface="微软雅黑" panose="020B0503020204020204" pitchFamily="34" charset="-122"/>
              </a:rPr>
              <a:t>即： </a:t>
            </a:r>
            <a:r>
              <a:rPr lang="en-US" altLang="zh-CN" sz="2400" dirty="0">
                <a:latin typeface="Times New Roman" panose="02020603050405020304" pitchFamily="18" charset="0"/>
                <a:ea typeface="微软雅黑" panose="020B0503020204020204" pitchFamily="34" charset="-122"/>
                <a:sym typeface="Symbol" panose="05050102010706020507" pitchFamily="18" charset="2"/>
              </a:rPr>
              <a:t>¬</a:t>
            </a:r>
            <a:r>
              <a:rPr lang="en-US" altLang="zh-CN" sz="2400" dirty="0">
                <a:latin typeface="Times New Roman" panose="02020603050405020304" pitchFamily="18" charset="0"/>
                <a:ea typeface="微软雅黑" panose="020B0503020204020204" pitchFamily="34" charset="-122"/>
              </a:rPr>
              <a:t> </a:t>
            </a:r>
            <a:r>
              <a:rPr lang="zh-CN" altLang="en-US" sz="2400" dirty="0">
                <a:latin typeface="Times New Roman" panose="02020603050405020304" pitchFamily="18" charset="0"/>
                <a:ea typeface="微软雅黑" panose="020B0503020204020204" pitchFamily="34" charset="-122"/>
              </a:rPr>
              <a:t>（ </a:t>
            </a:r>
            <a:r>
              <a:rPr lang="en-US" altLang="zh-CN" sz="2400" dirty="0">
                <a:latin typeface="Times New Roman" panose="02020603050405020304" pitchFamily="18" charset="0"/>
                <a:ea typeface="微软雅黑" panose="020B0503020204020204" pitchFamily="34" charset="-122"/>
                <a:sym typeface="Symbol" panose="05050102010706020507" pitchFamily="18" charset="2"/>
              </a:rPr>
              <a:t>¬</a:t>
            </a:r>
            <a:r>
              <a:rPr lang="en-US" altLang="zh-CN" sz="2400" dirty="0">
                <a:latin typeface="Times New Roman" panose="02020603050405020304" pitchFamily="18" charset="0"/>
                <a:ea typeface="微软雅黑" panose="020B0503020204020204" pitchFamily="34" charset="-122"/>
              </a:rPr>
              <a:t> (Q1 </a:t>
            </a:r>
            <a:r>
              <a:rPr lang="en-US" altLang="en-US" sz="2400" dirty="0">
                <a:latin typeface="Times New Roman" panose="02020603050405020304" pitchFamily="18" charset="0"/>
                <a:ea typeface="微软雅黑" panose="020B0503020204020204" pitchFamily="34" charset="-122"/>
                <a:sym typeface="Symbol" panose="05050102010706020507" pitchFamily="18" charset="2"/>
              </a:rPr>
              <a:t>∧</a:t>
            </a:r>
            <a:r>
              <a:rPr lang="en-US" altLang="zh-CN" sz="2400" dirty="0">
                <a:latin typeface="Times New Roman" panose="02020603050405020304" pitchFamily="18" charset="0"/>
                <a:ea typeface="微软雅黑" panose="020B0503020204020204" pitchFamily="34" charset="-122"/>
                <a:sym typeface="Symbol" panose="05050102010706020507" pitchFamily="18" charset="2"/>
              </a:rPr>
              <a:t>Q2 </a:t>
            </a:r>
            <a:r>
              <a:rPr lang="en-US" altLang="en-US" sz="2400" dirty="0">
                <a:latin typeface="Times New Roman" panose="02020603050405020304" pitchFamily="18" charset="0"/>
                <a:ea typeface="微软雅黑" panose="020B0503020204020204" pitchFamily="34" charset="-122"/>
                <a:sym typeface="Symbol" panose="05050102010706020507" pitchFamily="18" charset="2"/>
              </a:rPr>
              <a:t>∧</a:t>
            </a:r>
            <a:r>
              <a:rPr lang="en-US" altLang="zh-CN" sz="2400" dirty="0">
                <a:latin typeface="Times New Roman" panose="02020603050405020304" pitchFamily="18" charset="0"/>
                <a:ea typeface="微软雅黑" panose="020B0503020204020204" pitchFamily="34" charset="-122"/>
                <a:sym typeface="Symbol" panose="05050102010706020507" pitchFamily="18" charset="2"/>
              </a:rPr>
              <a:t>…</a:t>
            </a:r>
            <a:r>
              <a:rPr lang="en-US" altLang="zh-CN" sz="2400" dirty="0">
                <a:latin typeface="Times New Roman" panose="02020603050405020304" pitchFamily="18" charset="0"/>
                <a:ea typeface="微软雅黑" panose="020B0503020204020204" pitchFamily="34" charset="-122"/>
              </a:rPr>
              <a:t> </a:t>
            </a:r>
            <a:r>
              <a:rPr lang="en-US" altLang="zh-CN" sz="2400" dirty="0">
                <a:latin typeface="Times New Roman" panose="02020603050405020304" pitchFamily="18" charset="0"/>
                <a:ea typeface="微软雅黑" panose="020B0503020204020204" pitchFamily="34" charset="-122"/>
                <a:sym typeface="Symbol" panose="05050102010706020507" pitchFamily="18" charset="2"/>
              </a:rPr>
              <a:t>)  P</a:t>
            </a:r>
            <a:r>
              <a:rPr lang="zh-CN" altLang="en-US" sz="2400" dirty="0">
                <a:latin typeface="Times New Roman" panose="02020603050405020304" pitchFamily="18" charset="0"/>
                <a:ea typeface="微软雅黑" panose="020B0503020204020204" pitchFamily="34" charset="-122"/>
                <a:sym typeface="Symbol" panose="05050102010706020507" pitchFamily="18" charset="2"/>
              </a:rPr>
              <a:t>）</a:t>
            </a:r>
          </a:p>
          <a:p>
            <a:pPr marL="457200" lvl="1" indent="0" algn="just" eaLnBrk="1" latinLnBrk="0" hangingPunct="1">
              <a:lnSpc>
                <a:spcPct val="120000"/>
              </a:lnSpc>
              <a:spcBef>
                <a:spcPct val="0"/>
              </a:spcBef>
              <a:buNone/>
            </a:pPr>
            <a:r>
              <a:rPr lang="zh-CN" altLang="en-US" sz="2400" dirty="0">
                <a:latin typeface="Times New Roman" panose="02020603050405020304" pitchFamily="18" charset="0"/>
                <a:ea typeface="微软雅黑" panose="020B0503020204020204" pitchFamily="34" charset="-122"/>
                <a:sym typeface="Symbol" panose="05050102010706020507" pitchFamily="18" charset="2"/>
              </a:rPr>
              <a:t>即： </a:t>
            </a:r>
            <a:r>
              <a:rPr lang="en-US" altLang="zh-CN" sz="2400" dirty="0">
                <a:latin typeface="Times New Roman" panose="02020603050405020304" pitchFamily="18" charset="0"/>
                <a:ea typeface="微软雅黑" panose="020B0503020204020204" pitchFamily="34" charset="-122"/>
              </a:rPr>
              <a:t>Q1 </a:t>
            </a:r>
            <a:r>
              <a:rPr lang="en-US" altLang="en-US" sz="2400" dirty="0">
                <a:latin typeface="Times New Roman" panose="02020603050405020304" pitchFamily="18" charset="0"/>
                <a:ea typeface="微软雅黑" panose="020B0503020204020204" pitchFamily="34" charset="-122"/>
                <a:sym typeface="Symbol" panose="05050102010706020507" pitchFamily="18" charset="2"/>
              </a:rPr>
              <a:t>∧</a:t>
            </a:r>
            <a:r>
              <a:rPr lang="en-US" altLang="zh-CN" sz="2400" dirty="0">
                <a:latin typeface="Times New Roman" panose="02020603050405020304" pitchFamily="18" charset="0"/>
                <a:ea typeface="微软雅黑" panose="020B0503020204020204" pitchFamily="34" charset="-122"/>
                <a:sym typeface="Symbol" panose="05050102010706020507" pitchFamily="18" charset="2"/>
              </a:rPr>
              <a:t>Q2 </a:t>
            </a:r>
            <a:r>
              <a:rPr lang="en-US" altLang="en-US" sz="2400" dirty="0">
                <a:latin typeface="Times New Roman" panose="02020603050405020304" pitchFamily="18" charset="0"/>
                <a:ea typeface="微软雅黑" panose="020B0503020204020204" pitchFamily="34" charset="-122"/>
                <a:sym typeface="Symbol" panose="05050102010706020507" pitchFamily="18" charset="2"/>
              </a:rPr>
              <a:t>∧</a:t>
            </a:r>
            <a:r>
              <a:rPr lang="en-US" altLang="zh-CN" sz="2400" dirty="0">
                <a:latin typeface="Times New Roman" panose="02020603050405020304" pitchFamily="18" charset="0"/>
                <a:ea typeface="微软雅黑" panose="020B0503020204020204" pitchFamily="34" charset="-122"/>
                <a:sym typeface="Symbol" panose="05050102010706020507" pitchFamily="18" charset="2"/>
              </a:rPr>
              <a:t>… </a:t>
            </a:r>
            <a:r>
              <a:rPr lang="en-US" altLang="en-US" sz="2400" dirty="0">
                <a:latin typeface="Times New Roman" panose="02020603050405020304" pitchFamily="18" charset="0"/>
                <a:ea typeface="微软雅黑" panose="020B0503020204020204" pitchFamily="34" charset="-122"/>
                <a:sym typeface="Symbol" panose="05050102010706020507" pitchFamily="18" charset="2"/>
              </a:rPr>
              <a:t>∧ </a:t>
            </a:r>
            <a:r>
              <a:rPr lang="en-US" altLang="zh-CN" sz="2400" dirty="0" smtClean="0">
                <a:latin typeface="Times New Roman" panose="02020603050405020304" pitchFamily="18" charset="0"/>
                <a:ea typeface="微软雅黑" panose="020B0503020204020204" pitchFamily="34" charset="-122"/>
                <a:sym typeface="Symbol" panose="05050102010706020507" pitchFamily="18" charset="2"/>
              </a:rPr>
              <a:t>¬ P</a:t>
            </a:r>
            <a:r>
              <a:rPr lang="zh-CN" altLang="en-US" sz="2400" dirty="0" smtClean="0">
                <a:latin typeface="Times New Roman" panose="02020603050405020304" pitchFamily="18" charset="0"/>
                <a:ea typeface="微软雅黑" panose="020B0503020204020204" pitchFamily="34" charset="-122"/>
                <a:sym typeface="Symbol" panose="05050102010706020507" pitchFamily="18" charset="2"/>
              </a:rPr>
              <a:t>  恒为假 </a:t>
            </a:r>
            <a:endParaRPr lang="en-US" altLang="zh-CN" sz="2400" dirty="0" smtClean="0">
              <a:latin typeface="Times New Roman" panose="02020603050405020304" pitchFamily="18" charset="0"/>
              <a:ea typeface="微软雅黑" panose="020B0503020204020204" pitchFamily="34" charset="-122"/>
              <a:sym typeface="Symbol" panose="05050102010706020507" pitchFamily="18" charset="2"/>
            </a:endParaRPr>
          </a:p>
          <a:p>
            <a:pPr marL="457200" lvl="1" indent="0" algn="just" eaLnBrk="1" latinLnBrk="0" hangingPunct="1">
              <a:lnSpc>
                <a:spcPct val="120000"/>
              </a:lnSpc>
              <a:spcBef>
                <a:spcPct val="0"/>
              </a:spcBef>
              <a:buNone/>
            </a:pPr>
            <a:r>
              <a:rPr lang="en-US" altLang="zh-CN" sz="2400" dirty="0" smtClean="0">
                <a:solidFill>
                  <a:srgbClr val="0000FF"/>
                </a:solidFill>
                <a:latin typeface="Times New Roman" panose="02020603050405020304" pitchFamily="18" charset="0"/>
                <a:ea typeface="微软雅黑" panose="020B0503020204020204" pitchFamily="34" charset="-122"/>
                <a:sym typeface="Symbol" panose="05050102010706020507" pitchFamily="18" charset="2"/>
              </a:rPr>
              <a:t>→ </a:t>
            </a:r>
            <a:r>
              <a:rPr lang="zh-CN" altLang="en-US" sz="2400" dirty="0" smtClean="0">
                <a:solidFill>
                  <a:srgbClr val="0000FF"/>
                </a:solidFill>
                <a:latin typeface="Times New Roman" panose="02020603050405020304" pitchFamily="18" charset="0"/>
                <a:ea typeface="微软雅黑" panose="020B0503020204020204" pitchFamily="34" charset="-122"/>
                <a:sym typeface="Symbol" panose="05050102010706020507" pitchFamily="18" charset="2"/>
              </a:rPr>
              <a:t>找到其中一个逻辑量恒为假即可 （</a:t>
            </a:r>
            <a:r>
              <a:rPr lang="en-US" altLang="zh-CN" sz="2400" dirty="0" smtClean="0">
                <a:solidFill>
                  <a:srgbClr val="0000FF"/>
                </a:solidFill>
                <a:latin typeface="Times New Roman" panose="02020603050405020304" pitchFamily="18" charset="0"/>
                <a:ea typeface="微软雅黑" panose="020B0503020204020204" pitchFamily="34" charset="-122"/>
                <a:sym typeface="Symbol" panose="05050102010706020507" pitchFamily="18" charset="2"/>
              </a:rPr>
              <a:t>R</a:t>
            </a:r>
            <a:r>
              <a:rPr lang="en-US" altLang="en-US" sz="2400" dirty="0">
                <a:solidFill>
                  <a:srgbClr val="0000FF"/>
                </a:solidFill>
                <a:latin typeface="Times New Roman" panose="02020603050405020304" pitchFamily="18" charset="0"/>
                <a:ea typeface="微软雅黑" panose="020B0503020204020204" pitchFamily="34" charset="-122"/>
                <a:sym typeface="Symbol" panose="05050102010706020507" pitchFamily="18" charset="2"/>
              </a:rPr>
              <a:t> </a:t>
            </a:r>
            <a:r>
              <a:rPr lang="en-US" altLang="en-US" sz="2400" dirty="0" smtClean="0">
                <a:solidFill>
                  <a:srgbClr val="0000FF"/>
                </a:solidFill>
                <a:latin typeface="Times New Roman" panose="02020603050405020304" pitchFamily="18" charset="0"/>
                <a:ea typeface="微软雅黑" panose="020B0503020204020204" pitchFamily="34" charset="-122"/>
                <a:sym typeface="Symbol" panose="05050102010706020507" pitchFamily="18" charset="2"/>
              </a:rPr>
              <a:t>∧</a:t>
            </a:r>
            <a:r>
              <a:rPr lang="en-US" altLang="zh-CN" sz="2400" dirty="0">
                <a:solidFill>
                  <a:srgbClr val="0000FF"/>
                </a:solidFill>
                <a:latin typeface="Times New Roman" panose="02020603050405020304" pitchFamily="18" charset="0"/>
                <a:ea typeface="微软雅黑" panose="020B0503020204020204" pitchFamily="34" charset="-122"/>
                <a:sym typeface="Symbol" panose="05050102010706020507" pitchFamily="18" charset="2"/>
              </a:rPr>
              <a:t> ¬ </a:t>
            </a:r>
            <a:r>
              <a:rPr lang="en-US" altLang="zh-CN" sz="2400" dirty="0" smtClean="0">
                <a:solidFill>
                  <a:srgbClr val="0000FF"/>
                </a:solidFill>
                <a:latin typeface="Times New Roman" panose="02020603050405020304" pitchFamily="18" charset="0"/>
                <a:ea typeface="微软雅黑" panose="020B0503020204020204" pitchFamily="34" charset="-122"/>
                <a:sym typeface="Symbol" panose="05050102010706020507" pitchFamily="18" charset="2"/>
              </a:rPr>
              <a:t>R</a:t>
            </a:r>
            <a:r>
              <a:rPr lang="zh-CN" altLang="en-US" sz="2400" dirty="0" smtClean="0">
                <a:solidFill>
                  <a:srgbClr val="0000FF"/>
                </a:solidFill>
                <a:latin typeface="Times New Roman" panose="02020603050405020304" pitchFamily="18" charset="0"/>
                <a:ea typeface="微软雅黑" panose="020B0503020204020204" pitchFamily="34" charset="-122"/>
                <a:sym typeface="Symbol" panose="05050102010706020507" pitchFamily="18" charset="2"/>
              </a:rPr>
              <a:t>）</a:t>
            </a:r>
            <a:endParaRPr lang="zh-CN" altLang="en-US" sz="2400" dirty="0">
              <a:solidFill>
                <a:srgbClr val="0000FF"/>
              </a:solidFill>
              <a:latin typeface="Times New Roman" panose="02020603050405020304" pitchFamily="18" charset="0"/>
              <a:ea typeface="微软雅黑" panose="020B0503020204020204" pitchFamily="34" charset="-122"/>
              <a:sym typeface="Symbol" panose="05050102010706020507" pitchFamily="18" charset="2"/>
            </a:endParaRPr>
          </a:p>
        </p:txBody>
      </p:sp>
      <p:sp>
        <p:nvSpPr>
          <p:cNvPr id="6" name="Rectangle 2"/>
          <p:cNvSpPr>
            <a:spLocks noGrp="1" noChangeArrowheads="1"/>
          </p:cNvSpPr>
          <p:nvPr>
            <p:ph type="title"/>
          </p:nvPr>
        </p:nvSpPr>
        <p:spPr>
          <a:xfrm>
            <a:off x="685800" y="332656"/>
            <a:ext cx="7772400" cy="792163"/>
          </a:xfrm>
        </p:spPr>
        <p:txBody>
          <a:bodyPr vert="horz" wrap="square" lIns="91440" tIns="45720" rIns="91440" bIns="45720" numCol="1" anchor="ctr" anchorCtr="0" compatLnSpc="1"/>
          <a:lstStyle/>
          <a:p>
            <a:pPr marL="0" marR="0" lvl="0" indent="0" algn="ctr" defTabSz="914400" rtl="0" eaLnBrk="1" fontAlgn="base" latinLnBrk="1" hangingPunct="1">
              <a:lnSpc>
                <a:spcPct val="100000"/>
              </a:lnSpc>
              <a:spcBef>
                <a:spcPct val="0"/>
              </a:spcBef>
              <a:spcAft>
                <a:spcPct val="0"/>
              </a:spcAft>
              <a:buClrTx/>
              <a:buSzTx/>
              <a:buFontTx/>
              <a:buNone/>
              <a:defRPr/>
            </a:pPr>
            <a:r>
              <a:rPr lang="zh-CN" altLang="en-US" sz="3200" b="1" dirty="0" smtClean="0">
                <a:solidFill>
                  <a:schemeClr val="tx1"/>
                </a:solidFill>
                <a:latin typeface="微软雅黑" panose="020B0503020204020204" pitchFamily="34" charset="-122"/>
                <a:ea typeface="微软雅黑" panose="020B0503020204020204" pitchFamily="34" charset="-122"/>
              </a:rPr>
              <a:t>归结演绎推理</a:t>
            </a:r>
            <a:r>
              <a:rPr lang="en-US" altLang="zh-CN" sz="3200" b="1" dirty="0" smtClean="0">
                <a:solidFill>
                  <a:schemeClr val="tx1"/>
                </a:solidFill>
                <a:latin typeface="微软雅黑" panose="020B0503020204020204" pitchFamily="34" charset="-122"/>
                <a:ea typeface="微软雅黑" panose="020B0503020204020204" pitchFamily="34" charset="-122"/>
              </a:rPr>
              <a:t>——</a:t>
            </a:r>
            <a:r>
              <a:rPr kumimoji="1" lang="zh-CN" altLang="en-US" sz="3200" b="1" i="0" u="none" strike="noStrike" kern="1200" cap="none" spc="0" normalizeH="0" baseline="0" noProof="0" dirty="0" smtClean="0">
                <a:ln>
                  <a:noFill/>
                </a:ln>
                <a:solidFill>
                  <a:schemeClr val="tx1"/>
                </a:solidFill>
                <a:uLnTx/>
                <a:uFillTx/>
                <a:latin typeface="微软雅黑" panose="020B0503020204020204" pitchFamily="34" charset="-122"/>
                <a:ea typeface="微软雅黑" panose="020B0503020204020204" pitchFamily="34" charset="-122"/>
              </a:rPr>
              <a:t>消解法</a:t>
            </a:r>
            <a:endParaRPr kumimoji="1" lang="en-US" altLang="zh-CN" sz="3200" b="1" i="0" u="none" strike="noStrike" kern="1200" cap="none" spc="0" normalizeH="0" baseline="0" noProof="0" dirty="0" smtClean="0">
              <a:ln>
                <a:noFill/>
              </a:ln>
              <a:solidFill>
                <a:schemeClr val="tx1"/>
              </a:solidFill>
              <a:uLnTx/>
              <a:uFillTx/>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5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0052">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0052">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0052">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005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005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灯片编号占位符 5"/>
          <p:cNvSpPr txBox="1">
            <a:spLocks noGrp="1"/>
          </p:cNvSpPr>
          <p:nvPr>
            <p:ph type="sldNum" sz="quarter" idx="4"/>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40" tIns="45720" rIns="91440" bIns="45720" numCol="1" anchor="t" anchorCtr="0" compatLnSpc="1"/>
          <a:lstStyle/>
          <a:p>
            <a:pPr marL="0" marR="0" lvl="0" indent="0" algn="r" defTabSz="914400" rtl="0" eaLnBrk="1" fontAlgn="base" latinLnBrk="1" hangingPunct="1">
              <a:lnSpc>
                <a:spcPct val="100000"/>
              </a:lnSpc>
              <a:spcBef>
                <a:spcPct val="0"/>
              </a:spcBef>
              <a:spcAft>
                <a:spcPct val="0"/>
              </a:spcAft>
              <a:buClrTx/>
              <a:buSzTx/>
              <a:buFontTx/>
              <a:buNone/>
              <a:defRPr/>
            </a:pPr>
            <a:fld id="{0FBC6DAB-EF82-45EA-865C-5E8DCCDF38DE}"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t>54</a:t>
            </a:fld>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569346" name="Rectangle 2"/>
          <p:cNvSpPr>
            <a:spLocks noGrp="1" noChangeArrowheads="1"/>
          </p:cNvSpPr>
          <p:nvPr>
            <p:ph type="title"/>
          </p:nvPr>
        </p:nvSpPr>
        <p:spPr>
          <a:xfrm>
            <a:off x="684213" y="476250"/>
            <a:ext cx="7772400" cy="731838"/>
          </a:xfrm>
        </p:spPr>
        <p:txBody>
          <a:bodyPr vert="horz" wrap="square" lIns="91440" tIns="45720" rIns="91440" bIns="45720" numCol="1" anchor="ctr" anchorCtr="0" compatLnSpc="1"/>
          <a:lstStyle/>
          <a:p>
            <a:pPr marL="0" marR="0" lvl="0" indent="0" algn="ctr" defTabSz="914400" rtl="0" eaLnBrk="1" fontAlgn="base" latinLnBrk="1" hangingPunct="1">
              <a:lnSpc>
                <a:spcPct val="100000"/>
              </a:lnSpc>
              <a:spcBef>
                <a:spcPct val="0"/>
              </a:spcBef>
              <a:spcAft>
                <a:spcPct val="0"/>
              </a:spcAft>
              <a:buClrTx/>
              <a:buSzTx/>
              <a:buFontTx/>
              <a:buNone/>
              <a:defRPr/>
            </a:pPr>
            <a:r>
              <a:rPr kumimoji="1" lang="zh-CN" altLang="en-US" sz="36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j-cs"/>
              </a:rPr>
              <a:t>消解法证明的步骤</a:t>
            </a:r>
            <a:endParaRPr kumimoji="1" lang="en-US" altLang="zh-CN" sz="3600" b="1" i="0" u="none" strike="noStrike" kern="1200" cap="none" spc="0" normalizeH="0" baseline="0" noProof="0" dirty="0" smtClean="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j-cs"/>
            </a:endParaRPr>
          </a:p>
        </p:txBody>
      </p:sp>
      <p:sp>
        <p:nvSpPr>
          <p:cNvPr id="131076" name="Rectangle 3"/>
          <p:cNvSpPr>
            <a:spLocks noGrp="1"/>
          </p:cNvSpPr>
          <p:nvPr>
            <p:ph idx="1"/>
          </p:nvPr>
        </p:nvSpPr>
        <p:spPr>
          <a:xfrm>
            <a:off x="251520" y="1381919"/>
            <a:ext cx="8568952" cy="4897437"/>
          </a:xfrm>
        </p:spPr>
        <p:txBody>
          <a:bodyPr vert="horz" wrap="square" lIns="91440" tIns="45720" rIns="91440" bIns="45720" anchor="t" anchorCtr="0"/>
          <a:lstStyle/>
          <a:p>
            <a:pPr algn="just" eaLnBrk="1" hangingPunct="1">
              <a:lnSpc>
                <a:spcPct val="120000"/>
              </a:lnSpc>
            </a:pPr>
            <a:r>
              <a:rPr lang="zh-CN" altLang="en-US" sz="2000" dirty="0">
                <a:latin typeface="Times New Roman" panose="02020603050405020304" pitchFamily="18" charset="0"/>
                <a:ea typeface="微软雅黑" panose="020B0503020204020204" pitchFamily="34" charset="-122"/>
                <a:sym typeface="Symbol" panose="05050102010706020507" pitchFamily="18" charset="2"/>
              </a:rPr>
              <a:t>具体过程</a:t>
            </a:r>
            <a:endParaRPr lang="zh-CN" altLang="en-US" sz="2000" dirty="0">
              <a:latin typeface="Times New Roman" panose="02020603050405020304" pitchFamily="18" charset="0"/>
              <a:ea typeface="微软雅黑" panose="020B0503020204020204" pitchFamily="34" charset="-122"/>
            </a:endParaRPr>
          </a:p>
          <a:p>
            <a:pPr lvl="1" algn="just" eaLnBrk="1" hangingPunct="1">
              <a:lnSpc>
                <a:spcPct val="120000"/>
              </a:lnSpc>
            </a:pPr>
            <a:r>
              <a:rPr lang="zh-CN" altLang="en-US" dirty="0">
                <a:latin typeface="Times New Roman" panose="02020603050405020304" pitchFamily="18" charset="0"/>
                <a:ea typeface="微软雅黑" panose="020B0503020204020204" pitchFamily="34" charset="-122"/>
              </a:rPr>
              <a:t>将 </a:t>
            </a:r>
            <a:r>
              <a:rPr lang="en-US" altLang="zh-CN" dirty="0">
                <a:latin typeface="Times New Roman" panose="02020603050405020304" pitchFamily="18" charset="0"/>
                <a:ea typeface="微软雅黑" panose="020B0503020204020204" pitchFamily="34" charset="-122"/>
              </a:rPr>
              <a:t>﹁A </a:t>
            </a:r>
            <a:r>
              <a:rPr lang="zh-CN" altLang="en-US" dirty="0">
                <a:latin typeface="Times New Roman" panose="02020603050405020304" pitchFamily="18" charset="0"/>
                <a:ea typeface="微软雅黑" panose="020B0503020204020204" pitchFamily="34" charset="-122"/>
              </a:rPr>
              <a:t>转化为一个</a:t>
            </a:r>
            <a:r>
              <a:rPr lang="zh-CN" altLang="en-US" dirty="0">
                <a:solidFill>
                  <a:srgbClr val="FF0000"/>
                </a:solidFill>
                <a:latin typeface="Times New Roman" panose="02020603050405020304" pitchFamily="18" charset="0"/>
                <a:ea typeface="微软雅黑" panose="020B0503020204020204" pitchFamily="34" charset="-122"/>
              </a:rPr>
              <a:t>子句集</a:t>
            </a:r>
            <a:r>
              <a:rPr lang="zh-CN" altLang="en-US" dirty="0" smtClean="0">
                <a:latin typeface="Times New Roman" panose="02020603050405020304" pitchFamily="18" charset="0"/>
                <a:ea typeface="微软雅黑" panose="020B0503020204020204" pitchFamily="34" charset="-122"/>
              </a:rPr>
              <a:t>，</a:t>
            </a:r>
            <a:r>
              <a:rPr lang="zh-CN" altLang="en-US" dirty="0" smtClean="0">
                <a:solidFill>
                  <a:srgbClr val="FF0000"/>
                </a:solidFill>
                <a:latin typeface="Times New Roman" panose="02020603050405020304" pitchFamily="18" charset="0"/>
                <a:ea typeface="微软雅黑" panose="020B0503020204020204" pitchFamily="34" charset="-122"/>
              </a:rPr>
              <a:t>子句</a:t>
            </a:r>
            <a:r>
              <a:rPr lang="zh-CN" altLang="en-US" dirty="0">
                <a:solidFill>
                  <a:srgbClr val="FF0000"/>
                </a:solidFill>
                <a:latin typeface="Times New Roman" panose="02020603050405020304" pitchFamily="18" charset="0"/>
                <a:ea typeface="微软雅黑" panose="020B0503020204020204" pitchFamily="34" charset="-122"/>
              </a:rPr>
              <a:t>集</a:t>
            </a:r>
            <a:r>
              <a:rPr lang="zh-CN" altLang="en-US" dirty="0">
                <a:latin typeface="Times New Roman" panose="02020603050405020304" pitchFamily="18" charset="0"/>
                <a:ea typeface="微软雅黑" panose="020B0503020204020204" pitchFamily="34" charset="-122"/>
              </a:rPr>
              <a:t>是 </a:t>
            </a:r>
            <a:r>
              <a:rPr lang="en-US" altLang="zh-CN" dirty="0">
                <a:latin typeface="Times New Roman" panose="02020603050405020304" pitchFamily="18" charset="0"/>
                <a:ea typeface="微软雅黑" panose="020B0503020204020204" pitchFamily="34" charset="-122"/>
              </a:rPr>
              <a:t>n </a:t>
            </a:r>
            <a:r>
              <a:rPr lang="zh-CN" altLang="en-US" dirty="0">
                <a:latin typeface="Times New Roman" panose="02020603050405020304" pitchFamily="18" charset="0"/>
                <a:ea typeface="微软雅黑" panose="020B0503020204020204" pitchFamily="34" charset="-122"/>
              </a:rPr>
              <a:t>个子句的</a:t>
            </a:r>
            <a:r>
              <a:rPr lang="zh-CN" altLang="en-US" dirty="0" smtClean="0">
                <a:solidFill>
                  <a:srgbClr val="FF0000"/>
                </a:solidFill>
                <a:latin typeface="Times New Roman" panose="02020603050405020304" pitchFamily="18" charset="0"/>
                <a:ea typeface="微软雅黑" panose="020B0503020204020204" pitchFamily="34" charset="-122"/>
              </a:rPr>
              <a:t>合取，子句</a:t>
            </a:r>
            <a:r>
              <a:rPr lang="zh-CN" altLang="en-US" dirty="0">
                <a:latin typeface="Times New Roman" panose="02020603050405020304" pitchFamily="18" charset="0"/>
                <a:ea typeface="微软雅黑" panose="020B0503020204020204" pitchFamily="34" charset="-122"/>
              </a:rPr>
              <a:t>为原子公式或其</a:t>
            </a:r>
            <a:r>
              <a:rPr lang="zh-CN" altLang="en-US" dirty="0" smtClean="0">
                <a:solidFill>
                  <a:srgbClr val="FF0000"/>
                </a:solidFill>
                <a:latin typeface="Times New Roman" panose="02020603050405020304" pitchFamily="18" charset="0"/>
                <a:ea typeface="微软雅黑" panose="020B0503020204020204" pitchFamily="34" charset="-122"/>
              </a:rPr>
              <a:t>析取。</a:t>
            </a:r>
            <a:endParaRPr lang="zh-CN" altLang="en-US" dirty="0">
              <a:solidFill>
                <a:srgbClr val="FF0000"/>
              </a:solidFill>
              <a:latin typeface="Times New Roman" panose="02020603050405020304" pitchFamily="18" charset="0"/>
              <a:ea typeface="微软雅黑" panose="020B0503020204020204" pitchFamily="34" charset="-122"/>
            </a:endParaRPr>
          </a:p>
          <a:p>
            <a:pPr lvl="1" algn="just" eaLnBrk="1" hangingPunct="1">
              <a:lnSpc>
                <a:spcPct val="120000"/>
              </a:lnSpc>
            </a:pPr>
            <a:r>
              <a:rPr lang="zh-CN" altLang="en-US" dirty="0">
                <a:latin typeface="Times New Roman" panose="02020603050405020304" pitchFamily="18" charset="0"/>
                <a:ea typeface="微软雅黑" panose="020B0503020204020204" pitchFamily="34" charset="-122"/>
              </a:rPr>
              <a:t>通过其中正负原子公式的合并 </a:t>
            </a:r>
            <a:r>
              <a:rPr lang="en-US" altLang="zh-CN" dirty="0" smtClean="0">
                <a:latin typeface="Times New Roman" panose="02020603050405020304" pitchFamily="18" charset="0"/>
                <a:ea typeface="微软雅黑" panose="020B0503020204020204" pitchFamily="34" charset="-122"/>
              </a:rPr>
              <a:t>(</a:t>
            </a:r>
            <a:r>
              <a:rPr lang="zh-CN" altLang="en-US" dirty="0">
                <a:latin typeface="Times New Roman" panose="02020603050405020304" pitchFamily="18" charset="0"/>
                <a:ea typeface="微软雅黑" panose="020B0503020204020204" pitchFamily="34" charset="-122"/>
              </a:rPr>
              <a:t>消解</a:t>
            </a:r>
            <a:r>
              <a:rPr lang="en-US" altLang="zh-CN" dirty="0" smtClean="0">
                <a:latin typeface="Times New Roman" panose="02020603050405020304" pitchFamily="18" charset="0"/>
                <a:ea typeface="微软雅黑" panose="020B0503020204020204" pitchFamily="34" charset="-122"/>
              </a:rPr>
              <a:t>)</a:t>
            </a:r>
            <a:r>
              <a:rPr lang="zh-CN" altLang="en-US" dirty="0" smtClean="0">
                <a:latin typeface="Times New Roman" panose="02020603050405020304" pitchFamily="18" charset="0"/>
                <a:ea typeface="微软雅黑" panose="020B0503020204020204" pitchFamily="34" charset="-122"/>
              </a:rPr>
              <a:t>得到消解式，</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并</a:t>
            </a:r>
            <a:r>
              <a:rPr lang="zh-CN" altLang="en-US"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将消解式</a:t>
            </a:r>
            <a:r>
              <a:rPr lang="en-US" altLang="zh-CN"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新子句</a:t>
            </a:r>
            <a:r>
              <a:rPr lang="en-US" altLang="zh-CN"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加入</a:t>
            </a:r>
            <a:r>
              <a:rPr lang="en-US" altLang="zh-CN"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S</a:t>
            </a:r>
            <a:r>
              <a:rPr lang="zh-CN" altLang="en-US"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中</a:t>
            </a:r>
            <a:r>
              <a:rPr lang="zh-CN" altLang="en-US" dirty="0" smtClean="0">
                <a:latin typeface="Times New Roman" panose="02020603050405020304" pitchFamily="18" charset="0"/>
                <a:ea typeface="微软雅黑" panose="020B0503020204020204" pitchFamily="34" charset="-122"/>
                <a:cs typeface="Times New Roman" panose="02020603050405020304" pitchFamily="18" charset="0"/>
              </a:rPr>
              <a:t>，并反复执行这一过程。</a:t>
            </a:r>
            <a:endParaRPr lang="en-US" altLang="zh-CN" dirty="0">
              <a:latin typeface="Times New Roman" panose="02020603050405020304" pitchFamily="18" charset="0"/>
              <a:ea typeface="微软雅黑" panose="020B0503020204020204" pitchFamily="34" charset="-122"/>
            </a:endParaRPr>
          </a:p>
          <a:p>
            <a:pPr lvl="1" algn="just" eaLnBrk="1" hangingPunct="1">
              <a:lnSpc>
                <a:spcPct val="120000"/>
              </a:lnSpc>
            </a:pPr>
            <a:r>
              <a:rPr lang="zh-CN" altLang="en-US" dirty="0">
                <a:latin typeface="Times New Roman" panose="02020603050405020304" pitchFamily="18" charset="0"/>
                <a:ea typeface="微软雅黑" panose="020B0503020204020204" pitchFamily="34" charset="-122"/>
              </a:rPr>
              <a:t>最后集合中出现</a:t>
            </a:r>
            <a:r>
              <a:rPr lang="zh-CN" altLang="en-US" dirty="0">
                <a:solidFill>
                  <a:srgbClr val="0000FF"/>
                </a:solidFill>
                <a:latin typeface="Times New Roman" panose="02020603050405020304" pitchFamily="18" charset="0"/>
                <a:ea typeface="微软雅黑" panose="020B0503020204020204" pitchFamily="34" charset="-122"/>
              </a:rPr>
              <a:t>空子句</a:t>
            </a:r>
            <a:r>
              <a:rPr lang="zh-CN" altLang="en-US" dirty="0">
                <a:latin typeface="Times New Roman" panose="02020603050405020304" pitchFamily="18" charset="0"/>
                <a:ea typeface="微软雅黑" panose="020B0503020204020204" pitchFamily="34" charset="-122"/>
              </a:rPr>
              <a:t>，说明整个子句集是不可满足的，即恒为假（</a:t>
            </a:r>
            <a:r>
              <a:rPr lang="zh-CN" altLang="en-US" dirty="0">
                <a:solidFill>
                  <a:srgbClr val="FF0000"/>
                </a:solidFill>
                <a:latin typeface="Times New Roman" panose="02020603050405020304" pitchFamily="18" charset="0"/>
                <a:ea typeface="微软雅黑" panose="020B0503020204020204" pitchFamily="34" charset="-122"/>
              </a:rPr>
              <a:t>一个逻辑量为假，说明整个合取式为假</a:t>
            </a:r>
            <a:r>
              <a:rPr lang="zh-CN" altLang="en-US" dirty="0">
                <a:latin typeface="Times New Roman" panose="02020603050405020304" pitchFamily="18" charset="0"/>
                <a:ea typeface="微软雅黑" panose="020B0503020204020204" pitchFamily="34" charset="-122"/>
              </a:rPr>
              <a:t>）</a:t>
            </a:r>
          </a:p>
          <a:p>
            <a:pPr lvl="1" algn="just" eaLnBrk="1" hangingPunct="1">
              <a:lnSpc>
                <a:spcPct val="120000"/>
              </a:lnSpc>
            </a:pPr>
            <a:endParaRPr lang="en-US" altLang="zh-CN" dirty="0">
              <a:latin typeface="Times New Roman" panose="02020603050405020304" pitchFamily="18" charset="0"/>
              <a:ea typeface="微软雅黑" panose="020B0503020204020204" pitchFamily="34" charset="-122"/>
              <a:sym typeface="Symbol" panose="05050102010706020507" pitchFamily="18" charset="2"/>
            </a:endParaRPr>
          </a:p>
        </p:txBody>
      </p:sp>
      <p:sp>
        <p:nvSpPr>
          <p:cNvPr id="131077" name="Text Box 4"/>
          <p:cNvSpPr txBox="1"/>
          <p:nvPr/>
        </p:nvSpPr>
        <p:spPr>
          <a:xfrm>
            <a:off x="0" y="188913"/>
            <a:ext cx="2339975" cy="457200"/>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0" lvl="0" indent="0" eaLnBrk="1" hangingPunct="1">
              <a:spcBef>
                <a:spcPct val="50000"/>
              </a:spcBef>
              <a:buNone/>
            </a:pPr>
            <a:r>
              <a:rPr lang="zh-CN" altLang="en-US" sz="2400" dirty="0">
                <a:latin typeface="华文行楷" panose="02010800040101010101" pitchFamily="2" charset="-122"/>
                <a:ea typeface="华文行楷" panose="02010800040101010101" pitchFamily="2" charset="-122"/>
              </a:rPr>
              <a:t>第</a:t>
            </a:r>
            <a:r>
              <a:rPr lang="en-US" altLang="zh-CN" sz="2400" dirty="0">
                <a:latin typeface="华文行楷" panose="02010800040101010101" pitchFamily="2" charset="-122"/>
                <a:ea typeface="华文行楷" panose="02010800040101010101" pitchFamily="2" charset="-122"/>
              </a:rPr>
              <a:t>4</a:t>
            </a:r>
            <a:r>
              <a:rPr lang="zh-CN" altLang="en-US" sz="2400" dirty="0">
                <a:latin typeface="华文行楷" panose="02010800040101010101" pitchFamily="2" charset="-122"/>
                <a:ea typeface="华文行楷" panose="02010800040101010101" pitchFamily="2" charset="-122"/>
              </a:rPr>
              <a:t>章 消解法</a:t>
            </a:r>
            <a:endParaRPr lang="en-US" altLang="zh-CN" sz="2400" dirty="0">
              <a:latin typeface="华文行楷" panose="02010800040101010101" pitchFamily="2" charset="-122"/>
              <a:ea typeface="华文行楷" panose="02010800040101010101" pitchFamily="2" charset="-122"/>
            </a:endParaRPr>
          </a:p>
        </p:txBody>
      </p:sp>
      <p:sp>
        <p:nvSpPr>
          <p:cNvPr id="131078" name="Rectangle 3"/>
          <p:cNvSpPr txBox="1"/>
          <p:nvPr/>
        </p:nvSpPr>
        <p:spPr>
          <a:xfrm>
            <a:off x="251520" y="4261817"/>
            <a:ext cx="7761288" cy="2265362"/>
          </a:xfrm>
          <a:prstGeom prst="rect">
            <a:avLst/>
          </a:prstGeom>
          <a:noFill/>
          <a:ln w="9525">
            <a:noFill/>
          </a:ln>
        </p:spPr>
        <p:txBody>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342900" lvl="0" indent="-342900" algn="just" eaLnBrk="1" hangingPunct="1">
              <a:lnSpc>
                <a:spcPct val="120000"/>
              </a:lnSpc>
            </a:pPr>
            <a:r>
              <a:rPr lang="zh-CN" altLang="en-US" sz="2000" dirty="0">
                <a:latin typeface="微软雅黑" panose="020B0503020204020204" pitchFamily="34" charset="-122"/>
                <a:ea typeface="微软雅黑" panose="020B0503020204020204" pitchFamily="34" charset="-122"/>
              </a:rPr>
              <a:t>消解法举例：</a:t>
            </a:r>
          </a:p>
          <a:p>
            <a:pPr marL="342900" lvl="0" indent="-342900" algn="just" eaLnBrk="1" hangingPunct="1">
              <a:lnSpc>
                <a:spcPct val="120000"/>
              </a:lnSpc>
            </a:pPr>
            <a:endParaRPr lang="zh-CN" altLang="en-US" sz="2000" dirty="0">
              <a:latin typeface="微软雅黑" panose="020B0503020204020204" pitchFamily="34" charset="-122"/>
              <a:ea typeface="微软雅黑" panose="020B0503020204020204" pitchFamily="34" charset="-122"/>
            </a:endParaRPr>
          </a:p>
          <a:p>
            <a:pPr marL="342900" lvl="0" indent="-342900" algn="just" eaLnBrk="1" hangingPunct="1">
              <a:lnSpc>
                <a:spcPct val="120000"/>
              </a:lnSpc>
            </a:pPr>
            <a:endParaRPr lang="zh-CN" altLang="en-US" sz="2000" dirty="0">
              <a:latin typeface="微软雅黑" panose="020B0503020204020204" pitchFamily="34" charset="-122"/>
              <a:ea typeface="微软雅黑" panose="020B0503020204020204" pitchFamily="34" charset="-122"/>
            </a:endParaRPr>
          </a:p>
          <a:p>
            <a:pPr marL="342900" lvl="0" indent="-342900" algn="just" eaLnBrk="1" hangingPunct="1">
              <a:lnSpc>
                <a:spcPct val="120000"/>
              </a:lnSpc>
            </a:pPr>
            <a:r>
              <a:rPr lang="zh-CN" altLang="en-US" sz="2000" dirty="0">
                <a:latin typeface="微软雅黑" panose="020B0503020204020204" pitchFamily="34" charset="-122"/>
                <a:ea typeface="微软雅黑" panose="020B0503020204020204" pitchFamily="34" charset="-122"/>
              </a:rPr>
              <a:t>此时只要使用单文字删除规则就可以推出结论</a:t>
            </a:r>
            <a:r>
              <a:rPr lang="en-US" altLang="zh-CN" sz="2000" dirty="0">
                <a:latin typeface="微软雅黑" panose="020B0503020204020204" pitchFamily="34" charset="-122"/>
                <a:ea typeface="微软雅黑" panose="020B0503020204020204" pitchFamily="34" charset="-122"/>
              </a:rPr>
              <a:t>Q</a:t>
            </a:r>
            <a:r>
              <a:rPr lang="zh-CN" altLang="en-US" sz="2000" dirty="0">
                <a:latin typeface="微软雅黑" panose="020B0503020204020204" pitchFamily="34" charset="-122"/>
                <a:ea typeface="微软雅黑" panose="020B0503020204020204" pitchFamily="34" charset="-122"/>
              </a:rPr>
              <a:t>。但是如果子句中包含变量，则常常必须经过变量置换才能进行消解</a:t>
            </a:r>
          </a:p>
        </p:txBody>
      </p:sp>
      <p:graphicFrame>
        <p:nvGraphicFramePr>
          <p:cNvPr id="131079" name="Object 5"/>
          <p:cNvGraphicFramePr>
            <a:graphicFrameLocks noChangeAspect="1"/>
          </p:cNvGraphicFramePr>
          <p:nvPr>
            <p:extLst>
              <p:ext uri="{D42A27DB-BD31-4B8C-83A1-F6EECF244321}">
                <p14:modId xmlns:p14="http://schemas.microsoft.com/office/powerpoint/2010/main" val="1650937495"/>
              </p:ext>
            </p:extLst>
          </p:nvPr>
        </p:nvGraphicFramePr>
        <p:xfrm>
          <a:off x="2339975" y="4638019"/>
          <a:ext cx="3455988" cy="741362"/>
        </p:xfrm>
        <a:graphic>
          <a:graphicData uri="http://schemas.openxmlformats.org/presentationml/2006/ole">
            <mc:AlternateContent xmlns:mc="http://schemas.openxmlformats.org/markup-compatibility/2006">
              <mc:Choice xmlns:v="urn:schemas-microsoft-com:vml" Requires="v">
                <p:oleObj spid="_x0000_s4126" r:id="rId4" imgW="1459865" imgH="431800" progId="Equation.3">
                  <p:embed/>
                </p:oleObj>
              </mc:Choice>
              <mc:Fallback>
                <p:oleObj r:id="rId4" imgW="1459865" imgH="431800" progId="Equation.3">
                  <p:embed/>
                  <p:pic>
                    <p:nvPicPr>
                      <p:cNvPr id="0" name="图片 3077"/>
                      <p:cNvPicPr/>
                      <p:nvPr/>
                    </p:nvPicPr>
                    <p:blipFill>
                      <a:blip r:embed="rId5"/>
                      <a:stretch>
                        <a:fillRect/>
                      </a:stretch>
                    </p:blipFill>
                    <p:spPr>
                      <a:xfrm>
                        <a:off x="2339975" y="4638019"/>
                        <a:ext cx="3455988" cy="741362"/>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10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078" grpId="0"/>
    </p:bldLst>
  </p:timing>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灯片编号占位符 5"/>
          <p:cNvSpPr txBox="1">
            <a:spLocks noGrp="1"/>
          </p:cNvSpPr>
          <p:nvPr>
            <p:ph type="sldNum" sz="quarter" idx="4"/>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40" tIns="45720" rIns="91440" bIns="45720" numCol="1" anchor="t" anchorCtr="0" compatLnSpc="1"/>
          <a:lstStyle/>
          <a:p>
            <a:pPr marL="0" marR="0" lvl="0" indent="0" algn="r" defTabSz="914400" rtl="0" eaLnBrk="1" fontAlgn="base" latinLnBrk="1" hangingPunct="1">
              <a:lnSpc>
                <a:spcPct val="100000"/>
              </a:lnSpc>
              <a:spcBef>
                <a:spcPct val="0"/>
              </a:spcBef>
              <a:spcAft>
                <a:spcPct val="0"/>
              </a:spcAft>
              <a:buClrTx/>
              <a:buSzTx/>
              <a:buFontTx/>
              <a:buNone/>
              <a:defRPr/>
            </a:pPr>
            <a:fld id="{E30AF499-9B69-47DC-814F-7763722043A0}"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t>55</a:t>
            </a:fld>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577540" name="Rectangle 4"/>
          <p:cNvSpPr/>
          <p:nvPr/>
        </p:nvSpPr>
        <p:spPr>
          <a:xfrm>
            <a:off x="468313" y="3429000"/>
            <a:ext cx="4572000" cy="2647950"/>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0" lvl="0" indent="0" eaLnBrk="1" latinLnBrk="0" hangingPunct="1">
              <a:spcBef>
                <a:spcPct val="50000"/>
              </a:spcBef>
              <a:buNone/>
            </a:pPr>
            <a:r>
              <a:rPr lang="zh-CN" altLang="en-US" sz="2400" dirty="0">
                <a:latin typeface="Times New Roman" panose="02020603050405020304" pitchFamily="18" charset="0"/>
                <a:ea typeface="楷体" panose="02010609060101010101" pitchFamily="49" charset="-122"/>
              </a:rPr>
              <a:t>证   首先定义如下谓词：</a:t>
            </a:r>
          </a:p>
          <a:p>
            <a:pPr marL="0" lvl="0" indent="0" eaLnBrk="1" latinLnBrk="0" hangingPunct="1">
              <a:spcBef>
                <a:spcPct val="50000"/>
              </a:spcBef>
              <a:buNone/>
            </a:pPr>
            <a:r>
              <a:rPr lang="zh-CN" altLang="en-US" sz="2400" dirty="0">
                <a:latin typeface="Times New Roman" panose="02020603050405020304" pitchFamily="18" charset="0"/>
                <a:ea typeface="楷体" panose="02010609060101010101" pitchFamily="49" charset="-122"/>
              </a:rPr>
              <a:t>       </a:t>
            </a:r>
            <a:r>
              <a:rPr lang="en-US" altLang="zh-CN" sz="2400" dirty="0">
                <a:latin typeface="Times New Roman" panose="02020603050405020304" pitchFamily="18" charset="0"/>
                <a:ea typeface="楷体" panose="02010609060101010101" pitchFamily="49" charset="-122"/>
              </a:rPr>
              <a:t>R(x):x</a:t>
            </a:r>
            <a:r>
              <a:rPr lang="zh-CN" altLang="en-US" sz="2400" dirty="0">
                <a:latin typeface="Times New Roman" panose="02020603050405020304" pitchFamily="18" charset="0"/>
                <a:ea typeface="楷体" panose="02010609060101010101" pitchFamily="49" charset="-122"/>
              </a:rPr>
              <a:t>能阅读。</a:t>
            </a:r>
          </a:p>
          <a:p>
            <a:pPr marL="0" lvl="0" indent="0" eaLnBrk="1" latinLnBrk="0" hangingPunct="1">
              <a:spcBef>
                <a:spcPct val="50000"/>
              </a:spcBef>
              <a:buNone/>
            </a:pPr>
            <a:r>
              <a:rPr lang="zh-CN" altLang="en-US" sz="2400" dirty="0">
                <a:latin typeface="Times New Roman" panose="02020603050405020304" pitchFamily="18" charset="0"/>
                <a:ea typeface="楷体" panose="02010609060101010101" pitchFamily="49" charset="-122"/>
              </a:rPr>
              <a:t>       </a:t>
            </a:r>
            <a:r>
              <a:rPr lang="en-US" altLang="zh-CN" sz="2400" dirty="0">
                <a:latin typeface="Times New Roman" panose="02020603050405020304" pitchFamily="18" charset="0"/>
                <a:ea typeface="楷体" panose="02010609060101010101" pitchFamily="49" charset="-122"/>
              </a:rPr>
              <a:t>L(x):x</a:t>
            </a:r>
            <a:r>
              <a:rPr lang="zh-CN" altLang="en-US" sz="2400" dirty="0">
                <a:latin typeface="Times New Roman" panose="02020603050405020304" pitchFamily="18" charset="0"/>
                <a:ea typeface="楷体" panose="02010609060101010101" pitchFamily="49" charset="-122"/>
              </a:rPr>
              <a:t>能识字。</a:t>
            </a:r>
          </a:p>
          <a:p>
            <a:pPr marL="0" lvl="0" indent="0" eaLnBrk="1" latinLnBrk="0" hangingPunct="1">
              <a:spcBef>
                <a:spcPct val="50000"/>
              </a:spcBef>
              <a:buNone/>
            </a:pPr>
            <a:r>
              <a:rPr lang="zh-CN" altLang="en-US" sz="2400" dirty="0">
                <a:latin typeface="Times New Roman" panose="02020603050405020304" pitchFamily="18" charset="0"/>
                <a:ea typeface="楷体" panose="02010609060101010101" pitchFamily="49" charset="-122"/>
              </a:rPr>
              <a:t>       </a:t>
            </a:r>
            <a:r>
              <a:rPr lang="en-US" altLang="zh-CN" sz="2400" dirty="0">
                <a:latin typeface="Times New Roman" panose="02020603050405020304" pitchFamily="18" charset="0"/>
                <a:ea typeface="楷体" panose="02010609060101010101" pitchFamily="49" charset="-122"/>
              </a:rPr>
              <a:t>I(x):x</a:t>
            </a:r>
            <a:r>
              <a:rPr lang="zh-CN" altLang="en-US" sz="2400" dirty="0">
                <a:latin typeface="Times New Roman" panose="02020603050405020304" pitchFamily="18" charset="0"/>
                <a:ea typeface="楷体" panose="02010609060101010101" pitchFamily="49" charset="-122"/>
              </a:rPr>
              <a:t>是聪明的。</a:t>
            </a:r>
          </a:p>
          <a:p>
            <a:pPr marL="0" lvl="0" indent="0" eaLnBrk="1" latinLnBrk="0" hangingPunct="1">
              <a:spcBef>
                <a:spcPct val="50000"/>
              </a:spcBef>
              <a:buNone/>
            </a:pPr>
            <a:r>
              <a:rPr lang="zh-CN" altLang="en-US" sz="2400" dirty="0">
                <a:latin typeface="Times New Roman" panose="02020603050405020304" pitchFamily="18" charset="0"/>
                <a:ea typeface="楷体" panose="02010609060101010101" pitchFamily="49" charset="-122"/>
              </a:rPr>
              <a:t>       </a:t>
            </a:r>
            <a:r>
              <a:rPr lang="en-US" altLang="zh-CN" sz="2400" dirty="0">
                <a:latin typeface="Times New Roman" panose="02020603050405020304" pitchFamily="18" charset="0"/>
                <a:ea typeface="楷体" panose="02010609060101010101" pitchFamily="49" charset="-122"/>
              </a:rPr>
              <a:t>D(x):x</a:t>
            </a:r>
            <a:r>
              <a:rPr lang="zh-CN" altLang="en-US" sz="2400" dirty="0">
                <a:latin typeface="Times New Roman" panose="02020603050405020304" pitchFamily="18" charset="0"/>
                <a:ea typeface="楷体" panose="02010609060101010101" pitchFamily="49" charset="-122"/>
              </a:rPr>
              <a:t>是海豚。</a:t>
            </a:r>
          </a:p>
        </p:txBody>
      </p:sp>
      <p:sp>
        <p:nvSpPr>
          <p:cNvPr id="577541" name="Rectangle 5"/>
          <p:cNvSpPr/>
          <p:nvPr/>
        </p:nvSpPr>
        <p:spPr>
          <a:xfrm>
            <a:off x="3851275" y="3429000"/>
            <a:ext cx="4906963" cy="2647950"/>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0" lvl="0" indent="0" eaLnBrk="1" latinLnBrk="0" hangingPunct="1">
              <a:spcBef>
                <a:spcPct val="50000"/>
              </a:spcBef>
              <a:buNone/>
            </a:pPr>
            <a:r>
              <a:rPr lang="zh-CN" altLang="en-US" sz="2400" dirty="0">
                <a:latin typeface="Times New Roman" panose="02020603050405020304" pitchFamily="18" charset="0"/>
                <a:ea typeface="楷体" panose="02010609060101010101" pitchFamily="49" charset="-122"/>
              </a:rPr>
              <a:t>将上述各语句翻译成谓词公式：</a:t>
            </a:r>
          </a:p>
          <a:p>
            <a:pPr marL="0" lvl="0" indent="0" eaLnBrk="1" latinLnBrk="0" hangingPunct="1">
              <a:spcBef>
                <a:spcPct val="50000"/>
              </a:spcBef>
              <a:buNone/>
            </a:pPr>
            <a:r>
              <a:rPr lang="zh-CN" altLang="en-US" sz="2400" dirty="0">
                <a:latin typeface="Times New Roman" panose="02020603050405020304" pitchFamily="18" charset="0"/>
                <a:ea typeface="楷体" panose="02010609060101010101" pitchFamily="49" charset="-122"/>
              </a:rPr>
              <a:t>      </a:t>
            </a:r>
            <a:r>
              <a:rPr lang="en-US" altLang="zh-CN" sz="2400" dirty="0">
                <a:latin typeface="Times New Roman" panose="02020603050405020304" pitchFamily="18" charset="0"/>
                <a:ea typeface="楷体" panose="02010609060101010101" pitchFamily="49" charset="-122"/>
              </a:rPr>
              <a:t>(1) (</a:t>
            </a:r>
            <a:r>
              <a:rPr lang="en-US" altLang="zh-CN" sz="2400" dirty="0">
                <a:latin typeface="Times New Roman" panose="02020603050405020304" pitchFamily="18" charset="0"/>
                <a:ea typeface="楷体" panose="02010609060101010101" pitchFamily="49" charset="-122"/>
                <a:sym typeface="Symbol" panose="05050102010706020507" pitchFamily="18" charset="2"/>
              </a:rPr>
              <a:t>x)(R(x)L(x))</a:t>
            </a:r>
          </a:p>
          <a:p>
            <a:pPr marL="0" lvl="0" indent="0" eaLnBrk="1" latinLnBrk="0" hangingPunct="1">
              <a:spcBef>
                <a:spcPct val="50000"/>
              </a:spcBef>
              <a:buNone/>
            </a:pPr>
            <a:r>
              <a:rPr lang="en-US" altLang="zh-CN" sz="2400" dirty="0">
                <a:latin typeface="Times New Roman" panose="02020603050405020304" pitchFamily="18" charset="0"/>
                <a:ea typeface="楷体" panose="02010609060101010101" pitchFamily="49" charset="-122"/>
                <a:sym typeface="Symbol" panose="05050102010706020507" pitchFamily="18" charset="2"/>
              </a:rPr>
              <a:t>      (2) </a:t>
            </a:r>
            <a:r>
              <a:rPr lang="en-US" altLang="zh-CN" sz="2400" dirty="0">
                <a:latin typeface="Times New Roman" panose="02020603050405020304" pitchFamily="18" charset="0"/>
                <a:ea typeface="楷体" panose="02010609060101010101" pitchFamily="49" charset="-122"/>
              </a:rPr>
              <a:t>(</a:t>
            </a:r>
            <a:r>
              <a:rPr lang="en-US" altLang="zh-CN" sz="2400" dirty="0">
                <a:latin typeface="Times New Roman" panose="02020603050405020304" pitchFamily="18" charset="0"/>
                <a:ea typeface="楷体" panose="02010609060101010101" pitchFamily="49" charset="-122"/>
                <a:sym typeface="Symbol" panose="05050102010706020507" pitchFamily="18" charset="2"/>
              </a:rPr>
              <a:t>x)(D(x)¬L(x))  </a:t>
            </a:r>
            <a:r>
              <a:rPr lang="zh-CN" altLang="en-US" sz="2400" dirty="0">
                <a:latin typeface="Times New Roman" panose="02020603050405020304" pitchFamily="18" charset="0"/>
                <a:ea typeface="楷体" panose="02010609060101010101" pitchFamily="49" charset="-122"/>
                <a:sym typeface="Symbol" panose="05050102010706020507" pitchFamily="18" charset="2"/>
              </a:rPr>
              <a:t>已知条件</a:t>
            </a:r>
          </a:p>
          <a:p>
            <a:pPr marL="0" lvl="0" indent="0" eaLnBrk="1" latinLnBrk="0" hangingPunct="1">
              <a:spcBef>
                <a:spcPct val="50000"/>
              </a:spcBef>
              <a:buNone/>
            </a:pPr>
            <a:r>
              <a:rPr lang="zh-CN" altLang="en-US" sz="2400" dirty="0">
                <a:latin typeface="Times New Roman" panose="02020603050405020304" pitchFamily="18" charset="0"/>
                <a:ea typeface="楷体" panose="02010609060101010101" pitchFamily="49" charset="-122"/>
                <a:sym typeface="Symbol" panose="05050102010706020507" pitchFamily="18" charset="2"/>
              </a:rPr>
              <a:t>      </a:t>
            </a:r>
            <a:r>
              <a:rPr lang="en-US" altLang="zh-CN" sz="2400" dirty="0">
                <a:latin typeface="Times New Roman" panose="02020603050405020304" pitchFamily="18" charset="0"/>
                <a:ea typeface="楷体" panose="02010609060101010101" pitchFamily="49" charset="-122"/>
                <a:sym typeface="Symbol" panose="05050102010706020507" pitchFamily="18" charset="2"/>
              </a:rPr>
              <a:t>(3) (x) (D(x)  I(x))</a:t>
            </a:r>
          </a:p>
          <a:p>
            <a:pPr marL="0" lvl="0" indent="0" eaLnBrk="1" latinLnBrk="0" hangingPunct="1">
              <a:spcBef>
                <a:spcPct val="50000"/>
              </a:spcBef>
              <a:buNone/>
            </a:pPr>
            <a:r>
              <a:rPr lang="en-US" altLang="zh-CN" sz="2400" dirty="0">
                <a:latin typeface="Times New Roman" panose="02020603050405020304" pitchFamily="18" charset="0"/>
                <a:ea typeface="楷体" panose="02010609060101010101" pitchFamily="49" charset="-122"/>
                <a:sym typeface="Symbol" panose="05050102010706020507" pitchFamily="18" charset="2"/>
              </a:rPr>
              <a:t>      (4) (x) (I(x)  ¬ R(x))  </a:t>
            </a:r>
            <a:r>
              <a:rPr lang="zh-CN" altLang="en-US" sz="2400" dirty="0">
                <a:latin typeface="Times New Roman" panose="02020603050405020304" pitchFamily="18" charset="0"/>
                <a:ea typeface="楷体" panose="02010609060101010101" pitchFamily="49" charset="-122"/>
                <a:sym typeface="Symbol" panose="05050102010706020507" pitchFamily="18" charset="2"/>
              </a:rPr>
              <a:t>需证结论</a:t>
            </a:r>
          </a:p>
        </p:txBody>
      </p:sp>
      <p:sp>
        <p:nvSpPr>
          <p:cNvPr id="152581" name="Rectangle 3"/>
          <p:cNvSpPr>
            <a:spLocks noGrp="1"/>
          </p:cNvSpPr>
          <p:nvPr>
            <p:ph idx="1"/>
          </p:nvPr>
        </p:nvSpPr>
        <p:spPr>
          <a:xfrm>
            <a:off x="250825" y="260350"/>
            <a:ext cx="7945438" cy="2305050"/>
          </a:xfrm>
          <a:solidFill>
            <a:schemeClr val="bg1">
              <a:alpha val="50195"/>
            </a:schemeClr>
          </a:solidFill>
          <a:ln>
            <a:solidFill>
              <a:schemeClr val="tx1">
                <a:alpha val="100000"/>
              </a:schemeClr>
            </a:solidFill>
            <a:miter lim="800000"/>
          </a:ln>
        </p:spPr>
        <p:txBody>
          <a:bodyPr vert="horz" wrap="square" lIns="91440" tIns="45720" rIns="91440" bIns="45720" anchor="t" anchorCtr="0"/>
          <a:lstStyle/>
          <a:p>
            <a:pPr eaLnBrk="1" hangingPunct="1">
              <a:buNone/>
            </a:pPr>
            <a:r>
              <a:rPr lang="zh-CN" altLang="en-US" sz="2400" dirty="0">
                <a:latin typeface="微软雅黑" panose="020B0503020204020204" pitchFamily="34" charset="-122"/>
                <a:ea typeface="微软雅黑" panose="020B0503020204020204" pitchFamily="34" charset="-122"/>
              </a:rPr>
              <a:t>设已知：</a:t>
            </a:r>
          </a:p>
          <a:p>
            <a:pPr eaLnBrk="1" hangingPunct="1">
              <a:buNone/>
            </a:pPr>
            <a:r>
              <a:rPr lang="zh-CN" altLang="en-US"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）能阅读者是识字的；</a:t>
            </a:r>
          </a:p>
          <a:p>
            <a:pPr eaLnBrk="1" hangingPunct="1">
              <a:buNone/>
            </a:pPr>
            <a:r>
              <a:rPr lang="zh-CN" altLang="en-US"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）海豚不识字；</a:t>
            </a:r>
          </a:p>
          <a:p>
            <a:pPr eaLnBrk="1" hangingPunct="1">
              <a:buNone/>
            </a:pPr>
            <a:r>
              <a:rPr lang="zh-CN" altLang="en-US"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3</a:t>
            </a:r>
            <a:r>
              <a:rPr lang="zh-CN" altLang="en-US" sz="2400" dirty="0">
                <a:latin typeface="微软雅黑" panose="020B0503020204020204" pitchFamily="34" charset="-122"/>
                <a:ea typeface="微软雅黑" panose="020B0503020204020204" pitchFamily="34" charset="-122"/>
              </a:rPr>
              <a:t>）有些海豚是很聪明的。</a:t>
            </a:r>
          </a:p>
          <a:p>
            <a:pPr eaLnBrk="1" hangingPunct="1">
              <a:buNone/>
            </a:pPr>
            <a:r>
              <a:rPr lang="zh-CN" altLang="en-US" sz="2400" dirty="0">
                <a:latin typeface="微软雅黑" panose="020B0503020204020204" pitchFamily="34" charset="-122"/>
                <a:ea typeface="微软雅黑" panose="020B0503020204020204" pitchFamily="34" charset="-122"/>
              </a:rPr>
              <a:t>      试证明：有些聪明者并不能阅读。</a:t>
            </a:r>
          </a:p>
          <a:p>
            <a:pPr eaLnBrk="1" hangingPunct="1"/>
            <a:endParaRPr lang="zh-CN" altLang="en-US" sz="18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7754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7754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7754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57754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57754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577541">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577541">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577541">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577541">
                                            <p:txEl>
                                              <p:pRg st="3" end="3"/>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57754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7540" grpId="0" build="p"/>
      <p:bldP spid="577541" grpId="0" build="p"/>
    </p:bldLst>
  </p:timing>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 name="灯片编号占位符 5"/>
          <p:cNvSpPr txBox="1">
            <a:spLocks noGrp="1"/>
          </p:cNvSpPr>
          <p:nvPr>
            <p:ph type="sldNum" sz="quarter" idx="4"/>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40" tIns="45720" rIns="91440" bIns="45720" numCol="1" anchor="t" anchorCtr="0" compatLnSpc="1"/>
          <a:lstStyle/>
          <a:p>
            <a:pPr marL="0" marR="0" lvl="0" indent="0" algn="r" defTabSz="914400" rtl="0" eaLnBrk="1" fontAlgn="base" latinLnBrk="1" hangingPunct="1">
              <a:lnSpc>
                <a:spcPct val="100000"/>
              </a:lnSpc>
              <a:spcBef>
                <a:spcPct val="0"/>
              </a:spcBef>
              <a:spcAft>
                <a:spcPct val="0"/>
              </a:spcAft>
              <a:buClrTx/>
              <a:buSzTx/>
              <a:buFontTx/>
              <a:buNone/>
              <a:defRPr/>
            </a:pPr>
            <a:fld id="{E2B8351B-3CAF-48A5-8980-3D6315E0420E}"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t>56</a:t>
            </a:fld>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153603" name="Rectangle 3"/>
          <p:cNvSpPr>
            <a:spLocks noGrp="1"/>
          </p:cNvSpPr>
          <p:nvPr>
            <p:ph idx="1"/>
          </p:nvPr>
        </p:nvSpPr>
        <p:spPr>
          <a:xfrm>
            <a:off x="539552" y="355600"/>
            <a:ext cx="8229600" cy="2082800"/>
          </a:xfrm>
        </p:spPr>
        <p:txBody>
          <a:bodyPr vert="horz" wrap="square" lIns="91440" tIns="45720" rIns="91440" bIns="45720" anchor="t" anchorCtr="0"/>
          <a:lstStyle/>
          <a:p>
            <a:pPr eaLnBrk="1" hangingPunct="1">
              <a:buNone/>
            </a:pPr>
            <a:r>
              <a:rPr lang="zh-CN" altLang="en-US" sz="2400" b="1" dirty="0">
                <a:latin typeface="微软雅黑" panose="020B0503020204020204" pitchFamily="34" charset="-122"/>
                <a:ea typeface="微软雅黑" panose="020B0503020204020204" pitchFamily="34" charset="-122"/>
                <a:sym typeface="Symbol" panose="05050102010706020507" pitchFamily="18" charset="2"/>
              </a:rPr>
              <a:t>用归结反演法来证明，求题设与结论否定的子句集，得：</a:t>
            </a:r>
          </a:p>
          <a:p>
            <a:pPr eaLnBrk="1" hangingPunct="1">
              <a:buNone/>
            </a:pPr>
            <a:r>
              <a:rPr lang="zh-CN" altLang="en-US" sz="2400" b="1" dirty="0">
                <a:latin typeface="Times New Roman" panose="02020603050405020304" pitchFamily="18" charset="0"/>
                <a:ea typeface="楷体" panose="02010609060101010101" pitchFamily="49" charset="-122"/>
                <a:sym typeface="Symbol" panose="05050102010706020507" pitchFamily="18" charset="2"/>
              </a:rPr>
              <a:t>      </a:t>
            </a:r>
            <a:r>
              <a:rPr lang="en-US" altLang="zh-CN" sz="2400" b="1" dirty="0">
                <a:latin typeface="Times New Roman" panose="02020603050405020304" pitchFamily="18" charset="0"/>
                <a:ea typeface="楷体" panose="02010609060101010101" pitchFamily="49" charset="-122"/>
              </a:rPr>
              <a:t>(1) </a:t>
            </a:r>
            <a:r>
              <a:rPr lang="en-US" altLang="zh-CN" sz="2400" b="1" dirty="0">
                <a:latin typeface="Times New Roman" panose="02020603050405020304" pitchFamily="18" charset="0"/>
                <a:ea typeface="楷体" panose="02010609060101010101" pitchFamily="49" charset="-122"/>
                <a:sym typeface="Symbol" panose="05050102010706020507" pitchFamily="18" charset="2"/>
              </a:rPr>
              <a:t>¬</a:t>
            </a:r>
            <a:r>
              <a:rPr lang="en-US" altLang="zh-CN" sz="2400" b="1" dirty="0">
                <a:latin typeface="Times New Roman" panose="02020603050405020304" pitchFamily="18" charset="0"/>
                <a:ea typeface="楷体" panose="02010609060101010101" pitchFamily="49" charset="-122"/>
              </a:rPr>
              <a:t> </a:t>
            </a:r>
            <a:r>
              <a:rPr lang="en-US" altLang="zh-CN" sz="2400" b="1" dirty="0">
                <a:latin typeface="Times New Roman" panose="02020603050405020304" pitchFamily="18" charset="0"/>
                <a:ea typeface="楷体" panose="02010609060101010101" pitchFamily="49" charset="-122"/>
                <a:sym typeface="Symbol" panose="05050102010706020507" pitchFamily="18" charset="2"/>
              </a:rPr>
              <a:t>R(x)  L(x)</a:t>
            </a:r>
          </a:p>
          <a:p>
            <a:pPr eaLnBrk="1" hangingPunct="1">
              <a:buNone/>
            </a:pPr>
            <a:r>
              <a:rPr lang="en-US" altLang="zh-CN" sz="2400" b="1" dirty="0">
                <a:latin typeface="Times New Roman" panose="02020603050405020304" pitchFamily="18" charset="0"/>
                <a:ea typeface="楷体" panose="02010609060101010101" pitchFamily="49" charset="-122"/>
                <a:sym typeface="Symbol" panose="05050102010706020507" pitchFamily="18" charset="2"/>
              </a:rPr>
              <a:t>      (2) ¬</a:t>
            </a:r>
            <a:r>
              <a:rPr lang="en-US" altLang="zh-CN" sz="2400" b="1" dirty="0">
                <a:latin typeface="Times New Roman" panose="02020603050405020304" pitchFamily="18" charset="0"/>
                <a:ea typeface="楷体" panose="02010609060101010101" pitchFamily="49" charset="-122"/>
              </a:rPr>
              <a:t> </a:t>
            </a:r>
            <a:r>
              <a:rPr lang="en-US" altLang="zh-CN" sz="2400" b="1" dirty="0">
                <a:latin typeface="Times New Roman" panose="02020603050405020304" pitchFamily="18" charset="0"/>
                <a:ea typeface="楷体" panose="02010609060101010101" pitchFamily="49" charset="-122"/>
                <a:sym typeface="Symbol" panose="05050102010706020507" pitchFamily="18" charset="2"/>
              </a:rPr>
              <a:t>D(y)  ¬L(y) </a:t>
            </a:r>
            <a:r>
              <a:rPr lang="zh-CN" altLang="en-US" sz="2400" b="1" dirty="0">
                <a:latin typeface="Times New Roman" panose="02020603050405020304" pitchFamily="18" charset="0"/>
                <a:ea typeface="楷体" panose="02010609060101010101" pitchFamily="49" charset="-122"/>
                <a:sym typeface="Symbol" panose="05050102010706020507" pitchFamily="18" charset="2"/>
              </a:rPr>
              <a:t>（改名） </a:t>
            </a:r>
          </a:p>
          <a:p>
            <a:pPr eaLnBrk="1" hangingPunct="1">
              <a:buNone/>
            </a:pPr>
            <a:r>
              <a:rPr lang="zh-CN" altLang="en-US" sz="2400" b="1" dirty="0">
                <a:latin typeface="Times New Roman" panose="02020603050405020304" pitchFamily="18" charset="0"/>
                <a:ea typeface="楷体" panose="02010609060101010101" pitchFamily="49" charset="-122"/>
                <a:sym typeface="Symbol" panose="05050102010706020507" pitchFamily="18" charset="2"/>
              </a:rPr>
              <a:t>      </a:t>
            </a:r>
            <a:r>
              <a:rPr lang="en-US" altLang="zh-CN" sz="2400" b="1" dirty="0">
                <a:latin typeface="Times New Roman" panose="02020603050405020304" pitchFamily="18" charset="0"/>
                <a:ea typeface="楷体" panose="02010609060101010101" pitchFamily="49" charset="-122"/>
                <a:sym typeface="Symbol" panose="05050102010706020507" pitchFamily="18" charset="2"/>
              </a:rPr>
              <a:t>(3) D(a)</a:t>
            </a:r>
          </a:p>
          <a:p>
            <a:pPr eaLnBrk="1" hangingPunct="1">
              <a:buNone/>
            </a:pPr>
            <a:r>
              <a:rPr lang="en-US" altLang="zh-CN" sz="2400" b="1" dirty="0">
                <a:latin typeface="Times New Roman" panose="02020603050405020304" pitchFamily="18" charset="0"/>
                <a:ea typeface="楷体" panose="02010609060101010101" pitchFamily="49" charset="-122"/>
                <a:sym typeface="Symbol" panose="05050102010706020507" pitchFamily="18" charset="2"/>
              </a:rPr>
              <a:t>      (4) I(a)</a:t>
            </a:r>
          </a:p>
          <a:p>
            <a:pPr eaLnBrk="1" hangingPunct="1">
              <a:buNone/>
            </a:pPr>
            <a:r>
              <a:rPr lang="en-US" altLang="zh-CN" sz="2400" b="1" dirty="0">
                <a:latin typeface="Times New Roman" panose="02020603050405020304" pitchFamily="18" charset="0"/>
                <a:ea typeface="楷体" panose="02010609060101010101" pitchFamily="49" charset="-122"/>
                <a:sym typeface="Symbol" panose="05050102010706020507" pitchFamily="18" charset="2"/>
              </a:rPr>
              <a:t>      (5) ¬ I(z)  R(z)</a:t>
            </a:r>
            <a:endParaRPr lang="en-US" altLang="zh-CN" sz="2400" b="1" dirty="0">
              <a:latin typeface="Times New Roman" panose="02020603050405020304" pitchFamily="18" charset="0"/>
              <a:ea typeface="楷体" panose="02010609060101010101" pitchFamily="49" charset="-122"/>
            </a:endParaRPr>
          </a:p>
        </p:txBody>
      </p:sp>
      <p:sp>
        <p:nvSpPr>
          <p:cNvPr id="578564" name="Rectangle 4"/>
          <p:cNvSpPr/>
          <p:nvPr/>
        </p:nvSpPr>
        <p:spPr>
          <a:xfrm>
            <a:off x="412867" y="3352800"/>
            <a:ext cx="4572000" cy="2647950"/>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0" lvl="0" indent="0" eaLnBrk="1" latinLnBrk="0" hangingPunct="1">
              <a:spcBef>
                <a:spcPct val="50000"/>
              </a:spcBef>
              <a:buNone/>
            </a:pPr>
            <a:r>
              <a:rPr lang="zh-CN" altLang="en-US" sz="2400" b="1" dirty="0">
                <a:latin typeface="Times New Roman" panose="02020603050405020304" pitchFamily="18" charset="0"/>
                <a:ea typeface="楷体" panose="02010609060101010101" pitchFamily="49" charset="-122"/>
                <a:sym typeface="Symbol" panose="05050102010706020507" pitchFamily="18" charset="2"/>
              </a:rPr>
              <a:t>归结得：</a:t>
            </a:r>
          </a:p>
          <a:p>
            <a:pPr marL="0" lvl="0" indent="0" eaLnBrk="1" latinLnBrk="0" hangingPunct="1">
              <a:spcBef>
                <a:spcPct val="50000"/>
              </a:spcBef>
              <a:buNone/>
            </a:pPr>
            <a:r>
              <a:rPr lang="zh-CN" altLang="en-US" sz="2400" b="1" dirty="0">
                <a:latin typeface="Times New Roman" panose="02020603050405020304" pitchFamily="18" charset="0"/>
                <a:ea typeface="楷体" panose="02010609060101010101" pitchFamily="49" charset="-122"/>
                <a:sym typeface="Symbol" panose="05050102010706020507" pitchFamily="18" charset="2"/>
              </a:rPr>
              <a:t>      </a:t>
            </a:r>
            <a:r>
              <a:rPr lang="en-US" altLang="zh-CN" sz="2400" b="1" dirty="0">
                <a:latin typeface="Times New Roman" panose="02020603050405020304" pitchFamily="18" charset="0"/>
                <a:ea typeface="楷体" panose="02010609060101010101" pitchFamily="49" charset="-122"/>
                <a:sym typeface="Symbol" panose="05050102010706020507" pitchFamily="18" charset="2"/>
              </a:rPr>
              <a:t>(6)R(a)       [(5), (4),{a/z}]</a:t>
            </a:r>
          </a:p>
          <a:p>
            <a:pPr marL="0" lvl="0" indent="0" eaLnBrk="1" latinLnBrk="0" hangingPunct="1">
              <a:spcBef>
                <a:spcPct val="50000"/>
              </a:spcBef>
              <a:buNone/>
            </a:pPr>
            <a:r>
              <a:rPr lang="en-US" altLang="zh-CN" sz="2400" b="1" dirty="0">
                <a:latin typeface="Times New Roman" panose="02020603050405020304" pitchFamily="18" charset="0"/>
                <a:ea typeface="楷体" panose="02010609060101010101" pitchFamily="49" charset="-122"/>
                <a:sym typeface="Symbol" panose="05050102010706020507" pitchFamily="18" charset="2"/>
              </a:rPr>
              <a:t>      (7)L(a)       [(6), (1),{a/x}]</a:t>
            </a:r>
          </a:p>
          <a:p>
            <a:pPr marL="0" lvl="0" indent="0" eaLnBrk="1" latinLnBrk="0" hangingPunct="1">
              <a:spcBef>
                <a:spcPct val="50000"/>
              </a:spcBef>
              <a:buNone/>
            </a:pPr>
            <a:r>
              <a:rPr lang="en-US" altLang="zh-CN" sz="2400" b="1" dirty="0">
                <a:latin typeface="Times New Roman" panose="02020603050405020304" pitchFamily="18" charset="0"/>
                <a:ea typeface="楷体" panose="02010609060101010101" pitchFamily="49" charset="-122"/>
                <a:sym typeface="Symbol" panose="05050102010706020507" pitchFamily="18" charset="2"/>
              </a:rPr>
              <a:t>      (8)¬D(a)     [(7), (2),{a/y}]</a:t>
            </a:r>
          </a:p>
          <a:p>
            <a:pPr marL="0" lvl="0" indent="0" eaLnBrk="1" latinLnBrk="0" hangingPunct="1">
              <a:spcBef>
                <a:spcPct val="50000"/>
              </a:spcBef>
              <a:buNone/>
            </a:pPr>
            <a:r>
              <a:rPr lang="en-US" altLang="zh-CN" sz="2400" b="1" dirty="0">
                <a:latin typeface="Times New Roman" panose="02020603050405020304" pitchFamily="18" charset="0"/>
                <a:ea typeface="楷体" panose="02010609060101010101" pitchFamily="49" charset="-122"/>
                <a:sym typeface="Symbol" panose="05050102010706020507" pitchFamily="18" charset="2"/>
              </a:rPr>
              <a:t>      (9)Nil          [(8), (3)]</a:t>
            </a:r>
          </a:p>
        </p:txBody>
      </p:sp>
      <p:grpSp>
        <p:nvGrpSpPr>
          <p:cNvPr id="578565" name="Group 5"/>
          <p:cNvGrpSpPr/>
          <p:nvPr/>
        </p:nvGrpSpPr>
        <p:grpSpPr>
          <a:xfrm>
            <a:off x="5181600" y="1981200"/>
            <a:ext cx="3733800" cy="3962400"/>
            <a:chOff x="2928" y="1296"/>
            <a:chExt cx="2352" cy="2496"/>
          </a:xfrm>
        </p:grpSpPr>
        <p:sp>
          <p:nvSpPr>
            <p:cNvPr id="153606" name="Rectangle 6"/>
            <p:cNvSpPr/>
            <p:nvPr/>
          </p:nvSpPr>
          <p:spPr>
            <a:xfrm>
              <a:off x="2928" y="1296"/>
              <a:ext cx="1104" cy="288"/>
            </a:xfrm>
            <a:prstGeom prst="rect">
              <a:avLst/>
            </a:prstGeom>
            <a:noFill/>
            <a:ln w="9525">
              <a:noFill/>
            </a:ln>
          </p:spPr>
          <p:txBody>
            <a:bodyPr wrap="none" anchor="ctr" anchorCtr="0"/>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0" lvl="0" indent="0" algn="ctr" eaLnBrk="1" latinLnBrk="0" hangingPunct="1">
                <a:buNone/>
              </a:pPr>
              <a:r>
                <a:rPr lang="en-US" altLang="zh-CN" sz="2000" dirty="0">
                  <a:solidFill>
                    <a:srgbClr val="0000FF"/>
                  </a:solidFill>
                  <a:latin typeface="Times New Roman" panose="02020603050405020304" pitchFamily="18" charset="0"/>
                  <a:ea typeface="楷体" panose="02010609060101010101" pitchFamily="49" charset="-122"/>
                  <a:sym typeface="Symbol" panose="05050102010706020507" pitchFamily="18" charset="2"/>
                </a:rPr>
                <a:t>¬ I(z)  R(z)</a:t>
              </a:r>
              <a:endParaRPr lang="en-US" altLang="zh-CN" sz="1600" b="1" dirty="0">
                <a:solidFill>
                  <a:srgbClr val="0000FF"/>
                </a:solidFill>
                <a:latin typeface="Times New Roman" panose="02020603050405020304" pitchFamily="18" charset="0"/>
                <a:ea typeface="楷体" panose="02010609060101010101" pitchFamily="49" charset="-122"/>
              </a:endParaRPr>
            </a:p>
          </p:txBody>
        </p:sp>
        <p:sp>
          <p:nvSpPr>
            <p:cNvPr id="153607" name="Rectangle 7"/>
            <p:cNvSpPr/>
            <p:nvPr/>
          </p:nvSpPr>
          <p:spPr>
            <a:xfrm>
              <a:off x="2928" y="1872"/>
              <a:ext cx="1104" cy="288"/>
            </a:xfrm>
            <a:prstGeom prst="rect">
              <a:avLst/>
            </a:prstGeom>
            <a:noFill/>
            <a:ln w="9525">
              <a:noFill/>
            </a:ln>
          </p:spPr>
          <p:txBody>
            <a:bodyPr wrap="none" anchor="ctr" anchorCtr="0"/>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0" lvl="0" indent="0" algn="ctr" eaLnBrk="1" latinLnBrk="0" hangingPunct="1">
                <a:buNone/>
              </a:pPr>
              <a:r>
                <a:rPr lang="en-US" altLang="zh-CN" sz="2000" dirty="0">
                  <a:solidFill>
                    <a:srgbClr val="0000FF"/>
                  </a:solidFill>
                  <a:latin typeface="Times New Roman" panose="02020603050405020304" pitchFamily="18" charset="0"/>
                  <a:ea typeface="楷体" panose="02010609060101010101" pitchFamily="49" charset="-122"/>
                  <a:sym typeface="Symbol" panose="05050102010706020507" pitchFamily="18" charset="2"/>
                </a:rPr>
                <a:t>R(a)</a:t>
              </a:r>
              <a:endParaRPr lang="en-US" altLang="zh-CN" sz="2000" dirty="0">
                <a:solidFill>
                  <a:srgbClr val="0000FF"/>
                </a:solidFill>
                <a:latin typeface="Times New Roman" panose="02020603050405020304" pitchFamily="18" charset="0"/>
                <a:ea typeface="楷体" panose="02010609060101010101" pitchFamily="49" charset="-122"/>
              </a:endParaRPr>
            </a:p>
          </p:txBody>
        </p:sp>
        <p:sp>
          <p:nvSpPr>
            <p:cNvPr id="153608" name="Rectangle 8"/>
            <p:cNvSpPr/>
            <p:nvPr/>
          </p:nvSpPr>
          <p:spPr>
            <a:xfrm>
              <a:off x="2928" y="2400"/>
              <a:ext cx="1104" cy="288"/>
            </a:xfrm>
            <a:prstGeom prst="rect">
              <a:avLst/>
            </a:prstGeom>
            <a:noFill/>
            <a:ln w="9525">
              <a:noFill/>
            </a:ln>
          </p:spPr>
          <p:txBody>
            <a:bodyPr wrap="none" anchor="ctr" anchorCtr="0"/>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0" lvl="0" indent="0" algn="ctr" eaLnBrk="1" latinLnBrk="0" hangingPunct="1">
                <a:buNone/>
              </a:pPr>
              <a:r>
                <a:rPr lang="en-US" altLang="zh-CN" sz="2000" dirty="0">
                  <a:solidFill>
                    <a:srgbClr val="0000FF"/>
                  </a:solidFill>
                  <a:latin typeface="Times New Roman" panose="02020603050405020304" pitchFamily="18" charset="0"/>
                  <a:ea typeface="楷体" panose="02010609060101010101" pitchFamily="49" charset="-122"/>
                  <a:sym typeface="Symbol" panose="05050102010706020507" pitchFamily="18" charset="2"/>
                </a:rPr>
                <a:t>L(a)</a:t>
              </a:r>
              <a:endParaRPr lang="en-US" altLang="zh-CN" sz="2000" dirty="0">
                <a:solidFill>
                  <a:srgbClr val="0000FF"/>
                </a:solidFill>
                <a:latin typeface="Times New Roman" panose="02020603050405020304" pitchFamily="18" charset="0"/>
                <a:ea typeface="楷体" panose="02010609060101010101" pitchFamily="49" charset="-122"/>
              </a:endParaRPr>
            </a:p>
          </p:txBody>
        </p:sp>
        <p:sp>
          <p:nvSpPr>
            <p:cNvPr id="153609" name="Rectangle 9"/>
            <p:cNvSpPr/>
            <p:nvPr/>
          </p:nvSpPr>
          <p:spPr>
            <a:xfrm>
              <a:off x="2928" y="2928"/>
              <a:ext cx="1104" cy="288"/>
            </a:xfrm>
            <a:prstGeom prst="rect">
              <a:avLst/>
            </a:prstGeom>
            <a:noFill/>
            <a:ln w="9525">
              <a:noFill/>
            </a:ln>
          </p:spPr>
          <p:txBody>
            <a:bodyPr wrap="none" anchor="ctr" anchorCtr="0"/>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0" lvl="0" indent="0" algn="ctr" eaLnBrk="1" latinLnBrk="0" hangingPunct="1">
                <a:buNone/>
              </a:pPr>
              <a:r>
                <a:rPr lang="en-US" altLang="zh-CN" sz="2000" dirty="0">
                  <a:solidFill>
                    <a:srgbClr val="0000FF"/>
                  </a:solidFill>
                  <a:latin typeface="Times New Roman" panose="02020603050405020304" pitchFamily="18" charset="0"/>
                  <a:ea typeface="楷体" panose="02010609060101010101" pitchFamily="49" charset="-122"/>
                  <a:sym typeface="Symbol" panose="05050102010706020507" pitchFamily="18" charset="2"/>
                </a:rPr>
                <a:t>¬ D(a)</a:t>
              </a:r>
              <a:endParaRPr lang="en-US" altLang="zh-CN" sz="2000" dirty="0">
                <a:solidFill>
                  <a:srgbClr val="0000FF"/>
                </a:solidFill>
                <a:latin typeface="Times New Roman" panose="02020603050405020304" pitchFamily="18" charset="0"/>
                <a:ea typeface="楷体" panose="02010609060101010101" pitchFamily="49" charset="-122"/>
              </a:endParaRPr>
            </a:p>
          </p:txBody>
        </p:sp>
        <p:sp>
          <p:nvSpPr>
            <p:cNvPr id="153610" name="Rectangle 10"/>
            <p:cNvSpPr/>
            <p:nvPr/>
          </p:nvSpPr>
          <p:spPr>
            <a:xfrm>
              <a:off x="2928" y="3504"/>
              <a:ext cx="1104" cy="288"/>
            </a:xfrm>
            <a:prstGeom prst="rect">
              <a:avLst/>
            </a:prstGeom>
            <a:noFill/>
            <a:ln w="9525">
              <a:noFill/>
            </a:ln>
          </p:spPr>
          <p:txBody>
            <a:bodyPr wrap="none" anchor="ctr" anchorCtr="0"/>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0" lvl="0" indent="0" algn="ctr" eaLnBrk="1" latinLnBrk="0" hangingPunct="1">
                <a:buNone/>
              </a:pPr>
              <a:r>
                <a:rPr lang="en-US" altLang="zh-CN" sz="2000" dirty="0">
                  <a:solidFill>
                    <a:srgbClr val="0000FF"/>
                  </a:solidFill>
                  <a:latin typeface="Times New Roman" panose="02020603050405020304" pitchFamily="18" charset="0"/>
                  <a:ea typeface="楷体" panose="02010609060101010101" pitchFamily="49" charset="-122"/>
                  <a:sym typeface="Symbol" panose="05050102010706020507" pitchFamily="18" charset="2"/>
                </a:rPr>
                <a:t>Nil</a:t>
              </a:r>
              <a:endParaRPr lang="en-US" altLang="zh-CN" sz="2000" dirty="0">
                <a:solidFill>
                  <a:srgbClr val="0000FF"/>
                </a:solidFill>
                <a:latin typeface="Times New Roman" panose="02020603050405020304" pitchFamily="18" charset="0"/>
                <a:ea typeface="楷体" panose="02010609060101010101" pitchFamily="49" charset="-122"/>
              </a:endParaRPr>
            </a:p>
          </p:txBody>
        </p:sp>
        <p:sp>
          <p:nvSpPr>
            <p:cNvPr id="153611" name="Rectangle 11"/>
            <p:cNvSpPr/>
            <p:nvPr/>
          </p:nvSpPr>
          <p:spPr>
            <a:xfrm>
              <a:off x="4176" y="1296"/>
              <a:ext cx="1104" cy="288"/>
            </a:xfrm>
            <a:prstGeom prst="rect">
              <a:avLst/>
            </a:prstGeom>
            <a:noFill/>
            <a:ln w="9525">
              <a:noFill/>
            </a:ln>
          </p:spPr>
          <p:txBody>
            <a:bodyPr wrap="none" anchor="ctr" anchorCtr="0"/>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0" lvl="0" indent="0" algn="ctr" eaLnBrk="1" latinLnBrk="0" hangingPunct="1">
                <a:buNone/>
              </a:pPr>
              <a:r>
                <a:rPr lang="en-US" altLang="zh-CN" sz="2000" dirty="0">
                  <a:solidFill>
                    <a:srgbClr val="0000FF"/>
                  </a:solidFill>
                  <a:latin typeface="Times New Roman" panose="02020603050405020304" pitchFamily="18" charset="0"/>
                  <a:ea typeface="楷体" panose="02010609060101010101" pitchFamily="49" charset="-122"/>
                  <a:sym typeface="Symbol" panose="05050102010706020507" pitchFamily="18" charset="2"/>
                </a:rPr>
                <a:t>I(a)</a:t>
              </a:r>
              <a:endParaRPr lang="en-US" altLang="zh-CN" sz="2000" dirty="0">
                <a:solidFill>
                  <a:srgbClr val="0000FF"/>
                </a:solidFill>
                <a:latin typeface="Times New Roman" panose="02020603050405020304" pitchFamily="18" charset="0"/>
                <a:ea typeface="楷体" panose="02010609060101010101" pitchFamily="49" charset="-122"/>
              </a:endParaRPr>
            </a:p>
          </p:txBody>
        </p:sp>
        <p:sp>
          <p:nvSpPr>
            <p:cNvPr id="153612" name="Rectangle 12"/>
            <p:cNvSpPr/>
            <p:nvPr/>
          </p:nvSpPr>
          <p:spPr>
            <a:xfrm>
              <a:off x="4176" y="1872"/>
              <a:ext cx="1104" cy="288"/>
            </a:xfrm>
            <a:prstGeom prst="rect">
              <a:avLst/>
            </a:prstGeom>
            <a:noFill/>
            <a:ln w="9525">
              <a:noFill/>
            </a:ln>
          </p:spPr>
          <p:txBody>
            <a:bodyPr wrap="none" anchor="ctr" anchorCtr="0"/>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0" lvl="0" indent="0" algn="ctr" eaLnBrk="1" latinLnBrk="0" hangingPunct="1">
                <a:buNone/>
              </a:pPr>
              <a:r>
                <a:rPr lang="en-US" altLang="zh-CN" sz="2000" dirty="0">
                  <a:solidFill>
                    <a:srgbClr val="0000FF"/>
                  </a:solidFill>
                  <a:latin typeface="Times New Roman" panose="02020603050405020304" pitchFamily="18" charset="0"/>
                  <a:ea typeface="楷体" panose="02010609060101010101" pitchFamily="49" charset="-122"/>
                  <a:sym typeface="Symbol" panose="05050102010706020507" pitchFamily="18" charset="2"/>
                </a:rPr>
                <a:t>¬ R(x)  L(x)</a:t>
              </a:r>
              <a:endParaRPr lang="en-US" altLang="zh-CN" sz="2000" dirty="0">
                <a:solidFill>
                  <a:srgbClr val="0000FF"/>
                </a:solidFill>
                <a:latin typeface="Times New Roman" panose="02020603050405020304" pitchFamily="18" charset="0"/>
                <a:ea typeface="楷体" panose="02010609060101010101" pitchFamily="49" charset="-122"/>
              </a:endParaRPr>
            </a:p>
          </p:txBody>
        </p:sp>
        <p:sp>
          <p:nvSpPr>
            <p:cNvPr id="153613" name="Rectangle 13"/>
            <p:cNvSpPr/>
            <p:nvPr/>
          </p:nvSpPr>
          <p:spPr>
            <a:xfrm>
              <a:off x="4176" y="2400"/>
              <a:ext cx="1104" cy="288"/>
            </a:xfrm>
            <a:prstGeom prst="rect">
              <a:avLst/>
            </a:prstGeom>
            <a:noFill/>
            <a:ln w="9525">
              <a:noFill/>
            </a:ln>
          </p:spPr>
          <p:txBody>
            <a:bodyPr wrap="none" anchor="ctr" anchorCtr="0"/>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0" lvl="0" indent="0" algn="ctr" eaLnBrk="1" latinLnBrk="0" hangingPunct="1">
                <a:buNone/>
              </a:pPr>
              <a:r>
                <a:rPr lang="en-US" altLang="zh-CN" sz="2000" dirty="0">
                  <a:solidFill>
                    <a:srgbClr val="0000FF"/>
                  </a:solidFill>
                  <a:latin typeface="Times New Roman" panose="02020603050405020304" pitchFamily="18" charset="0"/>
                  <a:ea typeface="楷体" panose="02010609060101010101" pitchFamily="49" charset="-122"/>
                  <a:sym typeface="Symbol" panose="05050102010706020507" pitchFamily="18" charset="2"/>
                </a:rPr>
                <a:t>¬ D(y)  L(y)</a:t>
              </a:r>
              <a:endParaRPr lang="en-US" altLang="zh-CN" sz="2000" dirty="0">
                <a:solidFill>
                  <a:srgbClr val="0000FF"/>
                </a:solidFill>
                <a:latin typeface="Times New Roman" panose="02020603050405020304" pitchFamily="18" charset="0"/>
                <a:ea typeface="楷体" panose="02010609060101010101" pitchFamily="49" charset="-122"/>
              </a:endParaRPr>
            </a:p>
          </p:txBody>
        </p:sp>
        <p:sp>
          <p:nvSpPr>
            <p:cNvPr id="153614" name="Rectangle 14"/>
            <p:cNvSpPr/>
            <p:nvPr/>
          </p:nvSpPr>
          <p:spPr>
            <a:xfrm>
              <a:off x="4176" y="2928"/>
              <a:ext cx="1104" cy="288"/>
            </a:xfrm>
            <a:prstGeom prst="rect">
              <a:avLst/>
            </a:prstGeom>
            <a:noFill/>
            <a:ln w="9525">
              <a:noFill/>
            </a:ln>
          </p:spPr>
          <p:txBody>
            <a:bodyPr wrap="none" anchor="ctr" anchorCtr="0"/>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0" lvl="0" indent="0" algn="ctr" eaLnBrk="1" latinLnBrk="0" hangingPunct="1">
                <a:buNone/>
              </a:pPr>
              <a:r>
                <a:rPr lang="en-US" altLang="zh-CN" sz="2000" dirty="0">
                  <a:solidFill>
                    <a:srgbClr val="0000FF"/>
                  </a:solidFill>
                  <a:latin typeface="Times New Roman" panose="02020603050405020304" pitchFamily="18" charset="0"/>
                  <a:ea typeface="楷体" panose="02010609060101010101" pitchFamily="49" charset="-122"/>
                  <a:sym typeface="Symbol" panose="05050102010706020507" pitchFamily="18" charset="2"/>
                </a:rPr>
                <a:t>D(a)</a:t>
              </a:r>
              <a:endParaRPr lang="en-US" altLang="zh-CN" sz="2000" dirty="0">
                <a:solidFill>
                  <a:srgbClr val="0000FF"/>
                </a:solidFill>
                <a:latin typeface="Times New Roman" panose="02020603050405020304" pitchFamily="18" charset="0"/>
                <a:ea typeface="楷体" panose="02010609060101010101" pitchFamily="49" charset="-122"/>
              </a:endParaRPr>
            </a:p>
          </p:txBody>
        </p:sp>
        <p:sp>
          <p:nvSpPr>
            <p:cNvPr id="153615" name="Line 15"/>
            <p:cNvSpPr/>
            <p:nvPr/>
          </p:nvSpPr>
          <p:spPr>
            <a:xfrm>
              <a:off x="3456" y="1584"/>
              <a:ext cx="0" cy="288"/>
            </a:xfrm>
            <a:prstGeom prst="line">
              <a:avLst/>
            </a:prstGeom>
            <a:ln w="9525" cap="flat" cmpd="sng">
              <a:solidFill>
                <a:schemeClr val="tx1"/>
              </a:solidFill>
              <a:prstDash val="solid"/>
              <a:headEnd type="none" w="med" len="med"/>
              <a:tailEnd type="none" w="med" len="med"/>
            </a:ln>
          </p:spPr>
        </p:sp>
        <p:sp>
          <p:nvSpPr>
            <p:cNvPr id="153616" name="Line 16"/>
            <p:cNvSpPr/>
            <p:nvPr/>
          </p:nvSpPr>
          <p:spPr>
            <a:xfrm>
              <a:off x="3456" y="2160"/>
              <a:ext cx="0" cy="240"/>
            </a:xfrm>
            <a:prstGeom prst="line">
              <a:avLst/>
            </a:prstGeom>
            <a:ln w="9525" cap="flat" cmpd="sng">
              <a:solidFill>
                <a:schemeClr val="tx1"/>
              </a:solidFill>
              <a:prstDash val="solid"/>
              <a:headEnd type="none" w="med" len="med"/>
              <a:tailEnd type="none" w="med" len="med"/>
            </a:ln>
          </p:spPr>
        </p:sp>
        <p:sp>
          <p:nvSpPr>
            <p:cNvPr id="153617" name="Line 17"/>
            <p:cNvSpPr/>
            <p:nvPr/>
          </p:nvSpPr>
          <p:spPr>
            <a:xfrm>
              <a:off x="3456" y="2688"/>
              <a:ext cx="0" cy="240"/>
            </a:xfrm>
            <a:prstGeom prst="line">
              <a:avLst/>
            </a:prstGeom>
            <a:ln w="9525" cap="flat" cmpd="sng">
              <a:solidFill>
                <a:schemeClr val="tx1"/>
              </a:solidFill>
              <a:prstDash val="solid"/>
              <a:headEnd type="none" w="med" len="med"/>
              <a:tailEnd type="none" w="med" len="med"/>
            </a:ln>
          </p:spPr>
        </p:sp>
        <p:sp>
          <p:nvSpPr>
            <p:cNvPr id="153618" name="Line 18"/>
            <p:cNvSpPr/>
            <p:nvPr/>
          </p:nvSpPr>
          <p:spPr>
            <a:xfrm>
              <a:off x="3456" y="3216"/>
              <a:ext cx="0" cy="288"/>
            </a:xfrm>
            <a:prstGeom prst="line">
              <a:avLst/>
            </a:prstGeom>
            <a:ln w="9525" cap="flat" cmpd="sng">
              <a:solidFill>
                <a:schemeClr val="tx1"/>
              </a:solidFill>
              <a:prstDash val="solid"/>
              <a:headEnd type="none" w="med" len="med"/>
              <a:tailEnd type="none" w="med" len="med"/>
            </a:ln>
          </p:spPr>
        </p:sp>
        <p:sp>
          <p:nvSpPr>
            <p:cNvPr id="153619" name="Line 19"/>
            <p:cNvSpPr/>
            <p:nvPr/>
          </p:nvSpPr>
          <p:spPr>
            <a:xfrm flipH="1">
              <a:off x="3456" y="1584"/>
              <a:ext cx="1296" cy="288"/>
            </a:xfrm>
            <a:prstGeom prst="line">
              <a:avLst/>
            </a:prstGeom>
            <a:ln w="9525" cap="flat" cmpd="sng">
              <a:solidFill>
                <a:schemeClr val="tx1"/>
              </a:solidFill>
              <a:prstDash val="solid"/>
              <a:headEnd type="none" w="med" len="med"/>
              <a:tailEnd type="none" w="med" len="med"/>
            </a:ln>
          </p:spPr>
        </p:sp>
        <p:sp>
          <p:nvSpPr>
            <p:cNvPr id="153620" name="Line 20"/>
            <p:cNvSpPr/>
            <p:nvPr/>
          </p:nvSpPr>
          <p:spPr>
            <a:xfrm flipH="1">
              <a:off x="3456" y="2160"/>
              <a:ext cx="1296" cy="240"/>
            </a:xfrm>
            <a:prstGeom prst="line">
              <a:avLst/>
            </a:prstGeom>
            <a:ln w="9525" cap="flat" cmpd="sng">
              <a:solidFill>
                <a:schemeClr val="tx1"/>
              </a:solidFill>
              <a:prstDash val="solid"/>
              <a:headEnd type="none" w="med" len="med"/>
              <a:tailEnd type="none" w="med" len="med"/>
            </a:ln>
          </p:spPr>
        </p:sp>
        <p:sp>
          <p:nvSpPr>
            <p:cNvPr id="153621" name="Line 21"/>
            <p:cNvSpPr/>
            <p:nvPr/>
          </p:nvSpPr>
          <p:spPr>
            <a:xfrm flipH="1">
              <a:off x="3408" y="2688"/>
              <a:ext cx="1344" cy="240"/>
            </a:xfrm>
            <a:prstGeom prst="line">
              <a:avLst/>
            </a:prstGeom>
            <a:ln w="9525" cap="flat" cmpd="sng">
              <a:solidFill>
                <a:schemeClr val="tx1"/>
              </a:solidFill>
              <a:prstDash val="solid"/>
              <a:headEnd type="none" w="med" len="med"/>
              <a:tailEnd type="none" w="med" len="med"/>
            </a:ln>
          </p:spPr>
        </p:sp>
        <p:sp>
          <p:nvSpPr>
            <p:cNvPr id="153622" name="Line 22"/>
            <p:cNvSpPr/>
            <p:nvPr/>
          </p:nvSpPr>
          <p:spPr>
            <a:xfrm flipH="1">
              <a:off x="3456" y="3216"/>
              <a:ext cx="1296" cy="288"/>
            </a:xfrm>
            <a:prstGeom prst="line">
              <a:avLst/>
            </a:prstGeom>
            <a:ln w="9525" cap="flat" cmpd="sng">
              <a:solidFill>
                <a:schemeClr val="tx1"/>
              </a:solidFill>
              <a:prstDash val="soli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7856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7856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7856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57856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57856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578565"/>
                                        </p:tgtEl>
                                        <p:attrNameLst>
                                          <p:attrName>style.visibility</p:attrName>
                                        </p:attrNameLst>
                                      </p:cBhvr>
                                      <p:to>
                                        <p:strVal val="visible"/>
                                      </p:to>
                                    </p:set>
                                    <p:animEffect transition="in" filter="dissolve">
                                      <p:cBhvr>
                                        <p:cTn id="27" dur="500"/>
                                        <p:tgtEl>
                                          <p:spTgt spid="5785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8564"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noChangeArrowheads="1"/>
          </p:cNvSpPr>
          <p:nvPr>
            <p:ph type="title"/>
          </p:nvPr>
        </p:nvSpPr>
        <p:spPr>
          <a:xfrm>
            <a:off x="684213" y="260350"/>
            <a:ext cx="7772400" cy="1143000"/>
          </a:xfrm>
        </p:spPr>
        <p:txBody>
          <a:bodyPr/>
          <a:lstStyle/>
          <a:p>
            <a:pPr eaLnBrk="1" hangingPunct="1"/>
            <a:r>
              <a:rPr lang="zh-CN" altLang="en-US" sz="3200" b="1" dirty="0" smtClean="0">
                <a:solidFill>
                  <a:schemeClr val="tx1"/>
                </a:solidFill>
                <a:latin typeface="微软雅黑" panose="020B0503020204020204" pitchFamily="34" charset="-122"/>
                <a:ea typeface="微软雅黑" panose="020B0503020204020204" pitchFamily="34" charset="-122"/>
              </a:rPr>
              <a:t>应用归结原理求取问题答案</a:t>
            </a:r>
            <a:endParaRPr lang="en-US" altLang="zh-CN" sz="3200" b="1" dirty="0" smtClean="0">
              <a:solidFill>
                <a:schemeClr val="tx1"/>
              </a:solidFill>
              <a:latin typeface="微软雅黑" panose="020B0503020204020204" pitchFamily="34" charset="-122"/>
              <a:ea typeface="微软雅黑" panose="020B0503020204020204" pitchFamily="34" charset="-122"/>
            </a:endParaRPr>
          </a:p>
        </p:txBody>
      </p:sp>
      <p:sp>
        <p:nvSpPr>
          <p:cNvPr id="579587" name="Rectangle 3"/>
          <p:cNvSpPr>
            <a:spLocks noChangeArrowheads="1"/>
          </p:cNvSpPr>
          <p:nvPr/>
        </p:nvSpPr>
        <p:spPr bwMode="auto">
          <a:xfrm>
            <a:off x="611188" y="1196975"/>
            <a:ext cx="7956550" cy="2305050"/>
          </a:xfrm>
          <a:prstGeom prst="rect">
            <a:avLst/>
          </a:prstGeom>
          <a:solidFill>
            <a:schemeClr val="bg1">
              <a:alpha val="50195"/>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latinLnBrk="1">
              <a:spcBef>
                <a:spcPct val="20000"/>
              </a:spcBef>
              <a:buChar char="•"/>
              <a:defRPr kumimoji="1" sz="2200">
                <a:solidFill>
                  <a:schemeClr val="tx1"/>
                </a:solidFill>
                <a:latin typeface="-윤체M" pitchFamily="18" charset="-127"/>
                <a:ea typeface="-윤체M" pitchFamily="18" charset="-127"/>
              </a:defRPr>
            </a:lvl1pPr>
            <a:lvl2pPr marL="742950" indent="-285750" latinLnBrk="1">
              <a:spcBef>
                <a:spcPct val="20000"/>
              </a:spcBef>
              <a:buChar char="•"/>
              <a:defRPr kumimoji="1" sz="2000">
                <a:solidFill>
                  <a:schemeClr val="tx1"/>
                </a:solidFill>
                <a:latin typeface="-윤체M" pitchFamily="18" charset="-127"/>
                <a:ea typeface="-윤체M" pitchFamily="18" charset="-127"/>
              </a:defRPr>
            </a:lvl2pPr>
            <a:lvl3pPr marL="1143000" indent="-228600" latinLnBrk="1">
              <a:spcBef>
                <a:spcPct val="20000"/>
              </a:spcBef>
              <a:buChar char="•"/>
              <a:defRPr kumimoji="1">
                <a:solidFill>
                  <a:schemeClr val="tx1"/>
                </a:solidFill>
                <a:latin typeface="-윤체M" pitchFamily="18" charset="-127"/>
                <a:ea typeface="-윤체M" pitchFamily="18" charset="-127"/>
              </a:defRPr>
            </a:lvl3pPr>
            <a:lvl4pPr marL="1600200" indent="-228600" latinLnBrk="1">
              <a:spcBef>
                <a:spcPct val="20000"/>
              </a:spcBef>
              <a:buChar char="•"/>
              <a:defRPr kumimoji="1" sz="1600">
                <a:solidFill>
                  <a:schemeClr val="tx1"/>
                </a:solidFill>
                <a:latin typeface="-윤체M" pitchFamily="18" charset="-127"/>
                <a:ea typeface="-윤체M" pitchFamily="18" charset="-127"/>
              </a:defRPr>
            </a:lvl4pPr>
            <a:lvl5pPr marL="2057400" indent="-228600" latinLnBrk="1">
              <a:spcBef>
                <a:spcPct val="20000"/>
              </a:spcBef>
              <a:buChar char="•"/>
              <a:defRPr kumimoji="1" sz="1400">
                <a:solidFill>
                  <a:schemeClr val="tx1"/>
                </a:solidFill>
                <a:latin typeface="-윤체M" pitchFamily="18" charset="-127"/>
                <a:ea typeface="-윤체M"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9pPr>
          </a:lstStyle>
          <a:p>
            <a:pPr eaLnBrk="1" hangingPunct="1">
              <a:buFontTx/>
              <a:buNone/>
            </a:pPr>
            <a:r>
              <a:rPr lang="zh-CN" altLang="en-US" sz="2400" b="1" dirty="0">
                <a:latin typeface="微软雅黑" panose="020B0503020204020204" pitchFamily="34" charset="-122"/>
                <a:ea typeface="微软雅黑" panose="020B0503020204020204" pitchFamily="34" charset="-122"/>
                <a:sym typeface="Symbol" panose="05050102010706020507" pitchFamily="18" charset="2"/>
              </a:rPr>
              <a:t>已知：</a:t>
            </a:r>
          </a:p>
          <a:p>
            <a:pPr eaLnBrk="1" hangingPunct="1">
              <a:buFontTx/>
              <a:buNone/>
            </a:pPr>
            <a:r>
              <a:rPr lang="zh-CN" altLang="en-US" sz="2400" b="1" dirty="0">
                <a:latin typeface="微软雅黑" panose="020B0503020204020204" pitchFamily="34" charset="-122"/>
                <a:ea typeface="微软雅黑" panose="020B0503020204020204" pitchFamily="34" charset="-122"/>
                <a:sym typeface="Symbol" panose="05050102010706020507" pitchFamily="18" charset="2"/>
              </a:rPr>
              <a:t>  （</a:t>
            </a:r>
            <a:r>
              <a:rPr lang="en-US" altLang="zh-CN" sz="2400" b="1" dirty="0">
                <a:latin typeface="微软雅黑" panose="020B0503020204020204" pitchFamily="34" charset="-122"/>
                <a:ea typeface="微软雅黑" panose="020B0503020204020204" pitchFamily="34" charset="-122"/>
                <a:sym typeface="Symbol" panose="05050102010706020507" pitchFamily="18" charset="2"/>
              </a:rPr>
              <a:t>1</a:t>
            </a:r>
            <a:r>
              <a:rPr lang="zh-CN" altLang="en-US" sz="2400" b="1" dirty="0">
                <a:latin typeface="微软雅黑" panose="020B0503020204020204" pitchFamily="34" charset="-122"/>
                <a:ea typeface="微软雅黑" panose="020B0503020204020204" pitchFamily="34" charset="-122"/>
                <a:sym typeface="Symbol" panose="05050102010706020507" pitchFamily="18" charset="2"/>
              </a:rPr>
              <a:t>）如果</a:t>
            </a:r>
            <a:r>
              <a:rPr lang="en-US" altLang="zh-CN" sz="2400" b="1" dirty="0">
                <a:latin typeface="微软雅黑" panose="020B0503020204020204" pitchFamily="34" charset="-122"/>
                <a:ea typeface="微软雅黑" panose="020B0503020204020204" pitchFamily="34" charset="-122"/>
                <a:sym typeface="Symbol" panose="05050102010706020507" pitchFamily="18" charset="2"/>
              </a:rPr>
              <a:t>x</a:t>
            </a:r>
            <a:r>
              <a:rPr lang="zh-CN" altLang="en-US" sz="2400" b="1" dirty="0">
                <a:latin typeface="微软雅黑" panose="020B0503020204020204" pitchFamily="34" charset="-122"/>
                <a:ea typeface="微软雅黑" panose="020B0503020204020204" pitchFamily="34" charset="-122"/>
                <a:sym typeface="Symbol" panose="05050102010706020507" pitchFamily="18" charset="2"/>
              </a:rPr>
              <a:t>和</a:t>
            </a:r>
            <a:r>
              <a:rPr lang="en-US" altLang="zh-CN" sz="2400" b="1" dirty="0">
                <a:latin typeface="微软雅黑" panose="020B0503020204020204" pitchFamily="34" charset="-122"/>
                <a:ea typeface="微软雅黑" panose="020B0503020204020204" pitchFamily="34" charset="-122"/>
                <a:sym typeface="Symbol" panose="05050102010706020507" pitchFamily="18" charset="2"/>
              </a:rPr>
              <a:t>y</a:t>
            </a:r>
            <a:r>
              <a:rPr lang="zh-CN" altLang="en-US" sz="2400" b="1" dirty="0">
                <a:latin typeface="微软雅黑" panose="020B0503020204020204" pitchFamily="34" charset="-122"/>
                <a:ea typeface="微软雅黑" panose="020B0503020204020204" pitchFamily="34" charset="-122"/>
                <a:sym typeface="Symbol" panose="05050102010706020507" pitchFamily="18" charset="2"/>
              </a:rPr>
              <a:t>是同班同学，则</a:t>
            </a:r>
            <a:r>
              <a:rPr lang="en-US" altLang="zh-CN" sz="2400" b="1" dirty="0">
                <a:latin typeface="微软雅黑" panose="020B0503020204020204" pitchFamily="34" charset="-122"/>
                <a:ea typeface="微软雅黑" panose="020B0503020204020204" pitchFamily="34" charset="-122"/>
                <a:sym typeface="Symbol" panose="05050102010706020507" pitchFamily="18" charset="2"/>
              </a:rPr>
              <a:t>x</a:t>
            </a:r>
            <a:r>
              <a:rPr lang="zh-CN" altLang="en-US" sz="2400" b="1" dirty="0">
                <a:latin typeface="微软雅黑" panose="020B0503020204020204" pitchFamily="34" charset="-122"/>
                <a:ea typeface="微软雅黑" panose="020B0503020204020204" pitchFamily="34" charset="-122"/>
                <a:sym typeface="Symbol" panose="05050102010706020507" pitchFamily="18" charset="2"/>
              </a:rPr>
              <a:t>的老师也是</a:t>
            </a:r>
            <a:r>
              <a:rPr lang="en-US" altLang="zh-CN" sz="2400" b="1" dirty="0">
                <a:latin typeface="微软雅黑" panose="020B0503020204020204" pitchFamily="34" charset="-122"/>
                <a:ea typeface="微软雅黑" panose="020B0503020204020204" pitchFamily="34" charset="-122"/>
                <a:sym typeface="Symbol" panose="05050102010706020507" pitchFamily="18" charset="2"/>
              </a:rPr>
              <a:t>y</a:t>
            </a:r>
            <a:r>
              <a:rPr lang="zh-CN" altLang="en-US" sz="2400" b="1" dirty="0">
                <a:latin typeface="微软雅黑" panose="020B0503020204020204" pitchFamily="34" charset="-122"/>
                <a:ea typeface="微软雅黑" panose="020B0503020204020204" pitchFamily="34" charset="-122"/>
                <a:sym typeface="Symbol" panose="05050102010706020507" pitchFamily="18" charset="2"/>
              </a:rPr>
              <a:t>的老师。</a:t>
            </a:r>
          </a:p>
          <a:p>
            <a:pPr eaLnBrk="1" hangingPunct="1">
              <a:buFontTx/>
              <a:buNone/>
            </a:pPr>
            <a:r>
              <a:rPr lang="zh-CN" altLang="en-US" sz="2400" b="1" dirty="0">
                <a:latin typeface="微软雅黑" panose="020B0503020204020204" pitchFamily="34" charset="-122"/>
                <a:ea typeface="微软雅黑" panose="020B0503020204020204" pitchFamily="34" charset="-122"/>
                <a:sym typeface="Symbol" panose="05050102010706020507" pitchFamily="18" charset="2"/>
              </a:rPr>
              <a:t>  （</a:t>
            </a:r>
            <a:r>
              <a:rPr lang="en-US" altLang="zh-CN" sz="2400" b="1" dirty="0">
                <a:latin typeface="微软雅黑" panose="020B0503020204020204" pitchFamily="34" charset="-122"/>
                <a:ea typeface="微软雅黑" panose="020B0503020204020204" pitchFamily="34" charset="-122"/>
                <a:sym typeface="Symbol" panose="05050102010706020507" pitchFamily="18" charset="2"/>
              </a:rPr>
              <a:t>2</a:t>
            </a:r>
            <a:r>
              <a:rPr lang="zh-CN" altLang="en-US" sz="2400" b="1" dirty="0">
                <a:latin typeface="微软雅黑" panose="020B0503020204020204" pitchFamily="34" charset="-122"/>
                <a:ea typeface="微软雅黑" panose="020B0503020204020204" pitchFamily="34" charset="-122"/>
                <a:sym typeface="Symbol" panose="05050102010706020507" pitchFamily="18" charset="2"/>
              </a:rPr>
              <a:t>）王先生是小李的老师。</a:t>
            </a:r>
          </a:p>
          <a:p>
            <a:pPr eaLnBrk="1" hangingPunct="1">
              <a:buFontTx/>
              <a:buNone/>
            </a:pPr>
            <a:r>
              <a:rPr lang="zh-CN" altLang="en-US" sz="2400" b="1" dirty="0">
                <a:latin typeface="微软雅黑" panose="020B0503020204020204" pitchFamily="34" charset="-122"/>
                <a:ea typeface="微软雅黑" panose="020B0503020204020204" pitchFamily="34" charset="-122"/>
                <a:sym typeface="Symbol" panose="05050102010706020507" pitchFamily="18" charset="2"/>
              </a:rPr>
              <a:t>  （</a:t>
            </a:r>
            <a:r>
              <a:rPr lang="en-US" altLang="zh-CN" sz="2400" b="1" dirty="0">
                <a:latin typeface="微软雅黑" panose="020B0503020204020204" pitchFamily="34" charset="-122"/>
                <a:ea typeface="微软雅黑" panose="020B0503020204020204" pitchFamily="34" charset="-122"/>
                <a:sym typeface="Symbol" panose="05050102010706020507" pitchFamily="18" charset="2"/>
              </a:rPr>
              <a:t>3</a:t>
            </a:r>
            <a:r>
              <a:rPr lang="zh-CN" altLang="en-US" sz="2400" b="1" dirty="0">
                <a:latin typeface="微软雅黑" panose="020B0503020204020204" pitchFamily="34" charset="-122"/>
                <a:ea typeface="微软雅黑" panose="020B0503020204020204" pitchFamily="34" charset="-122"/>
                <a:sym typeface="Symbol" panose="05050102010706020507" pitchFamily="18" charset="2"/>
              </a:rPr>
              <a:t>）小李和小张是同班同学。</a:t>
            </a:r>
          </a:p>
          <a:p>
            <a:pPr eaLnBrk="1" hangingPunct="1">
              <a:buFontTx/>
              <a:buNone/>
            </a:pPr>
            <a:r>
              <a:rPr lang="zh-CN" altLang="en-US" sz="2400" b="1" dirty="0">
                <a:latin typeface="微软雅黑" panose="020B0503020204020204" pitchFamily="34" charset="-122"/>
                <a:ea typeface="微软雅黑" panose="020B0503020204020204" pitchFamily="34" charset="-122"/>
                <a:sym typeface="Symbol" panose="05050102010706020507" pitchFamily="18" charset="2"/>
              </a:rPr>
              <a:t>   问：小张的老师是谁？</a:t>
            </a:r>
          </a:p>
        </p:txBody>
      </p:sp>
      <p:sp>
        <p:nvSpPr>
          <p:cNvPr id="579588" name="Rectangle 4"/>
          <p:cNvSpPr>
            <a:spLocks noChangeArrowheads="1"/>
          </p:cNvSpPr>
          <p:nvPr/>
        </p:nvSpPr>
        <p:spPr bwMode="auto">
          <a:xfrm>
            <a:off x="1258888" y="3573463"/>
            <a:ext cx="5257800" cy="133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2200">
                <a:solidFill>
                  <a:schemeClr val="tx1"/>
                </a:solidFill>
                <a:latin typeface="-윤체M" pitchFamily="18" charset="-127"/>
                <a:ea typeface="-윤체M" pitchFamily="18" charset="-127"/>
              </a:defRPr>
            </a:lvl1pPr>
            <a:lvl2pPr marL="742950" indent="-285750" latinLnBrk="1">
              <a:spcBef>
                <a:spcPct val="20000"/>
              </a:spcBef>
              <a:buChar char="•"/>
              <a:defRPr kumimoji="1" sz="2000">
                <a:solidFill>
                  <a:schemeClr val="tx1"/>
                </a:solidFill>
                <a:latin typeface="-윤체M" pitchFamily="18" charset="-127"/>
                <a:ea typeface="-윤체M" pitchFamily="18" charset="-127"/>
              </a:defRPr>
            </a:lvl2pPr>
            <a:lvl3pPr marL="1143000" indent="-228600" latinLnBrk="1">
              <a:spcBef>
                <a:spcPct val="20000"/>
              </a:spcBef>
              <a:buChar char="•"/>
              <a:defRPr kumimoji="1">
                <a:solidFill>
                  <a:schemeClr val="tx1"/>
                </a:solidFill>
                <a:latin typeface="-윤체M" pitchFamily="18" charset="-127"/>
                <a:ea typeface="-윤체M" pitchFamily="18" charset="-127"/>
              </a:defRPr>
            </a:lvl3pPr>
            <a:lvl4pPr marL="1600200" indent="-228600" latinLnBrk="1">
              <a:spcBef>
                <a:spcPct val="20000"/>
              </a:spcBef>
              <a:buChar char="•"/>
              <a:defRPr kumimoji="1" sz="1600">
                <a:solidFill>
                  <a:schemeClr val="tx1"/>
                </a:solidFill>
                <a:latin typeface="-윤체M" pitchFamily="18" charset="-127"/>
                <a:ea typeface="-윤체M" pitchFamily="18" charset="-127"/>
              </a:defRPr>
            </a:lvl4pPr>
            <a:lvl5pPr marL="2057400" indent="-228600" latinLnBrk="1">
              <a:spcBef>
                <a:spcPct val="20000"/>
              </a:spcBef>
              <a:buChar char="•"/>
              <a:defRPr kumimoji="1" sz="1400">
                <a:solidFill>
                  <a:schemeClr val="tx1"/>
                </a:solidFill>
                <a:latin typeface="-윤체M" pitchFamily="18" charset="-127"/>
                <a:ea typeface="-윤체M"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9pPr>
          </a:lstStyle>
          <a:p>
            <a:pPr eaLnBrk="1" latinLnBrk="0" hangingPunct="1">
              <a:lnSpc>
                <a:spcPct val="80000"/>
              </a:lnSpc>
              <a:spcBef>
                <a:spcPct val="50000"/>
              </a:spcBef>
              <a:buFontTx/>
              <a:buNone/>
            </a:pPr>
            <a:r>
              <a:rPr lang="zh-CN" altLang="en-US" sz="2400" b="1" dirty="0">
                <a:latin typeface="Times New Roman" panose="02020603050405020304" pitchFamily="18" charset="0"/>
                <a:ea typeface="楷体" panose="02010609060101010101" pitchFamily="49" charset="-122"/>
              </a:rPr>
              <a:t>解  首先定义如下谓词：</a:t>
            </a:r>
          </a:p>
          <a:p>
            <a:pPr eaLnBrk="1" latinLnBrk="0" hangingPunct="1">
              <a:lnSpc>
                <a:spcPct val="80000"/>
              </a:lnSpc>
              <a:spcBef>
                <a:spcPct val="50000"/>
              </a:spcBef>
              <a:buFontTx/>
              <a:buNone/>
            </a:pPr>
            <a:r>
              <a:rPr lang="zh-CN" altLang="en-US" sz="2400" b="1" dirty="0">
                <a:latin typeface="Times New Roman" panose="02020603050405020304" pitchFamily="18" charset="0"/>
                <a:ea typeface="楷体" panose="02010609060101010101" pitchFamily="49" charset="-122"/>
              </a:rPr>
              <a:t>         </a:t>
            </a:r>
            <a:r>
              <a:rPr lang="en-US" altLang="zh-CN" sz="2400" b="1" dirty="0">
                <a:solidFill>
                  <a:srgbClr val="0000FF"/>
                </a:solidFill>
                <a:latin typeface="Times New Roman" panose="02020603050405020304" pitchFamily="18" charset="0"/>
                <a:ea typeface="楷体" panose="02010609060101010101" pitchFamily="49" charset="-122"/>
                <a:sym typeface="Symbol" panose="05050102010706020507" pitchFamily="18" charset="2"/>
              </a:rPr>
              <a:t>T(</a:t>
            </a:r>
            <a:r>
              <a:rPr lang="en-US" altLang="zh-CN" sz="2400" b="1" dirty="0" err="1">
                <a:solidFill>
                  <a:srgbClr val="0000FF"/>
                </a:solidFill>
                <a:latin typeface="Times New Roman" panose="02020603050405020304" pitchFamily="18" charset="0"/>
                <a:ea typeface="楷体" panose="02010609060101010101" pitchFamily="49" charset="-122"/>
                <a:sym typeface="Symbol" panose="05050102010706020507" pitchFamily="18" charset="2"/>
              </a:rPr>
              <a:t>x,y</a:t>
            </a:r>
            <a:r>
              <a:rPr lang="en-US" altLang="zh-CN" sz="2400" b="1" dirty="0">
                <a:solidFill>
                  <a:srgbClr val="0000FF"/>
                </a:solidFill>
                <a:latin typeface="Times New Roman" panose="02020603050405020304" pitchFamily="18" charset="0"/>
                <a:ea typeface="楷体" panose="02010609060101010101" pitchFamily="49" charset="-122"/>
                <a:sym typeface="Symbol" panose="05050102010706020507" pitchFamily="18" charset="2"/>
              </a:rPr>
              <a:t>)</a:t>
            </a:r>
            <a:r>
              <a:rPr lang="zh-CN" altLang="en-US" sz="2400" b="1" dirty="0">
                <a:latin typeface="Times New Roman" panose="02020603050405020304" pitchFamily="18" charset="0"/>
                <a:ea typeface="楷体" panose="02010609060101010101" pitchFamily="49" charset="-122"/>
                <a:sym typeface="Symbol" panose="05050102010706020507" pitchFamily="18" charset="2"/>
              </a:rPr>
              <a:t>表示</a:t>
            </a:r>
            <a:r>
              <a:rPr lang="en-US" altLang="zh-CN" sz="2400" b="1" dirty="0">
                <a:latin typeface="Times New Roman" panose="02020603050405020304" pitchFamily="18" charset="0"/>
                <a:ea typeface="楷体" panose="02010609060101010101" pitchFamily="49" charset="-122"/>
                <a:sym typeface="Symbol" panose="05050102010706020507" pitchFamily="18" charset="2"/>
              </a:rPr>
              <a:t>x</a:t>
            </a:r>
            <a:r>
              <a:rPr lang="zh-CN" altLang="en-US" sz="2400" b="1" dirty="0">
                <a:latin typeface="Times New Roman" panose="02020603050405020304" pitchFamily="18" charset="0"/>
                <a:ea typeface="楷体" panose="02010609060101010101" pitchFamily="49" charset="-122"/>
                <a:sym typeface="Symbol" panose="05050102010706020507" pitchFamily="18" charset="2"/>
              </a:rPr>
              <a:t>是</a:t>
            </a:r>
            <a:r>
              <a:rPr lang="en-US" altLang="zh-CN" sz="2400" b="1" dirty="0">
                <a:latin typeface="Times New Roman" panose="02020603050405020304" pitchFamily="18" charset="0"/>
                <a:ea typeface="楷体" panose="02010609060101010101" pitchFamily="49" charset="-122"/>
                <a:sym typeface="Symbol" panose="05050102010706020507" pitchFamily="18" charset="2"/>
              </a:rPr>
              <a:t>y</a:t>
            </a:r>
            <a:r>
              <a:rPr lang="zh-CN" altLang="en-US" sz="2400" b="1" dirty="0">
                <a:latin typeface="Times New Roman" panose="02020603050405020304" pitchFamily="18" charset="0"/>
                <a:ea typeface="楷体" panose="02010609060101010101" pitchFamily="49" charset="-122"/>
                <a:sym typeface="Symbol" panose="05050102010706020507" pitchFamily="18" charset="2"/>
              </a:rPr>
              <a:t>的老师</a:t>
            </a:r>
          </a:p>
          <a:p>
            <a:pPr eaLnBrk="1" latinLnBrk="0" hangingPunct="1">
              <a:lnSpc>
                <a:spcPct val="80000"/>
              </a:lnSpc>
              <a:spcBef>
                <a:spcPct val="50000"/>
              </a:spcBef>
              <a:buFontTx/>
              <a:buNone/>
            </a:pPr>
            <a:r>
              <a:rPr lang="zh-CN" altLang="en-US" sz="2400" b="1" dirty="0">
                <a:latin typeface="Times New Roman" panose="02020603050405020304" pitchFamily="18" charset="0"/>
                <a:ea typeface="楷体" panose="02010609060101010101" pitchFamily="49" charset="-122"/>
                <a:sym typeface="Symbol" panose="05050102010706020507" pitchFamily="18" charset="2"/>
              </a:rPr>
              <a:t>         </a:t>
            </a:r>
            <a:r>
              <a:rPr lang="en-US" altLang="zh-CN" sz="2400" b="1" dirty="0">
                <a:solidFill>
                  <a:srgbClr val="3333CC"/>
                </a:solidFill>
                <a:latin typeface="Times New Roman" panose="02020603050405020304" pitchFamily="18" charset="0"/>
                <a:ea typeface="楷体" panose="02010609060101010101" pitchFamily="49" charset="-122"/>
                <a:sym typeface="Symbol" panose="05050102010706020507" pitchFamily="18" charset="2"/>
              </a:rPr>
              <a:t>C(</a:t>
            </a:r>
            <a:r>
              <a:rPr lang="en-US" altLang="zh-CN" sz="2400" b="1" dirty="0" err="1">
                <a:solidFill>
                  <a:srgbClr val="3333CC"/>
                </a:solidFill>
                <a:latin typeface="Times New Roman" panose="02020603050405020304" pitchFamily="18" charset="0"/>
                <a:ea typeface="楷体" panose="02010609060101010101" pitchFamily="49" charset="-122"/>
                <a:sym typeface="Symbol" panose="05050102010706020507" pitchFamily="18" charset="2"/>
              </a:rPr>
              <a:t>x,y</a:t>
            </a:r>
            <a:r>
              <a:rPr lang="en-US" altLang="zh-CN" sz="2400" b="1" dirty="0">
                <a:solidFill>
                  <a:srgbClr val="3333CC"/>
                </a:solidFill>
                <a:latin typeface="Times New Roman" panose="02020603050405020304" pitchFamily="18" charset="0"/>
                <a:ea typeface="楷体" panose="02010609060101010101" pitchFamily="49" charset="-122"/>
                <a:sym typeface="Symbol" panose="05050102010706020507" pitchFamily="18" charset="2"/>
              </a:rPr>
              <a:t>)</a:t>
            </a:r>
            <a:r>
              <a:rPr lang="zh-CN" altLang="en-US" sz="2400" b="1" dirty="0">
                <a:latin typeface="Times New Roman" panose="02020603050405020304" pitchFamily="18" charset="0"/>
                <a:ea typeface="楷体" panose="02010609060101010101" pitchFamily="49" charset="-122"/>
                <a:sym typeface="Symbol" panose="05050102010706020507" pitchFamily="18" charset="2"/>
              </a:rPr>
              <a:t>表示</a:t>
            </a:r>
            <a:r>
              <a:rPr lang="en-US" altLang="zh-CN" sz="2400" b="1" dirty="0">
                <a:latin typeface="Times New Roman" panose="02020603050405020304" pitchFamily="18" charset="0"/>
                <a:ea typeface="楷体" panose="02010609060101010101" pitchFamily="49" charset="-122"/>
                <a:sym typeface="Symbol" panose="05050102010706020507" pitchFamily="18" charset="2"/>
              </a:rPr>
              <a:t>x</a:t>
            </a:r>
            <a:r>
              <a:rPr lang="zh-CN" altLang="en-US" sz="2400" b="1" dirty="0">
                <a:latin typeface="Times New Roman" panose="02020603050405020304" pitchFamily="18" charset="0"/>
                <a:ea typeface="楷体" panose="02010609060101010101" pitchFamily="49" charset="-122"/>
                <a:sym typeface="Symbol" panose="05050102010706020507" pitchFamily="18" charset="2"/>
              </a:rPr>
              <a:t>与</a:t>
            </a:r>
            <a:r>
              <a:rPr lang="en-US" altLang="zh-CN" sz="2400" b="1" dirty="0">
                <a:latin typeface="Times New Roman" panose="02020603050405020304" pitchFamily="18" charset="0"/>
                <a:ea typeface="楷体" panose="02010609060101010101" pitchFamily="49" charset="-122"/>
                <a:sym typeface="Symbol" panose="05050102010706020507" pitchFamily="18" charset="2"/>
              </a:rPr>
              <a:t>y</a:t>
            </a:r>
            <a:r>
              <a:rPr lang="zh-CN" altLang="en-US" sz="2400" b="1" dirty="0">
                <a:latin typeface="Times New Roman" panose="02020603050405020304" pitchFamily="18" charset="0"/>
                <a:ea typeface="楷体" panose="02010609060101010101" pitchFamily="49" charset="-122"/>
                <a:sym typeface="Symbol" panose="05050102010706020507" pitchFamily="18" charset="2"/>
              </a:rPr>
              <a:t>是同班同学。</a:t>
            </a:r>
          </a:p>
        </p:txBody>
      </p:sp>
      <p:sp>
        <p:nvSpPr>
          <p:cNvPr id="579589" name="Rectangle 5"/>
          <p:cNvSpPr>
            <a:spLocks noChangeArrowheads="1"/>
          </p:cNvSpPr>
          <p:nvPr/>
        </p:nvSpPr>
        <p:spPr bwMode="auto">
          <a:xfrm>
            <a:off x="1187450" y="5084763"/>
            <a:ext cx="6480175" cy="133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2200">
                <a:solidFill>
                  <a:schemeClr val="tx1"/>
                </a:solidFill>
                <a:latin typeface="-윤체M" pitchFamily="18" charset="-127"/>
                <a:ea typeface="-윤체M" pitchFamily="18" charset="-127"/>
              </a:defRPr>
            </a:lvl1pPr>
            <a:lvl2pPr marL="742950" indent="-285750" latinLnBrk="1">
              <a:spcBef>
                <a:spcPct val="20000"/>
              </a:spcBef>
              <a:buChar char="•"/>
              <a:defRPr kumimoji="1" sz="2000">
                <a:solidFill>
                  <a:schemeClr val="tx1"/>
                </a:solidFill>
                <a:latin typeface="-윤체M" pitchFamily="18" charset="-127"/>
                <a:ea typeface="-윤체M" pitchFamily="18" charset="-127"/>
              </a:defRPr>
            </a:lvl2pPr>
            <a:lvl3pPr marL="1143000" indent="-228600" latinLnBrk="1">
              <a:spcBef>
                <a:spcPct val="20000"/>
              </a:spcBef>
              <a:buChar char="•"/>
              <a:defRPr kumimoji="1">
                <a:solidFill>
                  <a:schemeClr val="tx1"/>
                </a:solidFill>
                <a:latin typeface="-윤체M" pitchFamily="18" charset="-127"/>
                <a:ea typeface="-윤체M" pitchFamily="18" charset="-127"/>
              </a:defRPr>
            </a:lvl3pPr>
            <a:lvl4pPr marL="1600200" indent="-228600" latinLnBrk="1">
              <a:spcBef>
                <a:spcPct val="20000"/>
              </a:spcBef>
              <a:buChar char="•"/>
              <a:defRPr kumimoji="1" sz="1600">
                <a:solidFill>
                  <a:schemeClr val="tx1"/>
                </a:solidFill>
                <a:latin typeface="-윤체M" pitchFamily="18" charset="-127"/>
                <a:ea typeface="-윤체M" pitchFamily="18" charset="-127"/>
              </a:defRPr>
            </a:lvl4pPr>
            <a:lvl5pPr marL="2057400" indent="-228600" latinLnBrk="1">
              <a:spcBef>
                <a:spcPct val="20000"/>
              </a:spcBef>
              <a:buChar char="•"/>
              <a:defRPr kumimoji="1" sz="1400">
                <a:solidFill>
                  <a:schemeClr val="tx1"/>
                </a:solidFill>
                <a:latin typeface="-윤체M" pitchFamily="18" charset="-127"/>
                <a:ea typeface="-윤체M"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9pPr>
          </a:lstStyle>
          <a:p>
            <a:pPr eaLnBrk="1" latinLnBrk="0" hangingPunct="1">
              <a:lnSpc>
                <a:spcPct val="80000"/>
              </a:lnSpc>
              <a:spcBef>
                <a:spcPct val="50000"/>
              </a:spcBef>
              <a:buFontTx/>
              <a:buNone/>
            </a:pPr>
            <a:r>
              <a:rPr lang="zh-CN" altLang="en-US" sz="2400" b="1" dirty="0">
                <a:latin typeface="Times New Roman" panose="02020603050405020304" pitchFamily="18" charset="0"/>
                <a:ea typeface="楷体" panose="02010609060101010101" pitchFamily="49" charset="-122"/>
                <a:sym typeface="Symbol" panose="05050102010706020507" pitchFamily="18" charset="2"/>
              </a:rPr>
              <a:t>      已知条件可以表示成如下谓词公式：</a:t>
            </a:r>
          </a:p>
          <a:p>
            <a:pPr eaLnBrk="1" latinLnBrk="0" hangingPunct="1">
              <a:lnSpc>
                <a:spcPct val="80000"/>
              </a:lnSpc>
              <a:spcBef>
                <a:spcPct val="50000"/>
              </a:spcBef>
              <a:buFontTx/>
              <a:buNone/>
            </a:pPr>
            <a:r>
              <a:rPr lang="zh-CN" altLang="en-US" sz="2400" b="1" dirty="0">
                <a:latin typeface="Times New Roman" panose="02020603050405020304" pitchFamily="18" charset="0"/>
                <a:ea typeface="楷体" panose="02010609060101010101" pitchFamily="49" charset="-122"/>
                <a:sym typeface="Symbol" panose="05050102010706020507" pitchFamily="18" charset="2"/>
              </a:rPr>
              <a:t>       </a:t>
            </a:r>
            <a:r>
              <a:rPr lang="en-US" altLang="zh-CN" sz="2400" b="1" dirty="0" err="1">
                <a:latin typeface="Times New Roman" panose="02020603050405020304" pitchFamily="18" charset="0"/>
                <a:ea typeface="楷体" panose="02010609060101010101" pitchFamily="49" charset="-122"/>
                <a:sym typeface="Symbol" panose="05050102010706020507" pitchFamily="18" charset="2"/>
              </a:rPr>
              <a:t>F1</a:t>
            </a:r>
            <a:r>
              <a:rPr lang="zh-CN" altLang="en-US" sz="2400" b="1" dirty="0">
                <a:latin typeface="Times New Roman" panose="02020603050405020304" pitchFamily="18" charset="0"/>
                <a:ea typeface="楷体" panose="02010609060101010101" pitchFamily="49" charset="-122"/>
                <a:sym typeface="Symbol" panose="05050102010706020507" pitchFamily="18" charset="2"/>
              </a:rPr>
              <a:t>： </a:t>
            </a:r>
            <a:r>
              <a:rPr lang="en-US" altLang="zh-CN" sz="2400" b="1" dirty="0">
                <a:latin typeface="Times New Roman" panose="02020603050405020304" pitchFamily="18" charset="0"/>
                <a:ea typeface="楷体" panose="02010609060101010101" pitchFamily="49" charset="-122"/>
                <a:sym typeface="Symbol" panose="05050102010706020507" pitchFamily="18" charset="2"/>
              </a:rPr>
              <a:t>x </a:t>
            </a:r>
            <a:r>
              <a:rPr lang="en-US" altLang="zh-CN" sz="2400" b="1" dirty="0" err="1">
                <a:latin typeface="Times New Roman" panose="02020603050405020304" pitchFamily="18" charset="0"/>
                <a:ea typeface="楷体" panose="02010609060101010101" pitchFamily="49" charset="-122"/>
                <a:sym typeface="Symbol" panose="05050102010706020507" pitchFamily="18" charset="2"/>
              </a:rPr>
              <a:t>yz</a:t>
            </a:r>
            <a:r>
              <a:rPr lang="en-US" altLang="zh-CN" sz="2400" b="1" dirty="0">
                <a:latin typeface="Times New Roman" panose="02020603050405020304" pitchFamily="18" charset="0"/>
                <a:ea typeface="楷体" panose="02010609060101010101" pitchFamily="49" charset="-122"/>
                <a:sym typeface="Symbol" panose="05050102010706020507" pitchFamily="18" charset="2"/>
              </a:rPr>
              <a:t>(C(</a:t>
            </a:r>
            <a:r>
              <a:rPr lang="en-US" altLang="zh-CN" sz="2400" b="1" dirty="0" err="1">
                <a:latin typeface="Times New Roman" panose="02020603050405020304" pitchFamily="18" charset="0"/>
                <a:ea typeface="楷体" panose="02010609060101010101" pitchFamily="49" charset="-122"/>
                <a:sym typeface="Symbol" panose="05050102010706020507" pitchFamily="18" charset="2"/>
              </a:rPr>
              <a:t>x,y</a:t>
            </a:r>
            <a:r>
              <a:rPr lang="en-US" altLang="zh-CN" sz="2400" b="1" dirty="0">
                <a:latin typeface="Times New Roman" panose="02020603050405020304" pitchFamily="18" charset="0"/>
                <a:ea typeface="楷体" panose="02010609060101010101" pitchFamily="49" charset="-122"/>
                <a:sym typeface="Symbol" panose="05050102010706020507" pitchFamily="18" charset="2"/>
              </a:rPr>
              <a:t>)  T(</a:t>
            </a:r>
            <a:r>
              <a:rPr lang="en-US" altLang="zh-CN" sz="2400" b="1" dirty="0" err="1">
                <a:latin typeface="Times New Roman" panose="02020603050405020304" pitchFamily="18" charset="0"/>
                <a:ea typeface="楷体" panose="02010609060101010101" pitchFamily="49" charset="-122"/>
                <a:sym typeface="Symbol" panose="05050102010706020507" pitchFamily="18" charset="2"/>
              </a:rPr>
              <a:t>z,x</a:t>
            </a:r>
            <a:r>
              <a:rPr lang="en-US" altLang="zh-CN" sz="2400" b="1" dirty="0">
                <a:latin typeface="Times New Roman" panose="02020603050405020304" pitchFamily="18" charset="0"/>
                <a:ea typeface="楷体" panose="02010609060101010101" pitchFamily="49" charset="-122"/>
                <a:sym typeface="Symbol" panose="05050102010706020507" pitchFamily="18" charset="2"/>
              </a:rPr>
              <a:t>) T(</a:t>
            </a:r>
            <a:r>
              <a:rPr lang="en-US" altLang="zh-CN" sz="2400" b="1" dirty="0" err="1">
                <a:latin typeface="Times New Roman" panose="02020603050405020304" pitchFamily="18" charset="0"/>
                <a:ea typeface="楷体" panose="02010609060101010101" pitchFamily="49" charset="-122"/>
                <a:sym typeface="Symbol" panose="05050102010706020507" pitchFamily="18" charset="2"/>
              </a:rPr>
              <a:t>z,y</a:t>
            </a:r>
            <a:r>
              <a:rPr lang="en-US" altLang="zh-CN" sz="2400" b="1" dirty="0">
                <a:latin typeface="Times New Roman" panose="02020603050405020304" pitchFamily="18" charset="0"/>
                <a:ea typeface="楷体" panose="02010609060101010101" pitchFamily="49" charset="-122"/>
                <a:sym typeface="Symbol" panose="05050102010706020507" pitchFamily="18" charset="2"/>
              </a:rPr>
              <a:t>)) </a:t>
            </a:r>
          </a:p>
          <a:p>
            <a:pPr eaLnBrk="1" latinLnBrk="0" hangingPunct="1">
              <a:lnSpc>
                <a:spcPct val="80000"/>
              </a:lnSpc>
              <a:spcBef>
                <a:spcPct val="50000"/>
              </a:spcBef>
              <a:buFontTx/>
              <a:buNone/>
            </a:pPr>
            <a:r>
              <a:rPr lang="en-US" altLang="zh-CN" sz="2400" b="1" dirty="0">
                <a:latin typeface="Times New Roman" panose="02020603050405020304" pitchFamily="18" charset="0"/>
                <a:ea typeface="楷体" panose="02010609060101010101" pitchFamily="49" charset="-122"/>
                <a:sym typeface="Symbol" panose="05050102010706020507" pitchFamily="18" charset="2"/>
              </a:rPr>
              <a:t>       </a:t>
            </a:r>
            <a:r>
              <a:rPr lang="en-US" altLang="zh-CN" sz="2400" b="1" dirty="0" err="1">
                <a:latin typeface="Times New Roman" panose="02020603050405020304" pitchFamily="18" charset="0"/>
                <a:ea typeface="楷体" panose="02010609060101010101" pitchFamily="49" charset="-122"/>
                <a:sym typeface="Symbol" panose="05050102010706020507" pitchFamily="18" charset="2"/>
              </a:rPr>
              <a:t>F2</a:t>
            </a:r>
            <a:r>
              <a:rPr lang="en-US" altLang="zh-CN" sz="2400" b="1" dirty="0">
                <a:latin typeface="Times New Roman" panose="02020603050405020304" pitchFamily="18" charset="0"/>
                <a:ea typeface="楷体" panose="02010609060101010101" pitchFamily="49" charset="-122"/>
                <a:sym typeface="Symbol" panose="05050102010706020507" pitchFamily="18" charset="2"/>
              </a:rPr>
              <a:t>:   T(</a:t>
            </a:r>
            <a:r>
              <a:rPr lang="en-US" altLang="zh-CN" sz="2400" b="1" dirty="0" err="1">
                <a:latin typeface="Times New Roman" panose="02020603050405020304" pitchFamily="18" charset="0"/>
                <a:ea typeface="楷体" panose="02010609060101010101" pitchFamily="49" charset="-122"/>
                <a:sym typeface="Symbol" panose="05050102010706020507" pitchFamily="18" charset="2"/>
              </a:rPr>
              <a:t>Wang,Li</a:t>
            </a:r>
            <a:r>
              <a:rPr lang="en-US" altLang="zh-CN" sz="2400" b="1" dirty="0">
                <a:latin typeface="Times New Roman" panose="02020603050405020304" pitchFamily="18" charset="0"/>
                <a:ea typeface="楷体" panose="02010609060101010101" pitchFamily="49" charset="-122"/>
                <a:sym typeface="Symbol" panose="05050102010706020507" pitchFamily="18" charset="2"/>
              </a:rPr>
              <a:t>)             </a:t>
            </a:r>
            <a:r>
              <a:rPr lang="en-US" altLang="zh-CN" sz="2400" b="1" dirty="0" err="1">
                <a:latin typeface="Times New Roman" panose="02020603050405020304" pitchFamily="18" charset="0"/>
                <a:ea typeface="楷体" panose="02010609060101010101" pitchFamily="49" charset="-122"/>
                <a:sym typeface="Symbol" panose="05050102010706020507" pitchFamily="18" charset="2"/>
              </a:rPr>
              <a:t>F3</a:t>
            </a:r>
            <a:r>
              <a:rPr lang="en-US" altLang="zh-CN" sz="2400" b="1" dirty="0">
                <a:latin typeface="Times New Roman" panose="02020603050405020304" pitchFamily="18" charset="0"/>
                <a:ea typeface="楷体" panose="02010609060101010101" pitchFamily="49" charset="-122"/>
                <a:sym typeface="Symbol" panose="05050102010706020507" pitchFamily="18" charset="2"/>
              </a:rPr>
              <a:t>:   C(</a:t>
            </a:r>
            <a:r>
              <a:rPr lang="en-US" altLang="zh-CN" sz="2400" b="1" dirty="0" err="1">
                <a:latin typeface="Times New Roman" panose="02020603050405020304" pitchFamily="18" charset="0"/>
                <a:ea typeface="楷体" panose="02010609060101010101" pitchFamily="49" charset="-122"/>
                <a:sym typeface="Symbol" panose="05050102010706020507" pitchFamily="18" charset="2"/>
              </a:rPr>
              <a:t>Li,Zhang</a:t>
            </a:r>
            <a:r>
              <a:rPr lang="en-US" altLang="zh-CN" sz="2400" b="1" dirty="0">
                <a:latin typeface="Times New Roman" panose="02020603050405020304" pitchFamily="18" charset="0"/>
                <a:ea typeface="楷体" panose="02010609060101010101" pitchFamily="49" charset="-122"/>
                <a:sym typeface="Symbol" panose="05050102010706020507" pitchFamily="18" charset="2"/>
              </a:rPr>
              <a:t>)          </a:t>
            </a:r>
          </a:p>
        </p:txBody>
      </p:sp>
    </p:spTree>
    <p:extLst>
      <p:ext uri="{BB962C8B-B14F-4D97-AF65-F5344CB8AC3E}">
        <p14:creationId xmlns:p14="http://schemas.microsoft.com/office/powerpoint/2010/main" val="29464453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7958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79588">
                                            <p:txEl>
                                              <p:pRg st="0" end="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79588">
                                            <p:txEl>
                                              <p:pRg st="1" end="1"/>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579588">
                                            <p:txEl>
                                              <p:pRg st="2" end="2"/>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579589">
                                            <p:txEl>
                                              <p:pRg st="0" end="0"/>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579589">
                                            <p:txEl>
                                              <p:pRg st="1" end="1"/>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57958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9587" grpId="0" animBg="1"/>
      <p:bldP spid="579588" grpId="0" build="p" autoUpdateAnimBg="0"/>
      <p:bldP spid="579589" grpId="0" build="p"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6553200" y="6248400"/>
            <a:ext cx="1905000" cy="457200"/>
          </a:xfrm>
          <a:prstGeom prst="rect">
            <a:avLst/>
          </a:prstGeom>
        </p:spPr>
        <p:txBody>
          <a:bodyPr/>
          <a:lstStyle/>
          <a:p>
            <a:pPr>
              <a:defRPr/>
            </a:pPr>
            <a:fld id="{A4AB80D8-E172-4EC2-A90F-439761BB811A}" type="slidenum">
              <a:rPr lang="en-US" altLang="ko-KR"/>
              <a:pPr>
                <a:defRPr/>
              </a:pPr>
              <a:t>58</a:t>
            </a:fld>
            <a:endParaRPr lang="en-US" altLang="ko-KR"/>
          </a:p>
        </p:txBody>
      </p:sp>
      <p:sp>
        <p:nvSpPr>
          <p:cNvPr id="580611" name="Rectangle 3"/>
          <p:cNvSpPr>
            <a:spLocks noChangeArrowheads="1"/>
          </p:cNvSpPr>
          <p:nvPr/>
        </p:nvSpPr>
        <p:spPr bwMode="auto">
          <a:xfrm>
            <a:off x="539750" y="1268413"/>
            <a:ext cx="7848600" cy="1004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2200">
                <a:solidFill>
                  <a:schemeClr val="tx1"/>
                </a:solidFill>
                <a:latin typeface="-윤체M" pitchFamily="18" charset="-127"/>
                <a:ea typeface="-윤체M" pitchFamily="18" charset="-127"/>
              </a:defRPr>
            </a:lvl1pPr>
            <a:lvl2pPr marL="742950" indent="-285750" latinLnBrk="1">
              <a:spcBef>
                <a:spcPct val="20000"/>
              </a:spcBef>
              <a:buChar char="•"/>
              <a:defRPr kumimoji="1" sz="2000">
                <a:solidFill>
                  <a:schemeClr val="tx1"/>
                </a:solidFill>
                <a:latin typeface="-윤체M" pitchFamily="18" charset="-127"/>
                <a:ea typeface="-윤체M" pitchFamily="18" charset="-127"/>
              </a:defRPr>
            </a:lvl2pPr>
            <a:lvl3pPr marL="1143000" indent="-228600" latinLnBrk="1">
              <a:spcBef>
                <a:spcPct val="20000"/>
              </a:spcBef>
              <a:buChar char="•"/>
              <a:defRPr kumimoji="1">
                <a:solidFill>
                  <a:schemeClr val="tx1"/>
                </a:solidFill>
                <a:latin typeface="-윤체M" pitchFamily="18" charset="-127"/>
                <a:ea typeface="-윤체M" pitchFamily="18" charset="-127"/>
              </a:defRPr>
            </a:lvl3pPr>
            <a:lvl4pPr marL="1600200" indent="-228600" latinLnBrk="1">
              <a:spcBef>
                <a:spcPct val="20000"/>
              </a:spcBef>
              <a:buChar char="•"/>
              <a:defRPr kumimoji="1" sz="1600">
                <a:solidFill>
                  <a:schemeClr val="tx1"/>
                </a:solidFill>
                <a:latin typeface="-윤체M" pitchFamily="18" charset="-127"/>
                <a:ea typeface="-윤체M" pitchFamily="18" charset="-127"/>
              </a:defRPr>
            </a:lvl4pPr>
            <a:lvl5pPr marL="2057400" indent="-228600" latinLnBrk="1">
              <a:spcBef>
                <a:spcPct val="20000"/>
              </a:spcBef>
              <a:buChar char="•"/>
              <a:defRPr kumimoji="1" sz="1400">
                <a:solidFill>
                  <a:schemeClr val="tx1"/>
                </a:solidFill>
                <a:latin typeface="-윤체M" pitchFamily="18" charset="-127"/>
                <a:ea typeface="-윤체M"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9pPr>
          </a:lstStyle>
          <a:p>
            <a:pPr eaLnBrk="1" latinLnBrk="0" hangingPunct="1">
              <a:spcBef>
                <a:spcPct val="50000"/>
              </a:spcBef>
              <a:buFontTx/>
              <a:buNone/>
            </a:pPr>
            <a:r>
              <a:rPr lang="zh-CN" altLang="en-US" sz="2000" b="1">
                <a:latin typeface="Times New Roman" panose="02020603050405020304" pitchFamily="18" charset="0"/>
                <a:ea typeface="楷体" panose="02010609060101010101" pitchFamily="49" charset="-122"/>
                <a:sym typeface="Symbol" panose="05050102010706020507" pitchFamily="18" charset="2"/>
              </a:rPr>
              <a:t>        </a:t>
            </a:r>
            <a:r>
              <a:rPr lang="zh-CN" altLang="en-US" sz="2400" b="1">
                <a:latin typeface="Times New Roman" panose="02020603050405020304" pitchFamily="18" charset="0"/>
                <a:ea typeface="楷体" panose="02010609060101010101" pitchFamily="49" charset="-122"/>
                <a:sym typeface="Symbol" panose="05050102010706020507" pitchFamily="18" charset="2"/>
              </a:rPr>
              <a:t>为了得到答案，首先要先证明小张的老师是存在的。</a:t>
            </a:r>
          </a:p>
          <a:p>
            <a:pPr eaLnBrk="1" latinLnBrk="0" hangingPunct="1">
              <a:spcBef>
                <a:spcPct val="50000"/>
              </a:spcBef>
              <a:buFontTx/>
              <a:buNone/>
            </a:pPr>
            <a:r>
              <a:rPr lang="zh-CN" altLang="en-US" sz="2400" b="1">
                <a:latin typeface="Times New Roman" panose="02020603050405020304" pitchFamily="18" charset="0"/>
                <a:ea typeface="楷体" panose="02010609060101010101" pitchFamily="49" charset="-122"/>
                <a:sym typeface="Symbol" panose="05050102010706020507" pitchFamily="18" charset="2"/>
              </a:rPr>
              <a:t>        即证明：          </a:t>
            </a:r>
            <a:r>
              <a:rPr lang="en-US" altLang="zh-CN" sz="2400" b="1">
                <a:latin typeface="Times New Roman" panose="02020603050405020304" pitchFamily="18" charset="0"/>
                <a:ea typeface="楷体" panose="02010609060101010101" pitchFamily="49" charset="-122"/>
                <a:sym typeface="Symbol" panose="05050102010706020507" pitchFamily="18" charset="2"/>
              </a:rPr>
              <a:t>G</a:t>
            </a:r>
            <a:r>
              <a:rPr lang="zh-CN" altLang="en-US" sz="2400" b="1">
                <a:latin typeface="Times New Roman" panose="02020603050405020304" pitchFamily="18" charset="0"/>
                <a:ea typeface="楷体" panose="02010609060101010101" pitchFamily="49" charset="-122"/>
                <a:sym typeface="Symbol" panose="05050102010706020507" pitchFamily="18" charset="2"/>
              </a:rPr>
              <a:t>： </a:t>
            </a:r>
            <a:r>
              <a:rPr lang="zh-CN" altLang="en-US" sz="2400" b="1">
                <a:solidFill>
                  <a:srgbClr val="0000FF"/>
                </a:solidFill>
                <a:latin typeface="Times New Roman" panose="02020603050405020304" pitchFamily="18" charset="0"/>
                <a:ea typeface="楷体" panose="02010609060101010101" pitchFamily="49" charset="-122"/>
                <a:sym typeface="Symbol" panose="05050102010706020507" pitchFamily="18" charset="2"/>
              </a:rPr>
              <a:t></a:t>
            </a:r>
            <a:r>
              <a:rPr lang="en-US" altLang="zh-CN" sz="2400" b="1">
                <a:solidFill>
                  <a:srgbClr val="0000FF"/>
                </a:solidFill>
                <a:latin typeface="Times New Roman" panose="02020603050405020304" pitchFamily="18" charset="0"/>
                <a:ea typeface="楷体" panose="02010609060101010101" pitchFamily="49" charset="-122"/>
                <a:sym typeface="Symbol" panose="05050102010706020507" pitchFamily="18" charset="2"/>
              </a:rPr>
              <a:t>xT(x,Zhang)</a:t>
            </a:r>
            <a:r>
              <a:rPr lang="en-US" altLang="zh-CN" sz="2400" b="1">
                <a:solidFill>
                  <a:schemeClr val="folHlink"/>
                </a:solidFill>
                <a:latin typeface="Times New Roman" panose="02020603050405020304" pitchFamily="18" charset="0"/>
                <a:ea typeface="楷体" panose="02010609060101010101" pitchFamily="49" charset="-122"/>
                <a:sym typeface="Symbol" panose="05050102010706020507" pitchFamily="18" charset="2"/>
              </a:rPr>
              <a:t> </a:t>
            </a:r>
          </a:p>
        </p:txBody>
      </p:sp>
      <p:sp>
        <p:nvSpPr>
          <p:cNvPr id="580612" name="Rectangle 4"/>
          <p:cNvSpPr>
            <a:spLocks noChangeArrowheads="1"/>
          </p:cNvSpPr>
          <p:nvPr/>
        </p:nvSpPr>
        <p:spPr bwMode="auto">
          <a:xfrm>
            <a:off x="971550" y="4076700"/>
            <a:ext cx="5905500" cy="2100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2200">
                <a:solidFill>
                  <a:schemeClr val="tx1"/>
                </a:solidFill>
                <a:latin typeface="-윤체M" pitchFamily="18" charset="-127"/>
                <a:ea typeface="-윤체M" pitchFamily="18" charset="-127"/>
              </a:defRPr>
            </a:lvl1pPr>
            <a:lvl2pPr marL="742950" indent="-285750" latinLnBrk="1">
              <a:spcBef>
                <a:spcPct val="20000"/>
              </a:spcBef>
              <a:buChar char="•"/>
              <a:defRPr kumimoji="1" sz="2000">
                <a:solidFill>
                  <a:schemeClr val="tx1"/>
                </a:solidFill>
                <a:latin typeface="-윤체M" pitchFamily="18" charset="-127"/>
                <a:ea typeface="-윤체M" pitchFamily="18" charset="-127"/>
              </a:defRPr>
            </a:lvl2pPr>
            <a:lvl3pPr marL="1143000" indent="-228600" latinLnBrk="1">
              <a:spcBef>
                <a:spcPct val="20000"/>
              </a:spcBef>
              <a:buChar char="•"/>
              <a:defRPr kumimoji="1">
                <a:solidFill>
                  <a:schemeClr val="tx1"/>
                </a:solidFill>
                <a:latin typeface="-윤체M" pitchFamily="18" charset="-127"/>
                <a:ea typeface="-윤체M" pitchFamily="18" charset="-127"/>
              </a:defRPr>
            </a:lvl3pPr>
            <a:lvl4pPr marL="1600200" indent="-228600" latinLnBrk="1">
              <a:spcBef>
                <a:spcPct val="20000"/>
              </a:spcBef>
              <a:buChar char="•"/>
              <a:defRPr kumimoji="1" sz="1600">
                <a:solidFill>
                  <a:schemeClr val="tx1"/>
                </a:solidFill>
                <a:latin typeface="-윤체M" pitchFamily="18" charset="-127"/>
                <a:ea typeface="-윤체M" pitchFamily="18" charset="-127"/>
              </a:defRPr>
            </a:lvl4pPr>
            <a:lvl5pPr marL="2057400" indent="-228600" latinLnBrk="1">
              <a:spcBef>
                <a:spcPct val="20000"/>
              </a:spcBef>
              <a:buChar char="•"/>
              <a:defRPr kumimoji="1" sz="1400">
                <a:solidFill>
                  <a:schemeClr val="tx1"/>
                </a:solidFill>
                <a:latin typeface="-윤체M" pitchFamily="18" charset="-127"/>
                <a:ea typeface="-윤체M"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9pPr>
          </a:lstStyle>
          <a:p>
            <a:pPr eaLnBrk="1" latinLnBrk="0" hangingPunct="1">
              <a:spcBef>
                <a:spcPct val="50000"/>
              </a:spcBef>
              <a:buFontTx/>
              <a:buNone/>
            </a:pPr>
            <a:r>
              <a:rPr lang="zh-CN" altLang="en-US" sz="2000" b="1">
                <a:latin typeface="Times New Roman" panose="02020603050405020304" pitchFamily="18" charset="0"/>
                <a:ea typeface="楷体" panose="02010609060101010101" pitchFamily="49" charset="-122"/>
                <a:sym typeface="Symbol" panose="05050102010706020507" pitchFamily="18" charset="2"/>
              </a:rPr>
              <a:t>        </a:t>
            </a:r>
            <a:r>
              <a:rPr lang="en-US" altLang="zh-CN" sz="2400" b="1">
                <a:latin typeface="Times New Roman" panose="02020603050405020304" pitchFamily="18" charset="0"/>
                <a:ea typeface="楷体" panose="02010609060101010101" pitchFamily="49" charset="-122"/>
                <a:sym typeface="Symbol" panose="05050102010706020507" pitchFamily="18" charset="2"/>
              </a:rPr>
              <a:t>(1) ¬C(x,y) </a:t>
            </a:r>
            <a:r>
              <a:rPr lang="en-US" altLang="zh-CN" sz="2400">
                <a:latin typeface="Times New Roman" panose="02020603050405020304" pitchFamily="18" charset="0"/>
                <a:ea typeface="楷体" panose="02010609060101010101" pitchFamily="49" charset="-122"/>
                <a:sym typeface="Symbol" panose="05050102010706020507" pitchFamily="18" charset="2"/>
              </a:rPr>
              <a:t></a:t>
            </a:r>
            <a:r>
              <a:rPr lang="en-US" altLang="zh-CN" sz="2400" b="1">
                <a:latin typeface="Times New Roman" panose="02020603050405020304" pitchFamily="18" charset="0"/>
                <a:ea typeface="楷体" panose="02010609060101010101" pitchFamily="49" charset="-122"/>
                <a:sym typeface="Symbol" panose="05050102010706020507" pitchFamily="18" charset="2"/>
              </a:rPr>
              <a:t> ¬T(z,x) </a:t>
            </a:r>
            <a:r>
              <a:rPr lang="en-US" altLang="zh-CN" sz="2400">
                <a:latin typeface="Times New Roman" panose="02020603050405020304" pitchFamily="18" charset="0"/>
                <a:ea typeface="楷体" panose="02010609060101010101" pitchFamily="49" charset="-122"/>
                <a:sym typeface="Symbol" panose="05050102010706020507" pitchFamily="18" charset="2"/>
              </a:rPr>
              <a:t></a:t>
            </a:r>
            <a:r>
              <a:rPr lang="en-US" altLang="zh-CN" sz="2400" b="1">
                <a:latin typeface="Times New Roman" panose="02020603050405020304" pitchFamily="18" charset="0"/>
                <a:ea typeface="楷体" panose="02010609060101010101" pitchFamily="49" charset="-122"/>
                <a:sym typeface="Symbol" panose="05050102010706020507" pitchFamily="18" charset="2"/>
              </a:rPr>
              <a:t> T(z,y)</a:t>
            </a:r>
          </a:p>
          <a:p>
            <a:pPr eaLnBrk="1" latinLnBrk="0" hangingPunct="1">
              <a:spcBef>
                <a:spcPct val="50000"/>
              </a:spcBef>
              <a:buFontTx/>
              <a:buNone/>
            </a:pPr>
            <a:r>
              <a:rPr lang="en-US" altLang="zh-CN" sz="2400" b="1">
                <a:latin typeface="Times New Roman" panose="02020603050405020304" pitchFamily="18" charset="0"/>
                <a:ea typeface="楷体" panose="02010609060101010101" pitchFamily="49" charset="-122"/>
                <a:sym typeface="Symbol" panose="05050102010706020507" pitchFamily="18" charset="2"/>
              </a:rPr>
              <a:t>       (2)T(Wang,Li)</a:t>
            </a:r>
          </a:p>
          <a:p>
            <a:pPr eaLnBrk="1" latinLnBrk="0" hangingPunct="1">
              <a:spcBef>
                <a:spcPct val="50000"/>
              </a:spcBef>
              <a:buFontTx/>
              <a:buNone/>
            </a:pPr>
            <a:r>
              <a:rPr lang="en-US" altLang="zh-CN" sz="2400" b="1">
                <a:latin typeface="Times New Roman" panose="02020603050405020304" pitchFamily="18" charset="0"/>
                <a:ea typeface="楷体" panose="02010609060101010101" pitchFamily="49" charset="-122"/>
                <a:sym typeface="Symbol" panose="05050102010706020507" pitchFamily="18" charset="2"/>
              </a:rPr>
              <a:t>       (3)C(Li,Zhang)</a:t>
            </a:r>
          </a:p>
          <a:p>
            <a:pPr eaLnBrk="1" latinLnBrk="0" hangingPunct="1">
              <a:spcBef>
                <a:spcPct val="50000"/>
              </a:spcBef>
              <a:buFontTx/>
              <a:buNone/>
            </a:pPr>
            <a:r>
              <a:rPr lang="en-US" altLang="zh-CN" sz="2400" b="1">
                <a:latin typeface="Times New Roman" panose="02020603050405020304" pitchFamily="18" charset="0"/>
                <a:ea typeface="楷体" panose="02010609060101010101" pitchFamily="49" charset="-122"/>
                <a:sym typeface="Symbol" panose="05050102010706020507" pitchFamily="18" charset="2"/>
              </a:rPr>
              <a:t>       (4) ¬T(u,Zhang)</a:t>
            </a:r>
          </a:p>
        </p:txBody>
      </p:sp>
      <p:sp>
        <p:nvSpPr>
          <p:cNvPr id="580613" name="Rectangle 5"/>
          <p:cNvSpPr>
            <a:spLocks noChangeArrowheads="1"/>
          </p:cNvSpPr>
          <p:nvPr/>
        </p:nvSpPr>
        <p:spPr bwMode="auto">
          <a:xfrm>
            <a:off x="827088" y="2420938"/>
            <a:ext cx="6480175" cy="134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2200">
                <a:solidFill>
                  <a:schemeClr val="tx1"/>
                </a:solidFill>
                <a:latin typeface="-윤체M" pitchFamily="18" charset="-127"/>
                <a:ea typeface="-윤체M" pitchFamily="18" charset="-127"/>
              </a:defRPr>
            </a:lvl1pPr>
            <a:lvl2pPr marL="742950" indent="-285750" latinLnBrk="1">
              <a:spcBef>
                <a:spcPct val="20000"/>
              </a:spcBef>
              <a:buChar char="•"/>
              <a:defRPr kumimoji="1" sz="2000">
                <a:solidFill>
                  <a:schemeClr val="tx1"/>
                </a:solidFill>
                <a:latin typeface="-윤체M" pitchFamily="18" charset="-127"/>
                <a:ea typeface="-윤체M" pitchFamily="18" charset="-127"/>
              </a:defRPr>
            </a:lvl2pPr>
            <a:lvl3pPr marL="1143000" indent="-228600" latinLnBrk="1">
              <a:spcBef>
                <a:spcPct val="20000"/>
              </a:spcBef>
              <a:buChar char="•"/>
              <a:defRPr kumimoji="1">
                <a:solidFill>
                  <a:schemeClr val="tx1"/>
                </a:solidFill>
                <a:latin typeface="-윤체M" pitchFamily="18" charset="-127"/>
                <a:ea typeface="-윤체M" pitchFamily="18" charset="-127"/>
              </a:defRPr>
            </a:lvl3pPr>
            <a:lvl4pPr marL="1600200" indent="-228600" latinLnBrk="1">
              <a:spcBef>
                <a:spcPct val="20000"/>
              </a:spcBef>
              <a:buChar char="•"/>
              <a:defRPr kumimoji="1" sz="1600">
                <a:solidFill>
                  <a:schemeClr val="tx1"/>
                </a:solidFill>
                <a:latin typeface="-윤체M" pitchFamily="18" charset="-127"/>
                <a:ea typeface="-윤체M" pitchFamily="18" charset="-127"/>
              </a:defRPr>
            </a:lvl4pPr>
            <a:lvl5pPr marL="2057400" indent="-228600" latinLnBrk="1">
              <a:spcBef>
                <a:spcPct val="20000"/>
              </a:spcBef>
              <a:buChar char="•"/>
              <a:defRPr kumimoji="1" sz="1400">
                <a:solidFill>
                  <a:schemeClr val="tx1"/>
                </a:solidFill>
                <a:latin typeface="-윤체M" pitchFamily="18" charset="-127"/>
                <a:ea typeface="-윤체M"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9pPr>
          </a:lstStyle>
          <a:p>
            <a:pPr eaLnBrk="1" latinLnBrk="0" hangingPunct="1">
              <a:spcBef>
                <a:spcPct val="50000"/>
              </a:spcBef>
              <a:buFontTx/>
              <a:buNone/>
            </a:pPr>
            <a:r>
              <a:rPr lang="zh-CN" altLang="en-US" sz="2000" b="1">
                <a:latin typeface="Times New Roman" panose="02020603050405020304" pitchFamily="18" charset="0"/>
                <a:ea typeface="楷体" panose="02010609060101010101" pitchFamily="49" charset="-122"/>
                <a:sym typeface="Symbol" panose="05050102010706020507" pitchFamily="18" charset="2"/>
              </a:rPr>
              <a:t>      求</a:t>
            </a:r>
            <a:r>
              <a:rPr lang="en-US" altLang="zh-CN" sz="2000" b="1">
                <a:latin typeface="Times New Roman" panose="02020603050405020304" pitchFamily="18" charset="0"/>
                <a:ea typeface="楷体" panose="02010609060101010101" pitchFamily="49" charset="-122"/>
                <a:sym typeface="Symbol" panose="05050102010706020507" pitchFamily="18" charset="2"/>
              </a:rPr>
              <a:t>F1 </a:t>
            </a:r>
            <a:r>
              <a:rPr lang="en-US" altLang="zh-CN" sz="2000">
                <a:latin typeface="Times New Roman" panose="02020603050405020304" pitchFamily="18" charset="0"/>
                <a:ea typeface="楷体" panose="02010609060101010101" pitchFamily="49" charset="-122"/>
                <a:sym typeface="Symbol" panose="05050102010706020507" pitchFamily="18" charset="2"/>
              </a:rPr>
              <a:t> </a:t>
            </a:r>
            <a:r>
              <a:rPr lang="en-US" altLang="zh-CN" sz="2000" b="1">
                <a:latin typeface="Times New Roman" panose="02020603050405020304" pitchFamily="18" charset="0"/>
                <a:ea typeface="楷体" panose="02010609060101010101" pitchFamily="49" charset="-122"/>
                <a:sym typeface="Symbol" panose="05050102010706020507" pitchFamily="18" charset="2"/>
              </a:rPr>
              <a:t>F2 </a:t>
            </a:r>
            <a:r>
              <a:rPr lang="en-US" altLang="zh-CN" sz="2000">
                <a:latin typeface="Times New Roman" panose="02020603050405020304" pitchFamily="18" charset="0"/>
                <a:ea typeface="楷体" panose="02010609060101010101" pitchFamily="49" charset="-122"/>
                <a:sym typeface="Symbol" panose="05050102010706020507" pitchFamily="18" charset="2"/>
              </a:rPr>
              <a:t> </a:t>
            </a:r>
            <a:r>
              <a:rPr lang="en-US" altLang="zh-CN" sz="2000" b="1">
                <a:latin typeface="Times New Roman" panose="02020603050405020304" pitchFamily="18" charset="0"/>
                <a:ea typeface="楷体" panose="02010609060101010101" pitchFamily="49" charset="-122"/>
                <a:sym typeface="Symbol" panose="05050102010706020507" pitchFamily="18" charset="2"/>
              </a:rPr>
              <a:t>F3</a:t>
            </a:r>
            <a:r>
              <a:rPr lang="en-US" altLang="zh-CN" sz="2000">
                <a:latin typeface="Times New Roman" panose="02020603050405020304" pitchFamily="18" charset="0"/>
                <a:ea typeface="楷体" panose="02010609060101010101" pitchFamily="49" charset="-122"/>
                <a:sym typeface="Symbol" panose="05050102010706020507" pitchFamily="18" charset="2"/>
              </a:rPr>
              <a:t> </a:t>
            </a:r>
            <a:r>
              <a:rPr lang="en-US" altLang="zh-CN" sz="2000" b="1">
                <a:latin typeface="Times New Roman" panose="02020603050405020304" pitchFamily="18" charset="0"/>
                <a:ea typeface="楷体" panose="02010609060101010101" pitchFamily="49" charset="-122"/>
                <a:sym typeface="Symbol" panose="05050102010706020507" pitchFamily="18" charset="2"/>
              </a:rPr>
              <a:t>¬</a:t>
            </a:r>
            <a:r>
              <a:rPr lang="en-US" altLang="zh-CN" sz="2000">
                <a:latin typeface="Times New Roman" panose="02020603050405020304" pitchFamily="18" charset="0"/>
                <a:ea typeface="楷体" panose="02010609060101010101" pitchFamily="49" charset="-122"/>
                <a:sym typeface="Symbol" panose="05050102010706020507" pitchFamily="18" charset="2"/>
              </a:rPr>
              <a:t> </a:t>
            </a:r>
            <a:r>
              <a:rPr lang="en-US" altLang="zh-CN" sz="2000" b="1">
                <a:latin typeface="Times New Roman" panose="02020603050405020304" pitchFamily="18" charset="0"/>
                <a:ea typeface="楷体" panose="02010609060101010101" pitchFamily="49" charset="-122"/>
                <a:sym typeface="Symbol" panose="05050102010706020507" pitchFamily="18" charset="2"/>
              </a:rPr>
              <a:t>G</a:t>
            </a:r>
            <a:r>
              <a:rPr lang="zh-CN" altLang="en-US" sz="2000" b="1">
                <a:latin typeface="Times New Roman" panose="02020603050405020304" pitchFamily="18" charset="0"/>
                <a:ea typeface="楷体" panose="02010609060101010101" pitchFamily="49" charset="-122"/>
                <a:sym typeface="Symbol" panose="05050102010706020507" pitchFamily="18" charset="2"/>
              </a:rPr>
              <a:t>的子句集：</a:t>
            </a:r>
          </a:p>
          <a:p>
            <a:pPr eaLnBrk="1" latinLnBrk="0" hangingPunct="1">
              <a:lnSpc>
                <a:spcPct val="80000"/>
              </a:lnSpc>
              <a:spcBef>
                <a:spcPct val="50000"/>
              </a:spcBef>
              <a:buFontTx/>
              <a:buNone/>
            </a:pPr>
            <a:r>
              <a:rPr lang="zh-CN" altLang="en-US" sz="2400" b="1">
                <a:latin typeface="Times New Roman" panose="02020603050405020304" pitchFamily="18" charset="0"/>
                <a:ea typeface="楷体" panose="02010609060101010101" pitchFamily="49" charset="-122"/>
                <a:sym typeface="Symbol" panose="05050102010706020507" pitchFamily="18" charset="2"/>
              </a:rPr>
              <a:t>       </a:t>
            </a:r>
            <a:r>
              <a:rPr lang="en-US" altLang="zh-CN" sz="2400" b="1">
                <a:latin typeface="Times New Roman" panose="02020603050405020304" pitchFamily="18" charset="0"/>
                <a:ea typeface="楷体" panose="02010609060101010101" pitchFamily="49" charset="-122"/>
                <a:sym typeface="Symbol" panose="05050102010706020507" pitchFamily="18" charset="2"/>
              </a:rPr>
              <a:t>F1</a:t>
            </a:r>
            <a:r>
              <a:rPr lang="zh-CN" altLang="en-US" sz="2400" b="1">
                <a:latin typeface="Times New Roman" panose="02020603050405020304" pitchFamily="18" charset="0"/>
                <a:ea typeface="楷体" panose="02010609060101010101" pitchFamily="49" charset="-122"/>
                <a:sym typeface="Symbol" panose="05050102010706020507" pitchFamily="18" charset="2"/>
              </a:rPr>
              <a:t>： </a:t>
            </a:r>
            <a:r>
              <a:rPr lang="en-US" altLang="zh-CN" sz="2400" b="1">
                <a:latin typeface="Times New Roman" panose="02020603050405020304" pitchFamily="18" charset="0"/>
                <a:ea typeface="楷体" panose="02010609060101010101" pitchFamily="49" charset="-122"/>
                <a:sym typeface="Symbol" panose="05050102010706020507" pitchFamily="18" charset="2"/>
              </a:rPr>
              <a:t>x yz(C(x,y)  T(z,x) T(z,y)) </a:t>
            </a:r>
          </a:p>
          <a:p>
            <a:pPr eaLnBrk="1" latinLnBrk="0" hangingPunct="1">
              <a:lnSpc>
                <a:spcPct val="80000"/>
              </a:lnSpc>
              <a:spcBef>
                <a:spcPct val="50000"/>
              </a:spcBef>
              <a:buFontTx/>
              <a:buNone/>
            </a:pPr>
            <a:r>
              <a:rPr lang="en-US" altLang="zh-CN" sz="2400" b="1">
                <a:latin typeface="Times New Roman" panose="02020603050405020304" pitchFamily="18" charset="0"/>
                <a:ea typeface="楷体" panose="02010609060101010101" pitchFamily="49" charset="-122"/>
                <a:sym typeface="Symbol" panose="05050102010706020507" pitchFamily="18" charset="2"/>
              </a:rPr>
              <a:t>       F2:   T(Wang,Li)             F3:   C(Li,Zhang)</a:t>
            </a:r>
            <a:r>
              <a:rPr lang="en-US" altLang="zh-CN" sz="2000" b="1">
                <a:latin typeface="Times New Roman" panose="02020603050405020304" pitchFamily="18" charset="0"/>
                <a:ea typeface="楷体" panose="02010609060101010101" pitchFamily="49" charset="-122"/>
                <a:sym typeface="Symbol" panose="05050102010706020507" pitchFamily="18" charset="2"/>
              </a:rPr>
              <a:t>          </a:t>
            </a:r>
          </a:p>
        </p:txBody>
      </p:sp>
      <p:sp>
        <p:nvSpPr>
          <p:cNvPr id="151558" name="Rectangle 8"/>
          <p:cNvSpPr>
            <a:spLocks noGrp="1" noChangeArrowheads="1"/>
          </p:cNvSpPr>
          <p:nvPr>
            <p:ph type="title"/>
          </p:nvPr>
        </p:nvSpPr>
        <p:spPr>
          <a:xfrm>
            <a:off x="684213" y="260350"/>
            <a:ext cx="7772400" cy="1143000"/>
          </a:xfrm>
          <a:noFill/>
        </p:spPr>
        <p:txBody>
          <a:bodyPr/>
          <a:lstStyle/>
          <a:p>
            <a:pPr eaLnBrk="1" hangingPunct="1"/>
            <a:r>
              <a:rPr lang="zh-CN" altLang="en-US" sz="3200" b="1" smtClean="0">
                <a:solidFill>
                  <a:schemeClr val="tx1"/>
                </a:solidFill>
                <a:latin typeface="Times New Roman" panose="02020603050405020304" pitchFamily="18" charset="0"/>
                <a:ea typeface="楷体" panose="02010609060101010101" pitchFamily="49" charset="-122"/>
              </a:rPr>
              <a:t>应用归结原理求取问题答案</a:t>
            </a:r>
            <a:endParaRPr lang="en-US" altLang="zh-CN" sz="3200" b="1" smtClean="0">
              <a:solidFill>
                <a:schemeClr val="tx1"/>
              </a:solidFill>
              <a:latin typeface="Times New Roman" panose="02020603050405020304" pitchFamily="18" charset="0"/>
              <a:ea typeface="楷体" panose="02010609060101010101" pitchFamily="49" charset="-122"/>
            </a:endParaRPr>
          </a:p>
        </p:txBody>
      </p:sp>
    </p:spTree>
    <p:extLst>
      <p:ext uri="{BB962C8B-B14F-4D97-AF65-F5344CB8AC3E}">
        <p14:creationId xmlns:p14="http://schemas.microsoft.com/office/powerpoint/2010/main" val="411968175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8061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8061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80612">
                                            <p:txEl>
                                              <p:pRg st="0" end="0"/>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80612">
                                            <p:txEl>
                                              <p:pRg st="1" end="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80612">
                                            <p:txEl>
                                              <p:pRg st="2" end="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8061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0611" grpId="0"/>
      <p:bldP spid="580613"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4294967295"/>
          </p:nvPr>
        </p:nvSpPr>
        <p:spPr>
          <a:xfrm>
            <a:off x="6553200" y="6248400"/>
            <a:ext cx="1905000" cy="457200"/>
          </a:xfrm>
          <a:prstGeom prst="rect">
            <a:avLst/>
          </a:prstGeom>
        </p:spPr>
        <p:txBody>
          <a:bodyPr/>
          <a:lstStyle/>
          <a:p>
            <a:pPr>
              <a:defRPr/>
            </a:pPr>
            <a:fld id="{5ECF50F2-3DCB-488E-BBBB-6114C03FE63B}" type="slidenum">
              <a:rPr lang="en-US" altLang="ko-KR"/>
              <a:pPr>
                <a:defRPr/>
              </a:pPr>
              <a:t>59</a:t>
            </a:fld>
            <a:endParaRPr lang="en-US" altLang="ko-KR"/>
          </a:p>
        </p:txBody>
      </p:sp>
      <p:sp>
        <p:nvSpPr>
          <p:cNvPr id="581635" name="Rectangle 3"/>
          <p:cNvSpPr>
            <a:spLocks noChangeArrowheads="1"/>
          </p:cNvSpPr>
          <p:nvPr/>
        </p:nvSpPr>
        <p:spPr bwMode="auto">
          <a:xfrm>
            <a:off x="1187450" y="3479800"/>
            <a:ext cx="7956550" cy="264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2200">
                <a:solidFill>
                  <a:schemeClr val="tx1"/>
                </a:solidFill>
                <a:latin typeface="-윤체M" pitchFamily="18" charset="-127"/>
                <a:ea typeface="-윤체M" pitchFamily="18" charset="-127"/>
              </a:defRPr>
            </a:lvl1pPr>
            <a:lvl2pPr marL="742950" indent="-285750" latinLnBrk="1">
              <a:spcBef>
                <a:spcPct val="20000"/>
              </a:spcBef>
              <a:buChar char="•"/>
              <a:defRPr kumimoji="1" sz="2000">
                <a:solidFill>
                  <a:schemeClr val="tx1"/>
                </a:solidFill>
                <a:latin typeface="-윤체M" pitchFamily="18" charset="-127"/>
                <a:ea typeface="-윤체M" pitchFamily="18" charset="-127"/>
              </a:defRPr>
            </a:lvl2pPr>
            <a:lvl3pPr marL="1143000" indent="-228600" latinLnBrk="1">
              <a:spcBef>
                <a:spcPct val="20000"/>
              </a:spcBef>
              <a:buChar char="•"/>
              <a:defRPr kumimoji="1">
                <a:solidFill>
                  <a:schemeClr val="tx1"/>
                </a:solidFill>
                <a:latin typeface="-윤체M" pitchFamily="18" charset="-127"/>
                <a:ea typeface="-윤체M" pitchFamily="18" charset="-127"/>
              </a:defRPr>
            </a:lvl3pPr>
            <a:lvl4pPr marL="1600200" indent="-228600" latinLnBrk="1">
              <a:spcBef>
                <a:spcPct val="20000"/>
              </a:spcBef>
              <a:buChar char="•"/>
              <a:defRPr kumimoji="1" sz="1600">
                <a:solidFill>
                  <a:schemeClr val="tx1"/>
                </a:solidFill>
                <a:latin typeface="-윤체M" pitchFamily="18" charset="-127"/>
                <a:ea typeface="-윤체M" pitchFamily="18" charset="-127"/>
              </a:defRPr>
            </a:lvl4pPr>
            <a:lvl5pPr marL="2057400" indent="-228600" latinLnBrk="1">
              <a:spcBef>
                <a:spcPct val="20000"/>
              </a:spcBef>
              <a:buChar char="•"/>
              <a:defRPr kumimoji="1" sz="1400">
                <a:solidFill>
                  <a:schemeClr val="tx1"/>
                </a:solidFill>
                <a:latin typeface="-윤체M" pitchFamily="18" charset="-127"/>
                <a:ea typeface="-윤체M"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9pPr>
          </a:lstStyle>
          <a:p>
            <a:pPr eaLnBrk="1" latinLnBrk="0" hangingPunct="1">
              <a:spcBef>
                <a:spcPct val="50000"/>
              </a:spcBef>
              <a:buFontTx/>
              <a:buNone/>
            </a:pPr>
            <a:r>
              <a:rPr lang="zh-CN" altLang="en-US" sz="2400" b="1">
                <a:latin typeface="Times New Roman" panose="02020603050405020304" pitchFamily="18" charset="0"/>
                <a:ea typeface="宋体" panose="02010600030101010101" pitchFamily="2" charset="-122"/>
                <a:sym typeface="Symbol" panose="05050102010706020507" pitchFamily="18" charset="2"/>
              </a:rPr>
              <a:t>归结演绎得：</a:t>
            </a:r>
          </a:p>
          <a:p>
            <a:pPr eaLnBrk="1" latinLnBrk="0" hangingPunct="1">
              <a:spcBef>
                <a:spcPct val="50000"/>
              </a:spcBef>
              <a:buFontTx/>
              <a:buNone/>
            </a:pPr>
            <a:r>
              <a:rPr lang="zh-CN" altLang="en-US" sz="2400" b="1">
                <a:latin typeface="Times New Roman" panose="02020603050405020304" pitchFamily="18" charset="0"/>
                <a:ea typeface="宋体" panose="02010600030101010101" pitchFamily="2" charset="-122"/>
                <a:sym typeface="Symbol" panose="05050102010706020507" pitchFamily="18" charset="2"/>
              </a:rPr>
              <a:t>        </a:t>
            </a:r>
            <a:r>
              <a:rPr lang="en-US" altLang="zh-CN" sz="2400" b="1">
                <a:latin typeface="Times New Roman" panose="02020603050405020304" pitchFamily="18" charset="0"/>
                <a:ea typeface="宋体" panose="02010600030101010101" pitchFamily="2" charset="-122"/>
                <a:sym typeface="Symbol" panose="05050102010706020507" pitchFamily="18" charset="2"/>
              </a:rPr>
              <a:t>(5) ¬C(Li,y) </a:t>
            </a:r>
            <a:r>
              <a:rPr lang="en-US" altLang="zh-CN" sz="2400">
                <a:latin typeface="Times New Roman" panose="02020603050405020304" pitchFamily="18" charset="0"/>
                <a:ea typeface="宋体" panose="02010600030101010101" pitchFamily="2" charset="-122"/>
                <a:sym typeface="Symbol" panose="05050102010706020507" pitchFamily="18" charset="2"/>
              </a:rPr>
              <a:t></a:t>
            </a:r>
            <a:r>
              <a:rPr lang="en-US" altLang="zh-CN" sz="2400" b="1">
                <a:latin typeface="Times New Roman" panose="02020603050405020304" pitchFamily="18" charset="0"/>
                <a:ea typeface="宋体" panose="02010600030101010101" pitchFamily="2" charset="-122"/>
                <a:sym typeface="Symbol" panose="05050102010706020507" pitchFamily="18" charset="2"/>
              </a:rPr>
              <a:t> T(Wang,y)    [(1),(2),{Wang/z,Li/x}]</a:t>
            </a:r>
          </a:p>
          <a:p>
            <a:pPr eaLnBrk="1" latinLnBrk="0" hangingPunct="1">
              <a:spcBef>
                <a:spcPct val="50000"/>
              </a:spcBef>
              <a:buFontTx/>
              <a:buNone/>
            </a:pPr>
            <a:r>
              <a:rPr lang="en-US" altLang="zh-CN" sz="2400" b="1">
                <a:latin typeface="Times New Roman" panose="02020603050405020304" pitchFamily="18" charset="0"/>
                <a:ea typeface="宋体" panose="02010600030101010101" pitchFamily="2" charset="-122"/>
                <a:sym typeface="Symbol" panose="05050102010706020507" pitchFamily="18" charset="2"/>
              </a:rPr>
              <a:t>        (6) ¬C(Li,Zhang)                  [(4),(5),{Wang/u,Zhang/y}]</a:t>
            </a:r>
          </a:p>
          <a:p>
            <a:pPr eaLnBrk="1" latinLnBrk="0" hangingPunct="1">
              <a:spcBef>
                <a:spcPct val="50000"/>
              </a:spcBef>
              <a:buFontTx/>
              <a:buNone/>
            </a:pPr>
            <a:r>
              <a:rPr lang="en-US" altLang="zh-CN" sz="2400" b="1">
                <a:latin typeface="Times New Roman" panose="02020603050405020304" pitchFamily="18" charset="0"/>
                <a:ea typeface="宋体" panose="02010600030101010101" pitchFamily="2" charset="-122"/>
                <a:sym typeface="Symbol" panose="05050102010706020507" pitchFamily="18" charset="2"/>
              </a:rPr>
              <a:t>        (7)Nil                                      [(3),(6)]</a:t>
            </a:r>
          </a:p>
          <a:p>
            <a:pPr eaLnBrk="1" latinLnBrk="0" hangingPunct="1">
              <a:spcBef>
                <a:spcPct val="50000"/>
              </a:spcBef>
              <a:buFontTx/>
              <a:buNone/>
            </a:pPr>
            <a:r>
              <a:rPr lang="zh-CN" altLang="en-US" sz="2400" b="1">
                <a:latin typeface="Times New Roman" panose="02020603050405020304" pitchFamily="18" charset="0"/>
                <a:ea typeface="宋体" panose="02010600030101010101" pitchFamily="2" charset="-122"/>
                <a:sym typeface="Symbol" panose="05050102010706020507" pitchFamily="18" charset="2"/>
              </a:rPr>
              <a:t>这说明小张的老师确实是存在的。</a:t>
            </a:r>
          </a:p>
        </p:txBody>
      </p:sp>
      <p:sp>
        <p:nvSpPr>
          <p:cNvPr id="152580" name="Rectangle 4"/>
          <p:cNvSpPr>
            <a:spLocks noChangeArrowheads="1"/>
          </p:cNvSpPr>
          <p:nvPr/>
        </p:nvSpPr>
        <p:spPr bwMode="auto">
          <a:xfrm>
            <a:off x="1187450" y="1268413"/>
            <a:ext cx="5905500" cy="2100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2200">
                <a:solidFill>
                  <a:schemeClr val="tx1"/>
                </a:solidFill>
                <a:latin typeface="-윤체M" pitchFamily="18" charset="-127"/>
                <a:ea typeface="-윤체M" pitchFamily="18" charset="-127"/>
              </a:defRPr>
            </a:lvl1pPr>
            <a:lvl2pPr marL="742950" indent="-285750" latinLnBrk="1">
              <a:spcBef>
                <a:spcPct val="20000"/>
              </a:spcBef>
              <a:buChar char="•"/>
              <a:defRPr kumimoji="1" sz="2000">
                <a:solidFill>
                  <a:schemeClr val="tx1"/>
                </a:solidFill>
                <a:latin typeface="-윤체M" pitchFamily="18" charset="-127"/>
                <a:ea typeface="-윤체M" pitchFamily="18" charset="-127"/>
              </a:defRPr>
            </a:lvl2pPr>
            <a:lvl3pPr marL="1143000" indent="-228600" latinLnBrk="1">
              <a:spcBef>
                <a:spcPct val="20000"/>
              </a:spcBef>
              <a:buChar char="•"/>
              <a:defRPr kumimoji="1">
                <a:solidFill>
                  <a:schemeClr val="tx1"/>
                </a:solidFill>
                <a:latin typeface="-윤체M" pitchFamily="18" charset="-127"/>
                <a:ea typeface="-윤체M" pitchFamily="18" charset="-127"/>
              </a:defRPr>
            </a:lvl3pPr>
            <a:lvl4pPr marL="1600200" indent="-228600" latinLnBrk="1">
              <a:spcBef>
                <a:spcPct val="20000"/>
              </a:spcBef>
              <a:buChar char="•"/>
              <a:defRPr kumimoji="1" sz="1600">
                <a:solidFill>
                  <a:schemeClr val="tx1"/>
                </a:solidFill>
                <a:latin typeface="-윤체M" pitchFamily="18" charset="-127"/>
                <a:ea typeface="-윤체M" pitchFamily="18" charset="-127"/>
              </a:defRPr>
            </a:lvl4pPr>
            <a:lvl5pPr marL="2057400" indent="-228600" latinLnBrk="1">
              <a:spcBef>
                <a:spcPct val="20000"/>
              </a:spcBef>
              <a:buChar char="•"/>
              <a:defRPr kumimoji="1" sz="1400">
                <a:solidFill>
                  <a:schemeClr val="tx1"/>
                </a:solidFill>
                <a:latin typeface="-윤체M" pitchFamily="18" charset="-127"/>
                <a:ea typeface="-윤체M"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9pPr>
          </a:lstStyle>
          <a:p>
            <a:pPr eaLnBrk="1" latinLnBrk="0" hangingPunct="1">
              <a:spcBef>
                <a:spcPct val="50000"/>
              </a:spcBef>
              <a:buFontTx/>
              <a:buNone/>
            </a:pPr>
            <a:r>
              <a:rPr lang="zh-CN" altLang="en-US" sz="2000" b="1">
                <a:latin typeface="Times New Roman" panose="02020603050405020304" pitchFamily="18" charset="0"/>
                <a:ea typeface="宋体" panose="02010600030101010101" pitchFamily="2" charset="-122"/>
                <a:sym typeface="Symbol" panose="05050102010706020507" pitchFamily="18" charset="2"/>
              </a:rPr>
              <a:t>        </a:t>
            </a:r>
            <a:r>
              <a:rPr lang="en-US" altLang="zh-CN" sz="2400" b="1">
                <a:latin typeface="Times New Roman" panose="02020603050405020304" pitchFamily="18" charset="0"/>
                <a:ea typeface="宋体" panose="02010600030101010101" pitchFamily="2" charset="-122"/>
                <a:sym typeface="Symbol" panose="05050102010706020507" pitchFamily="18" charset="2"/>
              </a:rPr>
              <a:t>(1) ¬C(x,y) </a:t>
            </a:r>
            <a:r>
              <a:rPr lang="en-US" altLang="zh-CN" sz="2400">
                <a:latin typeface="Times New Roman" panose="02020603050405020304" pitchFamily="18" charset="0"/>
                <a:ea typeface="宋体" panose="02010600030101010101" pitchFamily="2" charset="-122"/>
                <a:sym typeface="Symbol" panose="05050102010706020507" pitchFamily="18" charset="2"/>
              </a:rPr>
              <a:t></a:t>
            </a:r>
            <a:r>
              <a:rPr lang="en-US" altLang="zh-CN" sz="2400" b="1">
                <a:latin typeface="Times New Roman" panose="02020603050405020304" pitchFamily="18" charset="0"/>
                <a:ea typeface="宋体" panose="02010600030101010101" pitchFamily="2" charset="-122"/>
                <a:sym typeface="Symbol" panose="05050102010706020507" pitchFamily="18" charset="2"/>
              </a:rPr>
              <a:t> ¬T(z,x) </a:t>
            </a:r>
            <a:r>
              <a:rPr lang="en-US" altLang="zh-CN" sz="2400">
                <a:latin typeface="Times New Roman" panose="02020603050405020304" pitchFamily="18" charset="0"/>
                <a:ea typeface="宋体" panose="02010600030101010101" pitchFamily="2" charset="-122"/>
                <a:sym typeface="Symbol" panose="05050102010706020507" pitchFamily="18" charset="2"/>
              </a:rPr>
              <a:t></a:t>
            </a:r>
            <a:r>
              <a:rPr lang="en-US" altLang="zh-CN" sz="2400" b="1">
                <a:latin typeface="Times New Roman" panose="02020603050405020304" pitchFamily="18" charset="0"/>
                <a:ea typeface="宋体" panose="02010600030101010101" pitchFamily="2" charset="-122"/>
                <a:sym typeface="Symbol" panose="05050102010706020507" pitchFamily="18" charset="2"/>
              </a:rPr>
              <a:t> T(z,y)</a:t>
            </a:r>
          </a:p>
          <a:p>
            <a:pPr eaLnBrk="1" latinLnBrk="0" hangingPunct="1">
              <a:spcBef>
                <a:spcPct val="50000"/>
              </a:spcBef>
              <a:buFontTx/>
              <a:buNone/>
            </a:pPr>
            <a:r>
              <a:rPr lang="en-US" altLang="zh-CN" sz="2400" b="1">
                <a:latin typeface="Times New Roman" panose="02020603050405020304" pitchFamily="18" charset="0"/>
                <a:ea typeface="宋体" panose="02010600030101010101" pitchFamily="2" charset="-122"/>
                <a:sym typeface="Symbol" panose="05050102010706020507" pitchFamily="18" charset="2"/>
              </a:rPr>
              <a:t>       (2)T(Wang,Li)</a:t>
            </a:r>
          </a:p>
          <a:p>
            <a:pPr eaLnBrk="1" latinLnBrk="0" hangingPunct="1">
              <a:spcBef>
                <a:spcPct val="50000"/>
              </a:spcBef>
              <a:buFontTx/>
              <a:buNone/>
            </a:pPr>
            <a:r>
              <a:rPr lang="en-US" altLang="zh-CN" sz="2400" b="1">
                <a:latin typeface="Times New Roman" panose="02020603050405020304" pitchFamily="18" charset="0"/>
                <a:ea typeface="宋体" panose="02010600030101010101" pitchFamily="2" charset="-122"/>
                <a:sym typeface="Symbol" panose="05050102010706020507" pitchFamily="18" charset="2"/>
              </a:rPr>
              <a:t>       (3)C(Li,Zhang)</a:t>
            </a:r>
          </a:p>
          <a:p>
            <a:pPr eaLnBrk="1" latinLnBrk="0" hangingPunct="1">
              <a:spcBef>
                <a:spcPct val="50000"/>
              </a:spcBef>
              <a:buFontTx/>
              <a:buNone/>
            </a:pPr>
            <a:r>
              <a:rPr lang="en-US" altLang="zh-CN" sz="2400" b="1">
                <a:latin typeface="Times New Roman" panose="02020603050405020304" pitchFamily="18" charset="0"/>
                <a:ea typeface="宋体" panose="02010600030101010101" pitchFamily="2" charset="-122"/>
                <a:sym typeface="Symbol" panose="05050102010706020507" pitchFamily="18" charset="2"/>
              </a:rPr>
              <a:t>       (4) ¬T(u,Zhang)</a:t>
            </a:r>
          </a:p>
        </p:txBody>
      </p:sp>
      <p:sp>
        <p:nvSpPr>
          <p:cNvPr id="152581" name="Rectangle 7"/>
          <p:cNvSpPr>
            <a:spLocks noGrp="1" noChangeArrowheads="1"/>
          </p:cNvSpPr>
          <p:nvPr>
            <p:ph type="title"/>
          </p:nvPr>
        </p:nvSpPr>
        <p:spPr>
          <a:xfrm>
            <a:off x="684213" y="260350"/>
            <a:ext cx="7772400" cy="1143000"/>
          </a:xfrm>
          <a:noFill/>
        </p:spPr>
        <p:txBody>
          <a:bodyPr/>
          <a:lstStyle/>
          <a:p>
            <a:pPr eaLnBrk="1" hangingPunct="1"/>
            <a:r>
              <a:rPr lang="zh-CN" altLang="en-US" sz="3200" b="1" smtClean="0">
                <a:solidFill>
                  <a:schemeClr val="tx1"/>
                </a:solidFill>
                <a:latin typeface="黑体" panose="02010609060101010101" pitchFamily="49" charset="-122"/>
                <a:ea typeface="黑体" panose="02010609060101010101" pitchFamily="49" charset="-122"/>
              </a:rPr>
              <a:t>应用归结原理求取问题答案</a:t>
            </a:r>
            <a:endParaRPr lang="en-US" altLang="zh-CN" sz="3200" b="1" smtClean="0">
              <a:solidFill>
                <a:schemeClr val="tx1"/>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312624500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8163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8163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8163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81635">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58163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4294967295"/>
          </p:nvPr>
        </p:nvSpPr>
        <p:spPr>
          <a:xfrm>
            <a:off x="6553200" y="6248400"/>
            <a:ext cx="1905000" cy="457200"/>
          </a:xfrm>
          <a:prstGeom prst="rect">
            <a:avLst/>
          </a:prstGeom>
        </p:spPr>
        <p:txBody>
          <a:bodyPr/>
          <a:lstStyle/>
          <a:p>
            <a:pPr>
              <a:defRPr/>
            </a:pPr>
            <a:fld id="{EEE61DEE-AA0A-4542-AA87-23D1794B45BF}" type="slidenum">
              <a:rPr lang="en-US" altLang="ko-KR"/>
              <a:pPr>
                <a:defRPr/>
              </a:pPr>
              <a:t>60</a:t>
            </a:fld>
            <a:endParaRPr lang="en-US" altLang="ko-KR"/>
          </a:p>
        </p:txBody>
      </p:sp>
      <p:sp>
        <p:nvSpPr>
          <p:cNvPr id="153603" name="Rectangle 3"/>
          <p:cNvSpPr>
            <a:spLocks noChangeArrowheads="1"/>
          </p:cNvSpPr>
          <p:nvPr/>
        </p:nvSpPr>
        <p:spPr bwMode="auto">
          <a:xfrm>
            <a:off x="539750" y="1341438"/>
            <a:ext cx="76327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2200">
                <a:solidFill>
                  <a:schemeClr val="tx1"/>
                </a:solidFill>
                <a:latin typeface="-윤체M" pitchFamily="18" charset="-127"/>
                <a:ea typeface="-윤체M" pitchFamily="18" charset="-127"/>
              </a:defRPr>
            </a:lvl1pPr>
            <a:lvl2pPr marL="742950" indent="-285750" latinLnBrk="1">
              <a:spcBef>
                <a:spcPct val="20000"/>
              </a:spcBef>
              <a:buChar char="•"/>
              <a:defRPr kumimoji="1" sz="2000">
                <a:solidFill>
                  <a:schemeClr val="tx1"/>
                </a:solidFill>
                <a:latin typeface="-윤체M" pitchFamily="18" charset="-127"/>
                <a:ea typeface="-윤체M" pitchFamily="18" charset="-127"/>
              </a:defRPr>
            </a:lvl2pPr>
            <a:lvl3pPr marL="1143000" indent="-228600" latinLnBrk="1">
              <a:spcBef>
                <a:spcPct val="20000"/>
              </a:spcBef>
              <a:buChar char="•"/>
              <a:defRPr kumimoji="1">
                <a:solidFill>
                  <a:schemeClr val="tx1"/>
                </a:solidFill>
                <a:latin typeface="-윤체M" pitchFamily="18" charset="-127"/>
                <a:ea typeface="-윤체M" pitchFamily="18" charset="-127"/>
              </a:defRPr>
            </a:lvl3pPr>
            <a:lvl4pPr marL="1600200" indent="-228600" latinLnBrk="1">
              <a:spcBef>
                <a:spcPct val="20000"/>
              </a:spcBef>
              <a:buChar char="•"/>
              <a:defRPr kumimoji="1" sz="1600">
                <a:solidFill>
                  <a:schemeClr val="tx1"/>
                </a:solidFill>
                <a:latin typeface="-윤체M" pitchFamily="18" charset="-127"/>
                <a:ea typeface="-윤체M" pitchFamily="18" charset="-127"/>
              </a:defRPr>
            </a:lvl4pPr>
            <a:lvl5pPr marL="2057400" indent="-228600" latinLnBrk="1">
              <a:spcBef>
                <a:spcPct val="20000"/>
              </a:spcBef>
              <a:buChar char="•"/>
              <a:defRPr kumimoji="1" sz="1400">
                <a:solidFill>
                  <a:schemeClr val="tx1"/>
                </a:solidFill>
                <a:latin typeface="-윤체M" pitchFamily="18" charset="-127"/>
                <a:ea typeface="-윤체M"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9pPr>
          </a:lstStyle>
          <a:p>
            <a:pPr eaLnBrk="1" latinLnBrk="0" hangingPunct="1">
              <a:spcBef>
                <a:spcPct val="50000"/>
              </a:spcBef>
              <a:buFontTx/>
              <a:buNone/>
            </a:pPr>
            <a:r>
              <a:rPr lang="zh-CN" altLang="en-US" sz="2000" b="1">
                <a:latin typeface="Times New Roman" panose="02020603050405020304" pitchFamily="18" charset="0"/>
                <a:ea typeface="宋体" panose="02010600030101010101" pitchFamily="2" charset="-122"/>
                <a:sym typeface="Symbol" panose="05050102010706020507" pitchFamily="18" charset="2"/>
              </a:rPr>
              <a:t>       </a:t>
            </a:r>
            <a:r>
              <a:rPr lang="zh-CN" altLang="en-US" sz="2400" b="1">
                <a:latin typeface="Times New Roman" panose="02020603050405020304" pitchFamily="18" charset="0"/>
                <a:ea typeface="宋体" panose="02010600030101010101" pitchFamily="2" charset="-122"/>
                <a:sym typeface="Symbol" panose="05050102010706020507" pitchFamily="18" charset="2"/>
              </a:rPr>
              <a:t>为了求取答案，给原来的子句增加一个辅助谓词</a:t>
            </a:r>
            <a:r>
              <a:rPr lang="en-US" altLang="zh-CN" sz="2400" b="1">
                <a:latin typeface="Times New Roman" panose="02020603050405020304" pitchFamily="18" charset="0"/>
                <a:ea typeface="宋体" panose="02010600030101010101" pitchFamily="2" charset="-122"/>
                <a:sym typeface="Symbol" panose="05050102010706020507" pitchFamily="18" charset="2"/>
              </a:rPr>
              <a:t>ANS</a:t>
            </a:r>
            <a:r>
              <a:rPr lang="zh-CN" altLang="en-US" sz="2400" b="1">
                <a:latin typeface="Times New Roman" panose="02020603050405020304" pitchFamily="18" charset="0"/>
                <a:ea typeface="宋体" panose="02010600030101010101" pitchFamily="2" charset="-122"/>
                <a:sym typeface="Symbol" panose="05050102010706020507" pitchFamily="18" charset="2"/>
              </a:rPr>
              <a:t>（</a:t>
            </a:r>
            <a:r>
              <a:rPr lang="en-US" altLang="zh-CN" sz="2400" b="1">
                <a:latin typeface="Times New Roman" panose="02020603050405020304" pitchFamily="18" charset="0"/>
                <a:ea typeface="宋体" panose="02010600030101010101" pitchFamily="2" charset="-122"/>
                <a:sym typeface="Symbol" panose="05050102010706020507" pitchFamily="18" charset="2"/>
              </a:rPr>
              <a:t>u</a:t>
            </a:r>
            <a:r>
              <a:rPr lang="zh-CN" altLang="en-US" sz="2400" b="1">
                <a:latin typeface="Times New Roman" panose="02020603050405020304" pitchFamily="18" charset="0"/>
                <a:ea typeface="宋体" panose="02010600030101010101" pitchFamily="2" charset="-122"/>
                <a:sym typeface="Symbol" panose="05050102010706020507" pitchFamily="18" charset="2"/>
              </a:rPr>
              <a:t>），  得到：        </a:t>
            </a:r>
            <a:r>
              <a:rPr lang="en-US" altLang="zh-CN" sz="2400" b="1">
                <a:latin typeface="Times New Roman" panose="02020603050405020304" pitchFamily="18" charset="0"/>
                <a:ea typeface="宋体" panose="02010600030101010101" pitchFamily="2" charset="-122"/>
                <a:sym typeface="Symbol" panose="05050102010706020507" pitchFamily="18" charset="2"/>
              </a:rPr>
              <a:t>(4) ¬T(u,Zhang) </a:t>
            </a:r>
            <a:r>
              <a:rPr lang="en-US" altLang="zh-CN" sz="2400">
                <a:latin typeface="Times New Roman" panose="02020603050405020304" pitchFamily="18" charset="0"/>
                <a:ea typeface="宋体" panose="02010600030101010101" pitchFamily="2" charset="-122"/>
                <a:sym typeface="Symbol" panose="05050102010706020507" pitchFamily="18" charset="2"/>
              </a:rPr>
              <a:t> </a:t>
            </a:r>
            <a:r>
              <a:rPr lang="en-US" altLang="zh-CN" sz="2400" b="1">
                <a:solidFill>
                  <a:srgbClr val="0000FF"/>
                </a:solidFill>
                <a:latin typeface="Times New Roman" panose="02020603050405020304" pitchFamily="18" charset="0"/>
                <a:ea typeface="宋体" panose="02010600030101010101" pitchFamily="2" charset="-122"/>
                <a:sym typeface="Symbol" panose="05050102010706020507" pitchFamily="18" charset="2"/>
              </a:rPr>
              <a:t>ANS</a:t>
            </a:r>
            <a:r>
              <a:rPr lang="zh-CN" altLang="en-US" sz="2400" b="1">
                <a:solidFill>
                  <a:srgbClr val="0000FF"/>
                </a:solidFill>
                <a:latin typeface="Times New Roman" panose="02020603050405020304" pitchFamily="18" charset="0"/>
                <a:ea typeface="宋体" panose="02010600030101010101" pitchFamily="2" charset="-122"/>
                <a:sym typeface="Symbol" panose="05050102010706020507" pitchFamily="18" charset="2"/>
              </a:rPr>
              <a:t>（</a:t>
            </a:r>
            <a:r>
              <a:rPr lang="en-US" altLang="zh-CN" sz="2400" b="1">
                <a:solidFill>
                  <a:srgbClr val="0000FF"/>
                </a:solidFill>
                <a:latin typeface="Times New Roman" panose="02020603050405020304" pitchFamily="18" charset="0"/>
                <a:ea typeface="宋体" panose="02010600030101010101" pitchFamily="2" charset="-122"/>
                <a:sym typeface="Symbol" panose="05050102010706020507" pitchFamily="18" charset="2"/>
              </a:rPr>
              <a:t>u</a:t>
            </a:r>
            <a:r>
              <a:rPr lang="zh-CN" altLang="en-US" sz="2400" b="1">
                <a:solidFill>
                  <a:srgbClr val="0000FF"/>
                </a:solidFill>
                <a:latin typeface="Times New Roman" panose="02020603050405020304" pitchFamily="18" charset="0"/>
                <a:ea typeface="宋体" panose="02010600030101010101" pitchFamily="2" charset="-122"/>
                <a:sym typeface="Symbol" panose="05050102010706020507" pitchFamily="18" charset="2"/>
              </a:rPr>
              <a:t>）</a:t>
            </a:r>
            <a:r>
              <a:rPr lang="zh-CN" altLang="en-US" sz="2400" b="1">
                <a:latin typeface="Times New Roman" panose="02020603050405020304" pitchFamily="18" charset="0"/>
                <a:ea typeface="宋体" panose="02010600030101010101" pitchFamily="2" charset="-122"/>
                <a:sym typeface="Symbol" panose="05050102010706020507" pitchFamily="18" charset="2"/>
              </a:rPr>
              <a:t> </a:t>
            </a:r>
          </a:p>
        </p:txBody>
      </p:sp>
      <p:sp>
        <p:nvSpPr>
          <p:cNvPr id="582660" name="Rectangle 4"/>
          <p:cNvSpPr>
            <a:spLocks noChangeArrowheads="1"/>
          </p:cNvSpPr>
          <p:nvPr/>
        </p:nvSpPr>
        <p:spPr bwMode="auto">
          <a:xfrm>
            <a:off x="971550" y="2205038"/>
            <a:ext cx="5905500" cy="2195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2200">
                <a:solidFill>
                  <a:schemeClr val="tx1"/>
                </a:solidFill>
                <a:latin typeface="-윤체M" pitchFamily="18" charset="-127"/>
                <a:ea typeface="-윤체M" pitchFamily="18" charset="-127"/>
              </a:defRPr>
            </a:lvl1pPr>
            <a:lvl2pPr marL="742950" indent="-285750" latinLnBrk="1">
              <a:spcBef>
                <a:spcPct val="20000"/>
              </a:spcBef>
              <a:buChar char="•"/>
              <a:defRPr kumimoji="1" sz="2000">
                <a:solidFill>
                  <a:schemeClr val="tx1"/>
                </a:solidFill>
                <a:latin typeface="-윤체M" pitchFamily="18" charset="-127"/>
                <a:ea typeface="-윤체M" pitchFamily="18" charset="-127"/>
              </a:defRPr>
            </a:lvl2pPr>
            <a:lvl3pPr marL="1143000" indent="-228600" latinLnBrk="1">
              <a:spcBef>
                <a:spcPct val="20000"/>
              </a:spcBef>
              <a:buChar char="•"/>
              <a:defRPr kumimoji="1">
                <a:solidFill>
                  <a:schemeClr val="tx1"/>
                </a:solidFill>
                <a:latin typeface="-윤체M" pitchFamily="18" charset="-127"/>
                <a:ea typeface="-윤체M" pitchFamily="18" charset="-127"/>
              </a:defRPr>
            </a:lvl3pPr>
            <a:lvl4pPr marL="1600200" indent="-228600" latinLnBrk="1">
              <a:spcBef>
                <a:spcPct val="20000"/>
              </a:spcBef>
              <a:buChar char="•"/>
              <a:defRPr kumimoji="1" sz="1600">
                <a:solidFill>
                  <a:schemeClr val="tx1"/>
                </a:solidFill>
                <a:latin typeface="-윤체M" pitchFamily="18" charset="-127"/>
                <a:ea typeface="-윤체M" pitchFamily="18" charset="-127"/>
              </a:defRPr>
            </a:lvl4pPr>
            <a:lvl5pPr marL="2057400" indent="-228600" latinLnBrk="1">
              <a:spcBef>
                <a:spcPct val="20000"/>
              </a:spcBef>
              <a:buChar char="•"/>
              <a:defRPr kumimoji="1" sz="1400">
                <a:solidFill>
                  <a:schemeClr val="tx1"/>
                </a:solidFill>
                <a:latin typeface="-윤체M" pitchFamily="18" charset="-127"/>
                <a:ea typeface="-윤체M"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9pPr>
          </a:lstStyle>
          <a:p>
            <a:pPr eaLnBrk="1" latinLnBrk="0" hangingPunct="1">
              <a:lnSpc>
                <a:spcPct val="75000"/>
              </a:lnSpc>
              <a:spcBef>
                <a:spcPct val="50000"/>
              </a:spcBef>
              <a:buFontTx/>
              <a:buNone/>
            </a:pPr>
            <a:r>
              <a:rPr lang="zh-CN" altLang="en-US" sz="2400" b="1">
                <a:latin typeface="Times New Roman" panose="02020603050405020304" pitchFamily="18" charset="0"/>
                <a:ea typeface="宋体" panose="02010600030101010101" pitchFamily="2" charset="-122"/>
                <a:sym typeface="Symbol" panose="05050102010706020507" pitchFamily="18" charset="2"/>
              </a:rPr>
              <a:t>原来的子句集变为：</a:t>
            </a:r>
          </a:p>
          <a:p>
            <a:pPr eaLnBrk="1" latinLnBrk="0" hangingPunct="1">
              <a:lnSpc>
                <a:spcPct val="75000"/>
              </a:lnSpc>
              <a:spcBef>
                <a:spcPct val="50000"/>
              </a:spcBef>
              <a:buFontTx/>
              <a:buNone/>
            </a:pPr>
            <a:r>
              <a:rPr lang="zh-CN" altLang="en-US" sz="2400" b="1">
                <a:latin typeface="Times New Roman" panose="02020603050405020304" pitchFamily="18" charset="0"/>
                <a:ea typeface="宋体" panose="02010600030101010101" pitchFamily="2" charset="-122"/>
                <a:sym typeface="Symbol" panose="05050102010706020507" pitchFamily="18" charset="2"/>
              </a:rPr>
              <a:t>        </a:t>
            </a:r>
            <a:r>
              <a:rPr lang="en-US" altLang="zh-CN" sz="2400" b="1">
                <a:latin typeface="Times New Roman" panose="02020603050405020304" pitchFamily="18" charset="0"/>
                <a:ea typeface="宋体" panose="02010600030101010101" pitchFamily="2" charset="-122"/>
                <a:sym typeface="Symbol" panose="05050102010706020507" pitchFamily="18" charset="2"/>
              </a:rPr>
              <a:t>(1) ¬C(x,y) </a:t>
            </a:r>
            <a:r>
              <a:rPr lang="en-US" altLang="zh-CN" sz="2400">
                <a:latin typeface="Times New Roman" panose="02020603050405020304" pitchFamily="18" charset="0"/>
                <a:ea typeface="宋体" panose="02010600030101010101" pitchFamily="2" charset="-122"/>
                <a:sym typeface="Symbol" panose="05050102010706020507" pitchFamily="18" charset="2"/>
              </a:rPr>
              <a:t></a:t>
            </a:r>
            <a:r>
              <a:rPr lang="en-US" altLang="zh-CN" sz="2400" b="1">
                <a:latin typeface="Times New Roman" panose="02020603050405020304" pitchFamily="18" charset="0"/>
                <a:ea typeface="宋体" panose="02010600030101010101" pitchFamily="2" charset="-122"/>
                <a:sym typeface="Symbol" panose="05050102010706020507" pitchFamily="18" charset="2"/>
              </a:rPr>
              <a:t> ¬T(z,x) </a:t>
            </a:r>
            <a:r>
              <a:rPr lang="en-US" altLang="zh-CN" sz="2400">
                <a:latin typeface="Times New Roman" panose="02020603050405020304" pitchFamily="18" charset="0"/>
                <a:ea typeface="宋体" panose="02010600030101010101" pitchFamily="2" charset="-122"/>
                <a:sym typeface="Symbol" panose="05050102010706020507" pitchFamily="18" charset="2"/>
              </a:rPr>
              <a:t></a:t>
            </a:r>
            <a:r>
              <a:rPr lang="en-US" altLang="zh-CN" sz="2400" b="1">
                <a:latin typeface="Times New Roman" panose="02020603050405020304" pitchFamily="18" charset="0"/>
                <a:ea typeface="宋体" panose="02010600030101010101" pitchFamily="2" charset="-122"/>
                <a:sym typeface="Symbol" panose="05050102010706020507" pitchFamily="18" charset="2"/>
              </a:rPr>
              <a:t> T(z,y)</a:t>
            </a:r>
          </a:p>
          <a:p>
            <a:pPr eaLnBrk="1" latinLnBrk="0" hangingPunct="1">
              <a:lnSpc>
                <a:spcPct val="75000"/>
              </a:lnSpc>
              <a:spcBef>
                <a:spcPct val="50000"/>
              </a:spcBef>
              <a:buFontTx/>
              <a:buNone/>
            </a:pPr>
            <a:r>
              <a:rPr lang="en-US" altLang="zh-CN" sz="2400" b="1">
                <a:latin typeface="Times New Roman" panose="02020603050405020304" pitchFamily="18" charset="0"/>
                <a:ea typeface="宋体" panose="02010600030101010101" pitchFamily="2" charset="-122"/>
                <a:sym typeface="Symbol" panose="05050102010706020507" pitchFamily="18" charset="2"/>
              </a:rPr>
              <a:t>        (2)T(Wang,Li)</a:t>
            </a:r>
          </a:p>
          <a:p>
            <a:pPr eaLnBrk="1" latinLnBrk="0" hangingPunct="1">
              <a:lnSpc>
                <a:spcPct val="75000"/>
              </a:lnSpc>
              <a:spcBef>
                <a:spcPct val="50000"/>
              </a:spcBef>
              <a:buFontTx/>
              <a:buNone/>
            </a:pPr>
            <a:r>
              <a:rPr lang="en-US" altLang="zh-CN" sz="2400" b="1">
                <a:latin typeface="Times New Roman" panose="02020603050405020304" pitchFamily="18" charset="0"/>
                <a:ea typeface="宋体" panose="02010600030101010101" pitchFamily="2" charset="-122"/>
                <a:sym typeface="Symbol" panose="05050102010706020507" pitchFamily="18" charset="2"/>
              </a:rPr>
              <a:t>        (3)C(Li,Zhang)</a:t>
            </a:r>
          </a:p>
          <a:p>
            <a:pPr eaLnBrk="1" latinLnBrk="0" hangingPunct="1">
              <a:lnSpc>
                <a:spcPct val="75000"/>
              </a:lnSpc>
              <a:spcBef>
                <a:spcPct val="50000"/>
              </a:spcBef>
              <a:buFontTx/>
              <a:buNone/>
            </a:pPr>
            <a:r>
              <a:rPr lang="en-US" altLang="zh-CN" sz="2400" b="1">
                <a:latin typeface="Times New Roman" panose="02020603050405020304" pitchFamily="18" charset="0"/>
                <a:ea typeface="宋体" panose="02010600030101010101" pitchFamily="2" charset="-122"/>
                <a:sym typeface="Symbol" panose="05050102010706020507" pitchFamily="18" charset="2"/>
              </a:rPr>
              <a:t>        (4)' ¬T(u,Zhang) </a:t>
            </a:r>
            <a:r>
              <a:rPr lang="en-US" altLang="zh-CN" sz="2400">
                <a:latin typeface="Times New Roman" panose="02020603050405020304" pitchFamily="18" charset="0"/>
                <a:ea typeface="宋体" panose="02010600030101010101" pitchFamily="2" charset="-122"/>
                <a:sym typeface="Symbol" panose="05050102010706020507" pitchFamily="18" charset="2"/>
              </a:rPr>
              <a:t> </a:t>
            </a:r>
            <a:r>
              <a:rPr lang="en-US" altLang="zh-CN" sz="2400" b="1">
                <a:solidFill>
                  <a:srgbClr val="0000FF"/>
                </a:solidFill>
                <a:latin typeface="Times New Roman" panose="02020603050405020304" pitchFamily="18" charset="0"/>
                <a:ea typeface="宋体" panose="02010600030101010101" pitchFamily="2" charset="-122"/>
                <a:sym typeface="Symbol" panose="05050102010706020507" pitchFamily="18" charset="2"/>
              </a:rPr>
              <a:t>ANS</a:t>
            </a:r>
            <a:r>
              <a:rPr lang="zh-CN" altLang="en-US" sz="2400" b="1">
                <a:solidFill>
                  <a:srgbClr val="0000FF"/>
                </a:solidFill>
                <a:latin typeface="Times New Roman" panose="02020603050405020304" pitchFamily="18" charset="0"/>
                <a:ea typeface="宋体" panose="02010600030101010101" pitchFamily="2" charset="-122"/>
                <a:sym typeface="Symbol" panose="05050102010706020507" pitchFamily="18" charset="2"/>
              </a:rPr>
              <a:t>（</a:t>
            </a:r>
            <a:r>
              <a:rPr lang="en-US" altLang="zh-CN" sz="2400" b="1">
                <a:solidFill>
                  <a:srgbClr val="0000FF"/>
                </a:solidFill>
                <a:latin typeface="Times New Roman" panose="02020603050405020304" pitchFamily="18" charset="0"/>
                <a:ea typeface="宋体" panose="02010600030101010101" pitchFamily="2" charset="-122"/>
                <a:sym typeface="Symbol" panose="05050102010706020507" pitchFamily="18" charset="2"/>
              </a:rPr>
              <a:t>u</a:t>
            </a:r>
            <a:r>
              <a:rPr lang="zh-CN" altLang="en-US" sz="2400" b="1">
                <a:solidFill>
                  <a:srgbClr val="0000FF"/>
                </a:solidFill>
                <a:latin typeface="Times New Roman" panose="02020603050405020304" pitchFamily="18" charset="0"/>
                <a:ea typeface="宋体" panose="02010600030101010101" pitchFamily="2" charset="-122"/>
                <a:sym typeface="Symbol" panose="05050102010706020507" pitchFamily="18" charset="2"/>
              </a:rPr>
              <a:t>）</a:t>
            </a:r>
          </a:p>
        </p:txBody>
      </p:sp>
      <p:sp>
        <p:nvSpPr>
          <p:cNvPr id="582661" name="Rectangle 5"/>
          <p:cNvSpPr>
            <a:spLocks noChangeArrowheads="1"/>
          </p:cNvSpPr>
          <p:nvPr/>
        </p:nvSpPr>
        <p:spPr bwMode="auto">
          <a:xfrm>
            <a:off x="215900" y="4437063"/>
            <a:ext cx="8748713" cy="228282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2200">
                <a:solidFill>
                  <a:schemeClr val="tx1"/>
                </a:solidFill>
                <a:latin typeface="-윤체M" pitchFamily="18" charset="-127"/>
                <a:ea typeface="-윤체M" pitchFamily="18" charset="-127"/>
              </a:defRPr>
            </a:lvl1pPr>
            <a:lvl2pPr marL="742950" indent="-285750" latinLnBrk="1">
              <a:spcBef>
                <a:spcPct val="20000"/>
              </a:spcBef>
              <a:buChar char="•"/>
              <a:defRPr kumimoji="1" sz="2000">
                <a:solidFill>
                  <a:schemeClr val="tx1"/>
                </a:solidFill>
                <a:latin typeface="-윤체M" pitchFamily="18" charset="-127"/>
                <a:ea typeface="-윤체M" pitchFamily="18" charset="-127"/>
              </a:defRPr>
            </a:lvl2pPr>
            <a:lvl3pPr marL="1143000" indent="-228600" latinLnBrk="1">
              <a:spcBef>
                <a:spcPct val="20000"/>
              </a:spcBef>
              <a:buChar char="•"/>
              <a:defRPr kumimoji="1">
                <a:solidFill>
                  <a:schemeClr val="tx1"/>
                </a:solidFill>
                <a:latin typeface="-윤체M" pitchFamily="18" charset="-127"/>
                <a:ea typeface="-윤체M" pitchFamily="18" charset="-127"/>
              </a:defRPr>
            </a:lvl3pPr>
            <a:lvl4pPr marL="1600200" indent="-228600" latinLnBrk="1">
              <a:spcBef>
                <a:spcPct val="20000"/>
              </a:spcBef>
              <a:buChar char="•"/>
              <a:defRPr kumimoji="1" sz="1600">
                <a:solidFill>
                  <a:schemeClr val="tx1"/>
                </a:solidFill>
                <a:latin typeface="-윤체M" pitchFamily="18" charset="-127"/>
                <a:ea typeface="-윤체M" pitchFamily="18" charset="-127"/>
              </a:defRPr>
            </a:lvl4pPr>
            <a:lvl5pPr marL="2057400" indent="-228600" latinLnBrk="1">
              <a:spcBef>
                <a:spcPct val="20000"/>
              </a:spcBef>
              <a:buChar char="•"/>
              <a:defRPr kumimoji="1" sz="1400">
                <a:solidFill>
                  <a:schemeClr val="tx1"/>
                </a:solidFill>
                <a:latin typeface="-윤체M" pitchFamily="18" charset="-127"/>
                <a:ea typeface="-윤체M"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9pPr>
          </a:lstStyle>
          <a:p>
            <a:pPr eaLnBrk="1" latinLnBrk="0" hangingPunct="1">
              <a:lnSpc>
                <a:spcPct val="80000"/>
              </a:lnSpc>
              <a:spcBef>
                <a:spcPct val="50000"/>
              </a:spcBef>
              <a:buFontTx/>
              <a:buNone/>
            </a:pPr>
            <a:r>
              <a:rPr lang="zh-CN" altLang="en-US" sz="2400" b="1">
                <a:latin typeface="Times New Roman" panose="02020603050405020304" pitchFamily="18" charset="0"/>
                <a:ea typeface="宋体" panose="02010600030101010101" pitchFamily="2" charset="-122"/>
                <a:sym typeface="Symbol" panose="05050102010706020507" pitchFamily="18" charset="2"/>
              </a:rPr>
              <a:t>重新归结演绎得：</a:t>
            </a:r>
          </a:p>
          <a:p>
            <a:pPr eaLnBrk="1" latinLnBrk="0" hangingPunct="1">
              <a:lnSpc>
                <a:spcPct val="80000"/>
              </a:lnSpc>
              <a:spcBef>
                <a:spcPct val="50000"/>
              </a:spcBef>
              <a:buFontTx/>
              <a:buNone/>
            </a:pPr>
            <a:r>
              <a:rPr lang="en-US" altLang="zh-CN" sz="2400" b="1">
                <a:latin typeface="Times New Roman" panose="02020603050405020304" pitchFamily="18" charset="0"/>
                <a:ea typeface="宋体" panose="02010600030101010101" pitchFamily="2" charset="-122"/>
                <a:sym typeface="Symbol" panose="05050102010706020507" pitchFamily="18" charset="2"/>
              </a:rPr>
              <a:t>(5) ' ¬C(Li,y) </a:t>
            </a:r>
            <a:r>
              <a:rPr lang="en-US" altLang="zh-CN" sz="2400">
                <a:latin typeface="Times New Roman" panose="02020603050405020304" pitchFamily="18" charset="0"/>
                <a:ea typeface="宋体" panose="02010600030101010101" pitchFamily="2" charset="-122"/>
                <a:sym typeface="Symbol" panose="05050102010706020507" pitchFamily="18" charset="2"/>
              </a:rPr>
              <a:t></a:t>
            </a:r>
            <a:r>
              <a:rPr lang="en-US" altLang="zh-CN" sz="2400" b="1">
                <a:latin typeface="Times New Roman" panose="02020603050405020304" pitchFamily="18" charset="0"/>
                <a:ea typeface="宋体" panose="02010600030101010101" pitchFamily="2" charset="-122"/>
                <a:sym typeface="Symbol" panose="05050102010706020507" pitchFamily="18" charset="2"/>
              </a:rPr>
              <a:t> T(Wang,y)          [(1),(2),{Wang/z,Li/x}]</a:t>
            </a:r>
          </a:p>
          <a:p>
            <a:pPr eaLnBrk="1" latinLnBrk="0" hangingPunct="1">
              <a:lnSpc>
                <a:spcPct val="80000"/>
              </a:lnSpc>
              <a:spcBef>
                <a:spcPct val="50000"/>
              </a:spcBef>
              <a:buFontTx/>
              <a:buNone/>
            </a:pPr>
            <a:r>
              <a:rPr lang="en-US" altLang="zh-CN" sz="2400" b="1">
                <a:latin typeface="Times New Roman" panose="02020603050405020304" pitchFamily="18" charset="0"/>
                <a:ea typeface="宋体" panose="02010600030101010101" pitchFamily="2" charset="-122"/>
                <a:sym typeface="Symbol" panose="05050102010706020507" pitchFamily="18" charset="2"/>
              </a:rPr>
              <a:t>(6) ' ¬C(Li,Zhang) </a:t>
            </a:r>
            <a:r>
              <a:rPr lang="en-US" altLang="zh-CN" sz="2400">
                <a:latin typeface="Times New Roman" panose="02020603050405020304" pitchFamily="18" charset="0"/>
                <a:ea typeface="宋体" panose="02010600030101010101" pitchFamily="2" charset="-122"/>
                <a:sym typeface="Symbol" panose="05050102010706020507" pitchFamily="18" charset="2"/>
              </a:rPr>
              <a:t> </a:t>
            </a:r>
            <a:r>
              <a:rPr lang="en-US" altLang="zh-CN" sz="2400" b="1">
                <a:solidFill>
                  <a:srgbClr val="0000FF"/>
                </a:solidFill>
                <a:latin typeface="Times New Roman" panose="02020603050405020304" pitchFamily="18" charset="0"/>
                <a:ea typeface="宋体" panose="02010600030101010101" pitchFamily="2" charset="-122"/>
                <a:sym typeface="Symbol" panose="05050102010706020507" pitchFamily="18" charset="2"/>
              </a:rPr>
              <a:t>ANS</a:t>
            </a:r>
            <a:r>
              <a:rPr lang="zh-CN" altLang="en-US" sz="2400" b="1">
                <a:solidFill>
                  <a:srgbClr val="0000FF"/>
                </a:solidFill>
                <a:latin typeface="Times New Roman" panose="02020603050405020304" pitchFamily="18" charset="0"/>
                <a:ea typeface="宋体" panose="02010600030101010101" pitchFamily="2" charset="-122"/>
                <a:sym typeface="Symbol" panose="05050102010706020507" pitchFamily="18" charset="2"/>
              </a:rPr>
              <a:t>（</a:t>
            </a:r>
            <a:r>
              <a:rPr lang="en-US" altLang="zh-CN" sz="2400" b="1">
                <a:solidFill>
                  <a:srgbClr val="0000FF"/>
                </a:solidFill>
                <a:latin typeface="Times New Roman" panose="02020603050405020304" pitchFamily="18" charset="0"/>
                <a:ea typeface="宋体" panose="02010600030101010101" pitchFamily="2" charset="-122"/>
                <a:sym typeface="Symbol" panose="05050102010706020507" pitchFamily="18" charset="2"/>
              </a:rPr>
              <a:t>Wang</a:t>
            </a:r>
            <a:r>
              <a:rPr lang="zh-CN" altLang="en-US" sz="2400" b="1">
                <a:solidFill>
                  <a:srgbClr val="0000FF"/>
                </a:solidFill>
                <a:latin typeface="Times New Roman" panose="02020603050405020304" pitchFamily="18" charset="0"/>
                <a:ea typeface="宋体" panose="02010600030101010101" pitchFamily="2" charset="-122"/>
                <a:sym typeface="Symbol" panose="05050102010706020507" pitchFamily="18" charset="2"/>
              </a:rPr>
              <a:t>）</a:t>
            </a:r>
            <a:r>
              <a:rPr lang="zh-CN" altLang="en-US" sz="2400" b="1">
                <a:latin typeface="Times New Roman" panose="02020603050405020304" pitchFamily="18" charset="0"/>
                <a:ea typeface="宋体" panose="02010600030101010101" pitchFamily="2" charset="-122"/>
                <a:sym typeface="Symbol" panose="05050102010706020507" pitchFamily="18" charset="2"/>
              </a:rPr>
              <a:t> </a:t>
            </a:r>
            <a:r>
              <a:rPr lang="en-US" altLang="zh-CN" sz="2000" b="1">
                <a:latin typeface="Times New Roman" panose="02020603050405020304" pitchFamily="18" charset="0"/>
                <a:ea typeface="宋体" panose="02010600030101010101" pitchFamily="2" charset="-122"/>
                <a:sym typeface="Symbol" panose="05050102010706020507" pitchFamily="18" charset="2"/>
              </a:rPr>
              <a:t>[(4) ',(5)</a:t>
            </a:r>
            <a:r>
              <a:rPr lang="en-US" altLang="zh-CN" sz="2400" b="1">
                <a:latin typeface="Times New Roman" panose="02020603050405020304" pitchFamily="18" charset="0"/>
                <a:ea typeface="宋体" panose="02010600030101010101" pitchFamily="2" charset="-122"/>
                <a:sym typeface="Symbol" panose="05050102010706020507" pitchFamily="18" charset="2"/>
              </a:rPr>
              <a:t> </a:t>
            </a:r>
            <a:r>
              <a:rPr lang="en-US" altLang="zh-CN" sz="2000" b="1">
                <a:latin typeface="Times New Roman" panose="02020603050405020304" pitchFamily="18" charset="0"/>
                <a:ea typeface="宋体" panose="02010600030101010101" pitchFamily="2" charset="-122"/>
                <a:sym typeface="Symbol" panose="05050102010706020507" pitchFamily="18" charset="2"/>
              </a:rPr>
              <a:t>',{Wang/u,Zhang/y}]</a:t>
            </a:r>
          </a:p>
          <a:p>
            <a:pPr eaLnBrk="1" latinLnBrk="0" hangingPunct="1">
              <a:lnSpc>
                <a:spcPct val="80000"/>
              </a:lnSpc>
              <a:spcBef>
                <a:spcPct val="50000"/>
              </a:spcBef>
              <a:buFontTx/>
              <a:buNone/>
            </a:pPr>
            <a:r>
              <a:rPr lang="en-US" altLang="zh-CN" sz="2400" b="1">
                <a:latin typeface="Times New Roman" panose="02020603050405020304" pitchFamily="18" charset="0"/>
                <a:ea typeface="宋体" panose="02010600030101010101" pitchFamily="2" charset="-122"/>
                <a:sym typeface="Symbol" panose="05050102010706020507" pitchFamily="18" charset="2"/>
              </a:rPr>
              <a:t>(7) ' </a:t>
            </a:r>
            <a:r>
              <a:rPr lang="en-US" altLang="zh-CN" sz="2400" b="1">
                <a:solidFill>
                  <a:srgbClr val="0000FF"/>
                </a:solidFill>
                <a:latin typeface="Times New Roman" panose="02020603050405020304" pitchFamily="18" charset="0"/>
                <a:ea typeface="宋体" panose="02010600030101010101" pitchFamily="2" charset="-122"/>
                <a:sym typeface="Symbol" panose="05050102010706020507" pitchFamily="18" charset="2"/>
              </a:rPr>
              <a:t>ANS</a:t>
            </a:r>
            <a:r>
              <a:rPr lang="zh-CN" altLang="en-US" sz="2400" b="1">
                <a:solidFill>
                  <a:srgbClr val="0000FF"/>
                </a:solidFill>
                <a:latin typeface="Times New Roman" panose="02020603050405020304" pitchFamily="18" charset="0"/>
                <a:ea typeface="宋体" panose="02010600030101010101" pitchFamily="2" charset="-122"/>
                <a:sym typeface="Symbol" panose="05050102010706020507" pitchFamily="18" charset="2"/>
              </a:rPr>
              <a:t>（</a:t>
            </a:r>
            <a:r>
              <a:rPr lang="en-US" altLang="zh-CN" sz="2400" b="1">
                <a:solidFill>
                  <a:srgbClr val="0000FF"/>
                </a:solidFill>
                <a:latin typeface="Times New Roman" panose="02020603050405020304" pitchFamily="18" charset="0"/>
                <a:ea typeface="宋体" panose="02010600030101010101" pitchFamily="2" charset="-122"/>
                <a:sym typeface="Symbol" panose="05050102010706020507" pitchFamily="18" charset="2"/>
              </a:rPr>
              <a:t>Wang</a:t>
            </a:r>
            <a:r>
              <a:rPr lang="zh-CN" altLang="en-US" sz="2400" b="1">
                <a:solidFill>
                  <a:srgbClr val="0000FF"/>
                </a:solidFill>
                <a:latin typeface="Times New Roman" panose="02020603050405020304" pitchFamily="18" charset="0"/>
                <a:ea typeface="宋体" panose="02010600030101010101" pitchFamily="2" charset="-122"/>
                <a:sym typeface="Symbol" panose="05050102010706020507" pitchFamily="18" charset="2"/>
              </a:rPr>
              <a:t>）</a:t>
            </a:r>
            <a:r>
              <a:rPr lang="zh-CN" altLang="en-US" sz="2400" b="1">
                <a:latin typeface="Times New Roman" panose="02020603050405020304" pitchFamily="18" charset="0"/>
                <a:ea typeface="宋体" panose="02010600030101010101" pitchFamily="2" charset="-122"/>
                <a:sym typeface="Symbol" panose="05050102010706020507" pitchFamily="18" charset="2"/>
              </a:rPr>
              <a:t>                      </a:t>
            </a:r>
            <a:r>
              <a:rPr lang="en-US" altLang="zh-CN" sz="2400" b="1">
                <a:latin typeface="Times New Roman" panose="02020603050405020304" pitchFamily="18" charset="0"/>
                <a:ea typeface="宋体" panose="02010600030101010101" pitchFamily="2" charset="-122"/>
                <a:sym typeface="Symbol" panose="05050102010706020507" pitchFamily="18" charset="2"/>
              </a:rPr>
              <a:t>[(3),(6) ']</a:t>
            </a:r>
          </a:p>
          <a:p>
            <a:pPr eaLnBrk="1" latinLnBrk="0" hangingPunct="1">
              <a:lnSpc>
                <a:spcPct val="80000"/>
              </a:lnSpc>
              <a:spcBef>
                <a:spcPct val="50000"/>
              </a:spcBef>
              <a:buFontTx/>
              <a:buNone/>
            </a:pPr>
            <a:r>
              <a:rPr lang="zh-CN" altLang="en-US" sz="2400" b="1">
                <a:latin typeface="Times New Roman" panose="02020603050405020304" pitchFamily="18" charset="0"/>
                <a:ea typeface="宋体" panose="02010600030101010101" pitchFamily="2" charset="-122"/>
                <a:sym typeface="Symbol" panose="05050102010706020507" pitchFamily="18" charset="2"/>
              </a:rPr>
              <a:t>这说明小张的老师存在且求得小张的老师是王先生。</a:t>
            </a:r>
          </a:p>
        </p:txBody>
      </p:sp>
      <p:sp>
        <p:nvSpPr>
          <p:cNvPr id="153606" name="Rectangle 8"/>
          <p:cNvSpPr>
            <a:spLocks noGrp="1" noChangeArrowheads="1"/>
          </p:cNvSpPr>
          <p:nvPr>
            <p:ph type="title"/>
          </p:nvPr>
        </p:nvSpPr>
        <p:spPr>
          <a:xfrm>
            <a:off x="544468" y="156370"/>
            <a:ext cx="7772400" cy="1143000"/>
          </a:xfrm>
          <a:noFill/>
        </p:spPr>
        <p:txBody>
          <a:bodyPr/>
          <a:lstStyle/>
          <a:p>
            <a:pPr eaLnBrk="1" hangingPunct="1"/>
            <a:r>
              <a:rPr lang="zh-CN" altLang="en-US" sz="3200" b="1" dirty="0" smtClean="0">
                <a:solidFill>
                  <a:schemeClr val="tx1"/>
                </a:solidFill>
                <a:latin typeface="黑体" panose="02010609060101010101" pitchFamily="49" charset="-122"/>
                <a:ea typeface="黑体" panose="02010609060101010101" pitchFamily="49" charset="-122"/>
              </a:rPr>
              <a:t>应用归结原理求取问题答案</a:t>
            </a:r>
            <a:endParaRPr lang="en-US" altLang="zh-CN" sz="3200" b="1" dirty="0" smtClean="0">
              <a:solidFill>
                <a:schemeClr val="tx1"/>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71567029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82660">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82660">
                                            <p:txEl>
                                              <p:charRg st="10" end="5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82660">
                                            <p:txEl>
                                              <p:charRg st="50" end="7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82660">
                                            <p:txEl>
                                              <p:charRg st="73" end="9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82660">
                                            <p:txEl>
                                              <p:charRg st="96" end="128"/>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582661">
                                            <p:txEl>
                                              <p:pRg st="0" end="0"/>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582661">
                                            <p:txEl>
                                              <p:pRg st="1" end="1"/>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582661">
                                            <p:txEl>
                                              <p:pRg st="2" end="2"/>
                                            </p:txEl>
                                          </p:spTgt>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0"/>
                                          </p:stCondLst>
                                        </p:cTn>
                                        <p:tgtEl>
                                          <p:spTgt spid="582661">
                                            <p:txEl>
                                              <p:pRg st="3" end="3"/>
                                            </p:txEl>
                                          </p:spTgt>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0"/>
                                          </p:stCondLst>
                                        </p:cTn>
                                        <p:tgtEl>
                                          <p:spTgt spid="58266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p:cNvSpPr>
          <p:nvPr>
            <p:ph type="ctrTitle" hasCustomPrompt="1"/>
          </p:nvPr>
        </p:nvSpPr>
        <p:spPr>
          <a:xfrm>
            <a:off x="611188" y="1052513"/>
            <a:ext cx="8139112" cy="4897437"/>
          </a:xfrm>
        </p:spPr>
        <p:txBody>
          <a:bodyPr vert="horz" wrap="square" lIns="91440" tIns="45720" rIns="91440" bIns="45720" anchor="ctr" anchorCtr="0"/>
          <a:lstStyle/>
          <a:p>
            <a:pPr eaLnBrk="1" hangingPunct="1">
              <a:buClrTx/>
              <a:buSzTx/>
              <a:buFontTx/>
            </a:pPr>
            <a:r>
              <a:rPr kumimoji="1" lang="en-US" altLang="zh-CN" sz="4800" kern="1200" dirty="0" smtClean="0">
                <a:solidFill>
                  <a:schemeClr val="tx1"/>
                </a:solidFill>
                <a:latin typeface="Times New Roman" panose="02020603050405020304" pitchFamily="18" charset="0"/>
                <a:ea typeface="宋体" panose="02010600030101010101" pitchFamily="2" charset="-122"/>
                <a:cs typeface="+mj-cs"/>
              </a:rPr>
              <a:t>3.4  </a:t>
            </a:r>
            <a:r>
              <a:rPr kumimoji="1" lang="zh-CN" altLang="en-US" sz="4800" kern="1200" dirty="0" smtClean="0">
                <a:solidFill>
                  <a:schemeClr val="tx1"/>
                </a:solidFill>
                <a:latin typeface="Times New Roman" panose="02020603050405020304" pitchFamily="18" charset="0"/>
                <a:ea typeface="黑体" panose="02010609060101010101" pitchFamily="49" charset="-122"/>
                <a:cs typeface="+mj-cs"/>
              </a:rPr>
              <a:t>知识图谱推理</a:t>
            </a:r>
            <a:r>
              <a:rPr kumimoji="1" lang="zh-CN" altLang="en-US" sz="4800" kern="1200" dirty="0">
                <a:solidFill>
                  <a:schemeClr val="tx1"/>
                </a:solidFill>
                <a:latin typeface="Times New Roman" panose="02020603050405020304" pitchFamily="18" charset="0"/>
                <a:ea typeface="宋体" panose="02010600030101010101" pitchFamily="2" charset="-122"/>
                <a:cs typeface="+mj-cs"/>
              </a:rPr>
              <a:t/>
            </a:r>
            <a:br>
              <a:rPr kumimoji="1" lang="zh-CN" altLang="en-US" sz="4800" kern="1200" dirty="0">
                <a:solidFill>
                  <a:schemeClr val="tx1"/>
                </a:solidFill>
                <a:latin typeface="Times New Roman" panose="02020603050405020304" pitchFamily="18" charset="0"/>
                <a:ea typeface="宋体" panose="02010600030101010101" pitchFamily="2" charset="-122"/>
                <a:cs typeface="+mj-cs"/>
              </a:rPr>
            </a:br>
            <a:r>
              <a:rPr kumimoji="1" lang="zh-CN" altLang="en-US" sz="4800" kern="1200" dirty="0">
                <a:solidFill>
                  <a:schemeClr val="tx1"/>
                </a:solidFill>
                <a:latin typeface="Times New Roman" panose="02020603050405020304" pitchFamily="18" charset="0"/>
                <a:ea typeface="宋体" panose="02010600030101010101" pitchFamily="2" charset="-122"/>
                <a:cs typeface="+mj-cs"/>
              </a:rPr>
              <a:t/>
            </a:r>
            <a:br>
              <a:rPr kumimoji="1" lang="zh-CN" altLang="en-US" sz="4800" kern="1200" dirty="0">
                <a:solidFill>
                  <a:schemeClr val="tx1"/>
                </a:solidFill>
                <a:latin typeface="Times New Roman" panose="02020603050405020304" pitchFamily="18" charset="0"/>
                <a:ea typeface="宋体" panose="02010600030101010101" pitchFamily="2" charset="-122"/>
                <a:cs typeface="+mj-cs"/>
              </a:rPr>
            </a:br>
            <a:endParaRPr kumimoji="1" lang="en-US" altLang="zh-CN" sz="3200" kern="1200" dirty="0">
              <a:solidFill>
                <a:schemeClr val="tx1"/>
              </a:solidFill>
              <a:latin typeface="Times New Roman" panose="02020603050405020304" pitchFamily="18" charset="0"/>
              <a:ea typeface="黑体" panose="02010609060101010101" pitchFamily="49" charset="-122"/>
              <a:cs typeface="+mj-cs"/>
            </a:endParaRPr>
          </a:p>
        </p:txBody>
      </p:sp>
      <p:sp>
        <p:nvSpPr>
          <p:cNvPr id="128003" name="Text Box 4"/>
          <p:cNvSpPr txBox="1"/>
          <p:nvPr/>
        </p:nvSpPr>
        <p:spPr>
          <a:xfrm>
            <a:off x="0" y="188913"/>
            <a:ext cx="2339975" cy="457200"/>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0" lvl="0" indent="0" eaLnBrk="1" hangingPunct="1">
              <a:spcBef>
                <a:spcPct val="50000"/>
              </a:spcBef>
              <a:buNone/>
            </a:pPr>
            <a:r>
              <a:rPr lang="zh-CN" altLang="en-US" sz="2400" dirty="0">
                <a:latin typeface="华文行楷" panose="02010800040101010101" pitchFamily="2" charset="-122"/>
                <a:ea typeface="华文行楷" panose="02010800040101010101" pitchFamily="2" charset="-122"/>
              </a:rPr>
              <a:t>第</a:t>
            </a:r>
            <a:r>
              <a:rPr lang="en-US" altLang="zh-CN" sz="2400" dirty="0">
                <a:latin typeface="华文行楷" panose="02010800040101010101" pitchFamily="2" charset="-122"/>
                <a:ea typeface="华文行楷" panose="02010800040101010101" pitchFamily="2" charset="-122"/>
              </a:rPr>
              <a:t>3</a:t>
            </a:r>
            <a:r>
              <a:rPr lang="zh-CN" altLang="en-US" sz="2400" dirty="0">
                <a:latin typeface="华文行楷" panose="02010800040101010101" pitchFamily="2" charset="-122"/>
                <a:ea typeface="华文行楷" panose="02010800040101010101" pitchFamily="2" charset="-122"/>
              </a:rPr>
              <a:t>章 逻辑系统</a:t>
            </a:r>
          </a:p>
        </p:txBody>
      </p:sp>
    </p:spTree>
    <p:extLst>
      <p:ext uri="{BB962C8B-B14F-4D97-AF65-F5344CB8AC3E}">
        <p14:creationId xmlns:p14="http://schemas.microsoft.com/office/powerpoint/2010/main" val="3712821474"/>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p:cNvSpPr>
            <a:spLocks noGrp="1"/>
          </p:cNvSpPr>
          <p:nvPr>
            <p:ph type="title"/>
          </p:nvPr>
        </p:nvSpPr>
        <p:spPr>
          <a:xfrm>
            <a:off x="395536" y="64543"/>
            <a:ext cx="7772400" cy="1143000"/>
          </a:xfrm>
        </p:spPr>
        <p:txBody>
          <a:bodyPr/>
          <a:lstStyle/>
          <a:p>
            <a:r>
              <a:rPr lang="zh-CN" altLang="en-US" sz="3200" b="1" dirty="0" smtClean="0">
                <a:solidFill>
                  <a:schemeClr val="tx1"/>
                </a:solidFill>
                <a:latin typeface="微软雅黑" panose="020B0503020204020204" pitchFamily="34" charset="-122"/>
                <a:ea typeface="微软雅黑" panose="020B0503020204020204" pitchFamily="34" charset="-122"/>
              </a:rPr>
              <a:t>知识图谱：起源</a:t>
            </a:r>
          </a:p>
        </p:txBody>
      </p:sp>
      <p:sp>
        <p:nvSpPr>
          <p:cNvPr id="7171" name="内容占位符 2"/>
          <p:cNvSpPr>
            <a:spLocks noGrp="1"/>
          </p:cNvSpPr>
          <p:nvPr>
            <p:ph idx="1"/>
          </p:nvPr>
        </p:nvSpPr>
        <p:spPr>
          <a:xfrm>
            <a:off x="323528" y="1219063"/>
            <a:ext cx="8712968" cy="4303713"/>
          </a:xfrm>
        </p:spPr>
        <p:txBody>
          <a:bodyPr/>
          <a:lstStyle/>
          <a:p>
            <a:pPr>
              <a:lnSpc>
                <a:spcPct val="120000"/>
              </a:lnSpc>
            </a:pPr>
            <a:r>
              <a:rPr lang="zh-CN" altLang="en-US" sz="2400" dirty="0" smtClean="0">
                <a:latin typeface="微软雅黑" panose="020B0503020204020204" pitchFamily="34" charset="-122"/>
                <a:ea typeface="微软雅黑" panose="020B0503020204020204" pitchFamily="34" charset="-122"/>
              </a:rPr>
              <a:t>互联网内容的大规模、异质多元、组织结构松散的特点，给人们有效获取信息和知识提出了挑战。</a:t>
            </a:r>
          </a:p>
          <a:p>
            <a:pPr>
              <a:lnSpc>
                <a:spcPct val="120000"/>
              </a:lnSpc>
            </a:pPr>
            <a:r>
              <a:rPr lang="zh-CN" altLang="en-US" sz="2400" dirty="0" smtClean="0">
                <a:latin typeface="微软雅黑" panose="020B0503020204020204" pitchFamily="34" charset="-122"/>
                <a:ea typeface="微软雅黑" panose="020B0503020204020204" pitchFamily="34" charset="-122"/>
              </a:rPr>
              <a:t>谷歌为了利用网络多源数据构建的知识库来增强语义搜索，提升搜索引擎返回的答案质量和用户查询的效率，于</a:t>
            </a:r>
            <a:r>
              <a:rPr lang="en-US" altLang="zh-CN" sz="2400" dirty="0" smtClean="0">
                <a:latin typeface="微软雅黑" panose="020B0503020204020204" pitchFamily="34" charset="-122"/>
                <a:ea typeface="微软雅黑" panose="020B0503020204020204" pitchFamily="34" charset="-122"/>
              </a:rPr>
              <a:t>2012</a:t>
            </a:r>
            <a:r>
              <a:rPr lang="zh-CN" altLang="en-US" sz="2400" dirty="0" smtClean="0">
                <a:latin typeface="微软雅黑" panose="020B0503020204020204" pitchFamily="34" charset="-122"/>
                <a:ea typeface="微软雅黑" panose="020B0503020204020204" pitchFamily="34" charset="-122"/>
              </a:rPr>
              <a:t>年首先发布了知识图谱（</a:t>
            </a:r>
            <a:r>
              <a:rPr lang="en-US" altLang="zh-CN" sz="2400" dirty="0" smtClean="0">
                <a:latin typeface="微软雅黑" panose="020B0503020204020204" pitchFamily="34" charset="-122"/>
                <a:ea typeface="微软雅黑" panose="020B0503020204020204" pitchFamily="34" charset="-122"/>
              </a:rPr>
              <a:t>Knowledge Graph</a:t>
            </a:r>
            <a:r>
              <a:rPr lang="zh-CN" altLang="en-US" sz="2400" dirty="0" smtClean="0">
                <a:latin typeface="微软雅黑" panose="020B0503020204020204" pitchFamily="34" charset="-122"/>
                <a:ea typeface="微软雅黑" panose="020B0503020204020204" pitchFamily="34" charset="-122"/>
              </a:rPr>
              <a:t>）。</a:t>
            </a:r>
            <a:endParaRPr lang="en-US" altLang="zh-CN" sz="2400" dirty="0" smtClean="0">
              <a:latin typeface="微软雅黑" panose="020B0503020204020204" pitchFamily="34" charset="-122"/>
              <a:ea typeface="微软雅黑" panose="020B0503020204020204" pitchFamily="34" charset="-122"/>
            </a:endParaRPr>
          </a:p>
          <a:p>
            <a:pPr>
              <a:lnSpc>
                <a:spcPct val="120000"/>
              </a:lnSpc>
            </a:pPr>
            <a:r>
              <a:rPr lang="zh-CN" altLang="en-US" sz="2400" dirty="0" smtClean="0">
                <a:latin typeface="微软雅黑" panose="020B0503020204020204" pitchFamily="34" charset="-122"/>
                <a:ea typeface="微软雅黑" panose="020B0503020204020204" pitchFamily="34" charset="-122"/>
              </a:rPr>
              <a:t>现在的知识图谱已被用来泛指各种大规模的知识库。</a:t>
            </a:r>
            <a:r>
              <a:rPr lang="en-US" altLang="zh-CN" sz="2400" dirty="0" smtClean="0">
                <a:latin typeface="微软雅黑" panose="020B0503020204020204" pitchFamily="34" charset="-122"/>
                <a:ea typeface="微软雅黑" panose="020B0503020204020204" pitchFamily="34" charset="-122"/>
              </a:rPr>
              <a:t>Google</a:t>
            </a:r>
            <a:r>
              <a:rPr lang="zh-CN" altLang="en-US" sz="2400" dirty="0" smtClean="0">
                <a:latin typeface="微软雅黑" panose="020B0503020204020204" pitchFamily="34" charset="-122"/>
                <a:ea typeface="微软雅黑" panose="020B0503020204020204" pitchFamily="34" charset="-122"/>
              </a:rPr>
              <a:t>、百度和搜狗</a:t>
            </a:r>
            <a:r>
              <a:rPr lang="zh-CN" altLang="en-US" sz="2400" dirty="0" smtClean="0">
                <a:latin typeface="微软雅黑" panose="020B0503020204020204" pitchFamily="34" charset="-122"/>
                <a:ea typeface="微软雅黑" panose="020B0503020204020204" pitchFamily="34" charset="-122"/>
              </a:rPr>
              <a:t>等纷纷构建知识</a:t>
            </a:r>
            <a:r>
              <a:rPr lang="zh-CN" altLang="en-US" sz="2400" dirty="0" smtClean="0">
                <a:latin typeface="微软雅黑" panose="020B0503020204020204" pitchFamily="34" charset="-122"/>
                <a:ea typeface="微软雅黑" panose="020B0503020204020204" pitchFamily="34" charset="-122"/>
              </a:rPr>
              <a:t>图谱、知心和知立方。</a:t>
            </a:r>
          </a:p>
        </p:txBody>
      </p:sp>
      <p:sp>
        <p:nvSpPr>
          <p:cNvPr id="4" name="灯片编号占位符 3"/>
          <p:cNvSpPr>
            <a:spLocks noGrp="1"/>
          </p:cNvSpPr>
          <p:nvPr>
            <p:ph type="sldNum" sz="quarter" idx="4294967295"/>
          </p:nvPr>
        </p:nvSpPr>
        <p:spPr>
          <a:xfrm>
            <a:off x="6553200" y="6248400"/>
            <a:ext cx="1905000" cy="457200"/>
          </a:xfrm>
          <a:prstGeom prst="rect">
            <a:avLst/>
          </a:prstGeom>
        </p:spPr>
        <p:txBody>
          <a:bodyPr/>
          <a:lstStyle/>
          <a:p>
            <a:pPr>
              <a:defRPr/>
            </a:pPr>
            <a:fld id="{D4E22331-1D68-498F-9A79-895922C8BEE3}" type="slidenum">
              <a:rPr lang="en-US" altLang="ko-KR" smtClean="0"/>
              <a:pPr>
                <a:defRPr/>
              </a:pPr>
              <a:t>62</a:t>
            </a:fld>
            <a:endParaRPr lang="en-US" altLang="ko-KR"/>
          </a:p>
        </p:txBody>
      </p:sp>
      <p:sp>
        <p:nvSpPr>
          <p:cNvPr id="5" name="矩形 4"/>
          <p:cNvSpPr/>
          <p:nvPr/>
        </p:nvSpPr>
        <p:spPr>
          <a:xfrm>
            <a:off x="359024" y="4611874"/>
            <a:ext cx="8784976" cy="1865126"/>
          </a:xfrm>
          <a:prstGeom prst="rect">
            <a:avLst/>
          </a:prstGeom>
        </p:spPr>
        <p:txBody>
          <a:bodyPr wrap="square">
            <a:spAutoFit/>
          </a:bodyPr>
          <a:lstStyle/>
          <a:p>
            <a:pPr>
              <a:lnSpc>
                <a:spcPct val="120000"/>
              </a:lnSpc>
            </a:pPr>
            <a:r>
              <a:rPr lang="zh-CN" altLang="en-US" dirty="0">
                <a:latin typeface="微软雅黑" panose="020B0503020204020204" pitchFamily="34" charset="-122"/>
                <a:ea typeface="微软雅黑" panose="020B0503020204020204" pitchFamily="34" charset="-122"/>
              </a:rPr>
              <a:t>目前，知识图谱成为人工智能研究的热点，以前研究中的许多</a:t>
            </a:r>
            <a:r>
              <a:rPr lang="zh-CN" altLang="en-US" dirty="0" smtClean="0">
                <a:latin typeface="微软雅黑" panose="020B0503020204020204" pitchFamily="34" charset="-122"/>
                <a:ea typeface="微软雅黑" panose="020B0503020204020204" pitchFamily="34" charset="-122"/>
              </a:rPr>
              <a:t>瓶颈问题</a:t>
            </a:r>
            <a:r>
              <a:rPr lang="zh-CN" altLang="en-US" dirty="0">
                <a:latin typeface="微软雅黑" panose="020B0503020204020204" pitchFamily="34" charset="-122"/>
                <a:ea typeface="微软雅黑" panose="020B0503020204020204" pitchFamily="34" charset="-122"/>
              </a:rPr>
              <a:t>、难点问题，现在都可以通过引入知识图谱来增强、提高。</a:t>
            </a:r>
            <a:r>
              <a:rPr lang="zh-CN" altLang="en-US" dirty="0" smtClean="0">
                <a:latin typeface="微软雅黑" panose="020B0503020204020204" pitchFamily="34" charset="-122"/>
                <a:ea typeface="微软雅黑" panose="020B0503020204020204" pitchFamily="34" charset="-122"/>
              </a:rPr>
              <a:t>因此</a:t>
            </a:r>
            <a:r>
              <a:rPr lang="zh-CN" altLang="en-US" dirty="0">
                <a:latin typeface="微软雅黑" panose="020B0503020204020204" pitchFamily="34" charset="-122"/>
                <a:ea typeface="微软雅黑" panose="020B0503020204020204" pitchFamily="34" charset="-122"/>
              </a:rPr>
              <a:t>，知识图谱逐渐成为人工智能领域的基础设施，成为</a:t>
            </a:r>
            <a:r>
              <a:rPr lang="zh-CN" altLang="en-US" dirty="0" smtClean="0">
                <a:latin typeface="微软雅黑" panose="020B0503020204020204" pitchFamily="34" charset="-122"/>
                <a:ea typeface="微软雅黑" panose="020B0503020204020204" pitchFamily="34" charset="-122"/>
              </a:rPr>
              <a:t>“知识赋能”的</a:t>
            </a:r>
            <a:r>
              <a:rPr lang="zh-CN" altLang="en-US" dirty="0">
                <a:latin typeface="微软雅黑" panose="020B0503020204020204" pitchFamily="34" charset="-122"/>
                <a:ea typeface="微软雅黑" panose="020B0503020204020204" pitchFamily="34" charset="-122"/>
              </a:rPr>
              <a:t>重要环节。</a:t>
            </a:r>
          </a:p>
        </p:txBody>
      </p:sp>
    </p:spTree>
    <p:extLst>
      <p:ext uri="{BB962C8B-B14F-4D97-AF65-F5344CB8AC3E}">
        <p14:creationId xmlns:p14="http://schemas.microsoft.com/office/powerpoint/2010/main" val="970509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内容占位符 2"/>
          <p:cNvSpPr>
            <a:spLocks noGrp="1"/>
          </p:cNvSpPr>
          <p:nvPr>
            <p:ph idx="1"/>
          </p:nvPr>
        </p:nvSpPr>
        <p:spPr>
          <a:xfrm>
            <a:off x="395536" y="1628775"/>
            <a:ext cx="8484939" cy="4303713"/>
          </a:xfrm>
        </p:spPr>
        <p:txBody>
          <a:bodyPr/>
          <a:lstStyle/>
          <a:p>
            <a:pPr>
              <a:lnSpc>
                <a:spcPct val="120000"/>
              </a:lnSpc>
            </a:pPr>
            <a:r>
              <a:rPr lang="zh-CN" altLang="en-US" sz="2400" dirty="0" smtClean="0">
                <a:latin typeface="微软雅黑" panose="020B0503020204020204" pitchFamily="34" charset="-122"/>
                <a:ea typeface="微软雅黑" panose="020B0503020204020204" pitchFamily="34" charset="-122"/>
              </a:rPr>
              <a:t>语言：知识的自然描述方式和表达载体，语言模型，词嵌入</a:t>
            </a:r>
            <a:endParaRPr lang="en-US" altLang="zh-CN" sz="2400" dirty="0" smtClean="0">
              <a:latin typeface="微软雅黑" panose="020B0503020204020204" pitchFamily="34" charset="-122"/>
              <a:ea typeface="微软雅黑" panose="020B0503020204020204" pitchFamily="34" charset="-122"/>
            </a:endParaRPr>
          </a:p>
          <a:p>
            <a:pPr>
              <a:lnSpc>
                <a:spcPct val="120000"/>
              </a:lnSpc>
            </a:pPr>
            <a:r>
              <a:rPr lang="zh-CN" altLang="en-US" sz="2400" dirty="0" smtClean="0">
                <a:latin typeface="微软雅黑" panose="020B0503020204020204" pitchFamily="34" charset="-122"/>
                <a:ea typeface="微软雅黑" panose="020B0503020204020204" pitchFamily="34" charset="-122"/>
              </a:rPr>
              <a:t>符号表示</a:t>
            </a:r>
            <a:endParaRPr lang="en-US" altLang="zh-CN" sz="2400" dirty="0" smtClean="0">
              <a:latin typeface="微软雅黑" panose="020B0503020204020204" pitchFamily="34" charset="-122"/>
              <a:ea typeface="微软雅黑" panose="020B0503020204020204" pitchFamily="34" charset="-122"/>
            </a:endParaRPr>
          </a:p>
          <a:p>
            <a:pPr lvl="1">
              <a:lnSpc>
                <a:spcPct val="120000"/>
              </a:lnSpc>
            </a:pPr>
            <a:r>
              <a:rPr lang="zh-CN" altLang="en-US" dirty="0" smtClean="0">
                <a:latin typeface="微软雅黑" panose="020B0503020204020204" pitchFamily="34" charset="-122"/>
                <a:ea typeface="微软雅黑" panose="020B0503020204020204" pitchFamily="34" charset="-122"/>
              </a:rPr>
              <a:t>产生式规则</a:t>
            </a:r>
            <a:endParaRPr lang="en-US" altLang="zh-CN" dirty="0" smtClean="0">
              <a:latin typeface="微软雅黑" panose="020B0503020204020204" pitchFamily="34" charset="-122"/>
              <a:ea typeface="微软雅黑" panose="020B0503020204020204" pitchFamily="34" charset="-122"/>
            </a:endParaRPr>
          </a:p>
          <a:p>
            <a:pPr lvl="1">
              <a:lnSpc>
                <a:spcPct val="120000"/>
              </a:lnSpc>
            </a:pPr>
            <a:r>
              <a:rPr lang="zh-CN" altLang="en-US" dirty="0" smtClean="0">
                <a:latin typeface="微软雅黑" panose="020B0503020204020204" pitchFamily="34" charset="-122"/>
                <a:ea typeface="微软雅黑" panose="020B0503020204020204" pitchFamily="34" charset="-122"/>
              </a:rPr>
              <a:t>框架：典型情景来表示知识</a:t>
            </a:r>
            <a:endParaRPr lang="en-US" altLang="zh-CN" dirty="0" smtClean="0">
              <a:latin typeface="微软雅黑" panose="020B0503020204020204" pitchFamily="34" charset="-122"/>
              <a:ea typeface="微软雅黑" panose="020B0503020204020204" pitchFamily="34" charset="-122"/>
            </a:endParaRPr>
          </a:p>
          <a:p>
            <a:pPr lvl="1">
              <a:lnSpc>
                <a:spcPct val="120000"/>
              </a:lnSpc>
            </a:pPr>
            <a:r>
              <a:rPr lang="zh-CN" altLang="en-US" dirty="0" smtClean="0">
                <a:latin typeface="微软雅黑" panose="020B0503020204020204" pitchFamily="34" charset="-122"/>
                <a:ea typeface="微软雅黑" panose="020B0503020204020204" pitchFamily="34" charset="-122"/>
              </a:rPr>
              <a:t>语义网络</a:t>
            </a:r>
            <a:endParaRPr lang="en-US" altLang="zh-CN" dirty="0" smtClean="0">
              <a:latin typeface="微软雅黑" panose="020B0503020204020204" pitchFamily="34" charset="-122"/>
              <a:ea typeface="微软雅黑" panose="020B0503020204020204" pitchFamily="34" charset="-122"/>
            </a:endParaRPr>
          </a:p>
          <a:p>
            <a:pPr lvl="1">
              <a:lnSpc>
                <a:spcPct val="120000"/>
              </a:lnSpc>
            </a:pPr>
            <a:r>
              <a:rPr lang="zh-CN" altLang="en-US" dirty="0" smtClean="0">
                <a:latin typeface="微软雅黑" panose="020B0503020204020204" pitchFamily="34" charset="-122"/>
                <a:ea typeface="微软雅黑" panose="020B0503020204020204" pitchFamily="34" charset="-122"/>
              </a:rPr>
              <a:t>本体论</a:t>
            </a:r>
            <a:endParaRPr lang="en-US" altLang="zh-CN" dirty="0" smtClean="0">
              <a:latin typeface="微软雅黑" panose="020B0503020204020204" pitchFamily="34" charset="-122"/>
              <a:ea typeface="微软雅黑" panose="020B0503020204020204" pitchFamily="34" charset="-122"/>
            </a:endParaRPr>
          </a:p>
          <a:p>
            <a:pPr lvl="1">
              <a:lnSpc>
                <a:spcPct val="120000"/>
              </a:lnSpc>
            </a:pPr>
            <a:r>
              <a:rPr lang="zh-CN" altLang="en-US" dirty="0">
                <a:latin typeface="微软雅黑" panose="020B0503020204020204" pitchFamily="34" charset="-122"/>
                <a:ea typeface="微软雅黑" panose="020B0503020204020204" pitchFamily="34" charset="-122"/>
              </a:rPr>
              <a:t>知识图谱</a:t>
            </a:r>
            <a:endParaRPr lang="en-US" altLang="zh-CN" dirty="0" smtClean="0">
              <a:latin typeface="微软雅黑" panose="020B0503020204020204" pitchFamily="34" charset="-122"/>
              <a:ea typeface="微软雅黑" panose="020B0503020204020204" pitchFamily="34" charset="-122"/>
            </a:endParaRPr>
          </a:p>
          <a:p>
            <a:pPr lvl="1">
              <a:lnSpc>
                <a:spcPct val="120000"/>
              </a:lnSpc>
            </a:pPr>
            <a:endParaRPr lang="en-US" altLang="zh-CN" dirty="0" smtClean="0">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03848" y="2564904"/>
            <a:ext cx="2814072" cy="481355"/>
          </a:xfrm>
          <a:prstGeom prst="rect">
            <a:avLst/>
          </a:prstGeom>
        </p:spPr>
      </p:pic>
      <p:sp>
        <p:nvSpPr>
          <p:cNvPr id="7170" name="标题 1"/>
          <p:cNvSpPr>
            <a:spLocks noGrp="1"/>
          </p:cNvSpPr>
          <p:nvPr>
            <p:ph type="title"/>
          </p:nvPr>
        </p:nvSpPr>
        <p:spPr>
          <a:xfrm>
            <a:off x="685800" y="404813"/>
            <a:ext cx="7772400" cy="1143000"/>
          </a:xfrm>
        </p:spPr>
        <p:txBody>
          <a:bodyPr/>
          <a:lstStyle/>
          <a:p>
            <a:r>
              <a:rPr lang="zh-CN" altLang="en-US" sz="3200" b="1" dirty="0" smtClean="0">
                <a:solidFill>
                  <a:schemeClr val="tx1"/>
                </a:solidFill>
                <a:latin typeface="微软雅黑" panose="020B0503020204020204" pitchFamily="34" charset="-122"/>
                <a:ea typeface="微软雅黑" panose="020B0503020204020204" pitchFamily="34" charset="-122"/>
              </a:rPr>
              <a:t>背景：知识表示</a:t>
            </a:r>
          </a:p>
        </p:txBody>
      </p:sp>
      <p:sp>
        <p:nvSpPr>
          <p:cNvPr id="4" name="灯片编号占位符 3"/>
          <p:cNvSpPr>
            <a:spLocks noGrp="1"/>
          </p:cNvSpPr>
          <p:nvPr>
            <p:ph type="sldNum" sz="quarter" idx="4294967295"/>
          </p:nvPr>
        </p:nvSpPr>
        <p:spPr>
          <a:xfrm>
            <a:off x="6553200" y="6248400"/>
            <a:ext cx="1905000" cy="457200"/>
          </a:xfrm>
          <a:prstGeom prst="rect">
            <a:avLst/>
          </a:prstGeom>
        </p:spPr>
        <p:txBody>
          <a:bodyPr/>
          <a:lstStyle/>
          <a:p>
            <a:pPr>
              <a:defRPr/>
            </a:pPr>
            <a:fld id="{D4E22331-1D68-498F-9A79-895922C8BEE3}" type="slidenum">
              <a:rPr lang="en-US" altLang="ko-KR" smtClean="0"/>
              <a:pPr>
                <a:defRPr/>
              </a:pPr>
              <a:t>63</a:t>
            </a:fld>
            <a:endParaRPr lang="en-US" altLang="ko-KR"/>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43340" y="3127715"/>
            <a:ext cx="4392488" cy="1766470"/>
          </a:xfrm>
          <a:prstGeom prst="rect">
            <a:avLst/>
          </a:prstGeom>
        </p:spPr>
      </p:pic>
      <p:pic>
        <p:nvPicPr>
          <p:cNvPr id="5" name="图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57813" y="3542081"/>
            <a:ext cx="5101120" cy="2706319"/>
          </a:xfrm>
          <a:prstGeom prst="rect">
            <a:avLst/>
          </a:prstGeom>
        </p:spPr>
      </p:pic>
    </p:spTree>
    <p:extLst>
      <p:ext uri="{BB962C8B-B14F-4D97-AF65-F5344CB8AC3E}">
        <p14:creationId xmlns:p14="http://schemas.microsoft.com/office/powerpoint/2010/main" val="1720487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1">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171">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171">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171">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171">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171">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内容占位符 2"/>
          <p:cNvSpPr>
            <a:spLocks noGrp="1"/>
          </p:cNvSpPr>
          <p:nvPr>
            <p:ph idx="1"/>
          </p:nvPr>
        </p:nvSpPr>
        <p:spPr>
          <a:xfrm>
            <a:off x="395536" y="1628775"/>
            <a:ext cx="8484939" cy="4303713"/>
          </a:xfrm>
        </p:spPr>
        <p:txBody>
          <a:bodyPr/>
          <a:lstStyle/>
          <a:p>
            <a:pPr>
              <a:lnSpc>
                <a:spcPct val="120000"/>
              </a:lnSpc>
            </a:pPr>
            <a:r>
              <a:rPr lang="zh-CN" altLang="en-US" sz="2400" dirty="0" smtClean="0">
                <a:latin typeface="微软雅黑" panose="020B0503020204020204" pitchFamily="34" charset="-122"/>
                <a:ea typeface="微软雅黑" panose="020B0503020204020204" pitchFamily="34" charset="-122"/>
              </a:rPr>
              <a:t>语言：知识的自然描述方式和表达载体，语言模型，词嵌入</a:t>
            </a:r>
            <a:endParaRPr lang="en-US" altLang="zh-CN" sz="2400" dirty="0" smtClean="0">
              <a:latin typeface="微软雅黑" panose="020B0503020204020204" pitchFamily="34" charset="-122"/>
              <a:ea typeface="微软雅黑" panose="020B0503020204020204" pitchFamily="34" charset="-122"/>
            </a:endParaRPr>
          </a:p>
          <a:p>
            <a:pPr>
              <a:lnSpc>
                <a:spcPct val="120000"/>
              </a:lnSpc>
            </a:pPr>
            <a:r>
              <a:rPr lang="zh-CN" altLang="en-US" sz="2400" dirty="0" smtClean="0">
                <a:latin typeface="微软雅黑" panose="020B0503020204020204" pitchFamily="34" charset="-122"/>
                <a:ea typeface="微软雅黑" panose="020B0503020204020204" pitchFamily="34" charset="-122"/>
              </a:rPr>
              <a:t>符号表示</a:t>
            </a:r>
            <a:endParaRPr lang="en-US" altLang="zh-CN" sz="2400" dirty="0" smtClean="0">
              <a:latin typeface="微软雅黑" panose="020B0503020204020204" pitchFamily="34" charset="-122"/>
              <a:ea typeface="微软雅黑" panose="020B0503020204020204" pitchFamily="34" charset="-122"/>
            </a:endParaRPr>
          </a:p>
          <a:p>
            <a:pPr lvl="1">
              <a:lnSpc>
                <a:spcPct val="120000"/>
              </a:lnSpc>
            </a:pPr>
            <a:r>
              <a:rPr lang="zh-CN" altLang="en-US" dirty="0" smtClean="0">
                <a:latin typeface="微软雅黑" panose="020B0503020204020204" pitchFamily="34" charset="-122"/>
                <a:ea typeface="微软雅黑" panose="020B0503020204020204" pitchFamily="34" charset="-122"/>
              </a:rPr>
              <a:t>产生式规则</a:t>
            </a:r>
            <a:endParaRPr lang="en-US" altLang="zh-CN" dirty="0" smtClean="0">
              <a:latin typeface="微软雅黑" panose="020B0503020204020204" pitchFamily="34" charset="-122"/>
              <a:ea typeface="微软雅黑" panose="020B0503020204020204" pitchFamily="34" charset="-122"/>
            </a:endParaRPr>
          </a:p>
          <a:p>
            <a:pPr lvl="1">
              <a:lnSpc>
                <a:spcPct val="120000"/>
              </a:lnSpc>
            </a:pPr>
            <a:r>
              <a:rPr lang="zh-CN" altLang="en-US" dirty="0" smtClean="0">
                <a:latin typeface="微软雅黑" panose="020B0503020204020204" pitchFamily="34" charset="-122"/>
                <a:ea typeface="微软雅黑" panose="020B0503020204020204" pitchFamily="34" charset="-122"/>
              </a:rPr>
              <a:t>框架：典型情景来表示知识</a:t>
            </a:r>
            <a:endParaRPr lang="en-US" altLang="zh-CN" dirty="0" smtClean="0">
              <a:latin typeface="微软雅黑" panose="020B0503020204020204" pitchFamily="34" charset="-122"/>
              <a:ea typeface="微软雅黑" panose="020B0503020204020204" pitchFamily="34" charset="-122"/>
            </a:endParaRPr>
          </a:p>
          <a:p>
            <a:pPr lvl="1">
              <a:lnSpc>
                <a:spcPct val="120000"/>
              </a:lnSpc>
            </a:pPr>
            <a:r>
              <a:rPr lang="zh-CN" altLang="en-US" dirty="0" smtClean="0">
                <a:latin typeface="微软雅黑" panose="020B0503020204020204" pitchFamily="34" charset="-122"/>
                <a:ea typeface="微软雅黑" panose="020B0503020204020204" pitchFamily="34" charset="-122"/>
              </a:rPr>
              <a:t>语义网络</a:t>
            </a:r>
            <a:endParaRPr lang="en-US" altLang="zh-CN" dirty="0" smtClean="0">
              <a:latin typeface="微软雅黑" panose="020B0503020204020204" pitchFamily="34" charset="-122"/>
              <a:ea typeface="微软雅黑" panose="020B0503020204020204" pitchFamily="34" charset="-122"/>
            </a:endParaRPr>
          </a:p>
          <a:p>
            <a:pPr lvl="1">
              <a:lnSpc>
                <a:spcPct val="120000"/>
              </a:lnSpc>
            </a:pPr>
            <a:r>
              <a:rPr lang="zh-CN" altLang="en-US" dirty="0">
                <a:latin typeface="微软雅黑" panose="020B0503020204020204" pitchFamily="34" charset="-122"/>
                <a:ea typeface="微软雅黑" panose="020B0503020204020204" pitchFamily="34" charset="-122"/>
              </a:rPr>
              <a:t>本体论</a:t>
            </a:r>
            <a:r>
              <a:rPr lang="zh-CN" altLang="en-US" dirty="0" smtClean="0">
                <a:latin typeface="微软雅黑" panose="020B0503020204020204" pitchFamily="34" charset="-122"/>
                <a:ea typeface="微软雅黑" panose="020B0503020204020204" pitchFamily="34" charset="-122"/>
              </a:rPr>
              <a:t>：</a:t>
            </a:r>
            <a:endParaRPr lang="en-US" altLang="zh-CN" dirty="0" smtClean="0">
              <a:latin typeface="微软雅黑" panose="020B0503020204020204" pitchFamily="34" charset="-122"/>
              <a:ea typeface="微软雅黑" panose="020B0503020204020204" pitchFamily="34" charset="-122"/>
            </a:endParaRPr>
          </a:p>
          <a:p>
            <a:pPr lvl="1">
              <a:lnSpc>
                <a:spcPct val="120000"/>
              </a:lnSpc>
            </a:pPr>
            <a:r>
              <a:rPr lang="zh-CN" altLang="en-US" dirty="0" smtClean="0">
                <a:latin typeface="微软雅黑" panose="020B0503020204020204" pitchFamily="34" charset="-122"/>
                <a:ea typeface="微软雅黑" panose="020B0503020204020204" pitchFamily="34" charset="-122"/>
              </a:rPr>
              <a:t>知识图谱</a:t>
            </a:r>
            <a:endParaRPr lang="en-US" altLang="zh-CN" dirty="0" smtClean="0">
              <a:latin typeface="微软雅黑" panose="020B0503020204020204" pitchFamily="34" charset="-122"/>
              <a:ea typeface="微软雅黑" panose="020B0503020204020204" pitchFamily="34" charset="-122"/>
            </a:endParaRPr>
          </a:p>
          <a:p>
            <a:pPr lvl="1">
              <a:lnSpc>
                <a:spcPct val="120000"/>
              </a:lnSpc>
            </a:pPr>
            <a:endParaRPr lang="en-US" altLang="zh-CN" dirty="0" smtClean="0">
              <a:latin typeface="微软雅黑" panose="020B0503020204020204" pitchFamily="34" charset="-122"/>
              <a:ea typeface="微软雅黑" panose="020B0503020204020204" pitchFamily="34" charset="-122"/>
            </a:endParaRPr>
          </a:p>
        </p:txBody>
      </p:sp>
      <p:sp>
        <p:nvSpPr>
          <p:cNvPr id="6" name="矩形 5"/>
          <p:cNvSpPr/>
          <p:nvPr/>
        </p:nvSpPr>
        <p:spPr>
          <a:xfrm>
            <a:off x="2555776" y="4005064"/>
            <a:ext cx="6324699" cy="1200329"/>
          </a:xfrm>
          <a:prstGeom prst="rect">
            <a:avLst/>
          </a:prstGeom>
          <a:solidFill>
            <a:srgbClr val="FFC000"/>
          </a:solidFill>
        </p:spPr>
        <p:txBody>
          <a:bodyPr wrap="square">
            <a:spAutoFit/>
          </a:bodyPr>
          <a:lstStyle/>
          <a:p>
            <a:pPr marL="0" lvl="1">
              <a:lnSpc>
                <a:spcPct val="120000"/>
              </a:lnSpc>
            </a:pPr>
            <a:r>
              <a:rPr lang="zh-CN" altLang="en-US" sz="2000" dirty="0">
                <a:latin typeface="微软雅黑" panose="020B0503020204020204" pitchFamily="34" charset="-122"/>
                <a:ea typeface="微软雅黑" panose="020B0503020204020204" pitchFamily="34" charset="-122"/>
              </a:rPr>
              <a:t>表达更为复杂的概念和概念关系，方法：</a:t>
            </a:r>
            <a:r>
              <a:rPr lang="en-US" altLang="zh-CN" sz="2000" dirty="0">
                <a:latin typeface="微软雅黑" panose="020B0503020204020204" pitchFamily="34" charset="-122"/>
                <a:ea typeface="微软雅黑" panose="020B0503020204020204" pitchFamily="34" charset="-122"/>
              </a:rPr>
              <a:t>Description Logic</a:t>
            </a:r>
            <a:r>
              <a:rPr lang="zh-CN" altLang="en-US" sz="2000" dirty="0">
                <a:latin typeface="微软雅黑" panose="020B0503020204020204" pitchFamily="34" charset="-122"/>
                <a:ea typeface="微软雅黑" panose="020B0503020204020204" pitchFamily="34" charset="-122"/>
              </a:rPr>
              <a:t>（描述逻辑</a:t>
            </a:r>
            <a:r>
              <a:rPr lang="zh-CN" altLang="en-US" sz="2000" dirty="0" smtClean="0">
                <a:latin typeface="微软雅黑" panose="020B0503020204020204" pitchFamily="34" charset="-122"/>
                <a:ea typeface="微软雅黑" panose="020B0503020204020204" pitchFamily="34" charset="-122"/>
              </a:rPr>
              <a:t>，可以</a:t>
            </a:r>
            <a:r>
              <a:rPr lang="zh-CN" altLang="en-US" sz="2000" dirty="0">
                <a:latin typeface="微软雅黑" panose="020B0503020204020204" pitchFamily="34" charset="-122"/>
                <a:ea typeface="微软雅黑" panose="020B0503020204020204" pitchFamily="34" charset="-122"/>
              </a:rPr>
              <a:t>为知识图谱的表示与建模提供理论基础。）</a:t>
            </a:r>
            <a:endParaRPr lang="en-US" altLang="zh-CN" sz="2000" dirty="0">
              <a:latin typeface="微软雅黑" panose="020B0503020204020204" pitchFamily="34" charset="-122"/>
              <a:ea typeface="微软雅黑" panose="020B0503020204020204" pitchFamily="34" charset="-122"/>
            </a:endParaRPr>
          </a:p>
        </p:txBody>
      </p:sp>
      <p:sp>
        <p:nvSpPr>
          <p:cNvPr id="7170" name="标题 1"/>
          <p:cNvSpPr>
            <a:spLocks noGrp="1"/>
          </p:cNvSpPr>
          <p:nvPr>
            <p:ph type="title"/>
          </p:nvPr>
        </p:nvSpPr>
        <p:spPr>
          <a:xfrm>
            <a:off x="685800" y="404813"/>
            <a:ext cx="7772400" cy="1143000"/>
          </a:xfrm>
        </p:spPr>
        <p:txBody>
          <a:bodyPr/>
          <a:lstStyle/>
          <a:p>
            <a:r>
              <a:rPr lang="zh-CN" altLang="en-US" sz="3200" b="1" dirty="0" smtClean="0">
                <a:solidFill>
                  <a:schemeClr val="tx1"/>
                </a:solidFill>
                <a:latin typeface="微软雅黑" panose="020B0503020204020204" pitchFamily="34" charset="-122"/>
                <a:ea typeface="微软雅黑" panose="020B0503020204020204" pitchFamily="34" charset="-122"/>
              </a:rPr>
              <a:t>背景：知识表示</a:t>
            </a:r>
          </a:p>
        </p:txBody>
      </p:sp>
      <p:sp>
        <p:nvSpPr>
          <p:cNvPr id="4" name="灯片编号占位符 3"/>
          <p:cNvSpPr>
            <a:spLocks noGrp="1"/>
          </p:cNvSpPr>
          <p:nvPr>
            <p:ph type="sldNum" sz="quarter" idx="4294967295"/>
          </p:nvPr>
        </p:nvSpPr>
        <p:spPr>
          <a:xfrm>
            <a:off x="6553200" y="6248400"/>
            <a:ext cx="1905000" cy="457200"/>
          </a:xfrm>
          <a:prstGeom prst="rect">
            <a:avLst/>
          </a:prstGeom>
        </p:spPr>
        <p:txBody>
          <a:bodyPr/>
          <a:lstStyle/>
          <a:p>
            <a:pPr>
              <a:defRPr/>
            </a:pPr>
            <a:fld id="{D4E22331-1D68-498F-9A79-895922C8BEE3}" type="slidenum">
              <a:rPr lang="en-US" altLang="ko-KR" smtClean="0"/>
              <a:pPr>
                <a:defRPr/>
              </a:pPr>
              <a:t>64</a:t>
            </a:fld>
            <a:endParaRPr lang="en-US" altLang="ko-KR"/>
          </a:p>
        </p:txBody>
      </p:sp>
    </p:spTree>
    <p:extLst>
      <p:ext uri="{BB962C8B-B14F-4D97-AF65-F5344CB8AC3E}">
        <p14:creationId xmlns:p14="http://schemas.microsoft.com/office/powerpoint/2010/main" val="305368913"/>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内容占位符 2"/>
          <p:cNvSpPr>
            <a:spLocks noGrp="1"/>
          </p:cNvSpPr>
          <p:nvPr>
            <p:ph idx="1"/>
          </p:nvPr>
        </p:nvSpPr>
        <p:spPr>
          <a:xfrm>
            <a:off x="395536" y="1628775"/>
            <a:ext cx="8484939" cy="4303713"/>
          </a:xfrm>
        </p:spPr>
        <p:txBody>
          <a:bodyPr/>
          <a:lstStyle/>
          <a:p>
            <a:pPr>
              <a:lnSpc>
                <a:spcPct val="120000"/>
              </a:lnSpc>
            </a:pPr>
            <a:r>
              <a:rPr lang="zh-CN" altLang="en-US" sz="2400" dirty="0" smtClean="0">
                <a:latin typeface="微软雅黑" panose="020B0503020204020204" pitchFamily="34" charset="-122"/>
                <a:ea typeface="微软雅黑" panose="020B0503020204020204" pitchFamily="34" charset="-122"/>
              </a:rPr>
              <a:t>语言：知识的自然描述方式和表达载体，语言模型，词嵌入</a:t>
            </a:r>
            <a:endParaRPr lang="en-US" altLang="zh-CN" sz="2400" dirty="0" smtClean="0">
              <a:latin typeface="微软雅黑" panose="020B0503020204020204" pitchFamily="34" charset="-122"/>
              <a:ea typeface="微软雅黑" panose="020B0503020204020204" pitchFamily="34" charset="-122"/>
            </a:endParaRPr>
          </a:p>
          <a:p>
            <a:pPr>
              <a:lnSpc>
                <a:spcPct val="120000"/>
              </a:lnSpc>
            </a:pPr>
            <a:r>
              <a:rPr lang="zh-CN" altLang="en-US" sz="2400" dirty="0" smtClean="0">
                <a:latin typeface="微软雅黑" panose="020B0503020204020204" pitchFamily="34" charset="-122"/>
                <a:ea typeface="微软雅黑" panose="020B0503020204020204" pitchFamily="34" charset="-122"/>
              </a:rPr>
              <a:t>符号表示</a:t>
            </a:r>
            <a:endParaRPr lang="en-US" altLang="zh-CN" sz="2400" dirty="0" smtClean="0">
              <a:latin typeface="微软雅黑" panose="020B0503020204020204" pitchFamily="34" charset="-122"/>
              <a:ea typeface="微软雅黑" panose="020B0503020204020204" pitchFamily="34" charset="-122"/>
            </a:endParaRPr>
          </a:p>
          <a:p>
            <a:pPr lvl="1">
              <a:lnSpc>
                <a:spcPct val="120000"/>
              </a:lnSpc>
            </a:pPr>
            <a:r>
              <a:rPr lang="zh-CN" altLang="en-US" dirty="0" smtClean="0">
                <a:latin typeface="微软雅黑" panose="020B0503020204020204" pitchFamily="34" charset="-122"/>
                <a:ea typeface="微软雅黑" panose="020B0503020204020204" pitchFamily="34" charset="-122"/>
              </a:rPr>
              <a:t>产生式规则</a:t>
            </a:r>
            <a:endParaRPr lang="en-US" altLang="zh-CN" dirty="0" smtClean="0">
              <a:latin typeface="微软雅黑" panose="020B0503020204020204" pitchFamily="34" charset="-122"/>
              <a:ea typeface="微软雅黑" panose="020B0503020204020204" pitchFamily="34" charset="-122"/>
            </a:endParaRPr>
          </a:p>
          <a:p>
            <a:pPr lvl="1">
              <a:lnSpc>
                <a:spcPct val="120000"/>
              </a:lnSpc>
            </a:pPr>
            <a:r>
              <a:rPr lang="zh-CN" altLang="en-US" dirty="0" smtClean="0">
                <a:latin typeface="微软雅黑" panose="020B0503020204020204" pitchFamily="34" charset="-122"/>
                <a:ea typeface="微软雅黑" panose="020B0503020204020204" pitchFamily="34" charset="-122"/>
              </a:rPr>
              <a:t>框架：典型情景来表示知识</a:t>
            </a:r>
            <a:endParaRPr lang="en-US" altLang="zh-CN" dirty="0" smtClean="0">
              <a:latin typeface="微软雅黑" panose="020B0503020204020204" pitchFamily="34" charset="-122"/>
              <a:ea typeface="微软雅黑" panose="020B0503020204020204" pitchFamily="34" charset="-122"/>
            </a:endParaRPr>
          </a:p>
          <a:p>
            <a:pPr lvl="1">
              <a:lnSpc>
                <a:spcPct val="120000"/>
              </a:lnSpc>
            </a:pPr>
            <a:r>
              <a:rPr lang="zh-CN" altLang="en-US" dirty="0" smtClean="0">
                <a:latin typeface="微软雅黑" panose="020B0503020204020204" pitchFamily="34" charset="-122"/>
                <a:ea typeface="微软雅黑" panose="020B0503020204020204" pitchFamily="34" charset="-122"/>
              </a:rPr>
              <a:t>语义网络</a:t>
            </a:r>
            <a:endParaRPr lang="en-US" altLang="zh-CN" dirty="0" smtClean="0">
              <a:latin typeface="微软雅黑" panose="020B0503020204020204" pitchFamily="34" charset="-122"/>
              <a:ea typeface="微软雅黑" panose="020B0503020204020204" pitchFamily="34" charset="-122"/>
            </a:endParaRPr>
          </a:p>
          <a:p>
            <a:pPr lvl="1">
              <a:lnSpc>
                <a:spcPct val="120000"/>
              </a:lnSpc>
            </a:pPr>
            <a:r>
              <a:rPr lang="zh-CN" altLang="en-US" dirty="0" smtClean="0">
                <a:latin typeface="微软雅黑" panose="020B0503020204020204" pitchFamily="34" charset="-122"/>
                <a:ea typeface="微软雅黑" panose="020B0503020204020204" pitchFamily="34" charset="-122"/>
              </a:rPr>
              <a:t>本体论</a:t>
            </a:r>
            <a:endParaRPr lang="en-US" altLang="zh-CN" dirty="0" smtClean="0">
              <a:latin typeface="微软雅黑" panose="020B0503020204020204" pitchFamily="34" charset="-122"/>
              <a:ea typeface="微软雅黑" panose="020B0503020204020204" pitchFamily="34" charset="-122"/>
            </a:endParaRPr>
          </a:p>
          <a:p>
            <a:pPr lvl="1">
              <a:lnSpc>
                <a:spcPct val="120000"/>
              </a:lnSpc>
            </a:pPr>
            <a:r>
              <a:rPr lang="zh-CN" altLang="en-US" dirty="0" smtClean="0">
                <a:latin typeface="微软雅黑" panose="020B0503020204020204" pitchFamily="34" charset="-122"/>
                <a:ea typeface="微软雅黑" panose="020B0503020204020204" pitchFamily="34" charset="-122"/>
              </a:rPr>
              <a:t>知识图谱</a:t>
            </a:r>
            <a:endParaRPr lang="en-US" altLang="zh-CN" dirty="0" smtClean="0">
              <a:latin typeface="微软雅黑" panose="020B0503020204020204" pitchFamily="34" charset="-122"/>
              <a:ea typeface="微软雅黑" panose="020B0503020204020204" pitchFamily="34" charset="-122"/>
            </a:endParaRPr>
          </a:p>
          <a:p>
            <a:pPr>
              <a:lnSpc>
                <a:spcPct val="120000"/>
              </a:lnSpc>
            </a:pPr>
            <a:r>
              <a:rPr lang="zh-CN" altLang="en-US" dirty="0" smtClean="0">
                <a:latin typeface="微软雅黑" panose="020B0503020204020204" pitchFamily="34" charset="-122"/>
                <a:ea typeface="微软雅黑" panose="020B0503020204020204" pitchFamily="34" charset="-122"/>
              </a:rPr>
              <a:t>向量表示</a:t>
            </a:r>
            <a:endParaRPr lang="en-US" altLang="zh-CN" dirty="0" smtClean="0">
              <a:latin typeface="微软雅黑" panose="020B0503020204020204" pitchFamily="34" charset="-122"/>
              <a:ea typeface="微软雅黑" panose="020B0503020204020204" pitchFamily="34" charset="-122"/>
            </a:endParaRPr>
          </a:p>
          <a:p>
            <a:pPr lvl="1">
              <a:lnSpc>
                <a:spcPct val="120000"/>
              </a:lnSpc>
            </a:pPr>
            <a:endParaRPr lang="en-US" altLang="zh-CN" dirty="0" smtClean="0">
              <a:latin typeface="微软雅黑" panose="020B0503020204020204" pitchFamily="34" charset="-122"/>
              <a:ea typeface="微软雅黑" panose="020B0503020204020204" pitchFamily="34" charset="-122"/>
            </a:endParaRPr>
          </a:p>
        </p:txBody>
      </p:sp>
      <p:sp>
        <p:nvSpPr>
          <p:cNvPr id="7170" name="标题 1"/>
          <p:cNvSpPr>
            <a:spLocks noGrp="1"/>
          </p:cNvSpPr>
          <p:nvPr>
            <p:ph type="title"/>
          </p:nvPr>
        </p:nvSpPr>
        <p:spPr>
          <a:xfrm>
            <a:off x="685800" y="404813"/>
            <a:ext cx="7772400" cy="1143000"/>
          </a:xfrm>
        </p:spPr>
        <p:txBody>
          <a:bodyPr/>
          <a:lstStyle/>
          <a:p>
            <a:r>
              <a:rPr lang="zh-CN" altLang="en-US" sz="3200" b="1" dirty="0" smtClean="0">
                <a:solidFill>
                  <a:schemeClr val="tx1"/>
                </a:solidFill>
                <a:latin typeface="微软雅黑" panose="020B0503020204020204" pitchFamily="34" charset="-122"/>
                <a:ea typeface="微软雅黑" panose="020B0503020204020204" pitchFamily="34" charset="-122"/>
              </a:rPr>
              <a:t>背景</a:t>
            </a:r>
            <a:r>
              <a:rPr lang="zh-CN" altLang="en-US" sz="3200" b="1" dirty="0" smtClean="0">
                <a:solidFill>
                  <a:schemeClr val="tx1"/>
                </a:solidFill>
                <a:latin typeface="微软雅黑" panose="020B0503020204020204" pitchFamily="34" charset="-122"/>
                <a:ea typeface="微软雅黑" panose="020B0503020204020204" pitchFamily="34" charset="-122"/>
              </a:rPr>
              <a:t>：人工智能中的知识表示</a:t>
            </a:r>
            <a:endParaRPr lang="zh-CN" altLang="en-US" sz="3200" b="1" dirty="0" smtClean="0">
              <a:solidFill>
                <a:schemeClr val="tx1"/>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4294967295"/>
          </p:nvPr>
        </p:nvSpPr>
        <p:spPr>
          <a:xfrm>
            <a:off x="6553200" y="6248400"/>
            <a:ext cx="1905000" cy="457200"/>
          </a:xfrm>
          <a:prstGeom prst="rect">
            <a:avLst/>
          </a:prstGeom>
        </p:spPr>
        <p:txBody>
          <a:bodyPr/>
          <a:lstStyle/>
          <a:p>
            <a:pPr>
              <a:defRPr/>
            </a:pPr>
            <a:fld id="{D4E22331-1D68-498F-9A79-895922C8BEE3}" type="slidenum">
              <a:rPr lang="en-US" altLang="ko-KR" smtClean="0"/>
              <a:pPr>
                <a:defRPr/>
              </a:pPr>
              <a:t>65</a:t>
            </a:fld>
            <a:endParaRPr lang="en-US" altLang="ko-KR"/>
          </a:p>
        </p:txBody>
      </p:sp>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55776" y="4228818"/>
            <a:ext cx="2595685" cy="1703670"/>
          </a:xfrm>
          <a:prstGeom prst="rect">
            <a:avLst/>
          </a:prstGeom>
        </p:spPr>
      </p:pic>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14781" y="4237384"/>
            <a:ext cx="2993840" cy="1695104"/>
          </a:xfrm>
          <a:prstGeom prst="rect">
            <a:avLst/>
          </a:prstGeom>
        </p:spPr>
      </p:pic>
      <p:sp>
        <p:nvSpPr>
          <p:cNvPr id="7" name="矩形 6"/>
          <p:cNvSpPr/>
          <p:nvPr/>
        </p:nvSpPr>
        <p:spPr>
          <a:xfrm>
            <a:off x="3129248" y="3767153"/>
            <a:ext cx="1415772" cy="461665"/>
          </a:xfrm>
          <a:prstGeom prst="rect">
            <a:avLst/>
          </a:prstGeom>
          <a:solidFill>
            <a:srgbClr val="FFC000"/>
          </a:solidFill>
        </p:spPr>
        <p:txBody>
          <a:bodyPr wrap="none">
            <a:spAutoFit/>
          </a:bodyPr>
          <a:lstStyle/>
          <a:p>
            <a:r>
              <a:rPr lang="zh-CN" altLang="en-US" dirty="0" smtClean="0"/>
              <a:t>符号表示</a:t>
            </a:r>
            <a:endParaRPr lang="zh-CN" altLang="en-US" dirty="0"/>
          </a:p>
        </p:txBody>
      </p:sp>
      <p:sp>
        <p:nvSpPr>
          <p:cNvPr id="8" name="右箭头 7"/>
          <p:cNvSpPr/>
          <p:nvPr/>
        </p:nvSpPr>
        <p:spPr bwMode="auto">
          <a:xfrm>
            <a:off x="5292080" y="4797152"/>
            <a:ext cx="216024" cy="432048"/>
          </a:xfrm>
          <a:prstGeom prst="rightArrow">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1" hangingPunct="1">
              <a:lnSpc>
                <a:spcPct val="100000"/>
              </a:lnSpc>
              <a:spcBef>
                <a:spcPct val="0"/>
              </a:spcBef>
              <a:spcAft>
                <a:spcPct val="0"/>
              </a:spcAft>
              <a:buClrTx/>
              <a:buSzTx/>
              <a:buFontTx/>
              <a:buNone/>
            </a:pPr>
            <a:endParaRPr kumimoji="1" lang="zh-CN" altLang="en-US" sz="24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p:txBody>
      </p:sp>
      <p:sp>
        <p:nvSpPr>
          <p:cNvPr id="11" name="矩形 10"/>
          <p:cNvSpPr/>
          <p:nvPr/>
        </p:nvSpPr>
        <p:spPr>
          <a:xfrm>
            <a:off x="6553200" y="3775719"/>
            <a:ext cx="1415772" cy="461665"/>
          </a:xfrm>
          <a:prstGeom prst="rect">
            <a:avLst/>
          </a:prstGeom>
          <a:solidFill>
            <a:srgbClr val="FFC000"/>
          </a:solidFill>
        </p:spPr>
        <p:txBody>
          <a:bodyPr wrap="none">
            <a:spAutoFit/>
          </a:bodyPr>
          <a:lstStyle/>
          <a:p>
            <a:r>
              <a:rPr lang="zh-CN" altLang="en-US" dirty="0" smtClean="0"/>
              <a:t>向量表示</a:t>
            </a:r>
            <a:endParaRPr lang="zh-CN" altLang="en-US" dirty="0"/>
          </a:p>
        </p:txBody>
      </p:sp>
      <p:sp>
        <p:nvSpPr>
          <p:cNvPr id="9" name="矩形 8"/>
          <p:cNvSpPr/>
          <p:nvPr/>
        </p:nvSpPr>
        <p:spPr>
          <a:xfrm>
            <a:off x="611560" y="6172771"/>
            <a:ext cx="7057851" cy="400110"/>
          </a:xfrm>
          <a:prstGeom prst="rect">
            <a:avLst/>
          </a:prstGeom>
        </p:spPr>
        <p:txBody>
          <a:bodyPr wrap="square">
            <a:spAutoFit/>
          </a:bodyPr>
          <a:lstStyle/>
          <a:p>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Tensor，各种Embedding，神经网络表示等</a:t>
            </a:r>
          </a:p>
        </p:txBody>
      </p:sp>
    </p:spTree>
    <p:extLst>
      <p:ext uri="{BB962C8B-B14F-4D97-AF65-F5344CB8AC3E}">
        <p14:creationId xmlns:p14="http://schemas.microsoft.com/office/powerpoint/2010/main" val="1671043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1" grpId="0" animBg="1"/>
      <p:bldP spid="9"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9552" y="168913"/>
            <a:ext cx="7772400" cy="1143000"/>
          </a:xfrm>
        </p:spPr>
        <p:txBody>
          <a:bodyPr/>
          <a:lstStyle/>
          <a:p>
            <a:r>
              <a:rPr lang="zh-CN" altLang="en-US" sz="3200" b="1"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什么是知识图谱</a:t>
            </a:r>
            <a:endParaRPr lang="zh-CN" altLang="en-US" sz="32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6" name="内容占位符 5"/>
          <p:cNvGraphicFramePr>
            <a:graphicFrameLocks noGrp="1"/>
          </p:cNvGraphicFramePr>
          <p:nvPr>
            <p:ph idx="1"/>
            <p:extLst>
              <p:ext uri="{D42A27DB-BD31-4B8C-83A1-F6EECF244321}">
                <p14:modId xmlns:p14="http://schemas.microsoft.com/office/powerpoint/2010/main" val="2255929944"/>
              </p:ext>
            </p:extLst>
          </p:nvPr>
        </p:nvGraphicFramePr>
        <p:xfrm>
          <a:off x="251520" y="1988840"/>
          <a:ext cx="6840760" cy="40156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文本框 6"/>
          <p:cNvSpPr txBox="1"/>
          <p:nvPr/>
        </p:nvSpPr>
        <p:spPr>
          <a:xfrm>
            <a:off x="6876256" y="2004864"/>
            <a:ext cx="1944216" cy="1200329"/>
          </a:xfrm>
          <a:prstGeom prst="rect">
            <a:avLst/>
          </a:prstGeom>
          <a:noFill/>
        </p:spPr>
        <p:txBody>
          <a:bodyPr wrap="square" rtlCol="0">
            <a:spAutoFit/>
          </a:bodyPr>
          <a:lstStyle/>
          <a:p>
            <a:pPr marL="342900" indent="-342900">
              <a:buFont typeface="Arial" panose="020B0604020202020204" pitchFamily="34" charset="0"/>
              <a:buChar char="•"/>
            </a:pPr>
            <a:r>
              <a:rPr lang="zh-CN" altLang="en-US" dirty="0" smtClean="0">
                <a:latin typeface="微软雅黑" panose="020B0503020204020204" pitchFamily="34" charset="-122"/>
                <a:ea typeface="微软雅黑" panose="020B0503020204020204" pitchFamily="34" charset="-122"/>
              </a:rPr>
              <a:t>语义网络</a:t>
            </a:r>
            <a:endParaRPr lang="en-US" altLang="zh-CN" dirty="0" smtClean="0">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r>
              <a:rPr lang="zh-CN" altLang="en-US" dirty="0" smtClean="0">
                <a:latin typeface="微软雅黑" panose="020B0503020204020204" pitchFamily="34" charset="-122"/>
                <a:ea typeface="微软雅黑" panose="020B0503020204020204" pitchFamily="34" charset="-122"/>
              </a:rPr>
              <a:t>高质量</a:t>
            </a:r>
            <a:endParaRPr lang="en-US" altLang="zh-CN" dirty="0" smtClean="0">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连通性</a:t>
            </a:r>
          </a:p>
        </p:txBody>
      </p:sp>
      <p:sp>
        <p:nvSpPr>
          <p:cNvPr id="8" name="文本框 7"/>
          <p:cNvSpPr txBox="1"/>
          <p:nvPr/>
        </p:nvSpPr>
        <p:spPr>
          <a:xfrm>
            <a:off x="6876256" y="4581128"/>
            <a:ext cx="1944216" cy="1200329"/>
          </a:xfrm>
          <a:prstGeom prst="rect">
            <a:avLst/>
          </a:prstGeom>
          <a:noFill/>
        </p:spPr>
        <p:txBody>
          <a:bodyPr wrap="square" rtlCol="0">
            <a:spAutoFit/>
          </a:bodyPr>
          <a:lstStyle/>
          <a:p>
            <a:pPr marL="342900" indent="-342900">
              <a:buFont typeface="Arial" panose="020B0604020202020204" pitchFamily="34" charset="0"/>
              <a:buChar char="•"/>
            </a:pPr>
            <a:r>
              <a:rPr lang="zh-CN" altLang="en-US" dirty="0" smtClean="0">
                <a:latin typeface="微软雅黑" panose="020B0503020204020204" pitchFamily="34" charset="-122"/>
                <a:ea typeface="微软雅黑" panose="020B0503020204020204" pitchFamily="34" charset="-122"/>
              </a:rPr>
              <a:t>碎片化</a:t>
            </a:r>
            <a:endParaRPr lang="en-US" altLang="zh-CN" dirty="0" smtClean="0">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异</a:t>
            </a:r>
            <a:r>
              <a:rPr lang="zh-CN" altLang="en-US" dirty="0" smtClean="0">
                <a:latin typeface="微软雅黑" panose="020B0503020204020204" pitchFamily="34" charset="-122"/>
                <a:ea typeface="微软雅黑" panose="020B0503020204020204" pitchFamily="34" charset="-122"/>
              </a:rPr>
              <a:t>质</a:t>
            </a:r>
            <a:endParaRPr lang="en-US" altLang="zh-CN" dirty="0" smtClean="0">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r>
              <a:rPr lang="zh-CN" altLang="en-US" dirty="0" smtClean="0">
                <a:latin typeface="微软雅黑" panose="020B0503020204020204" pitchFamily="34" charset="-122"/>
                <a:ea typeface="微软雅黑" panose="020B0503020204020204" pitchFamily="34" charset="-122"/>
              </a:rPr>
              <a:t>非连通</a:t>
            </a:r>
            <a:endParaRPr lang="zh-CN" altLang="en-US" dirty="0">
              <a:latin typeface="微软雅黑" panose="020B0503020204020204" pitchFamily="34" charset="-122"/>
              <a:ea typeface="微软雅黑" panose="020B0503020204020204" pitchFamily="34" charset="-122"/>
            </a:endParaRPr>
          </a:p>
        </p:txBody>
      </p:sp>
      <p:cxnSp>
        <p:nvCxnSpPr>
          <p:cNvPr id="10" name="直接箭头连接符 9"/>
          <p:cNvCxnSpPr>
            <a:endCxn id="7" idx="1"/>
          </p:cNvCxnSpPr>
          <p:nvPr/>
        </p:nvCxnSpPr>
        <p:spPr bwMode="auto">
          <a:xfrm>
            <a:off x="4283968" y="2605028"/>
            <a:ext cx="2592288" cy="1"/>
          </a:xfrm>
          <a:prstGeom prst="straightConnector1">
            <a:avLst/>
          </a:prstGeom>
          <a:solidFill>
            <a:schemeClr val="accent1"/>
          </a:solidFill>
          <a:ln w="9525" cap="flat" cmpd="sng" algn="ctr">
            <a:solidFill>
              <a:schemeClr val="tx1"/>
            </a:solidFill>
            <a:prstDash val="dash"/>
            <a:round/>
            <a:headEnd type="none" w="med" len="med"/>
            <a:tailEnd type="triangle"/>
          </a:ln>
        </p:spPr>
      </p:cxnSp>
      <p:cxnSp>
        <p:nvCxnSpPr>
          <p:cNvPr id="11" name="直接箭头连接符 10"/>
          <p:cNvCxnSpPr/>
          <p:nvPr/>
        </p:nvCxnSpPr>
        <p:spPr bwMode="auto">
          <a:xfrm>
            <a:off x="6444208" y="5172211"/>
            <a:ext cx="432048" cy="1"/>
          </a:xfrm>
          <a:prstGeom prst="straightConnector1">
            <a:avLst/>
          </a:prstGeom>
          <a:solidFill>
            <a:schemeClr val="accent1"/>
          </a:solidFill>
          <a:ln w="9525" cap="flat" cmpd="sng" algn="ctr">
            <a:solidFill>
              <a:schemeClr val="tx1"/>
            </a:solidFill>
            <a:prstDash val="dash"/>
            <a:round/>
            <a:headEnd type="none" w="med" len="med"/>
            <a:tailEnd type="triangle"/>
          </a:ln>
        </p:spPr>
      </p:cxnSp>
      <p:sp>
        <p:nvSpPr>
          <p:cNvPr id="13" name="文本框 12"/>
          <p:cNvSpPr txBox="1"/>
          <p:nvPr/>
        </p:nvSpPr>
        <p:spPr>
          <a:xfrm>
            <a:off x="1306676" y="1316321"/>
            <a:ext cx="5954583" cy="461665"/>
          </a:xfrm>
          <a:prstGeom prst="rect">
            <a:avLst/>
          </a:prstGeom>
          <a:noFill/>
        </p:spPr>
        <p:txBody>
          <a:bodyPr wrap="square" rtlCol="0">
            <a:spAutoFit/>
          </a:bodyPr>
          <a:lstStyle/>
          <a:p>
            <a:r>
              <a:rPr lang="zh-CN" altLang="en-US" b="1" dirty="0" smtClean="0">
                <a:latin typeface="微软雅黑" panose="020B0503020204020204" pitchFamily="34" charset="-122"/>
                <a:ea typeface="微软雅黑" panose="020B0503020204020204" pitchFamily="34" charset="-122"/>
              </a:rPr>
              <a:t>现实世界挑战：从混杂的数据到知识</a:t>
            </a:r>
            <a:endParaRPr lang="zh-CN" altLang="en-US"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015643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9552" y="168913"/>
            <a:ext cx="7772400" cy="1143000"/>
          </a:xfrm>
        </p:spPr>
        <p:txBody>
          <a:bodyPr/>
          <a:lstStyle/>
          <a:p>
            <a:r>
              <a:rPr lang="zh-CN" altLang="en-US" sz="3200" b="1" dirty="0"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什么是知识图谱</a:t>
            </a:r>
            <a:endParaRPr lang="zh-CN" altLang="en-US" sz="32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文本框 6"/>
          <p:cNvSpPr txBox="1"/>
          <p:nvPr/>
        </p:nvSpPr>
        <p:spPr>
          <a:xfrm>
            <a:off x="5220072" y="1484784"/>
            <a:ext cx="3384376" cy="1938992"/>
          </a:xfrm>
          <a:prstGeom prst="rect">
            <a:avLst/>
          </a:prstGeom>
          <a:noFill/>
        </p:spPr>
        <p:txBody>
          <a:bodyPr wrap="square" rtlCol="0">
            <a:spAutoFit/>
          </a:bodyPr>
          <a:lstStyle/>
          <a:p>
            <a:pPr marL="342900" indent="-342900">
              <a:buFont typeface="Arial" panose="020B0604020202020204" pitchFamily="34" charset="0"/>
              <a:buChar char="•"/>
            </a:pPr>
            <a:r>
              <a:rPr lang="zh-CN" altLang="en-US" b="1" dirty="0">
                <a:latin typeface="微软雅黑" panose="020B0503020204020204" pitchFamily="34" charset="-122"/>
                <a:ea typeface="微软雅黑" panose="020B0503020204020204" pitchFamily="34" charset="-122"/>
              </a:rPr>
              <a:t>用各种</a:t>
            </a:r>
            <a:r>
              <a:rPr lang="zh-CN" altLang="en-US" b="1" dirty="0">
                <a:solidFill>
                  <a:srgbClr val="0000FF"/>
                </a:solidFill>
                <a:latin typeface="微软雅黑" panose="020B0503020204020204" pitchFamily="34" charset="-122"/>
                <a:ea typeface="微软雅黑" panose="020B0503020204020204" pitchFamily="34" charset="-122"/>
              </a:rPr>
              <a:t>图结构</a:t>
            </a:r>
            <a:r>
              <a:rPr lang="zh-CN" altLang="en-US" b="1" dirty="0">
                <a:latin typeface="微软雅黑" panose="020B0503020204020204" pitchFamily="34" charset="-122"/>
                <a:ea typeface="微软雅黑" panose="020B0503020204020204" pitchFamily="34" charset="-122"/>
              </a:rPr>
              <a:t>描述知识</a:t>
            </a:r>
            <a:r>
              <a:rPr lang="zh-CN" altLang="en-US" b="1" dirty="0" smtClean="0">
                <a:latin typeface="微软雅黑" panose="020B0503020204020204" pitchFamily="34" charset="-122"/>
                <a:ea typeface="微软雅黑" panose="020B0503020204020204" pitchFamily="34" charset="-122"/>
              </a:rPr>
              <a:t>资源及其载体</a:t>
            </a:r>
            <a:endParaRPr lang="en-US" altLang="zh-CN" b="1" dirty="0" smtClean="0">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r>
              <a:rPr lang="zh-CN" altLang="en-US" b="1" dirty="0" smtClean="0">
                <a:latin typeface="微软雅黑" panose="020B0503020204020204" pitchFamily="34" charset="-122"/>
                <a:ea typeface="微软雅黑" panose="020B0503020204020204" pitchFamily="34" charset="-122"/>
              </a:rPr>
              <a:t>挖掘</a:t>
            </a:r>
            <a:r>
              <a:rPr lang="zh-CN" altLang="en-US" b="1" dirty="0">
                <a:latin typeface="微软雅黑" panose="020B0503020204020204" pitchFamily="34" charset="-122"/>
                <a:ea typeface="微软雅黑" panose="020B0503020204020204" pitchFamily="34" charset="-122"/>
              </a:rPr>
              <a:t>、分析、构建和显示知识及它们之间的相互联系</a:t>
            </a:r>
            <a:endParaRPr lang="zh-CN" altLang="en-US" b="1" dirty="0">
              <a:latin typeface="微软雅黑" panose="020B0503020204020204" pitchFamily="34" charset="-122"/>
              <a:ea typeface="微软雅黑" panose="020B0503020204020204" pitchFamily="34" charset="-122"/>
            </a:endParaRPr>
          </a:p>
        </p:txBody>
      </p:sp>
      <p:sp>
        <p:nvSpPr>
          <p:cNvPr id="8" name="文本框 7"/>
          <p:cNvSpPr txBox="1"/>
          <p:nvPr/>
        </p:nvSpPr>
        <p:spPr>
          <a:xfrm>
            <a:off x="5234528" y="3914744"/>
            <a:ext cx="3816424" cy="2308324"/>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把复杂的、异质、碎片化的知识领域通过数据挖掘、信息处理、知识计量和图形绘制而显示出来，揭示知识领域的动态发展规律</a:t>
            </a: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415" y="1700808"/>
            <a:ext cx="4607650" cy="4532728"/>
          </a:xfrm>
          <a:prstGeom prst="rect">
            <a:avLst/>
          </a:prstGeom>
        </p:spPr>
      </p:pic>
    </p:spTree>
    <p:extLst>
      <p:ext uri="{BB962C8B-B14F-4D97-AF65-F5344CB8AC3E}">
        <p14:creationId xmlns:p14="http://schemas.microsoft.com/office/powerpoint/2010/main" val="3065415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2" descr="https://gimg2.baidu.com/image_search/src=http%3A%2F%2Fimage109.360doc.com%2FDownloadImg%2F2021%2F09%2F2407%2F230877816_4_202109240750506&amp;refer=http%3A%2F%2Fimage109.360doc.com&amp;app=2002&amp;size=f9999,10000&amp;q=a80&amp;n=0&amp;g=0n&amp;fmt=auto?sec=1699435348&amp;t=d7946f9292e954a2e4f41741bee9140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640" y="1628800"/>
            <a:ext cx="5958917" cy="4104456"/>
          </a:xfrm>
          <a:prstGeom prst="rect">
            <a:avLst/>
          </a:prstGeom>
          <a:noFill/>
          <a:extLst>
            <a:ext uri="{909E8E84-426E-40DD-AFC4-6F175D3DCCD1}">
              <a14:hiddenFill xmlns:a14="http://schemas.microsoft.com/office/drawing/2010/main">
                <a:solidFill>
                  <a:srgbClr val="FFFFFF"/>
                </a:solidFill>
              </a14:hiddenFill>
            </a:ext>
          </a:extLst>
        </p:spPr>
      </p:pic>
      <p:sp>
        <p:nvSpPr>
          <p:cNvPr id="5" name="标题 1"/>
          <p:cNvSpPr txBox="1">
            <a:spLocks/>
          </p:cNvSpPr>
          <p:nvPr/>
        </p:nvSpPr>
        <p:spPr>
          <a:xfrm>
            <a:off x="539552" y="168913"/>
            <a:ext cx="7772400" cy="1143000"/>
          </a:xfrm>
          <a:prstGeom prst="rect">
            <a:avLst/>
          </a:prstGeom>
          <a:noFill/>
          <a:ln w="9525">
            <a:noFill/>
          </a:ln>
        </p:spPr>
        <p:txBody>
          <a:bodyPr anchor="ctr" anchorCtr="0"/>
          <a:lstStyle>
            <a:lvl1pPr algn="l" rtl="0" eaLnBrk="0" fontAlgn="base" latinLnBrk="1" hangingPunct="0">
              <a:spcBef>
                <a:spcPct val="0"/>
              </a:spcBef>
              <a:spcAft>
                <a:spcPct val="0"/>
              </a:spcAft>
              <a:defRPr kumimoji="1" sz="3600" kern="1200">
                <a:solidFill>
                  <a:srgbClr val="0033CC"/>
                </a:solidFill>
                <a:latin typeface="+mj-lt"/>
                <a:ea typeface="+mj-ea"/>
                <a:cs typeface="+mj-cs"/>
              </a:defRPr>
            </a:lvl1pPr>
            <a:lvl2pPr algn="l" rtl="0" eaLnBrk="0" fontAlgn="base" latinLnBrk="1" hangingPunct="0">
              <a:spcBef>
                <a:spcPct val="0"/>
              </a:spcBef>
              <a:spcAft>
                <a:spcPct val="0"/>
              </a:spcAft>
              <a:defRPr kumimoji="1" sz="3600">
                <a:solidFill>
                  <a:srgbClr val="0033CC"/>
                </a:solidFill>
                <a:latin typeface="-윤체B" pitchFamily="18" charset="-127"/>
                <a:ea typeface="-윤체B" pitchFamily="18" charset="-127"/>
              </a:defRPr>
            </a:lvl2pPr>
            <a:lvl3pPr algn="l" rtl="0" eaLnBrk="0" fontAlgn="base" latinLnBrk="1" hangingPunct="0">
              <a:spcBef>
                <a:spcPct val="0"/>
              </a:spcBef>
              <a:spcAft>
                <a:spcPct val="0"/>
              </a:spcAft>
              <a:defRPr kumimoji="1" sz="3600">
                <a:solidFill>
                  <a:srgbClr val="0033CC"/>
                </a:solidFill>
                <a:latin typeface="-윤체B" pitchFamily="18" charset="-127"/>
                <a:ea typeface="-윤체B" pitchFamily="18" charset="-127"/>
              </a:defRPr>
            </a:lvl3pPr>
            <a:lvl4pPr algn="l" rtl="0" eaLnBrk="0" fontAlgn="base" latinLnBrk="1" hangingPunct="0">
              <a:spcBef>
                <a:spcPct val="0"/>
              </a:spcBef>
              <a:spcAft>
                <a:spcPct val="0"/>
              </a:spcAft>
              <a:defRPr kumimoji="1" sz="3600">
                <a:solidFill>
                  <a:srgbClr val="0033CC"/>
                </a:solidFill>
                <a:latin typeface="-윤체B" pitchFamily="18" charset="-127"/>
                <a:ea typeface="-윤체B" pitchFamily="18" charset="-127"/>
              </a:defRPr>
            </a:lvl4pPr>
            <a:lvl5pPr algn="l" rtl="0" eaLnBrk="0" fontAlgn="base" latinLnBrk="1" hangingPunct="0">
              <a:spcBef>
                <a:spcPct val="0"/>
              </a:spcBef>
              <a:spcAft>
                <a:spcPct val="0"/>
              </a:spcAft>
              <a:defRPr kumimoji="1" sz="3600">
                <a:solidFill>
                  <a:srgbClr val="0033CC"/>
                </a:solidFill>
                <a:latin typeface="-윤체B" pitchFamily="18" charset="-127"/>
                <a:ea typeface="-윤체B" pitchFamily="18" charset="-127"/>
              </a:defRPr>
            </a:lvl5pPr>
            <a:lvl6pPr marL="457200" algn="l" rtl="0" fontAlgn="base" latinLnBrk="1">
              <a:spcBef>
                <a:spcPct val="0"/>
              </a:spcBef>
              <a:spcAft>
                <a:spcPct val="0"/>
              </a:spcAft>
              <a:defRPr kumimoji="1" sz="3600">
                <a:solidFill>
                  <a:srgbClr val="0033CC"/>
                </a:solidFill>
                <a:latin typeface="-윤체B" pitchFamily="18" charset="-127"/>
                <a:ea typeface="-윤체B" pitchFamily="18" charset="-127"/>
              </a:defRPr>
            </a:lvl6pPr>
            <a:lvl7pPr marL="914400" algn="l" rtl="0" fontAlgn="base" latinLnBrk="1">
              <a:spcBef>
                <a:spcPct val="0"/>
              </a:spcBef>
              <a:spcAft>
                <a:spcPct val="0"/>
              </a:spcAft>
              <a:defRPr kumimoji="1" sz="3600">
                <a:solidFill>
                  <a:srgbClr val="0033CC"/>
                </a:solidFill>
                <a:latin typeface="-윤체B" pitchFamily="18" charset="-127"/>
                <a:ea typeface="-윤체B" pitchFamily="18" charset="-127"/>
              </a:defRPr>
            </a:lvl7pPr>
            <a:lvl8pPr marL="1371600" algn="l" rtl="0" fontAlgn="base" latinLnBrk="1">
              <a:spcBef>
                <a:spcPct val="0"/>
              </a:spcBef>
              <a:spcAft>
                <a:spcPct val="0"/>
              </a:spcAft>
              <a:defRPr kumimoji="1" sz="3600">
                <a:solidFill>
                  <a:srgbClr val="0033CC"/>
                </a:solidFill>
                <a:latin typeface="-윤체B" pitchFamily="18" charset="-127"/>
                <a:ea typeface="-윤체B" pitchFamily="18" charset="-127"/>
              </a:defRPr>
            </a:lvl8pPr>
            <a:lvl9pPr marL="1828800" algn="l" rtl="0" fontAlgn="base" latinLnBrk="1">
              <a:spcBef>
                <a:spcPct val="0"/>
              </a:spcBef>
              <a:spcAft>
                <a:spcPct val="0"/>
              </a:spcAft>
              <a:defRPr kumimoji="1" sz="3600">
                <a:solidFill>
                  <a:srgbClr val="0033CC"/>
                </a:solidFill>
                <a:latin typeface="-윤체B" pitchFamily="18" charset="-127"/>
                <a:ea typeface="-윤체B" pitchFamily="18" charset="-127"/>
              </a:defRPr>
            </a:lvl9pPr>
          </a:lstStyle>
          <a:p>
            <a:r>
              <a:rPr lang="zh-CN" altLang="en-US" sz="3200" b="1" smtClean="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什么是知识图谱</a:t>
            </a:r>
            <a:endParaRPr lang="zh-CN" altLang="en-US" sz="32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268581173"/>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图片 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4938" y="1300163"/>
            <a:ext cx="4989512" cy="346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7" name="图片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275" y="3578225"/>
            <a:ext cx="7188200" cy="294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8" name="图片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4900" y="1300163"/>
            <a:ext cx="7381875" cy="329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9" name="文本框 4"/>
          <p:cNvSpPr txBox="1">
            <a:spLocks noChangeArrowheads="1"/>
          </p:cNvSpPr>
          <p:nvPr/>
        </p:nvSpPr>
        <p:spPr bwMode="auto">
          <a:xfrm>
            <a:off x="7229475" y="5324475"/>
            <a:ext cx="1673225" cy="520700"/>
          </a:xfrm>
          <a:prstGeom prst="rect">
            <a:avLst/>
          </a:prstGeom>
          <a:solidFill>
            <a:srgbClr val="E0F1F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latinLnBrk="1">
              <a:spcBef>
                <a:spcPct val="20000"/>
              </a:spcBef>
              <a:buChar char="•"/>
              <a:defRPr kumimoji="1" sz="2200">
                <a:solidFill>
                  <a:schemeClr val="tx1"/>
                </a:solidFill>
                <a:latin typeface="-윤체M" panose="020B0604020202020204" charset="-127"/>
                <a:ea typeface="-윤체M" panose="020B0604020202020204" charset="-127"/>
              </a:defRPr>
            </a:lvl1pPr>
            <a:lvl2pPr marL="742950" indent="-285750" latinLnBrk="1">
              <a:spcBef>
                <a:spcPct val="20000"/>
              </a:spcBef>
              <a:buChar char="•"/>
              <a:defRPr kumimoji="1" sz="2000">
                <a:solidFill>
                  <a:schemeClr val="tx1"/>
                </a:solidFill>
                <a:latin typeface="-윤체M" panose="020B0604020202020204" charset="-127"/>
                <a:ea typeface="-윤체M" panose="020B0604020202020204" charset="-127"/>
              </a:defRPr>
            </a:lvl2pPr>
            <a:lvl3pPr marL="1143000" indent="-228600" latinLnBrk="1">
              <a:spcBef>
                <a:spcPct val="20000"/>
              </a:spcBef>
              <a:buChar char="•"/>
              <a:defRPr kumimoji="1">
                <a:solidFill>
                  <a:schemeClr val="tx1"/>
                </a:solidFill>
                <a:latin typeface="-윤체M" panose="020B0604020202020204" charset="-127"/>
                <a:ea typeface="-윤체M" panose="020B0604020202020204" charset="-127"/>
              </a:defRPr>
            </a:lvl3pPr>
            <a:lvl4pPr marL="1600200" indent="-228600" latinLnBrk="1">
              <a:spcBef>
                <a:spcPct val="20000"/>
              </a:spcBef>
              <a:buChar char="•"/>
              <a:defRPr kumimoji="1" sz="1600">
                <a:solidFill>
                  <a:schemeClr val="tx1"/>
                </a:solidFill>
                <a:latin typeface="-윤체M" panose="020B0604020202020204" charset="-127"/>
                <a:ea typeface="-윤체M" panose="020B0604020202020204" charset="-127"/>
              </a:defRPr>
            </a:lvl4pPr>
            <a:lvl5pPr marL="2057400" indent="-228600" latinLnBrk="1">
              <a:spcBef>
                <a:spcPct val="20000"/>
              </a:spcBef>
              <a:buChar char="•"/>
              <a:defRPr kumimoji="1" sz="1400">
                <a:solidFill>
                  <a:schemeClr val="tx1"/>
                </a:solidFill>
                <a:latin typeface="-윤체M" panose="020B0604020202020204" charset="-127"/>
                <a:ea typeface="-윤체M" panose="020B0604020202020204"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9pPr>
          </a:lstStyle>
          <a:p>
            <a:pPr eaLnBrk="1" latinLnBrk="0" hangingPunct="1">
              <a:spcBef>
                <a:spcPct val="0"/>
              </a:spcBef>
              <a:buFontTx/>
              <a:buNone/>
            </a:pPr>
            <a:r>
              <a:rPr lang="zh-CN" altLang="en-US" sz="2800" b="1">
                <a:solidFill>
                  <a:srgbClr val="1D41D5"/>
                </a:solidFill>
                <a:latin typeface="楷体" panose="02010609060101010101" pitchFamily="49" charset="-122"/>
                <a:ea typeface="楷体" panose="02010609060101010101" pitchFamily="49" charset="-122"/>
              </a:rPr>
              <a:t>知识卡片</a:t>
            </a:r>
          </a:p>
        </p:txBody>
      </p:sp>
      <p:sp>
        <p:nvSpPr>
          <p:cNvPr id="6" name="线形标注 1 5"/>
          <p:cNvSpPr/>
          <p:nvPr/>
        </p:nvSpPr>
        <p:spPr>
          <a:xfrm>
            <a:off x="7294563" y="5324475"/>
            <a:ext cx="1439862" cy="539750"/>
          </a:xfrm>
          <a:prstGeom prst="borderCallout1">
            <a:avLst>
              <a:gd name="adj1" fmla="val -6878"/>
              <a:gd name="adj2" fmla="val 59391"/>
              <a:gd name="adj3" fmla="val -187742"/>
              <a:gd name="adj4" fmla="val 15167"/>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noProof="1"/>
          </a:p>
        </p:txBody>
      </p:sp>
      <p:sp>
        <p:nvSpPr>
          <p:cNvPr id="7" name="线形标注 1(带强调线) 6"/>
          <p:cNvSpPr/>
          <p:nvPr/>
        </p:nvSpPr>
        <p:spPr>
          <a:xfrm>
            <a:off x="7294563" y="5295900"/>
            <a:ext cx="1303337" cy="588963"/>
          </a:xfrm>
          <a:prstGeom prst="accentCallout1">
            <a:avLst>
              <a:gd name="adj1" fmla="val 18750"/>
              <a:gd name="adj2" fmla="val -8333"/>
              <a:gd name="adj3" fmla="val 38619"/>
              <a:gd name="adj4" fmla="val -62183"/>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noProof="1"/>
          </a:p>
        </p:txBody>
      </p:sp>
      <p:sp>
        <p:nvSpPr>
          <p:cNvPr id="9224"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har char="•"/>
              <a:defRPr kumimoji="1" sz="2200">
                <a:solidFill>
                  <a:schemeClr val="tx1"/>
                </a:solidFill>
                <a:latin typeface="-윤체M" panose="020B0604020202020204" charset="-127"/>
                <a:ea typeface="-윤체M" panose="020B0604020202020204" charset="-127"/>
              </a:defRPr>
            </a:lvl1pPr>
            <a:lvl2pPr marL="742950" indent="-285750" latinLnBrk="1">
              <a:spcBef>
                <a:spcPct val="20000"/>
              </a:spcBef>
              <a:buChar char="•"/>
              <a:defRPr kumimoji="1" sz="2000">
                <a:solidFill>
                  <a:schemeClr val="tx1"/>
                </a:solidFill>
                <a:latin typeface="-윤체M" panose="020B0604020202020204" charset="-127"/>
                <a:ea typeface="-윤체M" panose="020B0604020202020204" charset="-127"/>
              </a:defRPr>
            </a:lvl2pPr>
            <a:lvl3pPr marL="1143000" indent="-228600" latinLnBrk="1">
              <a:spcBef>
                <a:spcPct val="20000"/>
              </a:spcBef>
              <a:buChar char="•"/>
              <a:defRPr kumimoji="1">
                <a:solidFill>
                  <a:schemeClr val="tx1"/>
                </a:solidFill>
                <a:latin typeface="-윤체M" panose="020B0604020202020204" charset="-127"/>
                <a:ea typeface="-윤체M" panose="020B0604020202020204" charset="-127"/>
              </a:defRPr>
            </a:lvl3pPr>
            <a:lvl4pPr marL="1600200" indent="-228600" latinLnBrk="1">
              <a:spcBef>
                <a:spcPct val="20000"/>
              </a:spcBef>
              <a:buChar char="•"/>
              <a:defRPr kumimoji="1" sz="1600">
                <a:solidFill>
                  <a:schemeClr val="tx1"/>
                </a:solidFill>
                <a:latin typeface="-윤체M" panose="020B0604020202020204" charset="-127"/>
                <a:ea typeface="-윤체M" panose="020B0604020202020204" charset="-127"/>
              </a:defRPr>
            </a:lvl4pPr>
            <a:lvl5pPr marL="2057400" indent="-228600" latinLnBrk="1">
              <a:spcBef>
                <a:spcPct val="20000"/>
              </a:spcBef>
              <a:buChar char="•"/>
              <a:defRPr kumimoji="1" sz="1400">
                <a:solidFill>
                  <a:schemeClr val="tx1"/>
                </a:solidFill>
                <a:latin typeface="-윤체M" panose="020B0604020202020204" charset="-127"/>
                <a:ea typeface="-윤체M" panose="020B0604020202020204"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9pPr>
          </a:lstStyle>
          <a:p>
            <a:pPr>
              <a:spcBef>
                <a:spcPct val="0"/>
              </a:spcBef>
              <a:buFontTx/>
              <a:buNone/>
            </a:pPr>
            <a:fld id="{70CCDC87-E626-44C4-89B9-1E547AF428C6}" type="slidenum">
              <a:rPr lang="zh-CN" altLang="en-US" sz="1400" smtClean="0">
                <a:latin typeface="Arial" panose="020B0604020202020204" pitchFamily="34" charset="0"/>
                <a:ea typeface="宋体" panose="02010600030101010101" pitchFamily="2" charset="-122"/>
              </a:rPr>
              <a:pPr>
                <a:spcBef>
                  <a:spcPct val="0"/>
                </a:spcBef>
                <a:buFontTx/>
                <a:buNone/>
              </a:pPr>
              <a:t>69</a:t>
            </a:fld>
            <a:endParaRPr lang="zh-CN" altLang="en-US" sz="1400" smtClean="0">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03322342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1266"/>
                                        </p:tgtEl>
                                        <p:attrNameLst>
                                          <p:attrName>style.visibility</p:attrName>
                                        </p:attrNameLst>
                                      </p:cBhvr>
                                      <p:to>
                                        <p:strVal val="visible"/>
                                      </p:to>
                                    </p:set>
                                    <p:animEffect transition="in" filter="wipe(left)">
                                      <p:cBhvr>
                                        <p:cTn id="7" dur="500"/>
                                        <p:tgtEl>
                                          <p:spTgt spid="1126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37" fill="hold" nodeType="clickEffect">
                                  <p:stCondLst>
                                    <p:cond delay="0"/>
                                  </p:stCondLst>
                                  <p:childTnLst>
                                    <p:set>
                                      <p:cBhvr>
                                        <p:cTn id="11" dur="1" fill="hold">
                                          <p:stCondLst>
                                            <p:cond delay="0"/>
                                          </p:stCondLst>
                                        </p:cTn>
                                        <p:tgtEl>
                                          <p:spTgt spid="11267"/>
                                        </p:tgtEl>
                                        <p:attrNameLst>
                                          <p:attrName>style.visibility</p:attrName>
                                        </p:attrNameLst>
                                      </p:cBhvr>
                                      <p:to>
                                        <p:strVal val="visible"/>
                                      </p:to>
                                    </p:set>
                                    <p:animEffect transition="in" filter="barn(outVertical)">
                                      <p:cBhvr>
                                        <p:cTn id="12" dur="500"/>
                                        <p:tgtEl>
                                          <p:spTgt spid="1126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21" fill="hold" nodeType="clickEffect">
                                  <p:stCondLst>
                                    <p:cond delay="0"/>
                                  </p:stCondLst>
                                  <p:childTnLst>
                                    <p:set>
                                      <p:cBhvr>
                                        <p:cTn id="16" dur="1" fill="hold">
                                          <p:stCondLst>
                                            <p:cond delay="0"/>
                                          </p:stCondLst>
                                        </p:cTn>
                                        <p:tgtEl>
                                          <p:spTgt spid="11268"/>
                                        </p:tgtEl>
                                        <p:attrNameLst>
                                          <p:attrName>style.visibility</p:attrName>
                                        </p:attrNameLst>
                                      </p:cBhvr>
                                      <p:to>
                                        <p:strVal val="visible"/>
                                      </p:to>
                                    </p:set>
                                    <p:animEffect transition="in" filter="barn(inVertical)">
                                      <p:cBhvr>
                                        <p:cTn id="17" dur="500"/>
                                        <p:tgtEl>
                                          <p:spTgt spid="1126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12"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strips(downLeft)">
                                      <p:cBhvr>
                                        <p:cTn id="22" dur="500"/>
                                        <p:tgtEl>
                                          <p:spTgt spid="6"/>
                                        </p:tgtEl>
                                      </p:cBhvr>
                                    </p:animEffect>
                                  </p:childTnLst>
                                </p:cTn>
                              </p:par>
                              <p:par>
                                <p:cTn id="23" presetID="18" presetClass="entr" presetSubtype="12"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strips(downLeft)">
                                      <p:cBhvr>
                                        <p:cTn id="25" dur="500"/>
                                        <p:tgtEl>
                                          <p:spTgt spid="7"/>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11269"/>
                                        </p:tgtEl>
                                        <p:attrNameLst>
                                          <p:attrName>style.visibility</p:attrName>
                                        </p:attrNameLst>
                                      </p:cBhvr>
                                      <p:to>
                                        <p:strVal val="visible"/>
                                      </p:to>
                                    </p:set>
                                    <p:animEffect transition="in" filter="blinds(horizontal)">
                                      <p:cBhvr>
                                        <p:cTn id="28" dur="500"/>
                                        <p:tgtEl>
                                          <p:spTgt spid="112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9" grpId="0" animBg="1"/>
      <p:bldP spid="6" grpId="0" animBg="1"/>
      <p:bldP spid="7"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89" name="图片 1"/>
          <p:cNvPicPr>
            <a:picLocks noChangeAspect="1" noChangeArrowheads="1"/>
          </p:cNvPicPr>
          <p:nvPr/>
        </p:nvPicPr>
        <p:blipFill>
          <a:blip r:embed="rId2">
            <a:extLst>
              <a:ext uri="{28A0092B-C50C-407E-A947-70E740481C1C}">
                <a14:useLocalDpi xmlns:a14="http://schemas.microsoft.com/office/drawing/2010/main" val="0"/>
              </a:ext>
            </a:extLst>
          </a:blip>
          <a:srcRect r="-56181"/>
          <a:stretch>
            <a:fillRect/>
          </a:stretch>
        </p:blipFill>
        <p:spPr bwMode="auto">
          <a:xfrm>
            <a:off x="314325" y="1303338"/>
            <a:ext cx="4700588" cy="4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0" name="图片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4325" y="1760538"/>
            <a:ext cx="4229100"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1" name="图片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4325" y="1860550"/>
            <a:ext cx="5238750" cy="2149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2" name="图片 3" descr="罗纳尔多"/>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426200" y="877888"/>
            <a:ext cx="2454275" cy="3132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3" name="图片 4" descr="罗纳尔多金嗓子"/>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859338" y="4010025"/>
            <a:ext cx="4191000" cy="235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4" name="图片 7"/>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405188" y="2449513"/>
            <a:ext cx="5116512" cy="374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8"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har char="•"/>
              <a:defRPr kumimoji="1" sz="2200">
                <a:solidFill>
                  <a:schemeClr val="tx1"/>
                </a:solidFill>
                <a:latin typeface="-윤체M" panose="020B0604020202020204" charset="-127"/>
                <a:ea typeface="-윤체M" panose="020B0604020202020204" charset="-127"/>
              </a:defRPr>
            </a:lvl1pPr>
            <a:lvl2pPr marL="742950" indent="-285750" latinLnBrk="1">
              <a:spcBef>
                <a:spcPct val="20000"/>
              </a:spcBef>
              <a:buChar char="•"/>
              <a:defRPr kumimoji="1" sz="2000">
                <a:solidFill>
                  <a:schemeClr val="tx1"/>
                </a:solidFill>
                <a:latin typeface="-윤체M" panose="020B0604020202020204" charset="-127"/>
                <a:ea typeface="-윤체M" panose="020B0604020202020204" charset="-127"/>
              </a:defRPr>
            </a:lvl2pPr>
            <a:lvl3pPr marL="1143000" indent="-228600" latinLnBrk="1">
              <a:spcBef>
                <a:spcPct val="20000"/>
              </a:spcBef>
              <a:buChar char="•"/>
              <a:defRPr kumimoji="1">
                <a:solidFill>
                  <a:schemeClr val="tx1"/>
                </a:solidFill>
                <a:latin typeface="-윤체M" panose="020B0604020202020204" charset="-127"/>
                <a:ea typeface="-윤체M" panose="020B0604020202020204" charset="-127"/>
              </a:defRPr>
            </a:lvl3pPr>
            <a:lvl4pPr marL="1600200" indent="-228600" latinLnBrk="1">
              <a:spcBef>
                <a:spcPct val="20000"/>
              </a:spcBef>
              <a:buChar char="•"/>
              <a:defRPr kumimoji="1" sz="1600">
                <a:solidFill>
                  <a:schemeClr val="tx1"/>
                </a:solidFill>
                <a:latin typeface="-윤체M" panose="020B0604020202020204" charset="-127"/>
                <a:ea typeface="-윤체M" panose="020B0604020202020204" charset="-127"/>
              </a:defRPr>
            </a:lvl4pPr>
            <a:lvl5pPr marL="2057400" indent="-228600" latinLnBrk="1">
              <a:spcBef>
                <a:spcPct val="20000"/>
              </a:spcBef>
              <a:buChar char="•"/>
              <a:defRPr kumimoji="1" sz="1400">
                <a:solidFill>
                  <a:schemeClr val="tx1"/>
                </a:solidFill>
                <a:latin typeface="-윤체M" panose="020B0604020202020204" charset="-127"/>
                <a:ea typeface="-윤체M" panose="020B0604020202020204"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9pPr>
          </a:lstStyle>
          <a:p>
            <a:pPr>
              <a:spcBef>
                <a:spcPct val="0"/>
              </a:spcBef>
              <a:buFontTx/>
              <a:buNone/>
            </a:pPr>
            <a:fld id="{37BC5DB3-D7E7-44FF-BD6F-9014F243CC7E}" type="slidenum">
              <a:rPr lang="zh-CN" altLang="en-US" sz="1400" smtClean="0">
                <a:latin typeface="Arial" panose="020B0604020202020204" pitchFamily="34" charset="0"/>
                <a:ea typeface="宋体" panose="02010600030101010101" pitchFamily="2" charset="-122"/>
              </a:rPr>
              <a:pPr>
                <a:spcBef>
                  <a:spcPct val="0"/>
                </a:spcBef>
                <a:buFontTx/>
                <a:buNone/>
              </a:pPr>
              <a:t>70</a:t>
            </a:fld>
            <a:endParaRPr lang="zh-CN" altLang="en-US" sz="1400" smtClean="0">
              <a:latin typeface="Arial" panose="020B0604020202020204" pitchFamily="34" charset="0"/>
              <a:ea typeface="宋体" panose="02010600030101010101" pitchFamily="2" charset="-122"/>
            </a:endParaRPr>
          </a:p>
        </p:txBody>
      </p:sp>
      <p:pic>
        <p:nvPicPr>
          <p:cNvPr id="56322" name="Picture 2" descr="https://ss0.baidu.com/7Po3dSag_xI4khGko9WTAnF6hhy/baike/c0%3Dbaike60%2C5%2C5%2C60%2C20/sign=77763b2b33adcbef15397654cdc645b8/d1160924ab18972b73d30225e4cd7b899f510a77.jp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01700" y="3819525"/>
            <a:ext cx="1727200" cy="2630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 name="曲线连接符 2"/>
          <p:cNvCxnSpPr>
            <a:cxnSpLocks noChangeShapeType="1"/>
            <a:stCxn id="56322" idx="3"/>
          </p:cNvCxnSpPr>
          <p:nvPr/>
        </p:nvCxnSpPr>
        <p:spPr bwMode="auto">
          <a:xfrm flipV="1">
            <a:off x="2628900" y="1628775"/>
            <a:ext cx="3797300" cy="3506788"/>
          </a:xfrm>
          <a:prstGeom prst="curvedConnector3">
            <a:avLst>
              <a:gd name="adj1" fmla="val 50000"/>
            </a:avLst>
          </a:prstGeom>
          <a:noFill/>
          <a:ln w="38100" algn="ctr">
            <a:solidFill>
              <a:schemeClr val="tx1"/>
            </a:solidFill>
            <a:round/>
            <a:headEnd type="triangl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文本框 9"/>
          <p:cNvSpPr txBox="1"/>
          <p:nvPr/>
        </p:nvSpPr>
        <p:spPr>
          <a:xfrm>
            <a:off x="3865563" y="3913188"/>
            <a:ext cx="823912" cy="460375"/>
          </a:xfrm>
          <a:prstGeom prst="rect">
            <a:avLst/>
          </a:prstGeom>
          <a:solidFill>
            <a:schemeClr val="accent1">
              <a:lumMod val="20000"/>
              <a:lumOff val="80000"/>
            </a:schemeClr>
          </a:solidFill>
          <a:ln>
            <a:solidFill>
              <a:schemeClr val="accent1"/>
            </a:solidFill>
          </a:ln>
        </p:spPr>
        <p:txBody>
          <a:bodyPr>
            <a:spAutoFit/>
          </a:bodyPr>
          <a:lstStyle/>
          <a:p>
            <a:pPr>
              <a:defRPr/>
            </a:pPr>
            <a:r>
              <a:rPr lang="zh-CN" altLang="en-US" dirty="0">
                <a:ea typeface="Gulim" pitchFamily="34" charset="-127"/>
              </a:rPr>
              <a:t>队友</a:t>
            </a:r>
          </a:p>
        </p:txBody>
      </p:sp>
      <p:pic>
        <p:nvPicPr>
          <p:cNvPr id="56324" name="Picture 4" descr="https://gimg2.baidu.com/image_search/src=http%3A%2F%2Fec4.images-amazon.com%2Fimages%2FI%2F817Ux2L6-NL._SL1500_.jpg&amp;refer=http%3A%2F%2Fec4.images-amazon.com&amp;app=2002&amp;size=f9999,10000&amp;q=a80&amp;n=0&amp;g=0n&amp;fmt=auto?sec=1665584343&amp;t=e5ba0474cde491cbcd560d2a00d004c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02050" y="309563"/>
            <a:ext cx="968375" cy="979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 name="文本框 28"/>
          <p:cNvSpPr txBox="1"/>
          <p:nvPr/>
        </p:nvSpPr>
        <p:spPr>
          <a:xfrm>
            <a:off x="4689475" y="334963"/>
            <a:ext cx="1906588" cy="460375"/>
          </a:xfrm>
          <a:prstGeom prst="rect">
            <a:avLst/>
          </a:prstGeom>
          <a:solidFill>
            <a:schemeClr val="accent1">
              <a:lumMod val="20000"/>
              <a:lumOff val="80000"/>
            </a:schemeClr>
          </a:solidFill>
          <a:ln>
            <a:solidFill>
              <a:schemeClr val="accent1"/>
            </a:solidFill>
          </a:ln>
        </p:spPr>
        <p:txBody>
          <a:bodyPr>
            <a:spAutoFit/>
          </a:bodyPr>
          <a:lstStyle/>
          <a:p>
            <a:pPr>
              <a:defRPr/>
            </a:pPr>
            <a:r>
              <a:rPr lang="zh-CN" altLang="en-US" dirty="0">
                <a:ea typeface="Gulim" pitchFamily="34" charset="-127"/>
              </a:rPr>
              <a:t>足球运动员</a:t>
            </a:r>
          </a:p>
        </p:txBody>
      </p:sp>
      <p:cxnSp>
        <p:nvCxnSpPr>
          <p:cNvPr id="13" name="曲线连接符 12"/>
          <p:cNvCxnSpPr>
            <a:cxnSpLocks noChangeShapeType="1"/>
            <a:stCxn id="56324" idx="2"/>
          </p:cNvCxnSpPr>
          <p:nvPr/>
        </p:nvCxnSpPr>
        <p:spPr bwMode="auto">
          <a:xfrm rot="5400000">
            <a:off x="1745456" y="1378744"/>
            <a:ext cx="2530475" cy="2351088"/>
          </a:xfrm>
          <a:prstGeom prst="curvedConnector3">
            <a:avLst>
              <a:gd name="adj1" fmla="val 50000"/>
            </a:avLst>
          </a:prstGeom>
          <a:noFill/>
          <a:ln w="38100" algn="ctr">
            <a:solidFill>
              <a:schemeClr val="tx1"/>
            </a:solidFill>
            <a:round/>
            <a:headEnd type="triangl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曲线连接符 17"/>
          <p:cNvCxnSpPr>
            <a:cxnSpLocks noChangeShapeType="1"/>
          </p:cNvCxnSpPr>
          <p:nvPr/>
        </p:nvCxnSpPr>
        <p:spPr bwMode="auto">
          <a:xfrm flipV="1">
            <a:off x="4200525" y="928688"/>
            <a:ext cx="2225675" cy="374650"/>
          </a:xfrm>
          <a:prstGeom prst="curvedConnector3">
            <a:avLst>
              <a:gd name="adj1" fmla="val 50000"/>
            </a:avLst>
          </a:prstGeom>
          <a:noFill/>
          <a:ln w="38100" algn="ctr">
            <a:solidFill>
              <a:schemeClr val="tx1"/>
            </a:solidFill>
            <a:round/>
            <a:headEnd type="triangl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2784054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2289"/>
                                        </p:tgtEl>
                                        <p:attrNameLst>
                                          <p:attrName>style.visibility</p:attrName>
                                        </p:attrNameLst>
                                      </p:cBhvr>
                                      <p:to>
                                        <p:strVal val="visible"/>
                                      </p:to>
                                    </p:set>
                                    <p:animEffect transition="in" filter="wipe(left)">
                                      <p:cBhvr>
                                        <p:cTn id="7" dur="500"/>
                                        <p:tgtEl>
                                          <p:spTgt spid="1228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2290"/>
                                        </p:tgtEl>
                                        <p:attrNameLst>
                                          <p:attrName>style.visibility</p:attrName>
                                        </p:attrNameLst>
                                      </p:cBhvr>
                                      <p:to>
                                        <p:strVal val="visible"/>
                                      </p:to>
                                    </p:set>
                                    <p:animEffect transition="in" filter="wipe(left)">
                                      <p:cBhvr>
                                        <p:cTn id="12" dur="500"/>
                                        <p:tgtEl>
                                          <p:spTgt spid="1229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2" fill="hold" nodeType="clickEffect">
                                  <p:stCondLst>
                                    <p:cond delay="0"/>
                                  </p:stCondLst>
                                  <p:childTnLst>
                                    <p:set>
                                      <p:cBhvr>
                                        <p:cTn id="16" dur="1" fill="hold">
                                          <p:stCondLst>
                                            <p:cond delay="0"/>
                                          </p:stCondLst>
                                        </p:cTn>
                                        <p:tgtEl>
                                          <p:spTgt spid="12292"/>
                                        </p:tgtEl>
                                        <p:attrNameLst>
                                          <p:attrName>style.visibility</p:attrName>
                                        </p:attrNameLst>
                                      </p:cBhvr>
                                      <p:to>
                                        <p:strVal val="visible"/>
                                      </p:to>
                                    </p:set>
                                    <p:animEffect transition="in" filter="wipe(right)">
                                      <p:cBhvr>
                                        <p:cTn id="17" dur="500"/>
                                        <p:tgtEl>
                                          <p:spTgt spid="1229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12293"/>
                                        </p:tgtEl>
                                        <p:attrNameLst>
                                          <p:attrName>style.visibility</p:attrName>
                                        </p:attrNameLst>
                                      </p:cBhvr>
                                      <p:to>
                                        <p:strVal val="visible"/>
                                      </p:to>
                                    </p:set>
                                    <p:animEffect transition="in" filter="wipe(down)">
                                      <p:cBhvr>
                                        <p:cTn id="22" dur="500"/>
                                        <p:tgtEl>
                                          <p:spTgt spid="1229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2291"/>
                                        </p:tgtEl>
                                        <p:attrNameLst>
                                          <p:attrName>style.visibility</p:attrName>
                                        </p:attrNameLst>
                                      </p:cBhvr>
                                      <p:to>
                                        <p:strVal val="visible"/>
                                      </p:to>
                                    </p:set>
                                    <p:animEffect transition="in" filter="wipe(left)">
                                      <p:cBhvr>
                                        <p:cTn id="27" dur="500"/>
                                        <p:tgtEl>
                                          <p:spTgt spid="1229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8" presetClass="entr" presetSubtype="12" fill="hold" nodeType="clickEffect">
                                  <p:stCondLst>
                                    <p:cond delay="0"/>
                                  </p:stCondLst>
                                  <p:childTnLst>
                                    <p:set>
                                      <p:cBhvr>
                                        <p:cTn id="31" dur="1" fill="hold">
                                          <p:stCondLst>
                                            <p:cond delay="0"/>
                                          </p:stCondLst>
                                        </p:cTn>
                                        <p:tgtEl>
                                          <p:spTgt spid="12294"/>
                                        </p:tgtEl>
                                        <p:attrNameLst>
                                          <p:attrName>style.visibility</p:attrName>
                                        </p:attrNameLst>
                                      </p:cBhvr>
                                      <p:to>
                                        <p:strVal val="visible"/>
                                      </p:to>
                                    </p:set>
                                    <p:animEffect transition="in" filter="strips(downLeft)">
                                      <p:cBhvr>
                                        <p:cTn id="32" dur="500"/>
                                        <p:tgtEl>
                                          <p:spTgt spid="1229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0"/>
                                          </p:stCondLst>
                                        </p:cTn>
                                        <p:tgtEl>
                                          <p:spTgt spid="56322"/>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0"/>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nodeType="clickEffect">
                                  <p:stCondLst>
                                    <p:cond delay="0"/>
                                  </p:stCondLst>
                                  <p:childTnLst>
                                    <p:set>
                                      <p:cBhvr>
                                        <p:cTn id="44" dur="1" fill="hold">
                                          <p:stCondLst>
                                            <p:cond delay="0"/>
                                          </p:stCondLst>
                                        </p:cTn>
                                        <p:tgtEl>
                                          <p:spTgt spid="5632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9"/>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nodeType="clickEffect">
                                  <p:stCondLst>
                                    <p:cond delay="0"/>
                                  </p:stCondLst>
                                  <p:childTnLst>
                                    <p:set>
                                      <p:cBhvr>
                                        <p:cTn id="50" dur="1" fill="hold">
                                          <p:stCondLst>
                                            <p:cond delay="0"/>
                                          </p:stCondLst>
                                        </p:cTn>
                                        <p:tgtEl>
                                          <p:spTgt spid="13"/>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29"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内容占位符 2"/>
          <p:cNvSpPr>
            <a:spLocks noGrp="1"/>
          </p:cNvSpPr>
          <p:nvPr>
            <p:ph idx="1"/>
          </p:nvPr>
        </p:nvSpPr>
        <p:spPr>
          <a:xfrm>
            <a:off x="395536" y="1052736"/>
            <a:ext cx="8484939" cy="587386"/>
          </a:xfrm>
          <a:solidFill>
            <a:schemeClr val="accent2">
              <a:lumMod val="20000"/>
              <a:lumOff val="80000"/>
            </a:schemeClr>
          </a:solidFill>
        </p:spPr>
        <p:txBody>
          <a:bodyPr/>
          <a:lstStyle/>
          <a:p>
            <a:pPr>
              <a:lnSpc>
                <a:spcPct val="120000"/>
              </a:lnSpc>
            </a:pPr>
            <a:r>
              <a:rPr lang="zh-CN" altLang="en-US" sz="2400" dirty="0" smtClean="0">
                <a:latin typeface="微软雅黑" panose="020B0503020204020204" pitchFamily="34" charset="-122"/>
                <a:ea typeface="微软雅黑" panose="020B0503020204020204" pitchFamily="34" charset="-122"/>
              </a:rPr>
              <a:t>三元组表示：</a:t>
            </a:r>
            <a:r>
              <a:rPr lang="en-US" altLang="zh-CN" sz="2400" dirty="0" err="1">
                <a:latin typeface="微软雅黑" panose="020B0503020204020204" pitchFamily="34" charset="-122"/>
                <a:ea typeface="微软雅黑" panose="020B0503020204020204" pitchFamily="34" charset="-122"/>
              </a:rPr>
              <a:t>RDF</a:t>
            </a:r>
            <a:r>
              <a:rPr lang="en-US" altLang="zh-CN" sz="2400" dirty="0">
                <a:latin typeface="微软雅黑" panose="020B0503020204020204" pitchFamily="34" charset="-122"/>
                <a:ea typeface="微软雅黑" panose="020B0503020204020204" pitchFamily="34" charset="-122"/>
              </a:rPr>
              <a:t> </a:t>
            </a:r>
            <a:r>
              <a:rPr lang="zh-CN" altLang="en-US" sz="2400" dirty="0" smtClean="0">
                <a:latin typeface="微软雅黑" panose="020B0503020204020204" pitchFamily="34" charset="-122"/>
                <a:ea typeface="微软雅黑" panose="020B0503020204020204" pitchFamily="34" charset="-122"/>
              </a:rPr>
              <a:t>（</a:t>
            </a:r>
            <a:r>
              <a:rPr lang="en-US" altLang="zh-CN" sz="2400" dirty="0" smtClean="0">
                <a:solidFill>
                  <a:srgbClr val="0000FF"/>
                </a:solidFill>
                <a:latin typeface="微软雅黑" panose="020B0503020204020204" pitchFamily="34" charset="-122"/>
                <a:ea typeface="微软雅黑" panose="020B0503020204020204" pitchFamily="34" charset="-122"/>
              </a:rPr>
              <a:t>R</a:t>
            </a:r>
            <a:r>
              <a:rPr lang="en-US" altLang="zh-CN" sz="2400" dirty="0" smtClean="0">
                <a:latin typeface="微软雅黑" panose="020B0503020204020204" pitchFamily="34" charset="-122"/>
                <a:ea typeface="微软雅黑" panose="020B0503020204020204" pitchFamily="34" charset="-122"/>
              </a:rPr>
              <a:t>esource </a:t>
            </a:r>
            <a:r>
              <a:rPr lang="en-US" altLang="zh-CN" sz="2400" dirty="0">
                <a:solidFill>
                  <a:srgbClr val="0000FF"/>
                </a:solidFill>
                <a:latin typeface="微软雅黑" panose="020B0503020204020204" pitchFamily="34" charset="-122"/>
                <a:ea typeface="微软雅黑" panose="020B0503020204020204" pitchFamily="34" charset="-122"/>
              </a:rPr>
              <a:t>D</a:t>
            </a:r>
            <a:r>
              <a:rPr lang="en-US" altLang="zh-CN" sz="2400" dirty="0">
                <a:latin typeface="微软雅黑" panose="020B0503020204020204" pitchFamily="34" charset="-122"/>
                <a:ea typeface="微软雅黑" panose="020B0503020204020204" pitchFamily="34" charset="-122"/>
              </a:rPr>
              <a:t>escription </a:t>
            </a:r>
            <a:r>
              <a:rPr lang="en-US" altLang="zh-CN" sz="2400" dirty="0" smtClean="0">
                <a:solidFill>
                  <a:srgbClr val="0000FF"/>
                </a:solidFill>
                <a:latin typeface="微软雅黑" panose="020B0503020204020204" pitchFamily="34" charset="-122"/>
                <a:ea typeface="微软雅黑" panose="020B0503020204020204" pitchFamily="34" charset="-122"/>
              </a:rPr>
              <a:t>F</a:t>
            </a:r>
            <a:r>
              <a:rPr lang="en-US" altLang="zh-CN" sz="2400" dirty="0" smtClean="0">
                <a:latin typeface="微软雅黑" panose="020B0503020204020204" pitchFamily="34" charset="-122"/>
                <a:ea typeface="微软雅黑" panose="020B0503020204020204" pitchFamily="34" charset="-122"/>
              </a:rPr>
              <a:t>ramework</a:t>
            </a:r>
            <a:r>
              <a:rPr lang="zh-CN" altLang="en-US" sz="2400" dirty="0" smtClean="0">
                <a:latin typeface="微软雅黑" panose="020B0503020204020204" pitchFamily="34" charset="-122"/>
                <a:ea typeface="微软雅黑" panose="020B0503020204020204" pitchFamily="34" charset="-122"/>
              </a:rPr>
              <a:t>）</a:t>
            </a:r>
            <a:endParaRPr lang="en-US" altLang="zh-CN" dirty="0" smtClean="0">
              <a:latin typeface="微软雅黑" panose="020B0503020204020204" pitchFamily="34" charset="-122"/>
              <a:ea typeface="微软雅黑" panose="020B0503020204020204" pitchFamily="34" charset="-122"/>
            </a:endParaRPr>
          </a:p>
        </p:txBody>
      </p:sp>
      <p:sp>
        <p:nvSpPr>
          <p:cNvPr id="7170" name="标题 1"/>
          <p:cNvSpPr>
            <a:spLocks noGrp="1"/>
          </p:cNvSpPr>
          <p:nvPr>
            <p:ph type="title"/>
          </p:nvPr>
        </p:nvSpPr>
        <p:spPr>
          <a:xfrm>
            <a:off x="388623" y="-8019"/>
            <a:ext cx="7772400" cy="1143000"/>
          </a:xfrm>
        </p:spPr>
        <p:txBody>
          <a:bodyPr/>
          <a:lstStyle/>
          <a:p>
            <a:r>
              <a:rPr lang="zh-CN" altLang="en-US" sz="3200" b="1" dirty="0" smtClean="0">
                <a:solidFill>
                  <a:schemeClr val="tx1"/>
                </a:solidFill>
                <a:latin typeface="微软雅黑" panose="020B0503020204020204" pitchFamily="34" charset="-122"/>
                <a:ea typeface="微软雅黑" panose="020B0503020204020204" pitchFamily="34" charset="-122"/>
              </a:rPr>
              <a:t>知识图谱的数据模型</a:t>
            </a:r>
            <a:endParaRPr lang="zh-CN" altLang="en-US" sz="3200" b="1" dirty="0" smtClean="0">
              <a:solidFill>
                <a:schemeClr val="tx1"/>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4294967295"/>
          </p:nvPr>
        </p:nvSpPr>
        <p:spPr>
          <a:xfrm>
            <a:off x="6553200" y="6248400"/>
            <a:ext cx="1905000" cy="457200"/>
          </a:xfrm>
          <a:prstGeom prst="rect">
            <a:avLst/>
          </a:prstGeom>
        </p:spPr>
        <p:txBody>
          <a:bodyPr/>
          <a:lstStyle/>
          <a:p>
            <a:pPr>
              <a:defRPr/>
            </a:pPr>
            <a:fld id="{D4E22331-1D68-498F-9A79-895922C8BEE3}" type="slidenum">
              <a:rPr lang="en-US" altLang="ko-KR" smtClean="0"/>
              <a:pPr>
                <a:defRPr/>
              </a:pPr>
              <a:t>71</a:t>
            </a:fld>
            <a:endParaRPr lang="en-US" altLang="ko-KR"/>
          </a:p>
        </p:txBody>
      </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659" y="1772840"/>
            <a:ext cx="9036496" cy="2097078"/>
          </a:xfrm>
          <a:prstGeom prst="rect">
            <a:avLst/>
          </a:prstGeom>
        </p:spPr>
      </p:pic>
      <p:sp>
        <p:nvSpPr>
          <p:cNvPr id="12" name="内容占位符 2"/>
          <p:cNvSpPr txBox="1">
            <a:spLocks/>
          </p:cNvSpPr>
          <p:nvPr/>
        </p:nvSpPr>
        <p:spPr>
          <a:xfrm>
            <a:off x="416245" y="4027584"/>
            <a:ext cx="8484939" cy="587386"/>
          </a:xfrm>
          <a:prstGeom prst="rect">
            <a:avLst/>
          </a:prstGeom>
          <a:solidFill>
            <a:schemeClr val="accent2">
              <a:lumMod val="20000"/>
              <a:lumOff val="80000"/>
            </a:schemeClr>
          </a:solidFill>
          <a:ln w="9525">
            <a:noFill/>
          </a:ln>
        </p:spPr>
        <p:txBody>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r>
              <a:rPr lang="zh-CN" altLang="en-US" sz="2400" dirty="0" smtClean="0">
                <a:latin typeface="微软雅黑" panose="020B0503020204020204" pitchFamily="34" charset="-122"/>
                <a:ea typeface="微软雅黑" panose="020B0503020204020204" pitchFamily="34" charset="-122"/>
              </a:rPr>
              <a:t>属性图模型：用</a:t>
            </a:r>
            <a:r>
              <a:rPr lang="en-US" altLang="zh-CN" sz="2400" dirty="0" smtClean="0">
                <a:latin typeface="微软雅黑" panose="020B0503020204020204" pitchFamily="34" charset="-122"/>
                <a:ea typeface="微软雅黑" panose="020B0503020204020204" pitchFamily="34" charset="-122"/>
              </a:rPr>
              <a:t>{Vertex</a:t>
            </a:r>
            <a:r>
              <a:rPr lang="zh-CN" altLang="en-US" sz="2400" dirty="0" smtClean="0">
                <a:latin typeface="微软雅黑" panose="020B0503020204020204" pitchFamily="34" charset="-122"/>
                <a:ea typeface="微软雅黑" panose="020B0503020204020204" pitchFamily="34" charset="-122"/>
              </a:rPr>
              <a:t>，</a:t>
            </a:r>
            <a:r>
              <a:rPr lang="en-US" altLang="zh-CN" sz="2400" dirty="0" smtClean="0">
                <a:latin typeface="微软雅黑" panose="020B0503020204020204" pitchFamily="34" charset="-122"/>
                <a:ea typeface="微软雅黑" panose="020B0503020204020204" pitchFamily="34" charset="-122"/>
              </a:rPr>
              <a:t>Edge}</a:t>
            </a:r>
            <a:r>
              <a:rPr lang="zh-CN" altLang="en-US" sz="2400" dirty="0" smtClean="0">
                <a:latin typeface="微软雅黑" panose="020B0503020204020204" pitchFamily="34" charset="-122"/>
                <a:ea typeface="微软雅黑" panose="020B0503020204020204" pitchFamily="34" charset="-122"/>
              </a:rPr>
              <a:t>集合来描述图</a:t>
            </a:r>
            <a:endParaRPr lang="en-US" altLang="zh-CN" dirty="0" smtClean="0">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3528" y="4724269"/>
            <a:ext cx="4040797" cy="1957912"/>
          </a:xfrm>
          <a:prstGeom prst="rect">
            <a:avLst/>
          </a:prstGeom>
        </p:spPr>
      </p:pic>
      <p:sp>
        <p:nvSpPr>
          <p:cNvPr id="13" name="右箭头 12"/>
          <p:cNvSpPr/>
          <p:nvPr/>
        </p:nvSpPr>
        <p:spPr bwMode="auto">
          <a:xfrm>
            <a:off x="4133949" y="5138140"/>
            <a:ext cx="504056" cy="360040"/>
          </a:xfrm>
          <a:prstGeom prst="rightArrow">
            <a:avLst/>
          </a:prstGeom>
          <a:solidFill>
            <a:srgbClr val="4471C4"/>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1" hangingPunct="1">
              <a:lnSpc>
                <a:spcPct val="100000"/>
              </a:lnSpc>
              <a:spcBef>
                <a:spcPct val="0"/>
              </a:spcBef>
              <a:spcAft>
                <a:spcPct val="0"/>
              </a:spcAft>
              <a:buClrTx/>
              <a:buSzTx/>
              <a:buFontTx/>
              <a:buNone/>
            </a:pPr>
            <a:endParaRPr kumimoji="1" lang="zh-CN" altLang="en-US" sz="24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p:txBody>
      </p:sp>
      <p:pic>
        <p:nvPicPr>
          <p:cNvPr id="14" name="图片 1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99714" y="4724269"/>
            <a:ext cx="4264774" cy="1811546"/>
          </a:xfrm>
          <a:prstGeom prst="rect">
            <a:avLst/>
          </a:prstGeom>
        </p:spPr>
      </p:pic>
    </p:spTree>
    <p:extLst>
      <p:ext uri="{BB962C8B-B14F-4D97-AF65-F5344CB8AC3E}">
        <p14:creationId xmlns:p14="http://schemas.microsoft.com/office/powerpoint/2010/main" val="4203497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内容占位符 2"/>
          <p:cNvSpPr>
            <a:spLocks noGrp="1"/>
          </p:cNvSpPr>
          <p:nvPr>
            <p:ph idx="1"/>
          </p:nvPr>
        </p:nvSpPr>
        <p:spPr>
          <a:xfrm>
            <a:off x="395536" y="1052736"/>
            <a:ext cx="8484939" cy="587386"/>
          </a:xfrm>
          <a:solidFill>
            <a:schemeClr val="accent2">
              <a:lumMod val="20000"/>
              <a:lumOff val="80000"/>
            </a:schemeClr>
          </a:solidFill>
        </p:spPr>
        <p:txBody>
          <a:bodyPr/>
          <a:lstStyle/>
          <a:p>
            <a:pPr>
              <a:lnSpc>
                <a:spcPct val="120000"/>
              </a:lnSpc>
            </a:pPr>
            <a:r>
              <a:rPr lang="zh-CN" altLang="en-US" sz="2400" dirty="0" smtClean="0">
                <a:latin typeface="微软雅黑" panose="020B0503020204020204" pitchFamily="34" charset="-122"/>
                <a:ea typeface="微软雅黑" panose="020B0503020204020204" pitchFamily="34" charset="-122"/>
              </a:rPr>
              <a:t>三元组表示：</a:t>
            </a:r>
            <a:r>
              <a:rPr lang="en-US" altLang="zh-CN" sz="2400" dirty="0" err="1">
                <a:latin typeface="微软雅黑" panose="020B0503020204020204" pitchFamily="34" charset="-122"/>
                <a:ea typeface="微软雅黑" panose="020B0503020204020204" pitchFamily="34" charset="-122"/>
              </a:rPr>
              <a:t>RDF</a:t>
            </a:r>
            <a:r>
              <a:rPr lang="en-US" altLang="zh-CN" sz="2400" dirty="0">
                <a:latin typeface="微软雅黑" panose="020B0503020204020204" pitchFamily="34" charset="-122"/>
                <a:ea typeface="微软雅黑" panose="020B0503020204020204" pitchFamily="34" charset="-122"/>
              </a:rPr>
              <a:t> </a:t>
            </a:r>
            <a:r>
              <a:rPr lang="zh-CN" altLang="en-US" sz="2400" dirty="0" smtClean="0">
                <a:latin typeface="微软雅黑" panose="020B0503020204020204" pitchFamily="34" charset="-122"/>
                <a:ea typeface="微软雅黑" panose="020B0503020204020204" pitchFamily="34" charset="-122"/>
              </a:rPr>
              <a:t>（</a:t>
            </a:r>
            <a:r>
              <a:rPr lang="en-US" altLang="zh-CN" sz="2400" dirty="0" smtClean="0">
                <a:solidFill>
                  <a:srgbClr val="0000FF"/>
                </a:solidFill>
                <a:latin typeface="微软雅黑" panose="020B0503020204020204" pitchFamily="34" charset="-122"/>
                <a:ea typeface="微软雅黑" panose="020B0503020204020204" pitchFamily="34" charset="-122"/>
              </a:rPr>
              <a:t>R</a:t>
            </a:r>
            <a:r>
              <a:rPr lang="en-US" altLang="zh-CN" sz="2400" dirty="0" smtClean="0">
                <a:latin typeface="微软雅黑" panose="020B0503020204020204" pitchFamily="34" charset="-122"/>
                <a:ea typeface="微软雅黑" panose="020B0503020204020204" pitchFamily="34" charset="-122"/>
              </a:rPr>
              <a:t>esource </a:t>
            </a:r>
            <a:r>
              <a:rPr lang="en-US" altLang="zh-CN" sz="2400" dirty="0">
                <a:solidFill>
                  <a:srgbClr val="0000FF"/>
                </a:solidFill>
                <a:latin typeface="微软雅黑" panose="020B0503020204020204" pitchFamily="34" charset="-122"/>
                <a:ea typeface="微软雅黑" panose="020B0503020204020204" pitchFamily="34" charset="-122"/>
              </a:rPr>
              <a:t>D</a:t>
            </a:r>
            <a:r>
              <a:rPr lang="en-US" altLang="zh-CN" sz="2400" dirty="0">
                <a:latin typeface="微软雅黑" panose="020B0503020204020204" pitchFamily="34" charset="-122"/>
                <a:ea typeface="微软雅黑" panose="020B0503020204020204" pitchFamily="34" charset="-122"/>
              </a:rPr>
              <a:t>escription </a:t>
            </a:r>
            <a:r>
              <a:rPr lang="en-US" altLang="zh-CN" sz="2400" dirty="0" smtClean="0">
                <a:solidFill>
                  <a:srgbClr val="0000FF"/>
                </a:solidFill>
                <a:latin typeface="微软雅黑" panose="020B0503020204020204" pitchFamily="34" charset="-122"/>
                <a:ea typeface="微软雅黑" panose="020B0503020204020204" pitchFamily="34" charset="-122"/>
              </a:rPr>
              <a:t>F</a:t>
            </a:r>
            <a:r>
              <a:rPr lang="en-US" altLang="zh-CN" sz="2400" dirty="0" smtClean="0">
                <a:latin typeface="微软雅黑" panose="020B0503020204020204" pitchFamily="34" charset="-122"/>
                <a:ea typeface="微软雅黑" panose="020B0503020204020204" pitchFamily="34" charset="-122"/>
              </a:rPr>
              <a:t>ramework</a:t>
            </a:r>
            <a:r>
              <a:rPr lang="zh-CN" altLang="en-US" sz="2400" dirty="0" smtClean="0">
                <a:latin typeface="微软雅黑" panose="020B0503020204020204" pitchFamily="34" charset="-122"/>
                <a:ea typeface="微软雅黑" panose="020B0503020204020204" pitchFamily="34" charset="-122"/>
              </a:rPr>
              <a:t>）</a:t>
            </a:r>
            <a:endParaRPr lang="en-US" altLang="zh-CN" dirty="0" smtClean="0">
              <a:latin typeface="微软雅黑" panose="020B0503020204020204" pitchFamily="34" charset="-122"/>
              <a:ea typeface="微软雅黑" panose="020B0503020204020204" pitchFamily="34" charset="-122"/>
            </a:endParaRPr>
          </a:p>
        </p:txBody>
      </p:sp>
      <p:sp>
        <p:nvSpPr>
          <p:cNvPr id="7170" name="标题 1"/>
          <p:cNvSpPr>
            <a:spLocks noGrp="1"/>
          </p:cNvSpPr>
          <p:nvPr>
            <p:ph type="title"/>
          </p:nvPr>
        </p:nvSpPr>
        <p:spPr>
          <a:xfrm>
            <a:off x="388623" y="-8019"/>
            <a:ext cx="7772400" cy="1143000"/>
          </a:xfrm>
        </p:spPr>
        <p:txBody>
          <a:bodyPr/>
          <a:lstStyle/>
          <a:p>
            <a:r>
              <a:rPr lang="zh-CN" altLang="en-US" sz="3200" b="1" dirty="0" smtClean="0">
                <a:solidFill>
                  <a:schemeClr val="tx1"/>
                </a:solidFill>
                <a:latin typeface="微软雅黑" panose="020B0503020204020204" pitchFamily="34" charset="-122"/>
                <a:ea typeface="微软雅黑" panose="020B0503020204020204" pitchFamily="34" charset="-122"/>
              </a:rPr>
              <a:t>知识图谱的数据模型</a:t>
            </a:r>
            <a:endParaRPr lang="zh-CN" altLang="en-US" sz="3200" b="1" dirty="0" smtClean="0">
              <a:solidFill>
                <a:schemeClr val="tx1"/>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4294967295"/>
          </p:nvPr>
        </p:nvSpPr>
        <p:spPr>
          <a:xfrm>
            <a:off x="6553200" y="6248400"/>
            <a:ext cx="1905000" cy="457200"/>
          </a:xfrm>
          <a:prstGeom prst="rect">
            <a:avLst/>
          </a:prstGeom>
        </p:spPr>
        <p:txBody>
          <a:bodyPr/>
          <a:lstStyle/>
          <a:p>
            <a:pPr>
              <a:defRPr/>
            </a:pPr>
            <a:fld id="{D4E22331-1D68-498F-9A79-895922C8BEE3}" type="slidenum">
              <a:rPr lang="en-US" altLang="ko-KR" smtClean="0"/>
              <a:pPr>
                <a:defRPr/>
              </a:pPr>
              <a:t>72</a:t>
            </a:fld>
            <a:endParaRPr lang="en-US" altLang="ko-KR"/>
          </a:p>
        </p:txBody>
      </p:sp>
      <p:sp>
        <p:nvSpPr>
          <p:cNvPr id="12" name="内容占位符 2"/>
          <p:cNvSpPr txBox="1">
            <a:spLocks/>
          </p:cNvSpPr>
          <p:nvPr/>
        </p:nvSpPr>
        <p:spPr>
          <a:xfrm>
            <a:off x="416245" y="4027584"/>
            <a:ext cx="8484939" cy="587386"/>
          </a:xfrm>
          <a:prstGeom prst="rect">
            <a:avLst/>
          </a:prstGeom>
          <a:solidFill>
            <a:schemeClr val="accent2">
              <a:lumMod val="20000"/>
              <a:lumOff val="80000"/>
            </a:schemeClr>
          </a:solidFill>
          <a:ln w="9525">
            <a:noFill/>
          </a:ln>
        </p:spPr>
        <p:txBody>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r>
              <a:rPr lang="zh-CN" altLang="en-US" sz="2400" dirty="0" smtClean="0">
                <a:latin typeface="微软雅黑" panose="020B0503020204020204" pitchFamily="34" charset="-122"/>
                <a:ea typeface="微软雅黑" panose="020B0503020204020204" pitchFamily="34" charset="-122"/>
              </a:rPr>
              <a:t>属性图模型：用</a:t>
            </a:r>
            <a:r>
              <a:rPr lang="en-US" altLang="zh-CN" sz="2400" dirty="0" smtClean="0">
                <a:latin typeface="微软雅黑" panose="020B0503020204020204" pitchFamily="34" charset="-122"/>
                <a:ea typeface="微软雅黑" panose="020B0503020204020204" pitchFamily="34" charset="-122"/>
              </a:rPr>
              <a:t>{Vertex</a:t>
            </a:r>
            <a:r>
              <a:rPr lang="zh-CN" altLang="en-US" sz="2400" dirty="0" smtClean="0">
                <a:latin typeface="微软雅黑" panose="020B0503020204020204" pitchFamily="34" charset="-122"/>
                <a:ea typeface="微软雅黑" panose="020B0503020204020204" pitchFamily="34" charset="-122"/>
              </a:rPr>
              <a:t>，</a:t>
            </a:r>
            <a:r>
              <a:rPr lang="en-US" altLang="zh-CN" sz="2400" dirty="0" smtClean="0">
                <a:latin typeface="微软雅黑" panose="020B0503020204020204" pitchFamily="34" charset="-122"/>
                <a:ea typeface="微软雅黑" panose="020B0503020204020204" pitchFamily="34" charset="-122"/>
              </a:rPr>
              <a:t>Edge}</a:t>
            </a:r>
            <a:r>
              <a:rPr lang="zh-CN" altLang="en-US" sz="2400" dirty="0" smtClean="0">
                <a:latin typeface="微软雅黑" panose="020B0503020204020204" pitchFamily="34" charset="-122"/>
                <a:ea typeface="微软雅黑" panose="020B0503020204020204" pitchFamily="34" charset="-122"/>
              </a:rPr>
              <a:t>集合来描述图</a:t>
            </a:r>
            <a:endParaRPr lang="en-US" altLang="zh-CN" dirty="0" smtClean="0">
              <a:latin typeface="微软雅黑" panose="020B0503020204020204" pitchFamily="34" charset="-122"/>
              <a:ea typeface="微软雅黑" panose="020B0503020204020204" pitchFamily="34" charset="-122"/>
            </a:endParaRPr>
          </a:p>
        </p:txBody>
      </p:sp>
      <p:sp>
        <p:nvSpPr>
          <p:cNvPr id="3" name="矩形 2"/>
          <p:cNvSpPr/>
          <p:nvPr/>
        </p:nvSpPr>
        <p:spPr>
          <a:xfrm>
            <a:off x="416245" y="4614970"/>
            <a:ext cx="8475081" cy="1938992"/>
          </a:xfrm>
          <a:prstGeom prst="rect">
            <a:avLst/>
          </a:prstGeom>
        </p:spPr>
        <p:txBody>
          <a:bodyPr wrap="square">
            <a:spAutoFit/>
          </a:bodyPr>
          <a:lstStyle/>
          <a:p>
            <a:pPr marL="342900" indent="-342900">
              <a:lnSpc>
                <a:spcPct val="12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属性图是图数据库Neo4J实现的图结构表示模型，在工业界有广泛</a:t>
            </a:r>
            <a:r>
              <a:rPr lang="zh-CN" altLang="en-US" sz="2000" dirty="0" smtClean="0">
                <a:latin typeface="微软雅黑" panose="020B0503020204020204" pitchFamily="34" charset="-122"/>
                <a:ea typeface="微软雅黑" panose="020B0503020204020204" pitchFamily="34" charset="-122"/>
              </a:rPr>
              <a:t>应用</a:t>
            </a:r>
            <a:endParaRPr lang="zh-CN" altLang="en-US" sz="2000" dirty="0">
              <a:latin typeface="微软雅黑" panose="020B0503020204020204" pitchFamily="34" charset="-122"/>
              <a:ea typeface="微软雅黑" panose="020B0503020204020204" pitchFamily="34" charset="-122"/>
            </a:endParaRPr>
          </a:p>
          <a:p>
            <a:pPr marL="342900" indent="-342900">
              <a:lnSpc>
                <a:spcPct val="120000"/>
              </a:lnSpc>
              <a:buFont typeface="Arial" panose="020B0604020202020204" pitchFamily="34" charset="0"/>
              <a:buChar char="•"/>
            </a:pPr>
            <a:r>
              <a:rPr lang="zh-CN" altLang="en-US" sz="2000" b="1" dirty="0" smtClean="0">
                <a:solidFill>
                  <a:srgbClr val="0000FF"/>
                </a:solidFill>
                <a:latin typeface="微软雅黑" panose="020B0503020204020204" pitchFamily="34" charset="-122"/>
                <a:ea typeface="微软雅黑" panose="020B0503020204020204" pitchFamily="34" charset="-122"/>
              </a:rPr>
              <a:t>优点</a:t>
            </a:r>
            <a:r>
              <a:rPr lang="zh-CN" altLang="en-US" sz="2000" dirty="0" smtClean="0">
                <a:latin typeface="微软雅黑" panose="020B0503020204020204" pitchFamily="34" charset="-122"/>
                <a:ea typeface="微软雅黑" panose="020B0503020204020204" pitchFamily="34" charset="-122"/>
              </a:rPr>
              <a:t>：</a:t>
            </a:r>
            <a:r>
              <a:rPr lang="en-US" altLang="zh-CN" sz="2000" dirty="0" smtClean="0">
                <a:latin typeface="微软雅黑" panose="020B0503020204020204" pitchFamily="34" charset="-122"/>
                <a:ea typeface="微软雅黑" panose="020B0503020204020204" pitchFamily="34" charset="-122"/>
              </a:rPr>
              <a:t>1. </a:t>
            </a:r>
            <a:r>
              <a:rPr lang="zh-CN" altLang="en-US" sz="2000" dirty="0" smtClean="0">
                <a:latin typeface="微软雅黑" panose="020B0503020204020204" pitchFamily="34" charset="-122"/>
                <a:ea typeface="微软雅黑" panose="020B0503020204020204" pitchFamily="34" charset="-122"/>
              </a:rPr>
              <a:t>表达方式</a:t>
            </a:r>
            <a:r>
              <a:rPr lang="zh-CN" altLang="en-US" sz="2000" dirty="0">
                <a:latin typeface="微软雅黑" panose="020B0503020204020204" pitchFamily="34" charset="-122"/>
                <a:ea typeface="微软雅黑" panose="020B0503020204020204" pitchFamily="34" charset="-122"/>
              </a:rPr>
              <a:t>非常</a:t>
            </a:r>
            <a:r>
              <a:rPr lang="zh-CN" altLang="en-US" sz="2000" dirty="0" smtClean="0">
                <a:latin typeface="微软雅黑" panose="020B0503020204020204" pitchFamily="34" charset="-122"/>
                <a:ea typeface="微软雅黑" panose="020B0503020204020204" pitchFamily="34" charset="-122"/>
              </a:rPr>
              <a:t>灵活</a:t>
            </a:r>
            <a:r>
              <a:rPr lang="zh-CN" altLang="en-US" sz="2000" dirty="0">
                <a:latin typeface="微软雅黑" panose="020B0503020204020204" pitchFamily="34" charset="-122"/>
                <a:ea typeface="微软雅黑" panose="020B0503020204020204" pitchFamily="34" charset="-122"/>
              </a:rPr>
              <a:t>（</a:t>
            </a:r>
            <a:r>
              <a:rPr lang="zh-CN" altLang="en-US" sz="2000" dirty="0" smtClean="0">
                <a:latin typeface="微软雅黑" panose="020B0503020204020204" pitchFamily="34" charset="-122"/>
                <a:ea typeface="微软雅黑" panose="020B0503020204020204" pitchFamily="34" charset="-122"/>
              </a:rPr>
              <a:t>允许</a:t>
            </a:r>
            <a:r>
              <a:rPr lang="zh-CN" altLang="en-US" sz="2000" dirty="0">
                <a:latin typeface="微软雅黑" panose="020B0503020204020204" pitchFamily="34" charset="-122"/>
                <a:ea typeface="微软雅黑" panose="020B0503020204020204" pitchFamily="34" charset="-122"/>
              </a:rPr>
              <a:t>为边增加属性</a:t>
            </a:r>
            <a:r>
              <a:rPr lang="zh-CN" altLang="en-US" sz="2000" dirty="0" smtClean="0">
                <a:latin typeface="微软雅黑" panose="020B0503020204020204" pitchFamily="34" charset="-122"/>
                <a:ea typeface="微软雅黑" panose="020B0503020204020204" pitchFamily="34" charset="-122"/>
              </a:rPr>
              <a:t>，便于表示</a:t>
            </a:r>
            <a:r>
              <a:rPr lang="zh-CN" altLang="en-US" sz="2000" dirty="0">
                <a:latin typeface="微软雅黑" panose="020B0503020204020204" pitchFamily="34" charset="-122"/>
                <a:ea typeface="微软雅黑" panose="020B0503020204020204" pitchFamily="34" charset="-122"/>
              </a:rPr>
              <a:t>多元</a:t>
            </a:r>
            <a:r>
              <a:rPr lang="zh-CN" altLang="en-US" sz="2000" dirty="0" smtClean="0">
                <a:latin typeface="微软雅黑" panose="020B0503020204020204" pitchFamily="34" charset="-122"/>
                <a:ea typeface="微软雅黑" panose="020B0503020204020204" pitchFamily="34" charset="-122"/>
              </a:rPr>
              <a:t>关系）；</a:t>
            </a:r>
            <a:r>
              <a:rPr lang="en-US" altLang="zh-CN" sz="2000" dirty="0" smtClean="0">
                <a:latin typeface="微软雅黑" panose="020B0503020204020204" pitchFamily="34" charset="-122"/>
                <a:ea typeface="微软雅黑" panose="020B0503020204020204" pitchFamily="34" charset="-122"/>
              </a:rPr>
              <a:t>2. </a:t>
            </a:r>
            <a:r>
              <a:rPr lang="zh-CN" altLang="en-US" sz="2000" dirty="0" smtClean="0">
                <a:latin typeface="微软雅黑" panose="020B0503020204020204" pitchFamily="34" charset="-122"/>
                <a:ea typeface="微软雅黑" panose="020B0503020204020204" pitchFamily="34" charset="-122"/>
              </a:rPr>
              <a:t>存储</a:t>
            </a:r>
            <a:r>
              <a:rPr lang="zh-CN" altLang="en-US" sz="2000" dirty="0">
                <a:latin typeface="微软雅黑" panose="020B0503020204020204" pitchFamily="34" charset="-122"/>
                <a:ea typeface="微软雅黑" panose="020B0503020204020204" pitchFamily="34" charset="-122"/>
              </a:rPr>
              <a:t>充分利用图的结构进行优化，因而在查询计算方面</a:t>
            </a:r>
            <a:r>
              <a:rPr lang="zh-CN" altLang="en-US" sz="2000" dirty="0" smtClean="0">
                <a:latin typeface="微软雅黑" panose="020B0503020204020204" pitchFamily="34" charset="-122"/>
                <a:ea typeface="微软雅黑" panose="020B0503020204020204" pitchFamily="34" charset="-122"/>
              </a:rPr>
              <a:t>具有优势</a:t>
            </a:r>
            <a:r>
              <a:rPr lang="zh-CN" altLang="en-US" sz="2000" dirty="0">
                <a:latin typeface="微软雅黑" panose="020B0503020204020204" pitchFamily="34" charset="-122"/>
                <a:ea typeface="微软雅黑" panose="020B0503020204020204" pitchFamily="34" charset="-122"/>
              </a:rPr>
              <a:t>。</a:t>
            </a:r>
          </a:p>
          <a:p>
            <a:pPr marL="342900" indent="-342900">
              <a:lnSpc>
                <a:spcPct val="120000"/>
              </a:lnSpc>
              <a:buFont typeface="Arial" panose="020B0604020202020204" pitchFamily="34" charset="0"/>
              <a:buChar char="•"/>
            </a:pPr>
            <a:r>
              <a:rPr lang="zh-CN" altLang="en-US" sz="2000" b="1" dirty="0" smtClean="0">
                <a:solidFill>
                  <a:srgbClr val="0000FF"/>
                </a:solidFill>
                <a:latin typeface="微软雅黑" panose="020B0503020204020204" pitchFamily="34" charset="-122"/>
                <a:ea typeface="微软雅黑" panose="020B0503020204020204" pitchFamily="34" charset="-122"/>
              </a:rPr>
              <a:t>缺点：</a:t>
            </a:r>
            <a:r>
              <a:rPr lang="zh-CN" altLang="en-US" sz="2000" dirty="0" smtClean="0">
                <a:latin typeface="微软雅黑" panose="020B0503020204020204" pitchFamily="34" charset="-122"/>
                <a:ea typeface="微软雅黑" panose="020B0503020204020204" pitchFamily="34" charset="-122"/>
              </a:rPr>
              <a:t>缺乏</a:t>
            </a:r>
            <a:r>
              <a:rPr lang="zh-CN" altLang="en-US" sz="2000" dirty="0">
                <a:latin typeface="微软雅黑" panose="020B0503020204020204" pitchFamily="34" charset="-122"/>
                <a:ea typeface="微软雅黑" panose="020B0503020204020204" pitchFamily="34" charset="-122"/>
              </a:rPr>
              <a:t>工业标准规范的支持，由于不关注更深层的语义表达，</a:t>
            </a:r>
            <a:r>
              <a:rPr lang="zh-CN" altLang="en-US" sz="2000" dirty="0" smtClean="0">
                <a:latin typeface="微软雅黑" panose="020B0503020204020204" pitchFamily="34" charset="-122"/>
                <a:ea typeface="微软雅黑" panose="020B0503020204020204" pitchFamily="34" charset="-122"/>
              </a:rPr>
              <a:t>也不</a:t>
            </a:r>
            <a:r>
              <a:rPr lang="zh-CN" altLang="en-US" sz="2000" dirty="0">
                <a:latin typeface="微软雅黑" panose="020B0503020204020204" pitchFamily="34" charset="-122"/>
                <a:ea typeface="微软雅黑" panose="020B0503020204020204" pitchFamily="34" charset="-122"/>
              </a:rPr>
              <a:t>支持符号逻辑推理。</a:t>
            </a:r>
          </a:p>
        </p:txBody>
      </p:sp>
      <p:sp>
        <p:nvSpPr>
          <p:cNvPr id="5" name="矩形 4"/>
          <p:cNvSpPr/>
          <p:nvPr/>
        </p:nvSpPr>
        <p:spPr>
          <a:xfrm>
            <a:off x="747585" y="1728547"/>
            <a:ext cx="3896423" cy="1938992"/>
          </a:xfrm>
          <a:prstGeom prst="rect">
            <a:avLst/>
          </a:prstGeom>
        </p:spPr>
        <p:txBody>
          <a:bodyPr wrap="square">
            <a:spAutoFit/>
          </a:bodyPr>
          <a:lstStyle/>
          <a:p>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RDF是W3C推动的语义数据交换标准与规范，提供了基础的表达构件用于定义类、属性等</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Schema</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层的</a:t>
            </a:r>
            <a:r>
              <a:rPr lang="zh-CN" altLang="en-US" sz="2000" dirty="0" smtClean="0">
                <a:latin typeface="Times New Roman" panose="02020603050405020304" pitchFamily="18" charset="0"/>
                <a:ea typeface="微软雅黑" panose="020B0503020204020204" pitchFamily="34" charset="-122"/>
                <a:cs typeface="Times New Roman" panose="02020603050405020304" pitchFamily="18" charset="0"/>
              </a:rPr>
              <a:t>术语，有</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更严格的语义逻辑基础</a:t>
            </a:r>
            <a:r>
              <a:rPr lang="zh-CN" altLang="en-US" sz="2000" dirty="0" smtClean="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dirty="0" smtClean="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支持</a:t>
            </a:r>
            <a:r>
              <a:rPr lang="zh-CN" altLang="en-US"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推理</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，并兼容更复杂的本体表示语言OWL。</a:t>
            </a:r>
          </a:p>
        </p:txBody>
      </p:sp>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04048" y="1758491"/>
            <a:ext cx="2624052" cy="1974470"/>
          </a:xfrm>
          <a:prstGeom prst="rect">
            <a:avLst/>
          </a:prstGeom>
        </p:spPr>
      </p:pic>
    </p:spTree>
    <p:extLst>
      <p:ext uri="{BB962C8B-B14F-4D97-AF65-F5344CB8AC3E}">
        <p14:creationId xmlns:p14="http://schemas.microsoft.com/office/powerpoint/2010/main" val="2408712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248400"/>
            <a:ext cx="1905000" cy="457200"/>
          </a:xfrm>
          <a:prstGeom prst="rect">
            <a:avLst/>
          </a:prstGeom>
        </p:spPr>
        <p:txBody>
          <a:bodyPr/>
          <a:lstStyle/>
          <a:p>
            <a:pPr>
              <a:defRPr/>
            </a:pPr>
            <a:fld id="{2DEFF919-84DC-41AA-85DB-CD11125CB454}" type="slidenum">
              <a:rPr lang="en-US" altLang="ko-KR" smtClean="0"/>
              <a:pPr>
                <a:defRPr/>
              </a:pPr>
              <a:t>73</a:t>
            </a:fld>
            <a:endParaRPr lang="en-US" altLang="ko-KR"/>
          </a:p>
        </p:txBody>
      </p:sp>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9512" y="1340768"/>
            <a:ext cx="8820472" cy="4163622"/>
          </a:xfrm>
          <a:prstGeom prst="rect">
            <a:avLst/>
          </a:prstGeom>
        </p:spPr>
      </p:pic>
      <p:sp>
        <p:nvSpPr>
          <p:cNvPr id="7" name="标题 1"/>
          <p:cNvSpPr txBox="1">
            <a:spLocks/>
          </p:cNvSpPr>
          <p:nvPr/>
        </p:nvSpPr>
        <p:spPr>
          <a:xfrm>
            <a:off x="388623" y="-8019"/>
            <a:ext cx="7772400" cy="1143000"/>
          </a:xfrm>
          <a:prstGeom prst="rect">
            <a:avLst/>
          </a:prstGeom>
          <a:noFill/>
          <a:ln w="9525">
            <a:noFill/>
          </a:ln>
        </p:spPr>
        <p:txBody>
          <a:bodyPr anchor="ctr" anchorCtr="0"/>
          <a:lstStyle>
            <a:lvl1pPr algn="l" rtl="0" eaLnBrk="0" fontAlgn="base" latinLnBrk="1" hangingPunct="0">
              <a:spcBef>
                <a:spcPct val="0"/>
              </a:spcBef>
              <a:spcAft>
                <a:spcPct val="0"/>
              </a:spcAft>
              <a:defRPr kumimoji="1" sz="3600" kern="1200">
                <a:solidFill>
                  <a:srgbClr val="0033CC"/>
                </a:solidFill>
                <a:latin typeface="+mj-lt"/>
                <a:ea typeface="+mj-ea"/>
                <a:cs typeface="+mj-cs"/>
              </a:defRPr>
            </a:lvl1pPr>
            <a:lvl2pPr algn="l" rtl="0" eaLnBrk="0" fontAlgn="base" latinLnBrk="1" hangingPunct="0">
              <a:spcBef>
                <a:spcPct val="0"/>
              </a:spcBef>
              <a:spcAft>
                <a:spcPct val="0"/>
              </a:spcAft>
              <a:defRPr kumimoji="1" sz="3600">
                <a:solidFill>
                  <a:srgbClr val="0033CC"/>
                </a:solidFill>
                <a:latin typeface="-윤체B" pitchFamily="18" charset="-127"/>
                <a:ea typeface="-윤체B" pitchFamily="18" charset="-127"/>
              </a:defRPr>
            </a:lvl2pPr>
            <a:lvl3pPr algn="l" rtl="0" eaLnBrk="0" fontAlgn="base" latinLnBrk="1" hangingPunct="0">
              <a:spcBef>
                <a:spcPct val="0"/>
              </a:spcBef>
              <a:spcAft>
                <a:spcPct val="0"/>
              </a:spcAft>
              <a:defRPr kumimoji="1" sz="3600">
                <a:solidFill>
                  <a:srgbClr val="0033CC"/>
                </a:solidFill>
                <a:latin typeface="-윤체B" pitchFamily="18" charset="-127"/>
                <a:ea typeface="-윤체B" pitchFamily="18" charset="-127"/>
              </a:defRPr>
            </a:lvl3pPr>
            <a:lvl4pPr algn="l" rtl="0" eaLnBrk="0" fontAlgn="base" latinLnBrk="1" hangingPunct="0">
              <a:spcBef>
                <a:spcPct val="0"/>
              </a:spcBef>
              <a:spcAft>
                <a:spcPct val="0"/>
              </a:spcAft>
              <a:defRPr kumimoji="1" sz="3600">
                <a:solidFill>
                  <a:srgbClr val="0033CC"/>
                </a:solidFill>
                <a:latin typeface="-윤체B" pitchFamily="18" charset="-127"/>
                <a:ea typeface="-윤체B" pitchFamily="18" charset="-127"/>
              </a:defRPr>
            </a:lvl4pPr>
            <a:lvl5pPr algn="l" rtl="0" eaLnBrk="0" fontAlgn="base" latinLnBrk="1" hangingPunct="0">
              <a:spcBef>
                <a:spcPct val="0"/>
              </a:spcBef>
              <a:spcAft>
                <a:spcPct val="0"/>
              </a:spcAft>
              <a:defRPr kumimoji="1" sz="3600">
                <a:solidFill>
                  <a:srgbClr val="0033CC"/>
                </a:solidFill>
                <a:latin typeface="-윤체B" pitchFamily="18" charset="-127"/>
                <a:ea typeface="-윤체B" pitchFamily="18" charset="-127"/>
              </a:defRPr>
            </a:lvl5pPr>
            <a:lvl6pPr marL="457200" algn="l" rtl="0" fontAlgn="base" latinLnBrk="1">
              <a:spcBef>
                <a:spcPct val="0"/>
              </a:spcBef>
              <a:spcAft>
                <a:spcPct val="0"/>
              </a:spcAft>
              <a:defRPr kumimoji="1" sz="3600">
                <a:solidFill>
                  <a:srgbClr val="0033CC"/>
                </a:solidFill>
                <a:latin typeface="-윤체B" pitchFamily="18" charset="-127"/>
                <a:ea typeface="-윤체B" pitchFamily="18" charset="-127"/>
              </a:defRPr>
            </a:lvl6pPr>
            <a:lvl7pPr marL="914400" algn="l" rtl="0" fontAlgn="base" latinLnBrk="1">
              <a:spcBef>
                <a:spcPct val="0"/>
              </a:spcBef>
              <a:spcAft>
                <a:spcPct val="0"/>
              </a:spcAft>
              <a:defRPr kumimoji="1" sz="3600">
                <a:solidFill>
                  <a:srgbClr val="0033CC"/>
                </a:solidFill>
                <a:latin typeface="-윤체B" pitchFamily="18" charset="-127"/>
                <a:ea typeface="-윤체B" pitchFamily="18" charset="-127"/>
              </a:defRPr>
            </a:lvl7pPr>
            <a:lvl8pPr marL="1371600" algn="l" rtl="0" fontAlgn="base" latinLnBrk="1">
              <a:spcBef>
                <a:spcPct val="0"/>
              </a:spcBef>
              <a:spcAft>
                <a:spcPct val="0"/>
              </a:spcAft>
              <a:defRPr kumimoji="1" sz="3600">
                <a:solidFill>
                  <a:srgbClr val="0033CC"/>
                </a:solidFill>
                <a:latin typeface="-윤체B" pitchFamily="18" charset="-127"/>
                <a:ea typeface="-윤체B" pitchFamily="18" charset="-127"/>
              </a:defRPr>
            </a:lvl8pPr>
            <a:lvl9pPr marL="1828800" algn="l" rtl="0" fontAlgn="base" latinLnBrk="1">
              <a:spcBef>
                <a:spcPct val="0"/>
              </a:spcBef>
              <a:spcAft>
                <a:spcPct val="0"/>
              </a:spcAft>
              <a:defRPr kumimoji="1" sz="3600">
                <a:solidFill>
                  <a:srgbClr val="0033CC"/>
                </a:solidFill>
                <a:latin typeface="-윤체B" pitchFamily="18" charset="-127"/>
                <a:ea typeface="-윤체B" pitchFamily="18" charset="-127"/>
              </a:defRPr>
            </a:lvl9pPr>
          </a:lstStyle>
          <a:p>
            <a:r>
              <a:rPr lang="zh-CN" altLang="en-US" sz="3200" b="1" dirty="0" smtClean="0">
                <a:solidFill>
                  <a:schemeClr val="tx1"/>
                </a:solidFill>
                <a:latin typeface="微软雅黑" panose="020B0503020204020204" pitchFamily="34" charset="-122"/>
                <a:ea typeface="微软雅黑" panose="020B0503020204020204" pitchFamily="34" charset="-122"/>
              </a:rPr>
              <a:t>知识图谱的构成</a:t>
            </a:r>
            <a:r>
              <a:rPr lang="en-US" altLang="zh-CN" sz="2800" b="1" dirty="0" smtClean="0">
                <a:solidFill>
                  <a:schemeClr val="tx1"/>
                </a:solidFill>
                <a:latin typeface="微软雅黑" panose="020B0503020204020204" pitchFamily="34" charset="-122"/>
                <a:ea typeface="微软雅黑" panose="020B0503020204020204" pitchFamily="34" charset="-122"/>
              </a:rPr>
              <a:t>——</a:t>
            </a:r>
            <a:r>
              <a:rPr lang="zh-CN" altLang="en-US" sz="2800" b="1" dirty="0" smtClean="0">
                <a:solidFill>
                  <a:schemeClr val="tx1"/>
                </a:solidFill>
                <a:latin typeface="微软雅黑" panose="020B0503020204020204" pitchFamily="34" charset="-122"/>
                <a:ea typeface="微软雅黑" panose="020B0503020204020204" pitchFamily="34" charset="-122"/>
              </a:rPr>
              <a:t>以水利工程为例</a:t>
            </a:r>
            <a:endParaRPr lang="zh-CN" altLang="en-US" sz="3200" b="1" dirty="0" smtClean="0">
              <a:solidFill>
                <a:schemeClr val="tx1"/>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467544" y="1196752"/>
            <a:ext cx="936104" cy="523220"/>
          </a:xfrm>
          <a:prstGeom prst="rect">
            <a:avLst/>
          </a:prstGeom>
          <a:solidFill>
            <a:schemeClr val="accent2">
              <a:lumMod val="20000"/>
              <a:lumOff val="80000"/>
            </a:schemeClr>
          </a:solidFill>
        </p:spPr>
        <p:txBody>
          <a:bodyPr wrap="square" rtlCol="0">
            <a:spAutoFit/>
          </a:bodyPr>
          <a:lstStyle/>
          <a:p>
            <a:r>
              <a:rPr lang="zh-CN" altLang="en-US" sz="2800" b="1" dirty="0" smtClean="0">
                <a:solidFill>
                  <a:srgbClr val="C00000"/>
                </a:solidFill>
                <a:latin typeface="微软雅黑" panose="020B0503020204020204" pitchFamily="34" charset="-122"/>
                <a:ea typeface="微软雅黑" panose="020B0503020204020204" pitchFamily="34" charset="-122"/>
              </a:rPr>
              <a:t>概念</a:t>
            </a:r>
            <a:endParaRPr lang="zh-CN" altLang="en-US" b="1" dirty="0">
              <a:solidFill>
                <a:srgbClr val="C00000"/>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4932040" y="1079158"/>
            <a:ext cx="936104" cy="523220"/>
          </a:xfrm>
          <a:prstGeom prst="rect">
            <a:avLst/>
          </a:prstGeom>
          <a:solidFill>
            <a:schemeClr val="accent2">
              <a:lumMod val="20000"/>
              <a:lumOff val="80000"/>
            </a:schemeClr>
          </a:solidFill>
        </p:spPr>
        <p:txBody>
          <a:bodyPr wrap="square" rtlCol="0">
            <a:spAutoFit/>
          </a:bodyPr>
          <a:lstStyle/>
          <a:p>
            <a:r>
              <a:rPr lang="zh-CN" altLang="en-US" sz="2800" b="1" dirty="0" smtClean="0">
                <a:solidFill>
                  <a:srgbClr val="C00000"/>
                </a:solidFill>
                <a:latin typeface="微软雅黑" panose="020B0503020204020204" pitchFamily="34" charset="-122"/>
                <a:ea typeface="微软雅黑" panose="020B0503020204020204" pitchFamily="34" charset="-122"/>
              </a:rPr>
              <a:t>实体</a:t>
            </a:r>
            <a:endParaRPr lang="zh-CN" altLang="en-US" b="1" dirty="0">
              <a:solidFill>
                <a:srgbClr val="C00000"/>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7380312" y="873371"/>
            <a:ext cx="936104" cy="523220"/>
          </a:xfrm>
          <a:prstGeom prst="rect">
            <a:avLst/>
          </a:prstGeom>
          <a:solidFill>
            <a:schemeClr val="accent2">
              <a:lumMod val="20000"/>
              <a:lumOff val="80000"/>
            </a:schemeClr>
          </a:solidFill>
        </p:spPr>
        <p:txBody>
          <a:bodyPr wrap="square" rtlCol="0">
            <a:spAutoFit/>
          </a:bodyPr>
          <a:lstStyle/>
          <a:p>
            <a:r>
              <a:rPr lang="zh-CN" altLang="en-US" sz="2800" b="1" dirty="0" smtClean="0">
                <a:solidFill>
                  <a:srgbClr val="C00000"/>
                </a:solidFill>
                <a:latin typeface="微软雅黑" panose="020B0503020204020204" pitchFamily="34" charset="-122"/>
                <a:ea typeface="微软雅黑" panose="020B0503020204020204" pitchFamily="34" charset="-122"/>
              </a:rPr>
              <a:t>属性</a:t>
            </a:r>
            <a:endParaRPr lang="zh-CN" altLang="en-US" b="1" dirty="0">
              <a:solidFill>
                <a:srgbClr val="C00000"/>
              </a:solidFill>
              <a:latin typeface="微软雅黑" panose="020B0503020204020204" pitchFamily="34" charset="-122"/>
              <a:ea typeface="微软雅黑" panose="020B0503020204020204" pitchFamily="34" charset="-122"/>
            </a:endParaRPr>
          </a:p>
        </p:txBody>
      </p:sp>
      <p:sp>
        <p:nvSpPr>
          <p:cNvPr id="11" name="文本框 10"/>
          <p:cNvSpPr txBox="1"/>
          <p:nvPr/>
        </p:nvSpPr>
        <p:spPr>
          <a:xfrm>
            <a:off x="7102448" y="3219360"/>
            <a:ext cx="2038084" cy="523220"/>
          </a:xfrm>
          <a:prstGeom prst="rect">
            <a:avLst/>
          </a:prstGeom>
          <a:solidFill>
            <a:schemeClr val="accent2">
              <a:lumMod val="20000"/>
              <a:lumOff val="80000"/>
            </a:schemeClr>
          </a:solidFill>
        </p:spPr>
        <p:txBody>
          <a:bodyPr wrap="square" rtlCol="0">
            <a:spAutoFit/>
          </a:bodyPr>
          <a:lstStyle/>
          <a:p>
            <a:r>
              <a:rPr lang="zh-CN" altLang="en-US" sz="2800" b="1" dirty="0" smtClean="0">
                <a:solidFill>
                  <a:srgbClr val="C00000"/>
                </a:solidFill>
                <a:latin typeface="微软雅黑" panose="020B0503020204020204" pitchFamily="34" charset="-122"/>
                <a:ea typeface="微软雅黑" panose="020B0503020204020204" pitchFamily="34" charset="-122"/>
              </a:rPr>
              <a:t>边（标签）</a:t>
            </a:r>
            <a:endParaRPr lang="zh-CN" altLang="en-US" b="1" dirty="0">
              <a:solidFill>
                <a:srgbClr val="C00000"/>
              </a:solidFill>
              <a:latin typeface="微软雅黑" panose="020B0503020204020204" pitchFamily="34" charset="-122"/>
              <a:ea typeface="微软雅黑" panose="020B0503020204020204" pitchFamily="34" charset="-122"/>
            </a:endParaRPr>
          </a:p>
        </p:txBody>
      </p:sp>
      <p:cxnSp>
        <p:nvCxnSpPr>
          <p:cNvPr id="8" name="直接箭头连接符 7"/>
          <p:cNvCxnSpPr/>
          <p:nvPr/>
        </p:nvCxnSpPr>
        <p:spPr bwMode="auto">
          <a:xfrm flipV="1">
            <a:off x="827584" y="1719972"/>
            <a:ext cx="216024" cy="700916"/>
          </a:xfrm>
          <a:prstGeom prst="straightConnector1">
            <a:avLst/>
          </a:prstGeom>
          <a:solidFill>
            <a:schemeClr val="accent1"/>
          </a:solidFill>
          <a:ln w="9525" cap="flat" cmpd="sng" algn="ctr">
            <a:solidFill>
              <a:schemeClr val="tx1"/>
            </a:solidFill>
            <a:prstDash val="dash"/>
            <a:round/>
            <a:headEnd type="none" w="med" len="med"/>
            <a:tailEnd type="triangle"/>
          </a:ln>
        </p:spPr>
      </p:cxnSp>
      <p:cxnSp>
        <p:nvCxnSpPr>
          <p:cNvPr id="13" name="直接箭头连接符 12"/>
          <p:cNvCxnSpPr/>
          <p:nvPr/>
        </p:nvCxnSpPr>
        <p:spPr bwMode="auto">
          <a:xfrm flipH="1" flipV="1">
            <a:off x="1043608" y="1719972"/>
            <a:ext cx="1728192" cy="772924"/>
          </a:xfrm>
          <a:prstGeom prst="straightConnector1">
            <a:avLst/>
          </a:prstGeom>
          <a:solidFill>
            <a:schemeClr val="accent1"/>
          </a:solidFill>
          <a:ln w="9525" cap="flat" cmpd="sng" algn="ctr">
            <a:solidFill>
              <a:schemeClr val="tx1"/>
            </a:solidFill>
            <a:prstDash val="dash"/>
            <a:round/>
            <a:headEnd type="none" w="med" len="med"/>
            <a:tailEnd type="triangle"/>
          </a:ln>
        </p:spPr>
      </p:cxnSp>
      <p:cxnSp>
        <p:nvCxnSpPr>
          <p:cNvPr id="16" name="直接箭头连接符 15"/>
          <p:cNvCxnSpPr/>
          <p:nvPr/>
        </p:nvCxnSpPr>
        <p:spPr bwMode="auto">
          <a:xfrm flipH="1" flipV="1">
            <a:off x="5464188" y="1623925"/>
            <a:ext cx="140548" cy="885176"/>
          </a:xfrm>
          <a:prstGeom prst="straightConnector1">
            <a:avLst/>
          </a:prstGeom>
          <a:solidFill>
            <a:schemeClr val="accent1"/>
          </a:solidFill>
          <a:ln w="9525" cap="flat" cmpd="sng" algn="ctr">
            <a:solidFill>
              <a:schemeClr val="tx1"/>
            </a:solidFill>
            <a:prstDash val="dash"/>
            <a:round/>
            <a:headEnd type="none" w="med" len="med"/>
            <a:tailEnd type="triangle"/>
          </a:ln>
        </p:spPr>
      </p:cxnSp>
      <p:cxnSp>
        <p:nvCxnSpPr>
          <p:cNvPr id="18" name="直接箭头连接符 17"/>
          <p:cNvCxnSpPr/>
          <p:nvPr/>
        </p:nvCxnSpPr>
        <p:spPr bwMode="auto">
          <a:xfrm flipH="1" flipV="1">
            <a:off x="5639252" y="1590563"/>
            <a:ext cx="249318" cy="2918557"/>
          </a:xfrm>
          <a:prstGeom prst="straightConnector1">
            <a:avLst/>
          </a:prstGeom>
          <a:solidFill>
            <a:schemeClr val="accent1"/>
          </a:solidFill>
          <a:ln w="9525" cap="flat" cmpd="sng" algn="ctr">
            <a:solidFill>
              <a:schemeClr val="tx1"/>
            </a:solidFill>
            <a:prstDash val="dash"/>
            <a:round/>
            <a:headEnd type="none" w="med" len="med"/>
            <a:tailEnd type="triangle"/>
          </a:ln>
        </p:spPr>
      </p:cxnSp>
      <p:cxnSp>
        <p:nvCxnSpPr>
          <p:cNvPr id="19" name="直接箭头连接符 18"/>
          <p:cNvCxnSpPr/>
          <p:nvPr/>
        </p:nvCxnSpPr>
        <p:spPr bwMode="auto">
          <a:xfrm flipV="1">
            <a:off x="4161966" y="1623925"/>
            <a:ext cx="1302222" cy="2813187"/>
          </a:xfrm>
          <a:prstGeom prst="straightConnector1">
            <a:avLst/>
          </a:prstGeom>
          <a:solidFill>
            <a:schemeClr val="accent1"/>
          </a:solidFill>
          <a:ln w="9525" cap="flat" cmpd="sng" algn="ctr">
            <a:solidFill>
              <a:schemeClr val="tx1"/>
            </a:solidFill>
            <a:prstDash val="dash"/>
            <a:round/>
            <a:headEnd type="none" w="med" len="med"/>
            <a:tailEnd type="triangle"/>
          </a:ln>
        </p:spPr>
      </p:cxnSp>
      <p:cxnSp>
        <p:nvCxnSpPr>
          <p:cNvPr id="20" name="直接箭头连接符 19"/>
          <p:cNvCxnSpPr/>
          <p:nvPr/>
        </p:nvCxnSpPr>
        <p:spPr bwMode="auto">
          <a:xfrm flipV="1">
            <a:off x="1750820" y="1623926"/>
            <a:ext cx="3713368" cy="2813186"/>
          </a:xfrm>
          <a:prstGeom prst="straightConnector1">
            <a:avLst/>
          </a:prstGeom>
          <a:solidFill>
            <a:schemeClr val="accent1"/>
          </a:solidFill>
          <a:ln w="9525" cap="flat" cmpd="sng" algn="ctr">
            <a:solidFill>
              <a:schemeClr val="tx1"/>
            </a:solidFill>
            <a:prstDash val="dash"/>
            <a:round/>
            <a:headEnd type="none" w="med" len="med"/>
            <a:tailEnd type="triangle"/>
          </a:ln>
        </p:spPr>
      </p:cxnSp>
      <p:cxnSp>
        <p:nvCxnSpPr>
          <p:cNvPr id="26" name="直接箭头连接符 25"/>
          <p:cNvCxnSpPr/>
          <p:nvPr/>
        </p:nvCxnSpPr>
        <p:spPr bwMode="auto">
          <a:xfrm flipH="1" flipV="1">
            <a:off x="7848364" y="1396592"/>
            <a:ext cx="374142" cy="376224"/>
          </a:xfrm>
          <a:prstGeom prst="straightConnector1">
            <a:avLst/>
          </a:prstGeom>
          <a:solidFill>
            <a:schemeClr val="accent1"/>
          </a:solidFill>
          <a:ln w="9525" cap="flat" cmpd="sng" algn="ctr">
            <a:solidFill>
              <a:schemeClr val="tx1"/>
            </a:solidFill>
            <a:prstDash val="dash"/>
            <a:round/>
            <a:headEnd type="none" w="med" len="med"/>
            <a:tailEnd type="triangle"/>
          </a:ln>
        </p:spPr>
      </p:cxnSp>
      <p:cxnSp>
        <p:nvCxnSpPr>
          <p:cNvPr id="29" name="直接箭头连接符 28"/>
          <p:cNvCxnSpPr/>
          <p:nvPr/>
        </p:nvCxnSpPr>
        <p:spPr bwMode="auto">
          <a:xfrm flipH="1" flipV="1">
            <a:off x="7786881" y="1402451"/>
            <a:ext cx="435625" cy="1114375"/>
          </a:xfrm>
          <a:prstGeom prst="straightConnector1">
            <a:avLst/>
          </a:prstGeom>
          <a:solidFill>
            <a:schemeClr val="accent1"/>
          </a:solidFill>
          <a:ln w="9525" cap="flat" cmpd="sng" algn="ctr">
            <a:solidFill>
              <a:schemeClr val="tx1"/>
            </a:solidFill>
            <a:prstDash val="dash"/>
            <a:round/>
            <a:headEnd type="none" w="med" len="med"/>
            <a:tailEnd type="triangle"/>
          </a:ln>
        </p:spPr>
      </p:cxnSp>
    </p:spTree>
    <p:extLst>
      <p:ext uri="{BB962C8B-B14F-4D97-AF65-F5344CB8AC3E}">
        <p14:creationId xmlns:p14="http://schemas.microsoft.com/office/powerpoint/2010/main" val="680147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P spid="10" grpId="0" animBg="1"/>
      <p:bldP spid="11"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248400"/>
            <a:ext cx="1905000" cy="457200"/>
          </a:xfrm>
          <a:prstGeom prst="rect">
            <a:avLst/>
          </a:prstGeom>
        </p:spPr>
        <p:txBody>
          <a:bodyPr/>
          <a:lstStyle/>
          <a:p>
            <a:pPr>
              <a:defRPr/>
            </a:pPr>
            <a:fld id="{472EFBDC-883F-4789-8E81-4D2B08462D59}" type="slidenum">
              <a:rPr lang="en-US" altLang="ko-KR" smtClean="0"/>
              <a:pPr>
                <a:defRPr/>
              </a:pPr>
              <a:t>74</a:t>
            </a:fld>
            <a:endParaRPr lang="en-US" altLang="ko-K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93693"/>
            <a:ext cx="9144000" cy="3870613"/>
          </a:xfrm>
          <a:prstGeom prst="rect">
            <a:avLst/>
          </a:prstGeom>
        </p:spPr>
      </p:pic>
      <p:sp>
        <p:nvSpPr>
          <p:cNvPr id="7" name="标题 1"/>
          <p:cNvSpPr txBox="1">
            <a:spLocks/>
          </p:cNvSpPr>
          <p:nvPr/>
        </p:nvSpPr>
        <p:spPr>
          <a:xfrm>
            <a:off x="388623" y="-8019"/>
            <a:ext cx="7772400" cy="1143000"/>
          </a:xfrm>
          <a:prstGeom prst="rect">
            <a:avLst/>
          </a:prstGeom>
          <a:noFill/>
          <a:ln w="9525">
            <a:noFill/>
          </a:ln>
        </p:spPr>
        <p:txBody>
          <a:bodyPr anchor="ctr" anchorCtr="0"/>
          <a:lstStyle>
            <a:lvl1pPr algn="l" rtl="0" eaLnBrk="0" fontAlgn="base" latinLnBrk="1" hangingPunct="0">
              <a:spcBef>
                <a:spcPct val="0"/>
              </a:spcBef>
              <a:spcAft>
                <a:spcPct val="0"/>
              </a:spcAft>
              <a:defRPr kumimoji="1" sz="3600" kern="1200">
                <a:solidFill>
                  <a:srgbClr val="0033CC"/>
                </a:solidFill>
                <a:latin typeface="+mj-lt"/>
                <a:ea typeface="+mj-ea"/>
                <a:cs typeface="+mj-cs"/>
              </a:defRPr>
            </a:lvl1pPr>
            <a:lvl2pPr algn="l" rtl="0" eaLnBrk="0" fontAlgn="base" latinLnBrk="1" hangingPunct="0">
              <a:spcBef>
                <a:spcPct val="0"/>
              </a:spcBef>
              <a:spcAft>
                <a:spcPct val="0"/>
              </a:spcAft>
              <a:defRPr kumimoji="1" sz="3600">
                <a:solidFill>
                  <a:srgbClr val="0033CC"/>
                </a:solidFill>
                <a:latin typeface="-윤체B" pitchFamily="18" charset="-127"/>
                <a:ea typeface="-윤체B" pitchFamily="18" charset="-127"/>
              </a:defRPr>
            </a:lvl2pPr>
            <a:lvl3pPr algn="l" rtl="0" eaLnBrk="0" fontAlgn="base" latinLnBrk="1" hangingPunct="0">
              <a:spcBef>
                <a:spcPct val="0"/>
              </a:spcBef>
              <a:spcAft>
                <a:spcPct val="0"/>
              </a:spcAft>
              <a:defRPr kumimoji="1" sz="3600">
                <a:solidFill>
                  <a:srgbClr val="0033CC"/>
                </a:solidFill>
                <a:latin typeface="-윤체B" pitchFamily="18" charset="-127"/>
                <a:ea typeface="-윤체B" pitchFamily="18" charset="-127"/>
              </a:defRPr>
            </a:lvl3pPr>
            <a:lvl4pPr algn="l" rtl="0" eaLnBrk="0" fontAlgn="base" latinLnBrk="1" hangingPunct="0">
              <a:spcBef>
                <a:spcPct val="0"/>
              </a:spcBef>
              <a:spcAft>
                <a:spcPct val="0"/>
              </a:spcAft>
              <a:defRPr kumimoji="1" sz="3600">
                <a:solidFill>
                  <a:srgbClr val="0033CC"/>
                </a:solidFill>
                <a:latin typeface="-윤체B" pitchFamily="18" charset="-127"/>
                <a:ea typeface="-윤체B" pitchFamily="18" charset="-127"/>
              </a:defRPr>
            </a:lvl4pPr>
            <a:lvl5pPr algn="l" rtl="0" eaLnBrk="0" fontAlgn="base" latinLnBrk="1" hangingPunct="0">
              <a:spcBef>
                <a:spcPct val="0"/>
              </a:spcBef>
              <a:spcAft>
                <a:spcPct val="0"/>
              </a:spcAft>
              <a:defRPr kumimoji="1" sz="3600">
                <a:solidFill>
                  <a:srgbClr val="0033CC"/>
                </a:solidFill>
                <a:latin typeface="-윤체B" pitchFamily="18" charset="-127"/>
                <a:ea typeface="-윤체B" pitchFamily="18" charset="-127"/>
              </a:defRPr>
            </a:lvl5pPr>
            <a:lvl6pPr marL="457200" algn="l" rtl="0" fontAlgn="base" latinLnBrk="1">
              <a:spcBef>
                <a:spcPct val="0"/>
              </a:spcBef>
              <a:spcAft>
                <a:spcPct val="0"/>
              </a:spcAft>
              <a:defRPr kumimoji="1" sz="3600">
                <a:solidFill>
                  <a:srgbClr val="0033CC"/>
                </a:solidFill>
                <a:latin typeface="-윤체B" pitchFamily="18" charset="-127"/>
                <a:ea typeface="-윤체B" pitchFamily="18" charset="-127"/>
              </a:defRPr>
            </a:lvl6pPr>
            <a:lvl7pPr marL="914400" algn="l" rtl="0" fontAlgn="base" latinLnBrk="1">
              <a:spcBef>
                <a:spcPct val="0"/>
              </a:spcBef>
              <a:spcAft>
                <a:spcPct val="0"/>
              </a:spcAft>
              <a:defRPr kumimoji="1" sz="3600">
                <a:solidFill>
                  <a:srgbClr val="0033CC"/>
                </a:solidFill>
                <a:latin typeface="-윤체B" pitchFamily="18" charset="-127"/>
                <a:ea typeface="-윤체B" pitchFamily="18" charset="-127"/>
              </a:defRPr>
            </a:lvl7pPr>
            <a:lvl8pPr marL="1371600" algn="l" rtl="0" fontAlgn="base" latinLnBrk="1">
              <a:spcBef>
                <a:spcPct val="0"/>
              </a:spcBef>
              <a:spcAft>
                <a:spcPct val="0"/>
              </a:spcAft>
              <a:defRPr kumimoji="1" sz="3600">
                <a:solidFill>
                  <a:srgbClr val="0033CC"/>
                </a:solidFill>
                <a:latin typeface="-윤체B" pitchFamily="18" charset="-127"/>
                <a:ea typeface="-윤체B" pitchFamily="18" charset="-127"/>
              </a:defRPr>
            </a:lvl8pPr>
            <a:lvl9pPr marL="1828800" algn="l" rtl="0" fontAlgn="base" latinLnBrk="1">
              <a:spcBef>
                <a:spcPct val="0"/>
              </a:spcBef>
              <a:spcAft>
                <a:spcPct val="0"/>
              </a:spcAft>
              <a:defRPr kumimoji="1" sz="3600">
                <a:solidFill>
                  <a:srgbClr val="0033CC"/>
                </a:solidFill>
                <a:latin typeface="-윤체B" pitchFamily="18" charset="-127"/>
                <a:ea typeface="-윤체B" pitchFamily="18" charset="-127"/>
              </a:defRPr>
            </a:lvl9pPr>
          </a:lstStyle>
          <a:p>
            <a:r>
              <a:rPr lang="zh-CN" altLang="en-US" sz="3200" b="1" dirty="0" smtClean="0">
                <a:solidFill>
                  <a:schemeClr val="tx1"/>
                </a:solidFill>
                <a:latin typeface="微软雅黑" panose="020B0503020204020204" pitchFamily="34" charset="-122"/>
                <a:ea typeface="微软雅黑" panose="020B0503020204020204" pitchFamily="34" charset="-122"/>
              </a:rPr>
              <a:t>知识图谱的构成</a:t>
            </a:r>
            <a:r>
              <a:rPr lang="en-US" altLang="zh-CN" sz="2800" b="1" dirty="0" smtClean="0">
                <a:solidFill>
                  <a:schemeClr val="tx1"/>
                </a:solidFill>
                <a:latin typeface="微软雅黑" panose="020B0503020204020204" pitchFamily="34" charset="-122"/>
                <a:ea typeface="微软雅黑" panose="020B0503020204020204" pitchFamily="34" charset="-122"/>
              </a:rPr>
              <a:t>——</a:t>
            </a:r>
            <a:r>
              <a:rPr lang="zh-CN" altLang="en-US" sz="2800" b="1" dirty="0" smtClean="0">
                <a:solidFill>
                  <a:schemeClr val="tx1"/>
                </a:solidFill>
                <a:latin typeface="微软雅黑" panose="020B0503020204020204" pitchFamily="34" charset="-122"/>
                <a:ea typeface="微软雅黑" panose="020B0503020204020204" pitchFamily="34" charset="-122"/>
              </a:rPr>
              <a:t>以水利工程为例</a:t>
            </a:r>
            <a:endParaRPr lang="zh-CN" altLang="en-US" sz="3200" b="1" dirty="0" smtClean="0">
              <a:solidFill>
                <a:schemeClr val="tx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1671235"/>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248400"/>
            <a:ext cx="1905000" cy="457200"/>
          </a:xfrm>
          <a:prstGeom prst="rect">
            <a:avLst/>
          </a:prstGeom>
        </p:spPr>
        <p:txBody>
          <a:bodyPr/>
          <a:lstStyle/>
          <a:p>
            <a:pPr>
              <a:defRPr/>
            </a:pPr>
            <a:fld id="{E33ABFD7-6DA7-4325-BE10-34CF94333A29}" type="slidenum">
              <a:rPr lang="en-US" altLang="ko-KR" smtClean="0"/>
              <a:pPr>
                <a:defRPr/>
              </a:pPr>
              <a:t>75</a:t>
            </a:fld>
            <a:endParaRPr lang="en-US" altLang="ko-KR"/>
          </a:p>
        </p:txBody>
      </p:sp>
      <p:sp>
        <p:nvSpPr>
          <p:cNvPr id="5" name="标题 1"/>
          <p:cNvSpPr txBox="1">
            <a:spLocks/>
          </p:cNvSpPr>
          <p:nvPr/>
        </p:nvSpPr>
        <p:spPr>
          <a:xfrm>
            <a:off x="388623" y="-8019"/>
            <a:ext cx="7772400" cy="1143000"/>
          </a:xfrm>
          <a:prstGeom prst="rect">
            <a:avLst/>
          </a:prstGeom>
          <a:noFill/>
          <a:ln w="9525">
            <a:noFill/>
          </a:ln>
        </p:spPr>
        <p:txBody>
          <a:bodyPr anchor="ctr" anchorCtr="0"/>
          <a:lstStyle>
            <a:lvl1pPr algn="l" rtl="0" eaLnBrk="0" fontAlgn="base" latinLnBrk="1" hangingPunct="0">
              <a:spcBef>
                <a:spcPct val="0"/>
              </a:spcBef>
              <a:spcAft>
                <a:spcPct val="0"/>
              </a:spcAft>
              <a:defRPr kumimoji="1" sz="3600" kern="1200">
                <a:solidFill>
                  <a:srgbClr val="0033CC"/>
                </a:solidFill>
                <a:latin typeface="+mj-lt"/>
                <a:ea typeface="+mj-ea"/>
                <a:cs typeface="+mj-cs"/>
              </a:defRPr>
            </a:lvl1pPr>
            <a:lvl2pPr algn="l" rtl="0" eaLnBrk="0" fontAlgn="base" latinLnBrk="1" hangingPunct="0">
              <a:spcBef>
                <a:spcPct val="0"/>
              </a:spcBef>
              <a:spcAft>
                <a:spcPct val="0"/>
              </a:spcAft>
              <a:defRPr kumimoji="1" sz="3600">
                <a:solidFill>
                  <a:srgbClr val="0033CC"/>
                </a:solidFill>
                <a:latin typeface="-윤체B" pitchFamily="18" charset="-127"/>
                <a:ea typeface="-윤체B" pitchFamily="18" charset="-127"/>
              </a:defRPr>
            </a:lvl2pPr>
            <a:lvl3pPr algn="l" rtl="0" eaLnBrk="0" fontAlgn="base" latinLnBrk="1" hangingPunct="0">
              <a:spcBef>
                <a:spcPct val="0"/>
              </a:spcBef>
              <a:spcAft>
                <a:spcPct val="0"/>
              </a:spcAft>
              <a:defRPr kumimoji="1" sz="3600">
                <a:solidFill>
                  <a:srgbClr val="0033CC"/>
                </a:solidFill>
                <a:latin typeface="-윤체B" pitchFamily="18" charset="-127"/>
                <a:ea typeface="-윤체B" pitchFamily="18" charset="-127"/>
              </a:defRPr>
            </a:lvl3pPr>
            <a:lvl4pPr algn="l" rtl="0" eaLnBrk="0" fontAlgn="base" latinLnBrk="1" hangingPunct="0">
              <a:spcBef>
                <a:spcPct val="0"/>
              </a:spcBef>
              <a:spcAft>
                <a:spcPct val="0"/>
              </a:spcAft>
              <a:defRPr kumimoji="1" sz="3600">
                <a:solidFill>
                  <a:srgbClr val="0033CC"/>
                </a:solidFill>
                <a:latin typeface="-윤체B" pitchFamily="18" charset="-127"/>
                <a:ea typeface="-윤체B" pitchFamily="18" charset="-127"/>
              </a:defRPr>
            </a:lvl4pPr>
            <a:lvl5pPr algn="l" rtl="0" eaLnBrk="0" fontAlgn="base" latinLnBrk="1" hangingPunct="0">
              <a:spcBef>
                <a:spcPct val="0"/>
              </a:spcBef>
              <a:spcAft>
                <a:spcPct val="0"/>
              </a:spcAft>
              <a:defRPr kumimoji="1" sz="3600">
                <a:solidFill>
                  <a:srgbClr val="0033CC"/>
                </a:solidFill>
                <a:latin typeface="-윤체B" pitchFamily="18" charset="-127"/>
                <a:ea typeface="-윤체B" pitchFamily="18" charset="-127"/>
              </a:defRPr>
            </a:lvl5pPr>
            <a:lvl6pPr marL="457200" algn="l" rtl="0" fontAlgn="base" latinLnBrk="1">
              <a:spcBef>
                <a:spcPct val="0"/>
              </a:spcBef>
              <a:spcAft>
                <a:spcPct val="0"/>
              </a:spcAft>
              <a:defRPr kumimoji="1" sz="3600">
                <a:solidFill>
                  <a:srgbClr val="0033CC"/>
                </a:solidFill>
                <a:latin typeface="-윤체B" pitchFamily="18" charset="-127"/>
                <a:ea typeface="-윤체B" pitchFamily="18" charset="-127"/>
              </a:defRPr>
            </a:lvl6pPr>
            <a:lvl7pPr marL="914400" algn="l" rtl="0" fontAlgn="base" latinLnBrk="1">
              <a:spcBef>
                <a:spcPct val="0"/>
              </a:spcBef>
              <a:spcAft>
                <a:spcPct val="0"/>
              </a:spcAft>
              <a:defRPr kumimoji="1" sz="3600">
                <a:solidFill>
                  <a:srgbClr val="0033CC"/>
                </a:solidFill>
                <a:latin typeface="-윤체B" pitchFamily="18" charset="-127"/>
                <a:ea typeface="-윤체B" pitchFamily="18" charset="-127"/>
              </a:defRPr>
            </a:lvl7pPr>
            <a:lvl8pPr marL="1371600" algn="l" rtl="0" fontAlgn="base" latinLnBrk="1">
              <a:spcBef>
                <a:spcPct val="0"/>
              </a:spcBef>
              <a:spcAft>
                <a:spcPct val="0"/>
              </a:spcAft>
              <a:defRPr kumimoji="1" sz="3600">
                <a:solidFill>
                  <a:srgbClr val="0033CC"/>
                </a:solidFill>
                <a:latin typeface="-윤체B" pitchFamily="18" charset="-127"/>
                <a:ea typeface="-윤체B" pitchFamily="18" charset="-127"/>
              </a:defRPr>
            </a:lvl8pPr>
            <a:lvl9pPr marL="1828800" algn="l" rtl="0" fontAlgn="base" latinLnBrk="1">
              <a:spcBef>
                <a:spcPct val="0"/>
              </a:spcBef>
              <a:spcAft>
                <a:spcPct val="0"/>
              </a:spcAft>
              <a:defRPr kumimoji="1" sz="3600">
                <a:solidFill>
                  <a:srgbClr val="0033CC"/>
                </a:solidFill>
                <a:latin typeface="-윤체B" pitchFamily="18" charset="-127"/>
                <a:ea typeface="-윤체B" pitchFamily="18" charset="-127"/>
              </a:defRPr>
            </a:lvl9pPr>
          </a:lstStyle>
          <a:p>
            <a:r>
              <a:rPr lang="zh-CN" altLang="en-US" sz="3200" b="1" dirty="0" smtClean="0">
                <a:solidFill>
                  <a:schemeClr val="tx1"/>
                </a:solidFill>
                <a:latin typeface="微软雅黑" panose="020B0503020204020204" pitchFamily="34" charset="-122"/>
                <a:ea typeface="微软雅黑" panose="020B0503020204020204" pitchFamily="34" charset="-122"/>
              </a:rPr>
              <a:t>知识图谱的构成</a:t>
            </a:r>
            <a:r>
              <a:rPr lang="en-US" altLang="zh-CN" sz="2800" b="1" dirty="0" smtClean="0">
                <a:solidFill>
                  <a:schemeClr val="tx1"/>
                </a:solidFill>
                <a:latin typeface="微软雅黑" panose="020B0503020204020204" pitchFamily="34" charset="-122"/>
                <a:ea typeface="微软雅黑" panose="020B0503020204020204" pitchFamily="34" charset="-122"/>
              </a:rPr>
              <a:t>——</a:t>
            </a:r>
            <a:r>
              <a:rPr lang="zh-CN" altLang="en-US" sz="2800" b="1" dirty="0" smtClean="0">
                <a:solidFill>
                  <a:schemeClr val="tx1"/>
                </a:solidFill>
                <a:latin typeface="微软雅黑" panose="020B0503020204020204" pitchFamily="34" charset="-122"/>
                <a:ea typeface="微软雅黑" panose="020B0503020204020204" pitchFamily="34" charset="-122"/>
              </a:rPr>
              <a:t>以水利工程为例</a:t>
            </a:r>
            <a:endParaRPr lang="zh-CN" altLang="en-US" sz="3200" b="1" dirty="0" smtClean="0">
              <a:solidFill>
                <a:schemeClr val="tx1"/>
              </a:solidFill>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68612"/>
            <a:ext cx="9144000" cy="3920775"/>
          </a:xfrm>
          <a:prstGeom prst="rect">
            <a:avLst/>
          </a:prstGeom>
        </p:spPr>
      </p:pic>
    </p:spTree>
    <p:extLst>
      <p:ext uri="{BB962C8B-B14F-4D97-AF65-F5344CB8AC3E}">
        <p14:creationId xmlns:p14="http://schemas.microsoft.com/office/powerpoint/2010/main" val="2692297125"/>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248400"/>
            <a:ext cx="1905000" cy="457200"/>
          </a:xfrm>
          <a:prstGeom prst="rect">
            <a:avLst/>
          </a:prstGeom>
        </p:spPr>
        <p:txBody>
          <a:bodyPr/>
          <a:lstStyle/>
          <a:p>
            <a:pPr>
              <a:defRPr/>
            </a:pPr>
            <a:fld id="{2D52F812-0FE2-4A68-9F67-F471C130319E}" type="slidenum">
              <a:rPr lang="en-US" altLang="ko-KR" smtClean="0"/>
              <a:pPr>
                <a:defRPr/>
              </a:pPr>
              <a:t>76</a:t>
            </a:fld>
            <a:endParaRPr lang="en-US" altLang="ko-KR"/>
          </a:p>
        </p:txBody>
      </p:sp>
      <p:pic>
        <p:nvPicPr>
          <p:cNvPr id="13316" name="图片 6"/>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29953" y="1556792"/>
            <a:ext cx="8906432" cy="3824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标题 1"/>
          <p:cNvSpPr txBox="1">
            <a:spLocks/>
          </p:cNvSpPr>
          <p:nvPr/>
        </p:nvSpPr>
        <p:spPr>
          <a:xfrm>
            <a:off x="388623" y="-8019"/>
            <a:ext cx="7772400" cy="1143000"/>
          </a:xfrm>
          <a:prstGeom prst="rect">
            <a:avLst/>
          </a:prstGeom>
          <a:noFill/>
          <a:ln w="9525">
            <a:noFill/>
          </a:ln>
        </p:spPr>
        <p:txBody>
          <a:bodyPr anchor="ctr" anchorCtr="0"/>
          <a:lstStyle>
            <a:lvl1pPr algn="l" rtl="0" eaLnBrk="0" fontAlgn="base" latinLnBrk="1" hangingPunct="0">
              <a:spcBef>
                <a:spcPct val="0"/>
              </a:spcBef>
              <a:spcAft>
                <a:spcPct val="0"/>
              </a:spcAft>
              <a:defRPr kumimoji="1" sz="3600" kern="1200">
                <a:solidFill>
                  <a:srgbClr val="0033CC"/>
                </a:solidFill>
                <a:latin typeface="+mj-lt"/>
                <a:ea typeface="+mj-ea"/>
                <a:cs typeface="+mj-cs"/>
              </a:defRPr>
            </a:lvl1pPr>
            <a:lvl2pPr algn="l" rtl="0" eaLnBrk="0" fontAlgn="base" latinLnBrk="1" hangingPunct="0">
              <a:spcBef>
                <a:spcPct val="0"/>
              </a:spcBef>
              <a:spcAft>
                <a:spcPct val="0"/>
              </a:spcAft>
              <a:defRPr kumimoji="1" sz="3600">
                <a:solidFill>
                  <a:srgbClr val="0033CC"/>
                </a:solidFill>
                <a:latin typeface="-윤체B" pitchFamily="18" charset="-127"/>
                <a:ea typeface="-윤체B" pitchFamily="18" charset="-127"/>
              </a:defRPr>
            </a:lvl2pPr>
            <a:lvl3pPr algn="l" rtl="0" eaLnBrk="0" fontAlgn="base" latinLnBrk="1" hangingPunct="0">
              <a:spcBef>
                <a:spcPct val="0"/>
              </a:spcBef>
              <a:spcAft>
                <a:spcPct val="0"/>
              </a:spcAft>
              <a:defRPr kumimoji="1" sz="3600">
                <a:solidFill>
                  <a:srgbClr val="0033CC"/>
                </a:solidFill>
                <a:latin typeface="-윤체B" pitchFamily="18" charset="-127"/>
                <a:ea typeface="-윤체B" pitchFamily="18" charset="-127"/>
              </a:defRPr>
            </a:lvl3pPr>
            <a:lvl4pPr algn="l" rtl="0" eaLnBrk="0" fontAlgn="base" latinLnBrk="1" hangingPunct="0">
              <a:spcBef>
                <a:spcPct val="0"/>
              </a:spcBef>
              <a:spcAft>
                <a:spcPct val="0"/>
              </a:spcAft>
              <a:defRPr kumimoji="1" sz="3600">
                <a:solidFill>
                  <a:srgbClr val="0033CC"/>
                </a:solidFill>
                <a:latin typeface="-윤체B" pitchFamily="18" charset="-127"/>
                <a:ea typeface="-윤체B" pitchFamily="18" charset="-127"/>
              </a:defRPr>
            </a:lvl4pPr>
            <a:lvl5pPr algn="l" rtl="0" eaLnBrk="0" fontAlgn="base" latinLnBrk="1" hangingPunct="0">
              <a:spcBef>
                <a:spcPct val="0"/>
              </a:spcBef>
              <a:spcAft>
                <a:spcPct val="0"/>
              </a:spcAft>
              <a:defRPr kumimoji="1" sz="3600">
                <a:solidFill>
                  <a:srgbClr val="0033CC"/>
                </a:solidFill>
                <a:latin typeface="-윤체B" pitchFamily="18" charset="-127"/>
                <a:ea typeface="-윤체B" pitchFamily="18" charset="-127"/>
              </a:defRPr>
            </a:lvl5pPr>
            <a:lvl6pPr marL="457200" algn="l" rtl="0" fontAlgn="base" latinLnBrk="1">
              <a:spcBef>
                <a:spcPct val="0"/>
              </a:spcBef>
              <a:spcAft>
                <a:spcPct val="0"/>
              </a:spcAft>
              <a:defRPr kumimoji="1" sz="3600">
                <a:solidFill>
                  <a:srgbClr val="0033CC"/>
                </a:solidFill>
                <a:latin typeface="-윤체B" pitchFamily="18" charset="-127"/>
                <a:ea typeface="-윤체B" pitchFamily="18" charset="-127"/>
              </a:defRPr>
            </a:lvl6pPr>
            <a:lvl7pPr marL="914400" algn="l" rtl="0" fontAlgn="base" latinLnBrk="1">
              <a:spcBef>
                <a:spcPct val="0"/>
              </a:spcBef>
              <a:spcAft>
                <a:spcPct val="0"/>
              </a:spcAft>
              <a:defRPr kumimoji="1" sz="3600">
                <a:solidFill>
                  <a:srgbClr val="0033CC"/>
                </a:solidFill>
                <a:latin typeface="-윤체B" pitchFamily="18" charset="-127"/>
                <a:ea typeface="-윤체B" pitchFamily="18" charset="-127"/>
              </a:defRPr>
            </a:lvl7pPr>
            <a:lvl8pPr marL="1371600" algn="l" rtl="0" fontAlgn="base" latinLnBrk="1">
              <a:spcBef>
                <a:spcPct val="0"/>
              </a:spcBef>
              <a:spcAft>
                <a:spcPct val="0"/>
              </a:spcAft>
              <a:defRPr kumimoji="1" sz="3600">
                <a:solidFill>
                  <a:srgbClr val="0033CC"/>
                </a:solidFill>
                <a:latin typeface="-윤체B" pitchFamily="18" charset="-127"/>
                <a:ea typeface="-윤체B" pitchFamily="18" charset="-127"/>
              </a:defRPr>
            </a:lvl8pPr>
            <a:lvl9pPr marL="1828800" algn="l" rtl="0" fontAlgn="base" latinLnBrk="1">
              <a:spcBef>
                <a:spcPct val="0"/>
              </a:spcBef>
              <a:spcAft>
                <a:spcPct val="0"/>
              </a:spcAft>
              <a:defRPr kumimoji="1" sz="3600">
                <a:solidFill>
                  <a:srgbClr val="0033CC"/>
                </a:solidFill>
                <a:latin typeface="-윤체B" pitchFamily="18" charset="-127"/>
                <a:ea typeface="-윤체B" pitchFamily="18" charset="-127"/>
              </a:defRPr>
            </a:lvl9pPr>
          </a:lstStyle>
          <a:p>
            <a:r>
              <a:rPr lang="zh-CN" altLang="en-US" sz="3200" b="1" dirty="0" smtClean="0">
                <a:solidFill>
                  <a:schemeClr val="tx1"/>
                </a:solidFill>
                <a:latin typeface="微软雅黑" panose="020B0503020204020204" pitchFamily="34" charset="-122"/>
                <a:ea typeface="微软雅黑" panose="020B0503020204020204" pitchFamily="34" charset="-122"/>
              </a:rPr>
              <a:t>知识图谱的构成</a:t>
            </a:r>
            <a:r>
              <a:rPr lang="zh-CN" altLang="en-US" sz="2800" b="1" dirty="0">
                <a:solidFill>
                  <a:schemeClr val="tx1"/>
                </a:solidFill>
                <a:latin typeface="微软雅黑" panose="020B0503020204020204" pitchFamily="34" charset="-122"/>
                <a:ea typeface="微软雅黑" panose="020B0503020204020204" pitchFamily="34" charset="-122"/>
              </a:rPr>
              <a:t>：通用体系架构</a:t>
            </a:r>
            <a:endParaRPr lang="zh-CN" altLang="en-US" sz="3200" b="1" dirty="0" smtClean="0">
              <a:solidFill>
                <a:schemeClr val="tx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8766671"/>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248400"/>
            <a:ext cx="1905000" cy="457200"/>
          </a:xfrm>
          <a:prstGeom prst="rect">
            <a:avLst/>
          </a:prstGeom>
        </p:spPr>
        <p:txBody>
          <a:bodyPr/>
          <a:lstStyle/>
          <a:p>
            <a:pPr>
              <a:defRPr/>
            </a:pPr>
            <a:fld id="{35E650A4-B98C-4EF4-8A4D-0FBE4DDBCE72}" type="slidenum">
              <a:rPr lang="en-US" altLang="ko-KR" smtClean="0"/>
              <a:pPr>
                <a:defRPr/>
              </a:pPr>
              <a:t>77</a:t>
            </a:fld>
            <a:endParaRPr lang="en-US" altLang="ko-KR"/>
          </a:p>
        </p:txBody>
      </p:sp>
      <p:sp>
        <p:nvSpPr>
          <p:cNvPr id="2" name="内容占位符 1"/>
          <p:cNvSpPr>
            <a:spLocks noGrp="1"/>
          </p:cNvSpPr>
          <p:nvPr>
            <p:ph idx="1"/>
          </p:nvPr>
        </p:nvSpPr>
        <p:spPr>
          <a:xfrm>
            <a:off x="1979712" y="116632"/>
            <a:ext cx="2937396" cy="4303712"/>
          </a:xfrm>
        </p:spPr>
        <p:txBody>
          <a:bodyPr/>
          <a:lstStyle/>
          <a:p>
            <a:pPr marL="0" indent="0">
              <a:buNone/>
            </a:pPr>
            <a:r>
              <a:rPr lang="zh-CN" altLang="en-US" sz="3200" b="1" dirty="0">
                <a:latin typeface="微软雅黑" panose="020B0503020204020204" pitchFamily="34" charset="-122"/>
                <a:ea typeface="微软雅黑" panose="020B0503020204020204" pitchFamily="34" charset="-122"/>
                <a:cs typeface="+mj-cs"/>
              </a:rPr>
              <a:t>知识</a:t>
            </a:r>
            <a:r>
              <a:rPr lang="zh-CN" altLang="en-US" sz="3200" b="1" dirty="0">
                <a:latin typeface="微软雅黑" panose="020B0503020204020204" pitchFamily="34" charset="-122"/>
                <a:ea typeface="微软雅黑" panose="020B0503020204020204" pitchFamily="34" charset="-122"/>
                <a:cs typeface="+mj-cs"/>
              </a:rPr>
              <a:t>图谱</a:t>
            </a:r>
            <a:r>
              <a:rPr lang="zh-CN" altLang="en-US" sz="3200" b="1" dirty="0">
                <a:latin typeface="微软雅黑" panose="020B0503020204020204" pitchFamily="34" charset="-122"/>
                <a:ea typeface="微软雅黑" panose="020B0503020204020204" pitchFamily="34" charset="-122"/>
                <a:cs typeface="+mj-cs"/>
              </a:rPr>
              <a:t>技术</a:t>
            </a:r>
            <a:endParaRPr lang="zh-CN" altLang="en-US" sz="3200" b="1" dirty="0">
              <a:latin typeface="微软雅黑" panose="020B0503020204020204" pitchFamily="34" charset="-122"/>
              <a:ea typeface="微软雅黑" panose="020B0503020204020204" pitchFamily="34" charset="-122"/>
              <a:cs typeface="+mj-cs"/>
            </a:endParaRPr>
          </a:p>
        </p:txBody>
      </p:sp>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520" y="980728"/>
            <a:ext cx="5245118" cy="4741762"/>
          </a:xfrm>
          <a:prstGeom prst="rect">
            <a:avLst/>
          </a:prstGeom>
        </p:spPr>
      </p:pic>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96638" y="332656"/>
            <a:ext cx="3035802" cy="2319489"/>
          </a:xfrm>
          <a:prstGeom prst="rect">
            <a:avLst/>
          </a:prstGeom>
        </p:spPr>
      </p:pic>
      <p:sp>
        <p:nvSpPr>
          <p:cNvPr id="9" name="矩形 8"/>
          <p:cNvSpPr/>
          <p:nvPr/>
        </p:nvSpPr>
        <p:spPr>
          <a:xfrm>
            <a:off x="5690536" y="3645024"/>
            <a:ext cx="3068588" cy="1938992"/>
          </a:xfrm>
          <a:prstGeom prst="rect">
            <a:avLst/>
          </a:prstGeom>
        </p:spPr>
        <p:txBody>
          <a:bodyPr wrap="square">
            <a:spAutoFit/>
          </a:bodyPr>
          <a:lstStyle/>
          <a:p>
            <a:r>
              <a:rPr lang="zh-CN" altLang="en-US" dirty="0">
                <a:solidFill>
                  <a:srgbClr val="C00000"/>
                </a:solidFill>
                <a:latin typeface="微软雅黑" panose="020B0503020204020204" pitchFamily="34" charset="-122"/>
                <a:ea typeface="微软雅黑" panose="020B0503020204020204" pitchFamily="34" charset="-122"/>
              </a:rPr>
              <a:t>周五上午 </a:t>
            </a:r>
            <a:r>
              <a:rPr lang="en-US" altLang="zh-CN" dirty="0">
                <a:solidFill>
                  <a:srgbClr val="C00000"/>
                </a:solidFill>
                <a:latin typeface="微软雅黑" panose="020B0503020204020204" pitchFamily="34" charset="-122"/>
                <a:ea typeface="微软雅黑" panose="020B0503020204020204" pitchFamily="34" charset="-122"/>
              </a:rPr>
              <a:t>10 </a:t>
            </a:r>
            <a:r>
              <a:rPr lang="zh-CN" altLang="en-US" dirty="0">
                <a:solidFill>
                  <a:srgbClr val="C00000"/>
                </a:solidFill>
                <a:latin typeface="微软雅黑" panose="020B0503020204020204" pitchFamily="34" charset="-122"/>
                <a:ea typeface="微软雅黑" panose="020B0503020204020204" pitchFamily="34" charset="-122"/>
              </a:rPr>
              <a:t>时 </a:t>
            </a:r>
            <a:r>
              <a:rPr lang="en-US" altLang="zh-CN" dirty="0">
                <a:solidFill>
                  <a:srgbClr val="C00000"/>
                </a:solidFill>
                <a:latin typeface="微软雅黑" panose="020B0503020204020204" pitchFamily="34" charset="-122"/>
                <a:ea typeface="微软雅黑" panose="020B0503020204020204" pitchFamily="34" charset="-122"/>
              </a:rPr>
              <a:t>15 </a:t>
            </a:r>
            <a:r>
              <a:rPr lang="zh-CN" altLang="en-US" dirty="0">
                <a:solidFill>
                  <a:srgbClr val="C00000"/>
                </a:solidFill>
                <a:latin typeface="微软雅黑" panose="020B0503020204020204" pitchFamily="34" charset="-122"/>
                <a:ea typeface="微软雅黑" panose="020B0503020204020204" pitchFamily="34" charset="-122"/>
              </a:rPr>
              <a:t>分</a:t>
            </a:r>
            <a:r>
              <a:rPr lang="zh-CN" altLang="en-US" dirty="0" smtClean="0">
                <a:solidFill>
                  <a:srgbClr val="2B2B2B"/>
                </a:solidFill>
                <a:latin typeface="微软雅黑" panose="020B0503020204020204" pitchFamily="34" charset="-122"/>
                <a:ea typeface="微软雅黑" panose="020B0503020204020204" pitchFamily="34" charset="-122"/>
              </a:rPr>
              <a:t>，</a:t>
            </a:r>
            <a:r>
              <a:rPr lang="zh-CN" altLang="en-US" dirty="0" smtClean="0">
                <a:solidFill>
                  <a:srgbClr val="C00000"/>
                </a:solidFill>
                <a:latin typeface="微软雅黑" panose="020B0503020204020204" pitchFamily="34" charset="-122"/>
                <a:ea typeface="微软雅黑" panose="020B0503020204020204" pitchFamily="34" charset="-122"/>
              </a:rPr>
              <a:t>奥地利</a:t>
            </a:r>
            <a:r>
              <a:rPr lang="zh-CN" altLang="en-US" dirty="0" smtClean="0">
                <a:solidFill>
                  <a:srgbClr val="2B2B2B"/>
                </a:solidFill>
                <a:latin typeface="微软雅黑" panose="020B0503020204020204" pitchFamily="34" charset="-122"/>
                <a:ea typeface="微软雅黑" panose="020B0503020204020204" pitchFamily="34" charset="-122"/>
              </a:rPr>
              <a:t>总理</a:t>
            </a:r>
            <a:r>
              <a:rPr lang="zh-CN" altLang="en-US" dirty="0">
                <a:solidFill>
                  <a:srgbClr val="C00000"/>
                </a:solidFill>
                <a:latin typeface="微软雅黑" panose="020B0503020204020204" pitchFamily="34" charset="-122"/>
                <a:ea typeface="微软雅黑" panose="020B0503020204020204" pitchFamily="34" charset="-122"/>
              </a:rPr>
              <a:t>沙伦伯格</a:t>
            </a:r>
            <a:r>
              <a:rPr lang="zh-CN" altLang="en-US" dirty="0">
                <a:solidFill>
                  <a:srgbClr val="2B2B2B"/>
                </a:solidFill>
                <a:latin typeface="微软雅黑" panose="020B0503020204020204" pitchFamily="34" charset="-122"/>
                <a:ea typeface="微软雅黑" panose="020B0503020204020204" pitchFamily="34" charset="-122"/>
              </a:rPr>
              <a:t>在举行的新闻发布会上宣布了第四次封城的细节</a:t>
            </a:r>
            <a:r>
              <a:rPr lang="zh-CN" altLang="en-US" dirty="0" smtClean="0">
                <a:solidFill>
                  <a:srgbClr val="2B2B2B"/>
                </a:solidFill>
                <a:latin typeface="微软雅黑" panose="020B0503020204020204" pitchFamily="34" charset="-122"/>
                <a:ea typeface="微软雅黑" panose="020B0503020204020204" pitchFamily="34" charset="-122"/>
              </a:rPr>
              <a:t>内容</a:t>
            </a:r>
            <a:endParaRPr lang="zh-CN" altLang="en-US"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6252722" y="3082000"/>
            <a:ext cx="1487630" cy="461665"/>
          </a:xfrm>
          <a:prstGeom prst="rect">
            <a:avLst/>
          </a:prstGeom>
          <a:noFill/>
        </p:spPr>
        <p:txBody>
          <a:bodyPr wrap="square" rtlCol="0">
            <a:spAutoFit/>
          </a:bodyPr>
          <a:lstStyle/>
          <a:p>
            <a:r>
              <a:rPr lang="zh-CN" altLang="en-US" dirty="0" smtClean="0">
                <a:solidFill>
                  <a:srgbClr val="C00000"/>
                </a:solidFill>
                <a:latin typeface="微软雅黑" panose="020B0503020204020204" pitchFamily="34" charset="-122"/>
                <a:ea typeface="微软雅黑" panose="020B0503020204020204" pitchFamily="34" charset="-122"/>
              </a:rPr>
              <a:t>实体识别</a:t>
            </a:r>
            <a:endParaRPr lang="zh-CN" altLang="en-US"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906162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248400"/>
            <a:ext cx="1905000" cy="457200"/>
          </a:xfrm>
          <a:prstGeom prst="rect">
            <a:avLst/>
          </a:prstGeom>
        </p:spPr>
        <p:txBody>
          <a:bodyPr/>
          <a:lstStyle/>
          <a:p>
            <a:pPr>
              <a:defRPr/>
            </a:pPr>
            <a:fld id="{35E650A4-B98C-4EF4-8A4D-0FBE4DDBCE72}" type="slidenum">
              <a:rPr lang="en-US" altLang="ko-KR" smtClean="0"/>
              <a:pPr>
                <a:defRPr/>
              </a:pPr>
              <a:t>78</a:t>
            </a:fld>
            <a:endParaRPr lang="en-US" altLang="ko-KR"/>
          </a:p>
        </p:txBody>
      </p:sp>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520" y="980728"/>
            <a:ext cx="5245118" cy="4741762"/>
          </a:xfrm>
          <a:prstGeom prst="rect">
            <a:avLst/>
          </a:prstGeom>
        </p:spPr>
      </p:pic>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96638" y="332656"/>
            <a:ext cx="3035802" cy="2319489"/>
          </a:xfrm>
          <a:prstGeom prst="rect">
            <a:avLst/>
          </a:prstGeom>
        </p:spPr>
      </p:pic>
      <p:sp>
        <p:nvSpPr>
          <p:cNvPr id="9" name="矩形 8"/>
          <p:cNvSpPr/>
          <p:nvPr/>
        </p:nvSpPr>
        <p:spPr>
          <a:xfrm>
            <a:off x="5582016" y="3619275"/>
            <a:ext cx="3561984" cy="830997"/>
          </a:xfrm>
          <a:prstGeom prst="rect">
            <a:avLst/>
          </a:prstGeom>
        </p:spPr>
        <p:txBody>
          <a:bodyPr wrap="square">
            <a:spAutoFit/>
          </a:bodyPr>
          <a:lstStyle/>
          <a:p>
            <a:r>
              <a:rPr lang="zh-CN" altLang="en-US" dirty="0" smtClean="0">
                <a:solidFill>
                  <a:srgbClr val="C00000"/>
                </a:solidFill>
                <a:latin typeface="微软雅黑" panose="020B0503020204020204" pitchFamily="34" charset="-122"/>
                <a:ea typeface="微软雅黑" panose="020B0503020204020204" pitchFamily="34" charset="-122"/>
              </a:rPr>
              <a:t>苹果</a:t>
            </a:r>
            <a:r>
              <a:rPr lang="zh-CN" altLang="en-US" dirty="0" smtClean="0">
                <a:latin typeface="微软雅黑" panose="020B0503020204020204" pitchFamily="34" charset="-122"/>
                <a:ea typeface="微软雅黑" panose="020B0503020204020204" pitchFamily="34" charset="-122"/>
              </a:rPr>
              <a:t>推出新一代手机</a:t>
            </a:r>
            <a:r>
              <a:rPr lang="en-US" altLang="zh-CN" dirty="0" err="1" smtClean="0">
                <a:solidFill>
                  <a:srgbClr val="C00000"/>
                </a:solidFill>
                <a:latin typeface="微软雅黑" panose="020B0503020204020204" pitchFamily="34" charset="-122"/>
                <a:ea typeface="微软雅黑" panose="020B0503020204020204" pitchFamily="34" charset="-122"/>
              </a:rPr>
              <a:t>iphone13</a:t>
            </a:r>
            <a:endParaRPr lang="zh-CN" altLang="en-US" dirty="0">
              <a:solidFill>
                <a:srgbClr val="C00000"/>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6252722" y="3082000"/>
            <a:ext cx="1487630" cy="461665"/>
          </a:xfrm>
          <a:prstGeom prst="rect">
            <a:avLst/>
          </a:prstGeom>
          <a:noFill/>
        </p:spPr>
        <p:txBody>
          <a:bodyPr wrap="square" rtlCol="0">
            <a:spAutoFit/>
          </a:bodyPr>
          <a:lstStyle/>
          <a:p>
            <a:r>
              <a:rPr lang="zh-CN" altLang="en-US" dirty="0" smtClean="0">
                <a:solidFill>
                  <a:srgbClr val="C00000"/>
                </a:solidFill>
                <a:latin typeface="微软雅黑" panose="020B0503020204020204" pitchFamily="34" charset="-122"/>
                <a:ea typeface="微软雅黑" panose="020B0503020204020204" pitchFamily="34" charset="-122"/>
              </a:rPr>
              <a:t>实体链接</a:t>
            </a:r>
            <a:endParaRPr lang="zh-CN" altLang="en-US" dirty="0">
              <a:solidFill>
                <a:srgbClr val="C00000"/>
              </a:solidFill>
              <a:latin typeface="微软雅黑" panose="020B0503020204020204" pitchFamily="34" charset="-122"/>
              <a:ea typeface="微软雅黑" panose="020B0503020204020204" pitchFamily="34" charset="-122"/>
            </a:endParaRPr>
          </a:p>
        </p:txBody>
      </p:sp>
      <p:sp>
        <p:nvSpPr>
          <p:cNvPr id="3" name="矩形 2"/>
          <p:cNvSpPr/>
          <p:nvPr/>
        </p:nvSpPr>
        <p:spPr>
          <a:xfrm>
            <a:off x="5582016" y="4766093"/>
            <a:ext cx="3510136" cy="1200329"/>
          </a:xfrm>
          <a:prstGeom prst="rect">
            <a:avLst/>
          </a:prstGeom>
          <a:solidFill>
            <a:schemeClr val="bg1">
              <a:lumMod val="95000"/>
            </a:schemeClr>
          </a:solidFill>
        </p:spPr>
        <p:txBody>
          <a:bodyPr wrap="square">
            <a:spAutoFit/>
          </a:bodyPr>
          <a:lstStyle/>
          <a:p>
            <a:r>
              <a:rPr lang="zh-CN" altLang="en-US" dirty="0" smtClean="0">
                <a:latin typeface="微软雅黑" panose="020B0503020204020204" pitchFamily="34" charset="-122"/>
                <a:ea typeface="微软雅黑" panose="020B0503020204020204" pitchFamily="34" charset="-122"/>
              </a:rPr>
              <a:t>苹果包括</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苹果</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水果</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，苹果</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公司</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，苹果</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电影</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，苹果</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银行</a:t>
            </a:r>
            <a:r>
              <a:rPr lang="en-US" altLang="zh-CN"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p:txBody>
      </p:sp>
      <p:cxnSp>
        <p:nvCxnSpPr>
          <p:cNvPr id="6" name="直接箭头连接符 5"/>
          <p:cNvCxnSpPr/>
          <p:nvPr/>
        </p:nvCxnSpPr>
        <p:spPr bwMode="auto">
          <a:xfrm>
            <a:off x="6012160" y="4005064"/>
            <a:ext cx="240562" cy="1224136"/>
          </a:xfrm>
          <a:prstGeom prst="straightConnector1">
            <a:avLst/>
          </a:prstGeom>
          <a:solidFill>
            <a:schemeClr val="accent1"/>
          </a:solidFill>
          <a:ln w="38100" cap="flat" cmpd="sng" algn="ctr">
            <a:solidFill>
              <a:srgbClr val="C00000"/>
            </a:solidFill>
            <a:prstDash val="solid"/>
            <a:round/>
            <a:headEnd type="none" w="med" len="med"/>
            <a:tailEnd type="triangle"/>
          </a:ln>
        </p:spPr>
      </p:cxnSp>
      <p:sp>
        <p:nvSpPr>
          <p:cNvPr id="12" name="内容占位符 1"/>
          <p:cNvSpPr txBox="1">
            <a:spLocks/>
          </p:cNvSpPr>
          <p:nvPr/>
        </p:nvSpPr>
        <p:spPr>
          <a:xfrm>
            <a:off x="1979712" y="116632"/>
            <a:ext cx="2937396" cy="4303712"/>
          </a:xfrm>
          <a:prstGeom prst="rect">
            <a:avLst/>
          </a:prstGeom>
          <a:noFill/>
          <a:ln w="9525">
            <a:noFill/>
          </a:ln>
        </p:spPr>
        <p:txBody>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Tx/>
              <a:buNone/>
            </a:pPr>
            <a:r>
              <a:rPr lang="zh-CN" altLang="en-US" sz="3200" b="1" dirty="0">
                <a:latin typeface="微软雅黑" panose="020B0503020204020204" pitchFamily="34" charset="-122"/>
                <a:ea typeface="微软雅黑" panose="020B0503020204020204" pitchFamily="34" charset="-122"/>
                <a:cs typeface="+mj-cs"/>
              </a:rPr>
              <a:t>知识</a:t>
            </a:r>
            <a:r>
              <a:rPr lang="zh-CN" altLang="en-US" sz="3200" b="1" dirty="0">
                <a:latin typeface="微软雅黑" panose="020B0503020204020204" pitchFamily="34" charset="-122"/>
                <a:ea typeface="微软雅黑" panose="020B0503020204020204" pitchFamily="34" charset="-122"/>
                <a:cs typeface="+mj-cs"/>
              </a:rPr>
              <a:t>图谱</a:t>
            </a:r>
            <a:r>
              <a:rPr lang="zh-CN" altLang="en-US" sz="3200" b="1" dirty="0">
                <a:latin typeface="微软雅黑" panose="020B0503020204020204" pitchFamily="34" charset="-122"/>
                <a:ea typeface="微软雅黑" panose="020B0503020204020204" pitchFamily="34" charset="-122"/>
                <a:cs typeface="+mj-cs"/>
              </a:rPr>
              <a:t>技术</a:t>
            </a:r>
            <a:endParaRPr lang="zh-CN" altLang="en-US" sz="3200" b="1" dirty="0">
              <a:latin typeface="微软雅黑" panose="020B0503020204020204" pitchFamily="34" charset="-122"/>
              <a:ea typeface="微软雅黑" panose="020B0503020204020204" pitchFamily="34" charset="-122"/>
              <a:cs typeface="+mj-cs"/>
            </a:endParaRPr>
          </a:p>
        </p:txBody>
      </p:sp>
    </p:spTree>
    <p:extLst>
      <p:ext uri="{BB962C8B-B14F-4D97-AF65-F5344CB8AC3E}">
        <p14:creationId xmlns:p14="http://schemas.microsoft.com/office/powerpoint/2010/main" val="2861262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3"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248400"/>
            <a:ext cx="1905000" cy="457200"/>
          </a:xfrm>
          <a:prstGeom prst="rect">
            <a:avLst/>
          </a:prstGeom>
        </p:spPr>
        <p:txBody>
          <a:bodyPr/>
          <a:lstStyle/>
          <a:p>
            <a:pPr>
              <a:defRPr/>
            </a:pPr>
            <a:fld id="{35E650A4-B98C-4EF4-8A4D-0FBE4DDBCE72}" type="slidenum">
              <a:rPr lang="en-US" altLang="ko-KR" smtClean="0"/>
              <a:pPr>
                <a:defRPr/>
              </a:pPr>
              <a:t>79</a:t>
            </a:fld>
            <a:endParaRPr lang="en-US" altLang="ko-KR"/>
          </a:p>
        </p:txBody>
      </p:sp>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520" y="980728"/>
            <a:ext cx="5245118" cy="4741762"/>
          </a:xfrm>
          <a:prstGeom prst="rect">
            <a:avLst/>
          </a:prstGeom>
        </p:spPr>
      </p:pic>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96638" y="332656"/>
            <a:ext cx="3035802" cy="2319489"/>
          </a:xfrm>
          <a:prstGeom prst="rect">
            <a:avLst/>
          </a:prstGeom>
        </p:spPr>
      </p:pic>
      <p:sp>
        <p:nvSpPr>
          <p:cNvPr id="10" name="文本框 9"/>
          <p:cNvSpPr txBox="1"/>
          <p:nvPr/>
        </p:nvSpPr>
        <p:spPr>
          <a:xfrm>
            <a:off x="6252722" y="3082000"/>
            <a:ext cx="2205478" cy="461665"/>
          </a:xfrm>
          <a:prstGeom prst="rect">
            <a:avLst/>
          </a:prstGeom>
          <a:noFill/>
        </p:spPr>
        <p:txBody>
          <a:bodyPr wrap="square" rtlCol="0">
            <a:spAutoFit/>
          </a:bodyPr>
          <a:lstStyle/>
          <a:p>
            <a:r>
              <a:rPr lang="zh-CN" altLang="en-US" dirty="0" smtClean="0">
                <a:solidFill>
                  <a:srgbClr val="C00000"/>
                </a:solidFill>
                <a:latin typeface="微软雅黑" panose="020B0503020204020204" pitchFamily="34" charset="-122"/>
                <a:ea typeface="微软雅黑" panose="020B0503020204020204" pitchFamily="34" charset="-122"/>
              </a:rPr>
              <a:t>实体关系识别</a:t>
            </a:r>
            <a:endParaRPr lang="zh-CN" altLang="en-US" dirty="0">
              <a:solidFill>
                <a:srgbClr val="C00000"/>
              </a:solidFill>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68663" y="3863474"/>
            <a:ext cx="3675337" cy="1088573"/>
          </a:xfrm>
          <a:prstGeom prst="rect">
            <a:avLst/>
          </a:prstGeom>
        </p:spPr>
      </p:pic>
      <p:sp>
        <p:nvSpPr>
          <p:cNvPr id="12" name="内容占位符 1"/>
          <p:cNvSpPr>
            <a:spLocks noGrp="1"/>
          </p:cNvSpPr>
          <p:nvPr>
            <p:ph idx="1"/>
          </p:nvPr>
        </p:nvSpPr>
        <p:spPr>
          <a:xfrm>
            <a:off x="1979712" y="116632"/>
            <a:ext cx="2937396" cy="4303712"/>
          </a:xfrm>
        </p:spPr>
        <p:txBody>
          <a:bodyPr/>
          <a:lstStyle/>
          <a:p>
            <a:pPr marL="0" indent="0">
              <a:buNone/>
            </a:pPr>
            <a:r>
              <a:rPr lang="zh-CN" altLang="en-US" sz="3200" b="1" dirty="0">
                <a:latin typeface="微软雅黑" panose="020B0503020204020204" pitchFamily="34" charset="-122"/>
                <a:ea typeface="微软雅黑" panose="020B0503020204020204" pitchFamily="34" charset="-122"/>
                <a:cs typeface="+mj-cs"/>
              </a:rPr>
              <a:t>知识图谱</a:t>
            </a:r>
            <a:r>
              <a:rPr lang="zh-CN" altLang="en-US" sz="3200" b="1" dirty="0">
                <a:latin typeface="微软雅黑" panose="020B0503020204020204" pitchFamily="34" charset="-122"/>
                <a:ea typeface="微软雅黑" panose="020B0503020204020204" pitchFamily="34" charset="-122"/>
                <a:cs typeface="+mj-cs"/>
              </a:rPr>
              <a:t>技术</a:t>
            </a:r>
          </a:p>
        </p:txBody>
      </p:sp>
    </p:spTree>
    <p:extLst>
      <p:ext uri="{BB962C8B-B14F-4D97-AF65-F5344CB8AC3E}">
        <p14:creationId xmlns:p14="http://schemas.microsoft.com/office/powerpoint/2010/main" val="3357235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248400"/>
            <a:ext cx="1905000" cy="457200"/>
          </a:xfrm>
          <a:prstGeom prst="rect">
            <a:avLst/>
          </a:prstGeom>
        </p:spPr>
        <p:txBody>
          <a:bodyPr/>
          <a:lstStyle/>
          <a:p>
            <a:pPr>
              <a:defRPr/>
            </a:pPr>
            <a:fld id="{35E650A4-B98C-4EF4-8A4D-0FBE4DDBCE72}" type="slidenum">
              <a:rPr lang="en-US" altLang="ko-KR" smtClean="0"/>
              <a:pPr>
                <a:defRPr/>
              </a:pPr>
              <a:t>80</a:t>
            </a:fld>
            <a:endParaRPr lang="en-US" altLang="ko-KR"/>
          </a:p>
        </p:txBody>
      </p:sp>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520" y="980728"/>
            <a:ext cx="5245118" cy="4741762"/>
          </a:xfrm>
          <a:prstGeom prst="rect">
            <a:avLst/>
          </a:prstGeom>
        </p:spPr>
      </p:pic>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96638" y="332656"/>
            <a:ext cx="3035802" cy="2319489"/>
          </a:xfrm>
          <a:prstGeom prst="rect">
            <a:avLst/>
          </a:prstGeom>
        </p:spPr>
      </p:pic>
      <p:sp>
        <p:nvSpPr>
          <p:cNvPr id="10" name="文本框 9"/>
          <p:cNvSpPr txBox="1"/>
          <p:nvPr/>
        </p:nvSpPr>
        <p:spPr>
          <a:xfrm>
            <a:off x="6252722" y="3082000"/>
            <a:ext cx="2205478" cy="461665"/>
          </a:xfrm>
          <a:prstGeom prst="rect">
            <a:avLst/>
          </a:prstGeom>
          <a:noFill/>
        </p:spPr>
        <p:txBody>
          <a:bodyPr wrap="square" rtlCol="0">
            <a:spAutoFit/>
          </a:bodyPr>
          <a:lstStyle/>
          <a:p>
            <a:r>
              <a:rPr lang="zh-CN" altLang="en-US" dirty="0" smtClean="0">
                <a:solidFill>
                  <a:srgbClr val="C00000"/>
                </a:solidFill>
                <a:latin typeface="微软雅黑" panose="020B0503020204020204" pitchFamily="34" charset="-122"/>
                <a:ea typeface="微软雅黑" panose="020B0503020204020204" pitchFamily="34" charset="-122"/>
              </a:rPr>
              <a:t>事件识别</a:t>
            </a:r>
            <a:endParaRPr lang="zh-CN" altLang="en-US" dirty="0">
              <a:solidFill>
                <a:srgbClr val="C00000"/>
              </a:solidFill>
              <a:latin typeface="微软雅黑" panose="020B0503020204020204" pitchFamily="34" charset="-122"/>
              <a:ea typeface="微软雅黑" panose="020B0503020204020204" pitchFamily="34" charset="-122"/>
            </a:endParaRPr>
          </a:p>
        </p:txBody>
      </p:sp>
      <p:sp>
        <p:nvSpPr>
          <p:cNvPr id="3" name="矩形 2"/>
          <p:cNvSpPr/>
          <p:nvPr/>
        </p:nvSpPr>
        <p:spPr>
          <a:xfrm>
            <a:off x="5868144" y="4034774"/>
            <a:ext cx="2952328" cy="1200329"/>
          </a:xfrm>
          <a:prstGeom prst="rect">
            <a:avLst/>
          </a:prstGeom>
        </p:spPr>
        <p:txBody>
          <a:bodyPr wrap="square">
            <a:spAutoFit/>
          </a:bodyPr>
          <a:lstStyle/>
          <a:p>
            <a:r>
              <a:rPr lang="zh-CN" altLang="en-US" dirty="0">
                <a:solidFill>
                  <a:srgbClr val="FF0000"/>
                </a:solidFill>
                <a:latin typeface="微软雅黑" panose="020B0503020204020204" pitchFamily="34" charset="-122"/>
                <a:ea typeface="微软雅黑" panose="020B0503020204020204" pitchFamily="34" charset="-122"/>
              </a:rPr>
              <a:t>火箭队与</a:t>
            </a:r>
            <a:r>
              <a:rPr lang="en-US" altLang="zh-CN" dirty="0">
                <a:solidFill>
                  <a:srgbClr val="FF0000"/>
                </a:solidFill>
                <a:latin typeface="微软雅黑" panose="020B0503020204020204" pitchFamily="34" charset="-122"/>
                <a:ea typeface="微软雅黑" panose="020B0503020204020204" pitchFamily="34" charset="-122"/>
              </a:rPr>
              <a:t>76</a:t>
            </a:r>
            <a:r>
              <a:rPr lang="zh-CN" altLang="en-US" dirty="0">
                <a:solidFill>
                  <a:srgbClr val="FF0000"/>
                </a:solidFill>
                <a:latin typeface="微软雅黑" panose="020B0503020204020204" pitchFamily="34" charset="-122"/>
                <a:ea typeface="微软雅黑" panose="020B0503020204020204" pitchFamily="34" charset="-122"/>
              </a:rPr>
              <a:t>人队昨晚展开了一场精彩的较量</a:t>
            </a:r>
            <a:endParaRPr lang="zh-CN" altLang="en-US" dirty="0">
              <a:latin typeface="微软雅黑" panose="020B0503020204020204" pitchFamily="34" charset="-122"/>
              <a:ea typeface="微软雅黑" panose="020B0503020204020204" pitchFamily="34" charset="-122"/>
            </a:endParaRPr>
          </a:p>
        </p:txBody>
      </p:sp>
      <p:sp>
        <p:nvSpPr>
          <p:cNvPr id="11" name="内容占位符 1"/>
          <p:cNvSpPr>
            <a:spLocks noGrp="1"/>
          </p:cNvSpPr>
          <p:nvPr>
            <p:ph idx="1"/>
          </p:nvPr>
        </p:nvSpPr>
        <p:spPr>
          <a:xfrm>
            <a:off x="1979712" y="116632"/>
            <a:ext cx="2937396" cy="4303712"/>
          </a:xfrm>
        </p:spPr>
        <p:txBody>
          <a:bodyPr/>
          <a:lstStyle/>
          <a:p>
            <a:pPr marL="0" indent="0">
              <a:buNone/>
            </a:pPr>
            <a:r>
              <a:rPr lang="zh-CN" altLang="en-US" sz="3200" b="1" dirty="0">
                <a:latin typeface="微软雅黑" panose="020B0503020204020204" pitchFamily="34" charset="-122"/>
                <a:ea typeface="微软雅黑" panose="020B0503020204020204" pitchFamily="34" charset="-122"/>
                <a:cs typeface="+mj-cs"/>
              </a:rPr>
              <a:t>知识图谱</a:t>
            </a:r>
            <a:r>
              <a:rPr lang="zh-CN" altLang="en-US" sz="3200" b="1" dirty="0">
                <a:latin typeface="微软雅黑" panose="020B0503020204020204" pitchFamily="34" charset="-122"/>
                <a:ea typeface="微软雅黑" panose="020B0503020204020204" pitchFamily="34" charset="-122"/>
                <a:cs typeface="+mj-cs"/>
              </a:rPr>
              <a:t>技术</a:t>
            </a:r>
          </a:p>
        </p:txBody>
      </p:sp>
    </p:spTree>
    <p:extLst>
      <p:ext uri="{BB962C8B-B14F-4D97-AF65-F5344CB8AC3E}">
        <p14:creationId xmlns:p14="http://schemas.microsoft.com/office/powerpoint/2010/main" val="3045196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3"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248400"/>
            <a:ext cx="1905000" cy="457200"/>
          </a:xfrm>
          <a:prstGeom prst="rect">
            <a:avLst/>
          </a:prstGeom>
        </p:spPr>
        <p:txBody>
          <a:bodyPr/>
          <a:lstStyle/>
          <a:p>
            <a:pPr>
              <a:defRPr/>
            </a:pPr>
            <a:fld id="{35E650A4-B98C-4EF4-8A4D-0FBE4DDBCE72}" type="slidenum">
              <a:rPr lang="en-US" altLang="ko-KR" smtClean="0"/>
              <a:pPr>
                <a:defRPr/>
              </a:pPr>
              <a:t>81</a:t>
            </a:fld>
            <a:endParaRPr lang="en-US" altLang="ko-KR"/>
          </a:p>
        </p:txBody>
      </p:sp>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520" y="980728"/>
            <a:ext cx="5245118" cy="4741762"/>
          </a:xfrm>
          <a:prstGeom prst="rect">
            <a:avLst/>
          </a:prstGeom>
        </p:spPr>
      </p:pic>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96638" y="332656"/>
            <a:ext cx="3035802" cy="2319489"/>
          </a:xfrm>
          <a:prstGeom prst="rect">
            <a:avLst/>
          </a:prstGeom>
        </p:spPr>
      </p:pic>
      <p:pic>
        <p:nvPicPr>
          <p:cNvPr id="5" name="图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25527" y="2669248"/>
            <a:ext cx="3006913" cy="1453342"/>
          </a:xfrm>
          <a:prstGeom prst="rect">
            <a:avLst/>
          </a:prstGeom>
        </p:spPr>
      </p:pic>
      <p:sp>
        <p:nvSpPr>
          <p:cNvPr id="11" name="内容占位符 1"/>
          <p:cNvSpPr>
            <a:spLocks noGrp="1"/>
          </p:cNvSpPr>
          <p:nvPr>
            <p:ph idx="1"/>
          </p:nvPr>
        </p:nvSpPr>
        <p:spPr>
          <a:xfrm>
            <a:off x="1979712" y="116632"/>
            <a:ext cx="2937396" cy="4303712"/>
          </a:xfrm>
        </p:spPr>
        <p:txBody>
          <a:bodyPr/>
          <a:lstStyle/>
          <a:p>
            <a:pPr marL="0" indent="0">
              <a:buNone/>
            </a:pPr>
            <a:r>
              <a:rPr lang="zh-CN" altLang="en-US" sz="3200" b="1" dirty="0">
                <a:latin typeface="微软雅黑" panose="020B0503020204020204" pitchFamily="34" charset="-122"/>
                <a:ea typeface="微软雅黑" panose="020B0503020204020204" pitchFamily="34" charset="-122"/>
                <a:cs typeface="+mj-cs"/>
              </a:rPr>
              <a:t>知识</a:t>
            </a:r>
            <a:r>
              <a:rPr lang="zh-CN" altLang="en-US" sz="3200" b="1" dirty="0">
                <a:latin typeface="微软雅黑" panose="020B0503020204020204" pitchFamily="34" charset="-122"/>
                <a:ea typeface="微软雅黑" panose="020B0503020204020204" pitchFamily="34" charset="-122"/>
                <a:cs typeface="+mj-cs"/>
              </a:rPr>
              <a:t>图谱</a:t>
            </a:r>
            <a:r>
              <a:rPr lang="zh-CN" altLang="en-US" sz="3200" b="1" dirty="0">
                <a:latin typeface="微软雅黑" panose="020B0503020204020204" pitchFamily="34" charset="-122"/>
                <a:ea typeface="微软雅黑" panose="020B0503020204020204" pitchFamily="34" charset="-122"/>
                <a:cs typeface="+mj-cs"/>
              </a:rPr>
              <a:t>技术</a:t>
            </a:r>
            <a:endParaRPr lang="zh-CN" altLang="en-US" sz="3200" b="1" dirty="0">
              <a:latin typeface="微软雅黑" panose="020B0503020204020204" pitchFamily="34" charset="-122"/>
              <a:ea typeface="微软雅黑" panose="020B0503020204020204" pitchFamily="34" charset="-122"/>
              <a:cs typeface="+mj-cs"/>
            </a:endParaRPr>
          </a:p>
        </p:txBody>
      </p:sp>
    </p:spTree>
    <p:extLst>
      <p:ext uri="{BB962C8B-B14F-4D97-AF65-F5344CB8AC3E}">
        <p14:creationId xmlns:p14="http://schemas.microsoft.com/office/powerpoint/2010/main" val="2064881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051720" y="157507"/>
            <a:ext cx="2646878" cy="584775"/>
          </a:xfrm>
          <a:prstGeom prst="rect">
            <a:avLst/>
          </a:prstGeom>
        </p:spPr>
        <p:txBody>
          <a:bodyPr wrap="none">
            <a:spAutoFit/>
          </a:bodyPr>
          <a:lstStyle/>
          <a:p>
            <a:r>
              <a:rPr lang="zh-CN" altLang="en-US" sz="3200" b="1" dirty="0">
                <a:latin typeface="微软雅黑" panose="020B0503020204020204" pitchFamily="34" charset="-122"/>
                <a:ea typeface="微软雅黑" panose="020B0503020204020204" pitchFamily="34" charset="-122"/>
              </a:rPr>
              <a:t>知识</a:t>
            </a:r>
            <a:r>
              <a:rPr kumimoji="1" lang="zh-CN" altLang="en-US" sz="3200" b="1" dirty="0">
                <a:latin typeface="微软雅黑" panose="020B0503020204020204" pitchFamily="34" charset="-122"/>
                <a:ea typeface="微软雅黑" panose="020B0503020204020204" pitchFamily="34" charset="-122"/>
                <a:cs typeface="+mj-cs"/>
              </a:rPr>
              <a:t>图谱</a:t>
            </a:r>
            <a:r>
              <a:rPr lang="zh-CN" altLang="en-US" sz="3200" b="1" dirty="0" smtClean="0">
                <a:latin typeface="微软雅黑" panose="020B0503020204020204" pitchFamily="34" charset="-122"/>
                <a:ea typeface="微软雅黑" panose="020B0503020204020204" pitchFamily="34" charset="-122"/>
              </a:rPr>
              <a:t>推理</a:t>
            </a:r>
            <a:endParaRPr lang="zh-CN" altLang="en-US" sz="3200" b="1" dirty="0">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496" y="980728"/>
            <a:ext cx="3819218" cy="2035819"/>
          </a:xfrm>
          <a:prstGeom prst="rect">
            <a:avLst/>
          </a:prstGeom>
        </p:spPr>
      </p:pic>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68024" y="1516997"/>
            <a:ext cx="1612934" cy="963280"/>
          </a:xfrm>
          <a:prstGeom prst="rect">
            <a:avLst/>
          </a:prstGeom>
        </p:spPr>
      </p:pic>
      <p:pic>
        <p:nvPicPr>
          <p:cNvPr id="8" name="图片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80958" y="1124035"/>
            <a:ext cx="1944216" cy="1835297"/>
          </a:xfrm>
          <a:prstGeom prst="rect">
            <a:avLst/>
          </a:prstGeom>
        </p:spPr>
      </p:pic>
      <p:sp>
        <p:nvSpPr>
          <p:cNvPr id="9" name="右箭头 8"/>
          <p:cNvSpPr/>
          <p:nvPr/>
        </p:nvSpPr>
        <p:spPr bwMode="auto">
          <a:xfrm>
            <a:off x="3883472" y="1867096"/>
            <a:ext cx="384552" cy="268059"/>
          </a:xfrm>
          <a:prstGeom prst="rightArrow">
            <a:avLst>
              <a:gd name="adj1" fmla="val 50000"/>
              <a:gd name="adj2" fmla="val 53082"/>
            </a:avLst>
          </a:prstGeom>
          <a:solidFill>
            <a:srgbClr val="FFCC0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1" hangingPunct="1">
              <a:lnSpc>
                <a:spcPct val="100000"/>
              </a:lnSpc>
              <a:spcBef>
                <a:spcPct val="0"/>
              </a:spcBef>
              <a:spcAft>
                <a:spcPct val="0"/>
              </a:spcAft>
              <a:buClrTx/>
              <a:buSzTx/>
              <a:buFontTx/>
              <a:buNone/>
            </a:pPr>
            <a:endParaRPr kumimoji="1" lang="zh-CN" altLang="en-US" sz="24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p:txBody>
      </p:sp>
      <p:sp>
        <p:nvSpPr>
          <p:cNvPr id="10" name="文本框 9"/>
          <p:cNvSpPr txBox="1"/>
          <p:nvPr/>
        </p:nvSpPr>
        <p:spPr>
          <a:xfrm>
            <a:off x="3883472" y="1220766"/>
            <a:ext cx="399044" cy="646331"/>
          </a:xfrm>
          <a:prstGeom prst="rect">
            <a:avLst/>
          </a:prstGeom>
          <a:noFill/>
        </p:spPr>
        <p:txBody>
          <a:bodyPr wrap="square" rtlCol="0">
            <a:spAutoFit/>
          </a:bodyPr>
          <a:lstStyle/>
          <a:p>
            <a:r>
              <a:rPr lang="zh-CN" altLang="en-US" sz="1800" dirty="0" smtClean="0">
                <a:latin typeface="微软雅黑" panose="020B0503020204020204" pitchFamily="34" charset="-122"/>
                <a:ea typeface="微软雅黑" panose="020B0503020204020204" pitchFamily="34" charset="-122"/>
              </a:rPr>
              <a:t>推理</a:t>
            </a:r>
            <a:endParaRPr lang="zh-CN" altLang="en-US" sz="1800" dirty="0">
              <a:latin typeface="微软雅黑" panose="020B0503020204020204" pitchFamily="34" charset="-122"/>
              <a:ea typeface="微软雅黑" panose="020B0503020204020204" pitchFamily="34" charset="-122"/>
            </a:endParaRPr>
          </a:p>
        </p:txBody>
      </p:sp>
      <p:sp>
        <p:nvSpPr>
          <p:cNvPr id="11" name="右大括号 10"/>
          <p:cNvSpPr/>
          <p:nvPr/>
        </p:nvSpPr>
        <p:spPr bwMode="auto">
          <a:xfrm>
            <a:off x="7825174" y="1220766"/>
            <a:ext cx="131202" cy="914389"/>
          </a:xfrm>
          <a:prstGeom prst="rightBrace">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1" hangingPunct="1">
              <a:lnSpc>
                <a:spcPct val="100000"/>
              </a:lnSpc>
              <a:spcBef>
                <a:spcPct val="0"/>
              </a:spcBef>
              <a:spcAft>
                <a:spcPct val="0"/>
              </a:spcAft>
              <a:buClrTx/>
              <a:buSzTx/>
              <a:buFontTx/>
              <a:buNone/>
            </a:pPr>
            <a:endParaRPr kumimoji="1" lang="zh-CN" altLang="en-US" sz="24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p:txBody>
      </p:sp>
      <p:sp>
        <p:nvSpPr>
          <p:cNvPr id="12" name="文本框 11"/>
          <p:cNvSpPr txBox="1"/>
          <p:nvPr/>
        </p:nvSpPr>
        <p:spPr>
          <a:xfrm>
            <a:off x="7956376" y="1309735"/>
            <a:ext cx="1080120" cy="707886"/>
          </a:xfrm>
          <a:prstGeom prst="rect">
            <a:avLst/>
          </a:prstGeom>
          <a:noFill/>
        </p:spPr>
        <p:txBody>
          <a:bodyPr wrap="square" rtlCol="0">
            <a:spAutoFit/>
          </a:bodyPr>
          <a:lstStyle/>
          <a:p>
            <a:r>
              <a:rPr lang="zh-CN" altLang="en-US" sz="2000" b="1" dirty="0" smtClean="0">
                <a:latin typeface="微软雅黑" panose="020B0503020204020204" pitchFamily="34" charset="-122"/>
                <a:ea typeface="微软雅黑" panose="020B0503020204020204" pitchFamily="34" charset="-122"/>
              </a:rPr>
              <a:t>知识图谱补全</a:t>
            </a:r>
            <a:endParaRPr lang="zh-CN" altLang="en-US" sz="2000" b="1" dirty="0">
              <a:latin typeface="微软雅黑" panose="020B0503020204020204" pitchFamily="34" charset="-122"/>
              <a:ea typeface="微软雅黑" panose="020B0503020204020204" pitchFamily="34" charset="-122"/>
            </a:endParaRPr>
          </a:p>
        </p:txBody>
      </p:sp>
      <p:sp>
        <p:nvSpPr>
          <p:cNvPr id="13" name="右大括号 12"/>
          <p:cNvSpPr/>
          <p:nvPr/>
        </p:nvSpPr>
        <p:spPr bwMode="auto">
          <a:xfrm>
            <a:off x="7825174" y="2276873"/>
            <a:ext cx="195329" cy="576064"/>
          </a:xfrm>
          <a:prstGeom prst="rightBrace">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1" hangingPunct="1">
              <a:lnSpc>
                <a:spcPct val="100000"/>
              </a:lnSpc>
              <a:spcBef>
                <a:spcPct val="0"/>
              </a:spcBef>
              <a:spcAft>
                <a:spcPct val="0"/>
              </a:spcAft>
              <a:buClrTx/>
              <a:buSzTx/>
              <a:buFontTx/>
              <a:buNone/>
            </a:pPr>
            <a:endParaRPr kumimoji="1" lang="zh-CN" altLang="en-US" sz="24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p:txBody>
      </p:sp>
      <p:sp>
        <p:nvSpPr>
          <p:cNvPr id="14" name="文本框 13"/>
          <p:cNvSpPr txBox="1"/>
          <p:nvPr/>
        </p:nvSpPr>
        <p:spPr>
          <a:xfrm>
            <a:off x="8032326" y="2145051"/>
            <a:ext cx="1080120" cy="707886"/>
          </a:xfrm>
          <a:prstGeom prst="rect">
            <a:avLst/>
          </a:prstGeom>
          <a:noFill/>
        </p:spPr>
        <p:txBody>
          <a:bodyPr wrap="square" rtlCol="0">
            <a:spAutoFit/>
          </a:bodyPr>
          <a:lstStyle/>
          <a:p>
            <a:r>
              <a:rPr lang="zh-CN" altLang="en-US" sz="2000" b="1" dirty="0" smtClean="0">
                <a:latin typeface="微软雅黑" panose="020B0503020204020204" pitchFamily="34" charset="-122"/>
                <a:ea typeface="微软雅黑" panose="020B0503020204020204" pitchFamily="34" charset="-122"/>
              </a:rPr>
              <a:t>深度搜索</a:t>
            </a:r>
            <a:endParaRPr lang="zh-CN" altLang="en-US" sz="2000" b="1" dirty="0">
              <a:latin typeface="微软雅黑" panose="020B0503020204020204" pitchFamily="34" charset="-122"/>
              <a:ea typeface="微软雅黑" panose="020B0503020204020204" pitchFamily="34" charset="-122"/>
            </a:endParaRPr>
          </a:p>
        </p:txBody>
      </p:sp>
      <p:pic>
        <p:nvPicPr>
          <p:cNvPr id="15" name="图片 1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5496" y="3550365"/>
            <a:ext cx="8986171" cy="3287782"/>
          </a:xfrm>
          <a:prstGeom prst="rect">
            <a:avLst/>
          </a:prstGeom>
        </p:spPr>
      </p:pic>
    </p:spTree>
    <p:extLst>
      <p:ext uri="{BB962C8B-B14F-4D97-AF65-F5344CB8AC3E}">
        <p14:creationId xmlns:p14="http://schemas.microsoft.com/office/powerpoint/2010/main" val="40390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p:bldP spid="13" grpId="0" animBg="1"/>
      <p:bldP spid="14"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248400"/>
            <a:ext cx="1905000" cy="457200"/>
          </a:xfrm>
          <a:prstGeom prst="rect">
            <a:avLst/>
          </a:prstGeom>
        </p:spPr>
        <p:txBody>
          <a:bodyPr/>
          <a:lstStyle/>
          <a:p>
            <a:pPr>
              <a:defRPr/>
            </a:pPr>
            <a:fld id="{0136B765-E14B-4AC5-BE48-1374C734B3A8}" type="slidenum">
              <a:rPr lang="en-US" altLang="ko-KR" smtClean="0"/>
              <a:pPr>
                <a:defRPr/>
              </a:pPr>
              <a:t>83</a:t>
            </a:fld>
            <a:endParaRPr lang="en-US" altLang="ko-KR"/>
          </a:p>
        </p:txBody>
      </p:sp>
      <p:sp>
        <p:nvSpPr>
          <p:cNvPr id="2" name="内容占位符 1"/>
          <p:cNvSpPr>
            <a:spLocks noGrp="1"/>
          </p:cNvSpPr>
          <p:nvPr>
            <p:ph idx="1"/>
          </p:nvPr>
        </p:nvSpPr>
        <p:spPr>
          <a:xfrm>
            <a:off x="685800" y="1556792"/>
            <a:ext cx="7772400" cy="4303712"/>
          </a:xfrm>
        </p:spPr>
        <p:txBody>
          <a:bodyPr/>
          <a:lstStyle/>
          <a:p>
            <a:pPr>
              <a:lnSpc>
                <a:spcPct val="120000"/>
              </a:lnSpc>
              <a:spcAft>
                <a:spcPts val="600"/>
              </a:spcAft>
            </a:pP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例</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dirty="0" err="1">
                <a:latin typeface="Times New Roman" panose="02020603050405020304" pitchFamily="18" charset="0"/>
                <a:ea typeface="微软雅黑" panose="020B0503020204020204" pitchFamily="34" charset="-122"/>
                <a:cs typeface="Times New Roman" panose="02020603050405020304" pitchFamily="18" charset="0"/>
              </a:rPr>
              <a:t>is_a</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关系推理规则：</a:t>
            </a:r>
          </a:p>
          <a:p>
            <a:pPr marL="0" indent="0" algn="ctr">
              <a:lnSpc>
                <a:spcPct val="120000"/>
              </a:lnSpc>
              <a:spcAft>
                <a:spcPts val="600"/>
              </a:spcAft>
              <a:buNone/>
            </a:pP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IF(A</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dirty="0" err="1" smtClean="0">
                <a:latin typeface="Times New Roman" panose="02020603050405020304" pitchFamily="18" charset="0"/>
                <a:ea typeface="微软雅黑" panose="020B0503020204020204" pitchFamily="34" charset="-122"/>
                <a:cs typeface="Times New Roman" panose="02020603050405020304" pitchFamily="18" charset="0"/>
              </a:rPr>
              <a:t>is_a</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 B) AND (B, </a:t>
            </a:r>
            <a:r>
              <a:rPr lang="en-US" altLang="zh-CN" sz="2400" dirty="0" err="1">
                <a:latin typeface="Times New Roman" panose="02020603050405020304" pitchFamily="18" charset="0"/>
                <a:ea typeface="微软雅黑" panose="020B0503020204020204" pitchFamily="34" charset="-122"/>
                <a:cs typeface="Times New Roman" panose="02020603050405020304" pitchFamily="18" charset="0"/>
              </a:rPr>
              <a:t>is_a</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 C) THEN (A, </a:t>
            </a:r>
            <a:r>
              <a:rPr lang="en-US" altLang="zh-CN" sz="2400" dirty="0" err="1">
                <a:latin typeface="Times New Roman" panose="02020603050405020304" pitchFamily="18" charset="0"/>
                <a:ea typeface="微软雅黑" panose="020B0503020204020204" pitchFamily="34" charset="-122"/>
                <a:cs typeface="Times New Roman" panose="02020603050405020304" pitchFamily="18" charset="0"/>
              </a:rPr>
              <a:t>is_a</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 C)</a:t>
            </a:r>
          </a:p>
          <a:p>
            <a:pPr>
              <a:lnSpc>
                <a:spcPct val="120000"/>
              </a:lnSpc>
              <a:spcAft>
                <a:spcPts val="600"/>
              </a:spcAft>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假设知识图谱中有：</a:t>
            </a:r>
          </a:p>
          <a:p>
            <a:pPr marL="0" indent="0" algn="ctr">
              <a:lnSpc>
                <a:spcPct val="120000"/>
              </a:lnSpc>
              <a:spcAft>
                <a:spcPts val="600"/>
              </a:spcAft>
              <a:buNone/>
            </a:pP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贝多芬</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dirty="0" err="1">
                <a:latin typeface="Times New Roman" panose="02020603050405020304" pitchFamily="18" charset="0"/>
                <a:ea typeface="微软雅黑" panose="020B0503020204020204" pitchFamily="34" charset="-122"/>
                <a:cs typeface="Times New Roman" panose="02020603050405020304" pitchFamily="18" charset="0"/>
              </a:rPr>
              <a:t>is_a</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音乐家</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p>
          <a:p>
            <a:pPr marL="0" indent="0" algn="ctr">
              <a:lnSpc>
                <a:spcPct val="120000"/>
              </a:lnSpc>
              <a:spcAft>
                <a:spcPts val="600"/>
              </a:spcAft>
              <a:buNone/>
            </a:pP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音乐家</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dirty="0" err="1">
                <a:latin typeface="Times New Roman" panose="02020603050405020304" pitchFamily="18" charset="0"/>
                <a:ea typeface="微软雅黑" panose="020B0503020204020204" pitchFamily="34" charset="-122"/>
                <a:cs typeface="Times New Roman" panose="02020603050405020304" pitchFamily="18" charset="0"/>
              </a:rPr>
              <a:t>is_a</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艺术家</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p>
          <a:p>
            <a:pPr>
              <a:lnSpc>
                <a:spcPct val="120000"/>
              </a:lnSpc>
              <a:spcAft>
                <a:spcPts val="600"/>
              </a:spcAft>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可以推理得到新的三元组：</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贝多芬</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dirty="0" err="1">
                <a:latin typeface="Times New Roman" panose="02020603050405020304" pitchFamily="18" charset="0"/>
                <a:ea typeface="微软雅黑" panose="020B0503020204020204" pitchFamily="34" charset="-122"/>
                <a:cs typeface="Times New Roman" panose="02020603050405020304" pitchFamily="18" charset="0"/>
              </a:rPr>
              <a:t>is_a</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艺术家</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矩形 2"/>
          <p:cNvSpPr/>
          <p:nvPr/>
        </p:nvSpPr>
        <p:spPr>
          <a:xfrm>
            <a:off x="2123728" y="404664"/>
            <a:ext cx="5929828" cy="584775"/>
          </a:xfrm>
          <a:prstGeom prst="rect">
            <a:avLst/>
          </a:prstGeom>
        </p:spPr>
        <p:txBody>
          <a:bodyPr wrap="none">
            <a:spAutoFit/>
          </a:bodyPr>
          <a:lstStyle/>
          <a:p>
            <a:r>
              <a:rPr lang="zh-CN" altLang="en-US" sz="3200" b="1" dirty="0">
                <a:latin typeface="微软雅黑" panose="020B0503020204020204" pitchFamily="34" charset="-122"/>
                <a:ea typeface="微软雅黑" panose="020B0503020204020204" pitchFamily="34" charset="-122"/>
              </a:rPr>
              <a:t>知识图谱推理：基于符号的方法</a:t>
            </a:r>
          </a:p>
        </p:txBody>
      </p:sp>
    </p:spTree>
    <p:extLst>
      <p:ext uri="{BB962C8B-B14F-4D97-AF65-F5344CB8AC3E}">
        <p14:creationId xmlns:p14="http://schemas.microsoft.com/office/powerpoint/2010/main" val="1503103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248400"/>
            <a:ext cx="1905000" cy="457200"/>
          </a:xfrm>
          <a:prstGeom prst="rect">
            <a:avLst/>
          </a:prstGeom>
        </p:spPr>
        <p:txBody>
          <a:bodyPr/>
          <a:lstStyle/>
          <a:p>
            <a:pPr>
              <a:defRPr/>
            </a:pPr>
            <a:fld id="{0136B765-E14B-4AC5-BE48-1374C734B3A8}" type="slidenum">
              <a:rPr lang="en-US" altLang="ko-KR" smtClean="0"/>
              <a:pPr>
                <a:defRPr/>
              </a:pPr>
              <a:t>84</a:t>
            </a:fld>
            <a:endParaRPr lang="en-US" altLang="ko-KR"/>
          </a:p>
        </p:txBody>
      </p:sp>
      <p:sp>
        <p:nvSpPr>
          <p:cNvPr id="2" name="内容占位符 1"/>
          <p:cNvSpPr>
            <a:spLocks noGrp="1"/>
          </p:cNvSpPr>
          <p:nvPr>
            <p:ph idx="1"/>
          </p:nvPr>
        </p:nvSpPr>
        <p:spPr>
          <a:xfrm>
            <a:off x="685800" y="1556792"/>
            <a:ext cx="7918648" cy="4303712"/>
          </a:xfrm>
        </p:spPr>
        <p:txBody>
          <a:bodyPr/>
          <a:lstStyle/>
          <a:p>
            <a:pPr>
              <a:lnSpc>
                <a:spcPct val="120000"/>
              </a:lnSpc>
              <a:spcAft>
                <a:spcPts val="600"/>
              </a:spcAft>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例：关系值的匹配推理，如：</a:t>
            </a:r>
          </a:p>
          <a:p>
            <a:pPr marL="1349375" indent="0">
              <a:lnSpc>
                <a:spcPct val="120000"/>
              </a:lnSpc>
              <a:spcAft>
                <a:spcPts val="600"/>
              </a:spcAft>
              <a:buNone/>
            </a:pPr>
            <a:r>
              <a:rPr lang="en-US" altLang="zh-CN" sz="2400" dirty="0" err="1">
                <a:latin typeface="Times New Roman" panose="02020603050405020304" pitchFamily="18" charset="0"/>
                <a:ea typeface="微软雅黑" panose="020B0503020204020204" pitchFamily="34" charset="-122"/>
                <a:cs typeface="Times New Roman" panose="02020603050405020304" pitchFamily="18" charset="0"/>
              </a:rPr>
              <a:t>R1</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：（音乐家</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dirty="0" err="1">
                <a:latin typeface="Times New Roman" panose="02020603050405020304" pitchFamily="18" charset="0"/>
                <a:ea typeface="微软雅黑" panose="020B0503020204020204" pitchFamily="34" charset="-122"/>
                <a:cs typeface="Times New Roman" panose="02020603050405020304" pitchFamily="18" charset="0"/>
              </a:rPr>
              <a:t>can_play</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歌曲）</a:t>
            </a:r>
          </a:p>
          <a:p>
            <a:pPr marL="1349375" indent="0">
              <a:lnSpc>
                <a:spcPct val="120000"/>
              </a:lnSpc>
              <a:spcAft>
                <a:spcPts val="600"/>
              </a:spcAft>
              <a:buNone/>
            </a:pPr>
            <a:r>
              <a:rPr lang="en-US" altLang="zh-CN" sz="2400" dirty="0" err="1">
                <a:latin typeface="Times New Roman" panose="02020603050405020304" pitchFamily="18" charset="0"/>
                <a:ea typeface="微软雅黑" panose="020B0503020204020204" pitchFamily="34" charset="-122"/>
                <a:cs typeface="Times New Roman" panose="02020603050405020304" pitchFamily="18" charset="0"/>
              </a:rPr>
              <a:t>R2</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：（小夜曲</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dirty="0" err="1">
                <a:latin typeface="Times New Roman" panose="02020603050405020304" pitchFamily="18" charset="0"/>
                <a:ea typeface="微软雅黑" panose="020B0503020204020204" pitchFamily="34" charset="-122"/>
                <a:cs typeface="Times New Roman" panose="02020603050405020304" pitchFamily="18" charset="0"/>
              </a:rPr>
              <a:t>is_a</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歌曲）</a:t>
            </a:r>
          </a:p>
          <a:p>
            <a:pPr marL="1349375" indent="0">
              <a:lnSpc>
                <a:spcPct val="120000"/>
              </a:lnSpc>
              <a:spcAft>
                <a:spcPts val="600"/>
              </a:spcAft>
              <a:buNone/>
            </a:pPr>
            <a:r>
              <a:rPr lang="en-US" altLang="zh-CN" sz="2400" dirty="0" err="1">
                <a:latin typeface="Times New Roman" panose="02020603050405020304" pitchFamily="18" charset="0"/>
                <a:ea typeface="微软雅黑" panose="020B0503020204020204" pitchFamily="34" charset="-122"/>
                <a:cs typeface="Times New Roman" panose="02020603050405020304" pitchFamily="18" charset="0"/>
              </a:rPr>
              <a:t>R3</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：（贝多芬</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dirty="0" err="1">
                <a:latin typeface="Times New Roman" panose="02020603050405020304" pitchFamily="18" charset="0"/>
                <a:ea typeface="微软雅黑" panose="020B0503020204020204" pitchFamily="34" charset="-122"/>
                <a:cs typeface="Times New Roman" panose="02020603050405020304" pitchFamily="18" charset="0"/>
              </a:rPr>
              <a:t>can_play</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小夜曲）</a:t>
            </a:r>
          </a:p>
          <a:p>
            <a:pPr>
              <a:lnSpc>
                <a:spcPct val="120000"/>
              </a:lnSpc>
              <a:spcAft>
                <a:spcPts val="600"/>
              </a:spcAft>
            </a:pP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这里</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，将</a:t>
            </a:r>
            <a:r>
              <a:rPr lang="en-US" altLang="zh-CN" sz="2400" dirty="0" err="1">
                <a:latin typeface="Times New Roman" panose="02020603050405020304" pitchFamily="18" charset="0"/>
                <a:ea typeface="微软雅黑" panose="020B0503020204020204" pitchFamily="34" charset="-122"/>
                <a:cs typeface="Times New Roman" panose="02020603050405020304" pitchFamily="18" charset="0"/>
              </a:rPr>
              <a:t>R3</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中的小夜曲与</a:t>
            </a:r>
            <a:r>
              <a:rPr lang="en-US" altLang="zh-CN" sz="2400" dirty="0" err="1">
                <a:latin typeface="Times New Roman" panose="02020603050405020304" pitchFamily="18" charset="0"/>
                <a:ea typeface="微软雅黑" panose="020B0503020204020204" pitchFamily="34" charset="-122"/>
                <a:cs typeface="Times New Roman" panose="02020603050405020304" pitchFamily="18" charset="0"/>
              </a:rPr>
              <a:t>R1</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中的歌曲匹配后，得到：</a:t>
            </a:r>
          </a:p>
          <a:p>
            <a:pPr marL="0" indent="0" algn="ctr">
              <a:lnSpc>
                <a:spcPct val="120000"/>
              </a:lnSpc>
              <a:spcAft>
                <a:spcPts val="600"/>
              </a:spcAft>
              <a:buNone/>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（贝多芬</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dirty="0" err="1">
                <a:latin typeface="Times New Roman" panose="02020603050405020304" pitchFamily="18" charset="0"/>
                <a:ea typeface="微软雅黑" panose="020B0503020204020204" pitchFamily="34" charset="-122"/>
                <a:cs typeface="Times New Roman" panose="02020603050405020304" pitchFamily="18" charset="0"/>
              </a:rPr>
              <a:t>is_a</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音乐家</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20000"/>
              </a:lnSpc>
              <a:spcAft>
                <a:spcPts val="600"/>
              </a:spcAft>
            </a:pP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实现</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推理</a:t>
            </a:r>
          </a:p>
        </p:txBody>
      </p:sp>
      <p:sp>
        <p:nvSpPr>
          <p:cNvPr id="3" name="矩形 2"/>
          <p:cNvSpPr/>
          <p:nvPr/>
        </p:nvSpPr>
        <p:spPr>
          <a:xfrm>
            <a:off x="2123728" y="404664"/>
            <a:ext cx="5929828" cy="584775"/>
          </a:xfrm>
          <a:prstGeom prst="rect">
            <a:avLst/>
          </a:prstGeom>
        </p:spPr>
        <p:txBody>
          <a:bodyPr wrap="none">
            <a:spAutoFit/>
          </a:bodyPr>
          <a:lstStyle/>
          <a:p>
            <a:r>
              <a:rPr lang="zh-CN" altLang="en-US" sz="3200" dirty="0">
                <a:latin typeface="微软雅黑" panose="020B0503020204020204" pitchFamily="34" charset="-122"/>
                <a:ea typeface="微软雅黑" panose="020B0503020204020204" pitchFamily="34" charset="-122"/>
              </a:rPr>
              <a:t>知识图谱推理：基于符号的方法</a:t>
            </a:r>
          </a:p>
        </p:txBody>
      </p:sp>
    </p:spTree>
    <p:extLst>
      <p:ext uri="{BB962C8B-B14F-4D97-AF65-F5344CB8AC3E}">
        <p14:creationId xmlns:p14="http://schemas.microsoft.com/office/powerpoint/2010/main" val="1733293992"/>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248400"/>
            <a:ext cx="1905000" cy="457200"/>
          </a:xfrm>
          <a:prstGeom prst="rect">
            <a:avLst/>
          </a:prstGeom>
        </p:spPr>
        <p:txBody>
          <a:bodyPr/>
          <a:lstStyle/>
          <a:p>
            <a:pPr>
              <a:defRPr/>
            </a:pPr>
            <a:fld id="{0136B765-E14B-4AC5-BE48-1374C734B3A8}" type="slidenum">
              <a:rPr lang="en-US" altLang="ko-KR" smtClean="0"/>
              <a:pPr>
                <a:defRPr/>
              </a:pPr>
              <a:t>85</a:t>
            </a:fld>
            <a:endParaRPr lang="en-US" altLang="ko-KR"/>
          </a:p>
        </p:txBody>
      </p:sp>
      <p:sp>
        <p:nvSpPr>
          <p:cNvPr id="3" name="矩形 2"/>
          <p:cNvSpPr/>
          <p:nvPr/>
        </p:nvSpPr>
        <p:spPr>
          <a:xfrm>
            <a:off x="1269841" y="404664"/>
            <a:ext cx="6750566" cy="584775"/>
          </a:xfrm>
          <a:prstGeom prst="rect">
            <a:avLst/>
          </a:prstGeom>
        </p:spPr>
        <p:txBody>
          <a:bodyPr wrap="none">
            <a:spAutoFit/>
          </a:bodyPr>
          <a:lstStyle/>
          <a:p>
            <a:r>
              <a:rPr lang="zh-CN" altLang="en-US" sz="3200" dirty="0">
                <a:latin typeface="微软雅黑" panose="020B0503020204020204" pitchFamily="34" charset="-122"/>
                <a:ea typeface="微软雅黑" panose="020B0503020204020204" pitchFamily="34" charset="-122"/>
              </a:rPr>
              <a:t>知识图谱推理：基于机器学习的推理</a:t>
            </a:r>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01703"/>
            <a:ext cx="9144000" cy="4254594"/>
          </a:xfrm>
          <a:prstGeom prst="rect">
            <a:avLst/>
          </a:prstGeom>
        </p:spPr>
      </p:pic>
    </p:spTree>
    <p:extLst>
      <p:ext uri="{BB962C8B-B14F-4D97-AF65-F5344CB8AC3E}">
        <p14:creationId xmlns:p14="http://schemas.microsoft.com/office/powerpoint/2010/main" val="257578723"/>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248400"/>
            <a:ext cx="1905000" cy="457200"/>
          </a:xfrm>
          <a:prstGeom prst="rect">
            <a:avLst/>
          </a:prstGeom>
        </p:spPr>
        <p:txBody>
          <a:bodyPr/>
          <a:lstStyle/>
          <a:p>
            <a:pPr>
              <a:defRPr/>
            </a:pPr>
            <a:fld id="{0136B765-E14B-4AC5-BE48-1374C734B3A8}" type="slidenum">
              <a:rPr lang="en-US" altLang="ko-KR" smtClean="0"/>
              <a:pPr>
                <a:defRPr/>
              </a:pPr>
              <a:t>86</a:t>
            </a:fld>
            <a:endParaRPr lang="en-US" altLang="ko-KR"/>
          </a:p>
        </p:txBody>
      </p:sp>
      <p:sp>
        <p:nvSpPr>
          <p:cNvPr id="3" name="矩形 2"/>
          <p:cNvSpPr/>
          <p:nvPr/>
        </p:nvSpPr>
        <p:spPr>
          <a:xfrm>
            <a:off x="1269841" y="404664"/>
            <a:ext cx="6750566" cy="584775"/>
          </a:xfrm>
          <a:prstGeom prst="rect">
            <a:avLst/>
          </a:prstGeom>
        </p:spPr>
        <p:txBody>
          <a:bodyPr wrap="none">
            <a:spAutoFit/>
          </a:bodyPr>
          <a:lstStyle/>
          <a:p>
            <a:r>
              <a:rPr lang="zh-CN" altLang="en-US" sz="3200" dirty="0">
                <a:latin typeface="微软雅黑" panose="020B0503020204020204" pitchFamily="34" charset="-122"/>
                <a:ea typeface="微软雅黑" panose="020B0503020204020204" pitchFamily="34" charset="-122"/>
              </a:rPr>
              <a:t>知识图谱推理：基于机器学习的推理</a:t>
            </a: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76332"/>
            <a:ext cx="9144000" cy="4105336"/>
          </a:xfrm>
          <a:prstGeom prst="rect">
            <a:avLst/>
          </a:prstGeom>
        </p:spPr>
      </p:pic>
    </p:spTree>
    <p:extLst>
      <p:ext uri="{BB962C8B-B14F-4D97-AF65-F5344CB8AC3E}">
        <p14:creationId xmlns:p14="http://schemas.microsoft.com/office/powerpoint/2010/main" val="1108749505"/>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248400"/>
            <a:ext cx="1905000" cy="457200"/>
          </a:xfrm>
          <a:prstGeom prst="rect">
            <a:avLst/>
          </a:prstGeom>
        </p:spPr>
        <p:txBody>
          <a:bodyPr/>
          <a:lstStyle/>
          <a:p>
            <a:pPr>
              <a:defRPr/>
            </a:pPr>
            <a:fld id="{35E650A4-B98C-4EF4-8A4D-0FBE4DDBCE72}" type="slidenum">
              <a:rPr lang="en-US" altLang="ko-KR" smtClean="0"/>
              <a:pPr>
                <a:defRPr/>
              </a:pPr>
              <a:t>87</a:t>
            </a:fld>
            <a:endParaRPr lang="en-US" altLang="ko-KR"/>
          </a:p>
        </p:txBody>
      </p:sp>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520" y="980728"/>
            <a:ext cx="5245118" cy="4741762"/>
          </a:xfrm>
          <a:prstGeom prst="rect">
            <a:avLst/>
          </a:prstGeom>
        </p:spPr>
      </p:pic>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96638" y="332656"/>
            <a:ext cx="3035802" cy="2319489"/>
          </a:xfrm>
          <a:prstGeom prst="rect">
            <a:avLst/>
          </a:prstGeom>
        </p:spPr>
      </p:pic>
      <p:pic>
        <p:nvPicPr>
          <p:cNvPr id="5" name="图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25527" y="2669248"/>
            <a:ext cx="3006913" cy="1453342"/>
          </a:xfrm>
          <a:prstGeom prst="rect">
            <a:avLst/>
          </a:prstGeom>
        </p:spPr>
      </p:pic>
      <p:sp>
        <p:nvSpPr>
          <p:cNvPr id="9" name="内容占位符 1"/>
          <p:cNvSpPr>
            <a:spLocks noGrp="1"/>
          </p:cNvSpPr>
          <p:nvPr>
            <p:ph idx="1"/>
          </p:nvPr>
        </p:nvSpPr>
        <p:spPr>
          <a:xfrm>
            <a:off x="1979712" y="116632"/>
            <a:ext cx="2937396" cy="4303712"/>
          </a:xfrm>
        </p:spPr>
        <p:txBody>
          <a:bodyPr/>
          <a:lstStyle/>
          <a:p>
            <a:pPr marL="0" indent="0">
              <a:buNone/>
            </a:pPr>
            <a:r>
              <a:rPr lang="zh-CN" altLang="en-US" sz="2800" dirty="0" smtClean="0">
                <a:latin typeface="微软雅黑" panose="020B0503020204020204" pitchFamily="34" charset="-122"/>
                <a:ea typeface="微软雅黑" panose="020B0503020204020204" pitchFamily="34" charset="-122"/>
              </a:rPr>
              <a:t>知识图谱技术</a:t>
            </a:r>
            <a:endParaRPr lang="zh-CN" altLang="en-US" sz="28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776535176"/>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9552" y="908720"/>
            <a:ext cx="7772400" cy="4303712"/>
          </a:xfrm>
        </p:spPr>
        <p:txBody>
          <a:bodyPr/>
          <a:lstStyle/>
          <a:p>
            <a:pPr>
              <a:lnSpc>
                <a:spcPct val="120000"/>
              </a:lnSpc>
              <a:spcAft>
                <a:spcPts val="600"/>
              </a:spcAft>
            </a:pP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用户提问：</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谁出演了变形金刚并且和</a:t>
            </a:r>
            <a:r>
              <a:rPr lang="en-US" altLang="zh-CN" sz="2400" dirty="0" smtClean="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Monkey Business</a:t>
            </a:r>
            <a:r>
              <a:rPr lang="zh-CN" altLang="en-US" sz="24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的演唱者结婚了？</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a:t>
            </a:r>
          </a:p>
          <a:p>
            <a:pPr>
              <a:lnSpc>
                <a:spcPct val="120000"/>
              </a:lnSpc>
              <a:spcAft>
                <a:spcPts val="600"/>
              </a:spcAft>
            </a:pP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问句中出现</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名词“</a:t>
            </a:r>
            <a:r>
              <a:rPr lang="zh-CN" altLang="en-US" sz="24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变形金刚</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Monkey Business</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，首先要</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进行</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实体</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链接：</a:t>
            </a:r>
            <a:endPar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endParaRPr>
          </a:p>
          <a:p>
            <a:pPr marL="361950" indent="0">
              <a:lnSpc>
                <a:spcPct val="120000"/>
              </a:lnSpc>
              <a:spcAft>
                <a:spcPts val="600"/>
              </a:spcAft>
              <a:buNone/>
            </a:pPr>
            <a:r>
              <a:rPr lang="zh-CN" altLang="en-US" sz="2000" dirty="0" smtClean="0">
                <a:latin typeface="Times New Roman" panose="02020603050405020304" pitchFamily="18" charset="0"/>
                <a:ea typeface="微软雅黑" panose="020B0503020204020204" pitchFamily="34" charset="-122"/>
                <a:cs typeface="Times New Roman" panose="02020603050405020304" pitchFamily="18" charset="0"/>
              </a:rPr>
              <a:t>将</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变形金刚</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”链接到知识图谱中</a:t>
            </a:r>
            <a:r>
              <a:rPr lang="zh-CN" altLang="en-US" sz="2000" dirty="0" smtClean="0">
                <a:latin typeface="Times New Roman" panose="02020603050405020304" pitchFamily="18" charset="0"/>
                <a:ea typeface="微软雅黑" panose="020B0503020204020204" pitchFamily="34" charset="-122"/>
                <a:cs typeface="Times New Roman" panose="02020603050405020304" pitchFamily="18" charset="0"/>
              </a:rPr>
              <a:t>的</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变形金刚（电影）</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p>
          <a:p>
            <a:pPr marL="361950" indent="0">
              <a:lnSpc>
                <a:spcPct val="120000"/>
              </a:lnSpc>
              <a:spcAft>
                <a:spcPts val="600"/>
              </a:spcAft>
              <a:buNone/>
            </a:pPr>
            <a:r>
              <a:rPr lang="zh-CN" altLang="en-US" sz="2000" dirty="0" smtClean="0">
                <a:latin typeface="Times New Roman" panose="02020603050405020304" pitchFamily="18" charset="0"/>
                <a:ea typeface="微软雅黑" panose="020B0503020204020204" pitchFamily="34" charset="-122"/>
                <a:cs typeface="Times New Roman" panose="02020603050405020304" pitchFamily="18" charset="0"/>
              </a:rPr>
              <a:t>将</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Monkey Business</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链接到</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Monkey Business </a:t>
            </a:r>
            <a:r>
              <a:rPr lang="zh-CN" altLang="en-US" sz="20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（歌曲名）</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p>
          <a:p>
            <a:pPr>
              <a:lnSpc>
                <a:spcPct val="120000"/>
              </a:lnSpc>
              <a:spcAft>
                <a:spcPts val="600"/>
              </a:spcAft>
            </a:pP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问句中</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出现的动词有“</a:t>
            </a:r>
            <a:r>
              <a:rPr lang="zh-CN" altLang="en-US" sz="24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出演、结婚、演唱</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”，则分别要将它们</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映射</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为知识图谱中的已有关系，如：</a:t>
            </a:r>
          </a:p>
          <a:p>
            <a:pPr>
              <a:lnSpc>
                <a:spcPct val="120000"/>
              </a:lnSpc>
              <a:spcAft>
                <a:spcPts val="600"/>
              </a:spcAft>
            </a:pP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smtClean="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出演</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映射为</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dirty="0" err="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starred_in</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关系，“</a:t>
            </a:r>
            <a:r>
              <a:rPr lang="zh-CN" altLang="en-US" sz="24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结婚</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”映射为</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dirty="0" err="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marry_with</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等</a:t>
            </a:r>
          </a:p>
        </p:txBody>
      </p:sp>
      <p:sp>
        <p:nvSpPr>
          <p:cNvPr id="4" name="矩形 3"/>
          <p:cNvSpPr/>
          <p:nvPr/>
        </p:nvSpPr>
        <p:spPr>
          <a:xfrm>
            <a:off x="2483768" y="188640"/>
            <a:ext cx="4493538" cy="523220"/>
          </a:xfrm>
          <a:prstGeom prst="rect">
            <a:avLst/>
          </a:prstGeom>
        </p:spPr>
        <p:txBody>
          <a:bodyPr wrap="none">
            <a:spAutoFit/>
          </a:bodyPr>
          <a:lstStyle/>
          <a:p>
            <a:r>
              <a:rPr lang="zh-CN" altLang="en-US" sz="2800" dirty="0">
                <a:latin typeface="微软雅黑" panose="020B0503020204020204" pitchFamily="34" charset="-122"/>
                <a:ea typeface="微软雅黑" panose="020B0503020204020204" pitchFamily="34" charset="-122"/>
                <a:cs typeface="Times New Roman" panose="02020603050405020304" pitchFamily="18" charset="0"/>
              </a:rPr>
              <a:t>知识图谱的应用</a:t>
            </a:r>
            <a:r>
              <a:rPr lang="zh-CN" altLang="en-US" sz="2800" dirty="0" smtClean="0">
                <a:latin typeface="微软雅黑" panose="020B0503020204020204" pitchFamily="34" charset="-122"/>
                <a:ea typeface="微软雅黑" panose="020B0503020204020204" pitchFamily="34" charset="-122"/>
                <a:cs typeface="Times New Roman" panose="02020603050405020304" pitchFamily="18" charset="0"/>
              </a:rPr>
              <a:t>：问答</a:t>
            </a:r>
            <a:r>
              <a:rPr lang="zh-CN" altLang="en-US" sz="2800" dirty="0">
                <a:latin typeface="微软雅黑" panose="020B0503020204020204" pitchFamily="34" charset="-122"/>
                <a:ea typeface="微软雅黑" panose="020B0503020204020204" pitchFamily="34" charset="-122"/>
                <a:cs typeface="Times New Roman" panose="02020603050405020304" pitchFamily="18" charset="0"/>
              </a:rPr>
              <a:t>系统</a:t>
            </a:r>
          </a:p>
        </p:txBody>
      </p:sp>
    </p:spTree>
    <p:extLst>
      <p:ext uri="{BB962C8B-B14F-4D97-AF65-F5344CB8AC3E}">
        <p14:creationId xmlns:p14="http://schemas.microsoft.com/office/powerpoint/2010/main" val="3254001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9552" y="908720"/>
            <a:ext cx="7772400" cy="4303712"/>
          </a:xfrm>
        </p:spPr>
        <p:txBody>
          <a:bodyPr/>
          <a:lstStyle/>
          <a:p>
            <a:pPr>
              <a:lnSpc>
                <a:spcPct val="120000"/>
              </a:lnSpc>
              <a:spcAft>
                <a:spcPts val="600"/>
              </a:spcAft>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在推理阶段</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，将</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实体、关系根据语义关联，构造待查询的三元组，得到：</a:t>
            </a:r>
          </a:p>
          <a:p>
            <a:pPr marL="361950" indent="0">
              <a:lnSpc>
                <a:spcPct val="120000"/>
              </a:lnSpc>
              <a:spcAft>
                <a:spcPts val="600"/>
              </a:spcAft>
              <a:buNone/>
            </a:pP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谁出演了变形金刚”，对应（</a:t>
            </a:r>
            <a:r>
              <a:rPr lang="en-US" altLang="zh-CN" sz="24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WHO</a:t>
            </a:r>
            <a:r>
              <a:rPr lang="zh-CN" altLang="en-US" sz="24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dirty="0" err="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starred_in</a:t>
            </a:r>
            <a:r>
              <a:rPr lang="en-US" altLang="zh-CN" sz="24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，变形金刚（电影）</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 ）</a:t>
            </a:r>
          </a:p>
          <a:p>
            <a:pPr marL="361950" indent="0">
              <a:lnSpc>
                <a:spcPct val="120000"/>
              </a:lnSpc>
              <a:spcAft>
                <a:spcPts val="600"/>
              </a:spcAft>
              <a:buNone/>
            </a:pP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和。。。结婚”，对应（</a:t>
            </a:r>
            <a:r>
              <a:rPr lang="en-US" altLang="zh-CN" sz="24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WHO</a:t>
            </a:r>
            <a:r>
              <a:rPr lang="zh-CN" altLang="en-US" sz="24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dirty="0" err="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marry_with</a:t>
            </a:r>
            <a:r>
              <a:rPr lang="en-US" altLang="zh-CN" sz="24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 (WHO, </a:t>
            </a:r>
            <a:r>
              <a:rPr lang="en-US" altLang="zh-CN" sz="2400" dirty="0" err="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singer_of</a:t>
            </a:r>
            <a:r>
              <a:rPr lang="en-US" altLang="zh-CN" sz="24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dirty="0" smtClean="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Monkey Business</a:t>
            </a:r>
            <a:r>
              <a:rPr lang="en-US" altLang="zh-CN" sz="24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歌曲名</a:t>
            </a:r>
            <a:r>
              <a:rPr lang="en-US" altLang="zh-CN" sz="24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 ) </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a:t>
            </a:r>
          </a:p>
          <a:p>
            <a:pPr>
              <a:lnSpc>
                <a:spcPct val="120000"/>
              </a:lnSpc>
              <a:spcAft>
                <a:spcPts val="600"/>
              </a:spcAft>
            </a:pP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将</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这些作为已知知识，与知识图谱中现有的知识进行推理，得到</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答案</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dirty="0" smtClean="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乔</a:t>
            </a:r>
            <a:r>
              <a:rPr lang="zh-CN" altLang="en-US" sz="24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什</a:t>
            </a:r>
            <a:r>
              <a:rPr lang="en-US" altLang="zh-CN" sz="24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杜哈明</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4" name="矩形 3"/>
          <p:cNvSpPr/>
          <p:nvPr/>
        </p:nvSpPr>
        <p:spPr>
          <a:xfrm>
            <a:off x="2483768" y="188640"/>
            <a:ext cx="4493538" cy="523220"/>
          </a:xfrm>
          <a:prstGeom prst="rect">
            <a:avLst/>
          </a:prstGeom>
        </p:spPr>
        <p:txBody>
          <a:bodyPr wrap="none">
            <a:spAutoFit/>
          </a:bodyPr>
          <a:lstStyle/>
          <a:p>
            <a:r>
              <a:rPr lang="zh-CN" altLang="en-US" sz="2800" dirty="0">
                <a:latin typeface="微软雅黑" panose="020B0503020204020204" pitchFamily="34" charset="-122"/>
                <a:ea typeface="微软雅黑" panose="020B0503020204020204" pitchFamily="34" charset="-122"/>
                <a:cs typeface="Times New Roman" panose="02020603050405020304" pitchFamily="18" charset="0"/>
              </a:rPr>
              <a:t>知识图谱的应用</a:t>
            </a:r>
            <a:r>
              <a:rPr lang="zh-CN" altLang="en-US" sz="2800" dirty="0" smtClean="0">
                <a:latin typeface="微软雅黑" panose="020B0503020204020204" pitchFamily="34" charset="-122"/>
                <a:ea typeface="微软雅黑" panose="020B0503020204020204" pitchFamily="34" charset="-122"/>
                <a:cs typeface="Times New Roman" panose="02020603050405020304" pitchFamily="18" charset="0"/>
              </a:rPr>
              <a:t>：问答</a:t>
            </a:r>
            <a:r>
              <a:rPr lang="zh-CN" altLang="en-US" sz="2800" dirty="0">
                <a:latin typeface="微软雅黑" panose="020B0503020204020204" pitchFamily="34" charset="-122"/>
                <a:ea typeface="微软雅黑" panose="020B0503020204020204" pitchFamily="34" charset="-122"/>
                <a:cs typeface="Times New Roman" panose="02020603050405020304" pitchFamily="18" charset="0"/>
              </a:rPr>
              <a:t>系统</a:t>
            </a:r>
          </a:p>
        </p:txBody>
      </p:sp>
    </p:spTree>
    <p:extLst>
      <p:ext uri="{BB962C8B-B14F-4D97-AF65-F5344CB8AC3E}">
        <p14:creationId xmlns:p14="http://schemas.microsoft.com/office/powerpoint/2010/main" val="1692832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p:cNvSpPr>
          <p:nvPr>
            <p:ph type="ctrTitle" hasCustomPrompt="1"/>
          </p:nvPr>
        </p:nvSpPr>
        <p:spPr>
          <a:xfrm>
            <a:off x="611188" y="1052513"/>
            <a:ext cx="8139112" cy="4897437"/>
          </a:xfrm>
        </p:spPr>
        <p:txBody>
          <a:bodyPr vert="horz" wrap="square" lIns="91440" tIns="45720" rIns="91440" bIns="45720" anchor="ctr" anchorCtr="0"/>
          <a:lstStyle/>
          <a:p>
            <a:pPr eaLnBrk="1" hangingPunct="1">
              <a:buClrTx/>
              <a:buSzTx/>
              <a:buFontTx/>
            </a:pPr>
            <a:r>
              <a:rPr kumimoji="1" lang="en-US" altLang="zh-CN" sz="4800" kern="1200" dirty="0" smtClean="0">
                <a:solidFill>
                  <a:schemeClr val="tx1"/>
                </a:solidFill>
                <a:latin typeface="Times New Roman" panose="02020603050405020304" pitchFamily="18" charset="0"/>
                <a:ea typeface="宋体" panose="02010600030101010101" pitchFamily="2" charset="-122"/>
                <a:cs typeface="+mj-cs"/>
              </a:rPr>
              <a:t>3.4  </a:t>
            </a:r>
            <a:r>
              <a:rPr lang="zh-CN" altLang="en-US" sz="4800" dirty="0" smtClean="0">
                <a:solidFill>
                  <a:schemeClr val="tx1"/>
                </a:solidFill>
                <a:latin typeface="Times New Roman" panose="02020603050405020304" pitchFamily="18" charset="0"/>
                <a:ea typeface="黑体" panose="02010609060101010101" pitchFamily="49" charset="-122"/>
              </a:rPr>
              <a:t>不确定性推理</a:t>
            </a:r>
            <a:r>
              <a:rPr kumimoji="1" lang="zh-CN" altLang="en-US" sz="4800" kern="1200" dirty="0">
                <a:solidFill>
                  <a:schemeClr val="tx1"/>
                </a:solidFill>
                <a:latin typeface="Times New Roman" panose="02020603050405020304" pitchFamily="18" charset="0"/>
                <a:ea typeface="宋体" panose="02010600030101010101" pitchFamily="2" charset="-122"/>
                <a:cs typeface="+mj-cs"/>
              </a:rPr>
              <a:t/>
            </a:r>
            <a:br>
              <a:rPr kumimoji="1" lang="zh-CN" altLang="en-US" sz="4800" kern="1200" dirty="0">
                <a:solidFill>
                  <a:schemeClr val="tx1"/>
                </a:solidFill>
                <a:latin typeface="Times New Roman" panose="02020603050405020304" pitchFamily="18" charset="0"/>
                <a:ea typeface="宋体" panose="02010600030101010101" pitchFamily="2" charset="-122"/>
                <a:cs typeface="+mj-cs"/>
              </a:rPr>
            </a:br>
            <a:r>
              <a:rPr kumimoji="1" lang="zh-CN" altLang="en-US" sz="4800" kern="1200" dirty="0">
                <a:solidFill>
                  <a:schemeClr val="tx1"/>
                </a:solidFill>
                <a:latin typeface="Times New Roman" panose="02020603050405020304" pitchFamily="18" charset="0"/>
                <a:ea typeface="宋体" panose="02010600030101010101" pitchFamily="2" charset="-122"/>
                <a:cs typeface="+mj-cs"/>
              </a:rPr>
              <a:t/>
            </a:r>
            <a:br>
              <a:rPr kumimoji="1" lang="zh-CN" altLang="en-US" sz="4800" kern="1200" dirty="0">
                <a:solidFill>
                  <a:schemeClr val="tx1"/>
                </a:solidFill>
                <a:latin typeface="Times New Roman" panose="02020603050405020304" pitchFamily="18" charset="0"/>
                <a:ea typeface="宋体" panose="02010600030101010101" pitchFamily="2" charset="-122"/>
                <a:cs typeface="+mj-cs"/>
              </a:rPr>
            </a:br>
            <a:endParaRPr kumimoji="1" lang="en-US" altLang="zh-CN" sz="3200" kern="1200" dirty="0">
              <a:solidFill>
                <a:schemeClr val="tx1"/>
              </a:solidFill>
              <a:latin typeface="Times New Roman" panose="02020603050405020304" pitchFamily="18" charset="0"/>
              <a:ea typeface="黑体" panose="02010609060101010101" pitchFamily="49" charset="-122"/>
              <a:cs typeface="+mj-cs"/>
            </a:endParaRPr>
          </a:p>
        </p:txBody>
      </p:sp>
      <p:sp>
        <p:nvSpPr>
          <p:cNvPr id="128003" name="Text Box 4"/>
          <p:cNvSpPr txBox="1"/>
          <p:nvPr/>
        </p:nvSpPr>
        <p:spPr>
          <a:xfrm>
            <a:off x="0" y="188913"/>
            <a:ext cx="2339975" cy="457200"/>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0" lvl="0" indent="0" eaLnBrk="1" hangingPunct="1">
              <a:spcBef>
                <a:spcPct val="50000"/>
              </a:spcBef>
              <a:buNone/>
            </a:pPr>
            <a:r>
              <a:rPr lang="zh-CN" altLang="en-US" sz="2400" dirty="0">
                <a:latin typeface="华文行楷" panose="02010800040101010101" pitchFamily="2" charset="-122"/>
                <a:ea typeface="华文行楷" panose="02010800040101010101" pitchFamily="2" charset="-122"/>
              </a:rPr>
              <a:t>第</a:t>
            </a:r>
            <a:r>
              <a:rPr lang="en-US" altLang="zh-CN" sz="2400" dirty="0">
                <a:latin typeface="华文行楷" panose="02010800040101010101" pitchFamily="2" charset="-122"/>
                <a:ea typeface="华文行楷" panose="02010800040101010101" pitchFamily="2" charset="-122"/>
              </a:rPr>
              <a:t>3</a:t>
            </a:r>
            <a:r>
              <a:rPr lang="zh-CN" altLang="en-US" sz="2400" dirty="0">
                <a:latin typeface="华文行楷" panose="02010800040101010101" pitchFamily="2" charset="-122"/>
                <a:ea typeface="华文行楷" panose="02010800040101010101" pitchFamily="2" charset="-122"/>
              </a:rPr>
              <a:t>章 逻辑系统</a:t>
            </a:r>
          </a:p>
        </p:txBody>
      </p:sp>
    </p:spTree>
    <p:extLst>
      <p:ext uri="{BB962C8B-B14F-4D97-AF65-F5344CB8AC3E}">
        <p14:creationId xmlns:p14="http://schemas.microsoft.com/office/powerpoint/2010/main" val="3985050211"/>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602" name="灯片编号占位符 1"/>
          <p:cNvSpPr>
            <a:spLocks noGrp="1"/>
          </p:cNvSpPr>
          <p:nvPr>
            <p:ph type="sldNum" sz="quarter" idx="10"/>
          </p:nvPr>
        </p:nvSpPr>
        <p:spPr>
          <a:noFill/>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20603050405020304" pitchFamily="18" charset="-127"/>
                <a:ea typeface="-윤체M" panose="02020603050405020304" pitchFamily="18" charset="-127"/>
              </a:defRPr>
            </a:lvl2pPr>
            <a:lvl3pPr marL="1143000" indent="-228600" latinLnBrk="1">
              <a:spcBef>
                <a:spcPct val="20000"/>
              </a:spcBef>
              <a:buChar char="•"/>
              <a:defRPr kumimoji="1">
                <a:solidFill>
                  <a:schemeClr val="tx1"/>
                </a:solidFill>
                <a:latin typeface="-윤체M" panose="02020603050405020304" pitchFamily="18" charset="-127"/>
                <a:ea typeface="-윤체M" panose="02020603050405020304" pitchFamily="18" charset="-127"/>
              </a:defRPr>
            </a:lvl3pPr>
            <a:lvl4pPr marL="1600200" indent="-228600" latinLnBrk="1">
              <a:spcBef>
                <a:spcPct val="20000"/>
              </a:spcBef>
              <a:buChar char="•"/>
              <a:defRPr kumimoji="1" sz="1600">
                <a:solidFill>
                  <a:schemeClr val="tx1"/>
                </a:solidFill>
                <a:latin typeface="-윤체M" panose="02020603050405020304" pitchFamily="18" charset="-127"/>
                <a:ea typeface="-윤체M" panose="02020603050405020304" pitchFamily="18" charset="-127"/>
              </a:defRPr>
            </a:lvl4pPr>
            <a:lvl5pPr marL="2057400" indent="-228600" latinLnBrk="1">
              <a:spcBef>
                <a:spcPct val="20000"/>
              </a:spcBef>
              <a:buChar char="•"/>
              <a:defRPr kumimoji="1" sz="1400">
                <a:solidFill>
                  <a:schemeClr val="tx1"/>
                </a:solidFill>
                <a:latin typeface="-윤체M" panose="02020603050405020304" pitchFamily="18" charset="-127"/>
                <a:ea typeface="-윤체M" panose="02020603050405020304"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20603050405020304" pitchFamily="18" charset="-127"/>
                <a:ea typeface="-윤체M" panose="02020603050405020304"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20603050405020304" pitchFamily="18" charset="-127"/>
                <a:ea typeface="-윤체M" panose="02020603050405020304"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20603050405020304" pitchFamily="18" charset="-127"/>
                <a:ea typeface="-윤체M" panose="02020603050405020304"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20603050405020304" pitchFamily="18" charset="-127"/>
                <a:ea typeface="-윤체M" panose="02020603050405020304" pitchFamily="18" charset="-127"/>
              </a:defRPr>
            </a:lvl9pPr>
          </a:lstStyle>
          <a:p>
            <a:pPr>
              <a:spcBef>
                <a:spcPct val="0"/>
              </a:spcBef>
              <a:buFontTx/>
              <a:buNone/>
            </a:pPr>
            <a:fld id="{80BA9386-825F-4A1D-9C1A-2D15CEFB12D7}" type="slidenum">
              <a:rPr lang="zh-CN" altLang="en-US" sz="1400" smtClean="0">
                <a:solidFill>
                  <a:srgbClr val="000000"/>
                </a:solidFill>
                <a:latin typeface="Gulim" panose="020B0604020202020204" pitchFamily="34" charset="-127"/>
                <a:ea typeface="Gulim" panose="020B0604020202020204" pitchFamily="34" charset="-127"/>
              </a:rPr>
              <a:pPr>
                <a:spcBef>
                  <a:spcPct val="0"/>
                </a:spcBef>
                <a:buFontTx/>
                <a:buNone/>
              </a:pPr>
              <a:t>91</a:t>
            </a:fld>
            <a:endParaRPr lang="en-US" altLang="zh-CN" sz="1400" smtClean="0">
              <a:solidFill>
                <a:srgbClr val="000000"/>
              </a:solidFill>
              <a:latin typeface="Gulim" panose="020B0604020202020204" pitchFamily="34" charset="-127"/>
              <a:ea typeface="Gulim" panose="020B0604020202020204" pitchFamily="34" charset="-127"/>
            </a:endParaRPr>
          </a:p>
        </p:txBody>
      </p:sp>
      <p:sp>
        <p:nvSpPr>
          <p:cNvPr id="727042" name="Rectangle 2"/>
          <p:cNvSpPr>
            <a:spLocks noChangeArrowheads="1"/>
          </p:cNvSpPr>
          <p:nvPr/>
        </p:nvSpPr>
        <p:spPr bwMode="auto">
          <a:xfrm>
            <a:off x="1150938" y="214313"/>
            <a:ext cx="7793037" cy="1054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defRPr kumimoji="1" sz="4000">
                <a:solidFill>
                  <a:srgbClr val="0033CC"/>
                </a:solidFill>
                <a:latin typeface="宋体" panose="02010600030101010101" pitchFamily="2" charset="-122"/>
                <a:ea typeface="宋体" panose="02010600030101010101" pitchFamily="2" charset="-122"/>
              </a:defRPr>
            </a:lvl1pPr>
            <a:lvl2pPr>
              <a:defRPr kumimoji="1" sz="4000">
                <a:solidFill>
                  <a:srgbClr val="0033CC"/>
                </a:solidFill>
                <a:latin typeface="宋体" panose="02010600030101010101" pitchFamily="2" charset="-122"/>
                <a:ea typeface="宋体" panose="02010600030101010101" pitchFamily="2" charset="-122"/>
              </a:defRPr>
            </a:lvl2pPr>
            <a:lvl3pPr>
              <a:defRPr kumimoji="1" sz="4000">
                <a:solidFill>
                  <a:srgbClr val="0033CC"/>
                </a:solidFill>
                <a:latin typeface="宋体" panose="02010600030101010101" pitchFamily="2" charset="-122"/>
                <a:ea typeface="宋体" panose="02010600030101010101" pitchFamily="2" charset="-122"/>
              </a:defRPr>
            </a:lvl3pPr>
            <a:lvl4pPr>
              <a:defRPr kumimoji="1" sz="4000">
                <a:solidFill>
                  <a:srgbClr val="0033CC"/>
                </a:solidFill>
                <a:latin typeface="宋体" panose="02010600030101010101" pitchFamily="2" charset="-122"/>
                <a:ea typeface="宋体" panose="02010600030101010101" pitchFamily="2" charset="-122"/>
              </a:defRPr>
            </a:lvl4pPr>
            <a:lvl5pPr>
              <a:defRPr kumimoji="1" sz="4000">
                <a:solidFill>
                  <a:srgbClr val="0033CC"/>
                </a:solidFill>
                <a:latin typeface="宋体" panose="02010600030101010101" pitchFamily="2" charset="-122"/>
                <a:ea typeface="宋体" panose="02010600030101010101" pitchFamily="2" charset="-122"/>
              </a:defRPr>
            </a:lvl5pPr>
            <a:lvl6pPr marL="45720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6pPr>
            <a:lvl7pPr marL="91440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7pPr>
            <a:lvl8pPr marL="137160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8pPr>
            <a:lvl9pPr marL="182880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9pPr>
          </a:lstStyle>
          <a:p>
            <a:pPr eaLnBrk="1" latinLnBrk="1" hangingPunct="1">
              <a:defRPr/>
            </a:pPr>
            <a:r>
              <a:rPr lang="zh-CN" altLang="en-US" sz="3200" b="1" dirty="0" smtClean="0">
                <a:solidFill>
                  <a:srgbClr val="000000"/>
                </a:solidFill>
                <a:latin typeface="微软雅黑" panose="020B0503020204020204" pitchFamily="34" charset="-122"/>
                <a:ea typeface="微软雅黑" panose="020B0503020204020204" pitchFamily="34" charset="-122"/>
              </a:rPr>
              <a:t>不确定性推理的定义及意义</a:t>
            </a:r>
          </a:p>
        </p:txBody>
      </p:sp>
      <p:sp>
        <p:nvSpPr>
          <p:cNvPr id="25604" name="Rectangle 3"/>
          <p:cNvSpPr>
            <a:spLocks noChangeArrowheads="1"/>
          </p:cNvSpPr>
          <p:nvPr/>
        </p:nvSpPr>
        <p:spPr bwMode="auto">
          <a:xfrm>
            <a:off x="395536" y="1416844"/>
            <a:ext cx="8476431" cy="4679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20603050405020304" pitchFamily="18" charset="-127"/>
                <a:ea typeface="-윤체M" panose="02020603050405020304" pitchFamily="18" charset="-127"/>
              </a:defRPr>
            </a:lvl2pPr>
            <a:lvl3pPr marL="1143000" indent="-228600" latinLnBrk="1">
              <a:spcBef>
                <a:spcPct val="20000"/>
              </a:spcBef>
              <a:buChar char="•"/>
              <a:defRPr kumimoji="1">
                <a:solidFill>
                  <a:schemeClr val="tx1"/>
                </a:solidFill>
                <a:latin typeface="-윤체M" panose="02020603050405020304" pitchFamily="18" charset="-127"/>
                <a:ea typeface="-윤체M" panose="02020603050405020304" pitchFamily="18" charset="-127"/>
              </a:defRPr>
            </a:lvl3pPr>
            <a:lvl4pPr marL="1600200" indent="-228600" latinLnBrk="1">
              <a:spcBef>
                <a:spcPct val="20000"/>
              </a:spcBef>
              <a:buChar char="•"/>
              <a:defRPr kumimoji="1" sz="1600">
                <a:solidFill>
                  <a:schemeClr val="tx1"/>
                </a:solidFill>
                <a:latin typeface="-윤체M" panose="02020603050405020304" pitchFamily="18" charset="-127"/>
                <a:ea typeface="-윤체M" panose="02020603050405020304" pitchFamily="18" charset="-127"/>
              </a:defRPr>
            </a:lvl4pPr>
            <a:lvl5pPr marL="2057400" indent="-228600" latinLnBrk="1">
              <a:spcBef>
                <a:spcPct val="20000"/>
              </a:spcBef>
              <a:buChar char="•"/>
              <a:defRPr kumimoji="1" sz="1400">
                <a:solidFill>
                  <a:schemeClr val="tx1"/>
                </a:solidFill>
                <a:latin typeface="-윤체M" panose="02020603050405020304" pitchFamily="18" charset="-127"/>
                <a:ea typeface="-윤체M" panose="02020603050405020304"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20603050405020304" pitchFamily="18" charset="-127"/>
                <a:ea typeface="-윤체M" panose="02020603050405020304"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20603050405020304" pitchFamily="18" charset="-127"/>
                <a:ea typeface="-윤체M" panose="02020603050405020304"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20603050405020304" pitchFamily="18" charset="-127"/>
                <a:ea typeface="-윤체M" panose="02020603050405020304"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20603050405020304" pitchFamily="18" charset="-127"/>
                <a:ea typeface="-윤체M" panose="02020603050405020304" pitchFamily="18" charset="-127"/>
              </a:defRPr>
            </a:lvl9pPr>
          </a:lstStyle>
          <a:p>
            <a:pPr eaLnBrk="1" hangingPunct="1">
              <a:buFontTx/>
              <a:buNone/>
            </a:pPr>
            <a:r>
              <a:rPr lang="en-US" altLang="zh-CN" sz="2800" b="1" dirty="0" smtClean="0">
                <a:solidFill>
                  <a:srgbClr val="000000"/>
                </a:solidFill>
                <a:latin typeface="微软雅黑" panose="020B0503020204020204" pitchFamily="34" charset="-122"/>
                <a:ea typeface="微软雅黑" panose="020B0503020204020204" pitchFamily="34" charset="-122"/>
              </a:rPr>
              <a:t>1.  </a:t>
            </a:r>
            <a:r>
              <a:rPr lang="zh-CN" altLang="en-US" sz="2800" b="1" dirty="0" smtClean="0">
                <a:solidFill>
                  <a:srgbClr val="000000"/>
                </a:solidFill>
                <a:latin typeface="微软雅黑" panose="020B0503020204020204" pitchFamily="34" charset="-122"/>
                <a:ea typeface="微软雅黑" panose="020B0503020204020204" pitchFamily="34" charset="-122"/>
              </a:rPr>
              <a:t>定义</a:t>
            </a:r>
          </a:p>
          <a:p>
            <a:pPr lvl="1" eaLnBrk="1" hangingPunct="1"/>
            <a:r>
              <a:rPr lang="zh-CN" altLang="en-US" sz="2400" dirty="0" smtClean="0">
                <a:solidFill>
                  <a:srgbClr val="000000"/>
                </a:solidFill>
                <a:latin typeface="微软雅黑" panose="020B0503020204020204" pitchFamily="34" charset="-122"/>
                <a:ea typeface="微软雅黑" panose="020B0503020204020204" pitchFamily="34" charset="-122"/>
              </a:rPr>
              <a:t>也称“不精确性推理”</a:t>
            </a:r>
          </a:p>
          <a:p>
            <a:pPr lvl="1" eaLnBrk="1" hangingPunct="1"/>
            <a:r>
              <a:rPr lang="zh-CN" altLang="en-US" sz="2400" dirty="0" smtClean="0">
                <a:solidFill>
                  <a:srgbClr val="000000"/>
                </a:solidFill>
                <a:latin typeface="微软雅黑" panose="020B0503020204020204" pitchFamily="34" charset="-122"/>
                <a:ea typeface="微软雅黑" panose="020B0503020204020204" pitchFamily="34" charset="-122"/>
              </a:rPr>
              <a:t>从</a:t>
            </a:r>
            <a:r>
              <a:rPr lang="zh-CN" altLang="en-US" sz="2400" dirty="0" smtClean="0">
                <a:solidFill>
                  <a:srgbClr val="0000FF"/>
                </a:solidFill>
                <a:latin typeface="微软雅黑" panose="020B0503020204020204" pitchFamily="34" charset="-122"/>
                <a:ea typeface="微软雅黑" panose="020B0503020204020204" pitchFamily="34" charset="-122"/>
              </a:rPr>
              <a:t>不确定性</a:t>
            </a:r>
            <a:r>
              <a:rPr lang="zh-CN" altLang="en-US" sz="2400" dirty="0" smtClean="0">
                <a:solidFill>
                  <a:srgbClr val="000000"/>
                </a:solidFill>
                <a:latin typeface="微软雅黑" panose="020B0503020204020204" pitchFamily="34" charset="-122"/>
                <a:ea typeface="微软雅黑" panose="020B0503020204020204" pitchFamily="34" charset="-122"/>
              </a:rPr>
              <a:t>的初始证据（即已知事实）出发</a:t>
            </a:r>
          </a:p>
          <a:p>
            <a:pPr lvl="1" eaLnBrk="1" hangingPunct="1"/>
            <a:r>
              <a:rPr lang="zh-CN" altLang="en-US" sz="2400" dirty="0" smtClean="0">
                <a:solidFill>
                  <a:srgbClr val="000000"/>
                </a:solidFill>
                <a:latin typeface="微软雅黑" panose="020B0503020204020204" pitchFamily="34" charset="-122"/>
                <a:ea typeface="微软雅黑" panose="020B0503020204020204" pitchFamily="34" charset="-122"/>
              </a:rPr>
              <a:t>运用</a:t>
            </a:r>
            <a:r>
              <a:rPr lang="zh-CN" altLang="en-US" sz="2400" dirty="0" smtClean="0">
                <a:solidFill>
                  <a:srgbClr val="0000FF"/>
                </a:solidFill>
                <a:latin typeface="微软雅黑" panose="020B0503020204020204" pitchFamily="34" charset="-122"/>
                <a:ea typeface="微软雅黑" panose="020B0503020204020204" pitchFamily="34" charset="-122"/>
              </a:rPr>
              <a:t>不确定性</a:t>
            </a:r>
            <a:r>
              <a:rPr lang="zh-CN" altLang="en-US" sz="2400" dirty="0" smtClean="0">
                <a:solidFill>
                  <a:srgbClr val="000000"/>
                </a:solidFill>
                <a:latin typeface="微软雅黑" panose="020B0503020204020204" pitchFamily="34" charset="-122"/>
                <a:ea typeface="微软雅黑" panose="020B0503020204020204" pitchFamily="34" charset="-122"/>
              </a:rPr>
              <a:t>的知识（或规则）</a:t>
            </a:r>
          </a:p>
          <a:p>
            <a:pPr lvl="1" eaLnBrk="1" hangingPunct="1"/>
            <a:r>
              <a:rPr lang="zh-CN" altLang="en-US" sz="2400" dirty="0" smtClean="0">
                <a:solidFill>
                  <a:srgbClr val="000000"/>
                </a:solidFill>
                <a:latin typeface="微软雅黑" panose="020B0503020204020204" pitchFamily="34" charset="-122"/>
                <a:ea typeface="微软雅黑" panose="020B0503020204020204" pitchFamily="34" charset="-122"/>
              </a:rPr>
              <a:t>推出具有一定程度的</a:t>
            </a:r>
            <a:r>
              <a:rPr lang="zh-CN" altLang="en-US" sz="2400" dirty="0" smtClean="0">
                <a:solidFill>
                  <a:srgbClr val="0000FF"/>
                </a:solidFill>
                <a:latin typeface="微软雅黑" panose="020B0503020204020204" pitchFamily="34" charset="-122"/>
                <a:ea typeface="微软雅黑" panose="020B0503020204020204" pitchFamily="34" charset="-122"/>
              </a:rPr>
              <a:t>不确定性但却是合理或近乎合理</a:t>
            </a:r>
            <a:r>
              <a:rPr lang="zh-CN" altLang="en-US" sz="2400" dirty="0" smtClean="0">
                <a:solidFill>
                  <a:srgbClr val="000000"/>
                </a:solidFill>
                <a:latin typeface="微软雅黑" panose="020B0503020204020204" pitchFamily="34" charset="-122"/>
                <a:ea typeface="微软雅黑" panose="020B0503020204020204" pitchFamily="34" charset="-122"/>
              </a:rPr>
              <a:t>的结论</a:t>
            </a:r>
          </a:p>
          <a:p>
            <a:pPr eaLnBrk="1" hangingPunct="1">
              <a:buFontTx/>
              <a:buNone/>
            </a:pPr>
            <a:r>
              <a:rPr lang="en-US" altLang="zh-CN" sz="2800" b="1" dirty="0" smtClean="0">
                <a:solidFill>
                  <a:srgbClr val="000000"/>
                </a:solidFill>
                <a:latin typeface="微软雅黑" panose="020B0503020204020204" pitchFamily="34" charset="-122"/>
                <a:ea typeface="微软雅黑" panose="020B0503020204020204" pitchFamily="34" charset="-122"/>
              </a:rPr>
              <a:t>2.  </a:t>
            </a:r>
            <a:r>
              <a:rPr lang="zh-CN" altLang="en-US" sz="2800" b="1" dirty="0" smtClean="0">
                <a:solidFill>
                  <a:srgbClr val="000000"/>
                </a:solidFill>
                <a:latin typeface="微软雅黑" panose="020B0503020204020204" pitchFamily="34" charset="-122"/>
                <a:ea typeface="微软雅黑" panose="020B0503020204020204" pitchFamily="34" charset="-122"/>
              </a:rPr>
              <a:t>意义</a:t>
            </a:r>
          </a:p>
          <a:p>
            <a:pPr eaLnBrk="1" hangingPunct="1"/>
            <a:r>
              <a:rPr lang="zh-CN" altLang="en-US" sz="2800" dirty="0" smtClean="0">
                <a:solidFill>
                  <a:srgbClr val="000000"/>
                </a:solidFill>
                <a:latin typeface="微软雅黑" panose="020B0503020204020204" pitchFamily="34" charset="-122"/>
                <a:ea typeface="微软雅黑" panose="020B0503020204020204" pitchFamily="34" charset="-122"/>
              </a:rPr>
              <a:t>使计算机对人类思维的模拟更接近于人类的真实思维过程</a:t>
            </a:r>
          </a:p>
        </p:txBody>
      </p:sp>
    </p:spTree>
    <p:extLst>
      <p:ext uri="{BB962C8B-B14F-4D97-AF65-F5344CB8AC3E}">
        <p14:creationId xmlns:p14="http://schemas.microsoft.com/office/powerpoint/2010/main" val="3212665799"/>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3"/>
          <p:cNvSpPr>
            <a:spLocks noGrp="1"/>
          </p:cNvSpPr>
          <p:nvPr>
            <p:ph type="sldNum" sz="quarter" idx="10"/>
          </p:nvPr>
        </p:nvSpPr>
        <p:spPr>
          <a:noFill/>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20603050405020304" pitchFamily="18" charset="-127"/>
                <a:ea typeface="-윤체M" panose="02020603050405020304" pitchFamily="18" charset="-127"/>
              </a:defRPr>
            </a:lvl2pPr>
            <a:lvl3pPr marL="1143000" indent="-228600" latinLnBrk="1">
              <a:spcBef>
                <a:spcPct val="20000"/>
              </a:spcBef>
              <a:buChar char="•"/>
              <a:defRPr kumimoji="1">
                <a:solidFill>
                  <a:schemeClr val="tx1"/>
                </a:solidFill>
                <a:latin typeface="-윤체M" panose="02020603050405020304" pitchFamily="18" charset="-127"/>
                <a:ea typeface="-윤체M" panose="02020603050405020304" pitchFamily="18" charset="-127"/>
              </a:defRPr>
            </a:lvl3pPr>
            <a:lvl4pPr marL="1600200" indent="-228600" latinLnBrk="1">
              <a:spcBef>
                <a:spcPct val="20000"/>
              </a:spcBef>
              <a:buChar char="•"/>
              <a:defRPr kumimoji="1" sz="1600">
                <a:solidFill>
                  <a:schemeClr val="tx1"/>
                </a:solidFill>
                <a:latin typeface="-윤체M" panose="02020603050405020304" pitchFamily="18" charset="-127"/>
                <a:ea typeface="-윤체M" panose="02020603050405020304" pitchFamily="18" charset="-127"/>
              </a:defRPr>
            </a:lvl4pPr>
            <a:lvl5pPr marL="2057400" indent="-228600" latinLnBrk="1">
              <a:spcBef>
                <a:spcPct val="20000"/>
              </a:spcBef>
              <a:buChar char="•"/>
              <a:defRPr kumimoji="1" sz="1400">
                <a:solidFill>
                  <a:schemeClr val="tx1"/>
                </a:solidFill>
                <a:latin typeface="-윤체M" panose="02020603050405020304" pitchFamily="18" charset="-127"/>
                <a:ea typeface="-윤체M" panose="02020603050405020304"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20603050405020304" pitchFamily="18" charset="-127"/>
                <a:ea typeface="-윤체M" panose="02020603050405020304"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20603050405020304" pitchFamily="18" charset="-127"/>
                <a:ea typeface="-윤체M" panose="02020603050405020304"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20603050405020304" pitchFamily="18" charset="-127"/>
                <a:ea typeface="-윤체M" panose="02020603050405020304"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20603050405020304" pitchFamily="18" charset="-127"/>
                <a:ea typeface="-윤체M" panose="02020603050405020304" pitchFamily="18" charset="-127"/>
              </a:defRPr>
            </a:lvl9pPr>
          </a:lstStyle>
          <a:p>
            <a:pPr>
              <a:spcBef>
                <a:spcPct val="0"/>
              </a:spcBef>
              <a:buFontTx/>
              <a:buNone/>
            </a:pPr>
            <a:fld id="{48379182-6277-4BB4-AF34-0A5B21645F42}" type="slidenum">
              <a:rPr lang="zh-CN" altLang="en-US" sz="1400" smtClean="0">
                <a:latin typeface="微软雅黑" panose="020B0503020204020204" pitchFamily="34" charset="-122"/>
                <a:ea typeface="微软雅黑" panose="020B0503020204020204" pitchFamily="34" charset="-122"/>
              </a:rPr>
              <a:pPr>
                <a:spcBef>
                  <a:spcPct val="0"/>
                </a:spcBef>
                <a:buFontTx/>
                <a:buNone/>
              </a:pPr>
              <a:t>92</a:t>
            </a:fld>
            <a:endParaRPr lang="en-US" altLang="zh-CN" sz="1400" smtClean="0">
              <a:latin typeface="微软雅黑" panose="020B0503020204020204" pitchFamily="34" charset="-122"/>
              <a:ea typeface="微软雅黑" panose="020B0503020204020204" pitchFamily="34" charset="-122"/>
            </a:endParaRPr>
          </a:p>
        </p:txBody>
      </p:sp>
      <p:sp>
        <p:nvSpPr>
          <p:cNvPr id="629762" name="Rectangle 2"/>
          <p:cNvSpPr>
            <a:spLocks noGrp="1" noChangeArrowheads="1"/>
          </p:cNvSpPr>
          <p:nvPr>
            <p:ph type="title"/>
          </p:nvPr>
        </p:nvSpPr>
        <p:spPr>
          <a:xfrm>
            <a:off x="684213" y="476250"/>
            <a:ext cx="7772400" cy="731838"/>
          </a:xfrm>
        </p:spPr>
        <p:txBody>
          <a:bodyPr/>
          <a:lstStyle/>
          <a:p>
            <a:pPr algn="ctr" eaLnBrk="1" hangingPunct="1">
              <a:defRPr/>
            </a:pPr>
            <a:r>
              <a:rPr lang="zh-CN" altLang="en-US" sz="3200" b="1" dirty="0" smtClean="0">
                <a:solidFill>
                  <a:schemeClr val="tx1"/>
                </a:solidFill>
                <a:latin typeface="微软雅黑" panose="020B0503020204020204" pitchFamily="34" charset="-122"/>
                <a:ea typeface="微软雅黑" panose="020B0503020204020204" pitchFamily="34" charset="-122"/>
              </a:rPr>
              <a:t>不确定性与不精确推理</a:t>
            </a:r>
            <a:endParaRPr lang="en-US" altLang="zh-CN" sz="3200" b="1" dirty="0" smtClean="0">
              <a:solidFill>
                <a:schemeClr val="tx1"/>
              </a:solidFill>
              <a:latin typeface="微软雅黑" panose="020B0503020204020204" pitchFamily="34" charset="-122"/>
              <a:ea typeface="微软雅黑" panose="020B0503020204020204" pitchFamily="34" charset="-122"/>
            </a:endParaRPr>
          </a:p>
        </p:txBody>
      </p:sp>
      <p:sp>
        <p:nvSpPr>
          <p:cNvPr id="629763" name="Rectangle 3"/>
          <p:cNvSpPr>
            <a:spLocks noGrp="1" noChangeArrowheads="1"/>
          </p:cNvSpPr>
          <p:nvPr>
            <p:ph type="body" idx="1"/>
          </p:nvPr>
        </p:nvSpPr>
        <p:spPr>
          <a:xfrm>
            <a:off x="684213" y="1484313"/>
            <a:ext cx="7772400" cy="5184775"/>
          </a:xfrm>
        </p:spPr>
        <p:txBody>
          <a:bodyPr/>
          <a:lstStyle/>
          <a:p>
            <a:pPr eaLnBrk="1" hangingPunct="1">
              <a:lnSpc>
                <a:spcPct val="120000"/>
              </a:lnSpc>
            </a:pPr>
            <a:r>
              <a:rPr lang="zh-CN" altLang="en-US" sz="2400" dirty="0" smtClean="0">
                <a:latin typeface="微软雅黑" panose="020B0503020204020204" pitchFamily="34" charset="-122"/>
                <a:ea typeface="微软雅黑" panose="020B0503020204020204" pitchFamily="34" charset="-122"/>
              </a:rPr>
              <a:t>现实的不确定性需要不精确推理：将数值计算引入推理过程</a:t>
            </a:r>
          </a:p>
          <a:p>
            <a:pPr lvl="1" eaLnBrk="1" hangingPunct="1">
              <a:lnSpc>
                <a:spcPct val="120000"/>
              </a:lnSpc>
            </a:pPr>
            <a:r>
              <a:rPr lang="zh-CN" altLang="en-US" sz="2400" dirty="0" smtClean="0">
                <a:latin typeface="微软雅黑" panose="020B0503020204020204" pitchFamily="34" charset="-122"/>
                <a:ea typeface="微软雅黑" panose="020B0503020204020204" pitchFamily="34" charset="-122"/>
              </a:rPr>
              <a:t>继续使用逻辑联结词</a:t>
            </a:r>
          </a:p>
          <a:p>
            <a:pPr lvl="1" eaLnBrk="1" hangingPunct="1">
              <a:lnSpc>
                <a:spcPct val="120000"/>
              </a:lnSpc>
            </a:pPr>
            <a:r>
              <a:rPr lang="zh-CN" altLang="en-US" sz="2400" dirty="0" smtClean="0">
                <a:latin typeface="微软雅黑" panose="020B0503020204020204" pitchFamily="34" charset="-122"/>
                <a:ea typeface="微软雅黑" panose="020B0503020204020204" pitchFamily="34" charset="-122"/>
              </a:rPr>
              <a:t>真假值概率化，以表示某种可靠程度</a:t>
            </a:r>
          </a:p>
          <a:p>
            <a:pPr lvl="1" eaLnBrk="1" hangingPunct="1">
              <a:lnSpc>
                <a:spcPct val="120000"/>
              </a:lnSpc>
            </a:pPr>
            <a:r>
              <a:rPr lang="zh-CN" altLang="en-US" sz="2400" dirty="0" smtClean="0">
                <a:latin typeface="微软雅黑" panose="020B0503020204020204" pitchFamily="34" charset="-122"/>
                <a:ea typeface="微软雅黑" panose="020B0503020204020204" pitchFamily="34" charset="-122"/>
              </a:rPr>
              <a:t>在推理的前提和结论之间建立概率公式</a:t>
            </a:r>
          </a:p>
          <a:p>
            <a:pPr eaLnBrk="1" latinLnBrk="0" hangingPunct="1">
              <a:lnSpc>
                <a:spcPct val="120000"/>
              </a:lnSpc>
            </a:pPr>
            <a:endParaRPr lang="en-US" altLang="zh-CN" sz="2400" dirty="0" smtClean="0">
              <a:latin typeface="微软雅黑" panose="020B0503020204020204" pitchFamily="34" charset="-122"/>
              <a:ea typeface="微软雅黑" panose="020B0503020204020204" pitchFamily="34" charset="-122"/>
            </a:endParaRPr>
          </a:p>
          <a:p>
            <a:pPr eaLnBrk="1" latinLnBrk="0" hangingPunct="1">
              <a:lnSpc>
                <a:spcPct val="120000"/>
              </a:lnSpc>
            </a:pPr>
            <a:r>
              <a:rPr lang="zh-CN" altLang="en-US" sz="2400" dirty="0" smtClean="0">
                <a:latin typeface="微软雅黑" panose="020B0503020204020204" pitchFamily="34" charset="-122"/>
                <a:ea typeface="微软雅黑" panose="020B0503020204020204" pitchFamily="34" charset="-122"/>
              </a:rPr>
              <a:t>应用：专家系统中的推理网络</a:t>
            </a:r>
          </a:p>
          <a:p>
            <a:pPr lvl="1" eaLnBrk="1" latinLnBrk="0" hangingPunct="1">
              <a:lnSpc>
                <a:spcPct val="120000"/>
              </a:lnSpc>
            </a:pPr>
            <a:r>
              <a:rPr lang="en-US" altLang="zh-CN" sz="2400" dirty="0" smtClean="0">
                <a:latin typeface="微软雅黑" panose="020B0503020204020204" pitchFamily="34" charset="-122"/>
                <a:ea typeface="微软雅黑" panose="020B0503020204020204" pitchFamily="34" charset="-122"/>
              </a:rPr>
              <a:t>PROSPECTOR</a:t>
            </a:r>
            <a:r>
              <a:rPr lang="zh-CN" altLang="en-US" sz="2400" dirty="0" smtClean="0">
                <a:latin typeface="微软雅黑" panose="020B0503020204020204" pitchFamily="34" charset="-122"/>
                <a:ea typeface="微软雅黑" panose="020B0503020204020204" pitchFamily="34" charset="-122"/>
              </a:rPr>
              <a:t>系统</a:t>
            </a:r>
          </a:p>
          <a:p>
            <a:pPr lvl="1" eaLnBrk="1" latinLnBrk="0" hangingPunct="1">
              <a:lnSpc>
                <a:spcPct val="120000"/>
              </a:lnSpc>
            </a:pPr>
            <a:r>
              <a:rPr lang="en-US" altLang="zh-CN" sz="2400" dirty="0" err="1" smtClean="0">
                <a:latin typeface="微软雅黑" panose="020B0503020204020204" pitchFamily="34" charset="-122"/>
                <a:ea typeface="微软雅黑" panose="020B0503020204020204" pitchFamily="34" charset="-122"/>
              </a:rPr>
              <a:t>MYCIN</a:t>
            </a:r>
            <a:r>
              <a:rPr lang="zh-CN" altLang="en-US" sz="2400" dirty="0" smtClean="0">
                <a:latin typeface="微软雅黑" panose="020B0503020204020204" pitchFamily="34" charset="-122"/>
                <a:ea typeface="微软雅黑" panose="020B0503020204020204" pitchFamily="34" charset="-122"/>
              </a:rPr>
              <a:t>系统</a:t>
            </a:r>
            <a:endParaRPr lang="en-US" altLang="zh-CN" sz="2400" dirty="0" smtClean="0">
              <a:latin typeface="微软雅黑" panose="020B0503020204020204" pitchFamily="34" charset="-122"/>
              <a:ea typeface="微软雅黑" panose="020B0503020204020204" pitchFamily="34" charset="-122"/>
            </a:endParaRPr>
          </a:p>
        </p:txBody>
      </p:sp>
      <p:sp>
        <p:nvSpPr>
          <p:cNvPr id="2" name="矩形 1"/>
          <p:cNvSpPr/>
          <p:nvPr/>
        </p:nvSpPr>
        <p:spPr>
          <a:xfrm>
            <a:off x="2483768" y="4005064"/>
            <a:ext cx="3600473" cy="461665"/>
          </a:xfrm>
          <a:prstGeom prst="rect">
            <a:avLst/>
          </a:prstGeom>
        </p:spPr>
        <p:txBody>
          <a:bodyPr wrap="none">
            <a:spAutoFit/>
          </a:bodyPr>
          <a:lstStyle/>
          <a:p>
            <a:r>
              <a:rPr lang="pt-BR" altLang="zh-CN"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IF</a:t>
            </a:r>
            <a:r>
              <a:rPr lang="pt-BR" altLang="zh-CN"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a:t>
            </a:r>
            <a:r>
              <a:rPr lang="pt-BR" altLang="zh-CN" b="1"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E </a:t>
            </a:r>
            <a:r>
              <a:rPr lang="pt-BR" altLang="zh-CN"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THEN</a:t>
            </a:r>
            <a:r>
              <a:rPr lang="pt-BR" altLang="zh-CN"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a:t>
            </a:r>
            <a:r>
              <a:rPr lang="pt-BR" altLang="zh-CN" b="1"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H </a:t>
            </a:r>
            <a:r>
              <a:rPr lang="pt-BR" altLang="zh-CN" b="1" dirty="0">
                <a:latin typeface="Times New Roman" panose="02020603050405020304" pitchFamily="18" charset="0"/>
                <a:ea typeface="微软雅黑" panose="020B0503020204020204" pitchFamily="34" charset="-122"/>
                <a:cs typeface="Times New Roman" panose="02020603050405020304" pitchFamily="18" charset="0"/>
              </a:rPr>
              <a:t>( </a:t>
            </a:r>
            <a:r>
              <a:rPr lang="pt-BR" altLang="zh-CN" b="1" i="1" dirty="0">
                <a:latin typeface="Times New Roman" panose="02020603050405020304" pitchFamily="18" charset="0"/>
                <a:ea typeface="微软雅黑" panose="020B0503020204020204" pitchFamily="34" charset="-122"/>
                <a:cs typeface="Times New Roman" panose="02020603050405020304" pitchFamily="18" charset="0"/>
              </a:rPr>
              <a:t>CF(H,E) </a:t>
            </a:r>
            <a:r>
              <a:rPr lang="pt-BR" altLang="zh-CN" b="1"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19533689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29763">
                                            <p:txEl>
                                              <p:pRg st="0" end="0"/>
                                            </p:txEl>
                                          </p:spTgt>
                                        </p:tgtEl>
                                        <p:attrNameLst>
                                          <p:attrName>style.visibility</p:attrName>
                                        </p:attrNameLst>
                                      </p:cBhvr>
                                      <p:to>
                                        <p:strVal val="visible"/>
                                      </p:to>
                                    </p:set>
                                    <p:animEffect transition="in" filter="blinds(horizontal)">
                                      <p:cBhvr>
                                        <p:cTn id="7" dur="500"/>
                                        <p:tgtEl>
                                          <p:spTgt spid="62976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29763">
                                            <p:txEl>
                                              <p:pRg st="1" end="1"/>
                                            </p:txEl>
                                          </p:spTgt>
                                        </p:tgtEl>
                                        <p:attrNameLst>
                                          <p:attrName>style.visibility</p:attrName>
                                        </p:attrNameLst>
                                      </p:cBhvr>
                                      <p:to>
                                        <p:strVal val="visible"/>
                                      </p:to>
                                    </p:set>
                                    <p:animEffect transition="in" filter="blinds(horizontal)">
                                      <p:cBhvr>
                                        <p:cTn id="12" dur="500"/>
                                        <p:tgtEl>
                                          <p:spTgt spid="62976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629763">
                                            <p:txEl>
                                              <p:pRg st="2" end="2"/>
                                            </p:txEl>
                                          </p:spTgt>
                                        </p:tgtEl>
                                        <p:attrNameLst>
                                          <p:attrName>style.visibility</p:attrName>
                                        </p:attrNameLst>
                                      </p:cBhvr>
                                      <p:to>
                                        <p:strVal val="visible"/>
                                      </p:to>
                                    </p:set>
                                    <p:animEffect transition="in" filter="blinds(horizontal)">
                                      <p:cBhvr>
                                        <p:cTn id="17" dur="500"/>
                                        <p:tgtEl>
                                          <p:spTgt spid="62976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629763">
                                            <p:txEl>
                                              <p:pRg st="3" end="3"/>
                                            </p:txEl>
                                          </p:spTgt>
                                        </p:tgtEl>
                                        <p:attrNameLst>
                                          <p:attrName>style.visibility</p:attrName>
                                        </p:attrNameLst>
                                      </p:cBhvr>
                                      <p:to>
                                        <p:strVal val="visible"/>
                                      </p:to>
                                    </p:set>
                                    <p:animEffect transition="in" filter="blinds(horizontal)">
                                      <p:cBhvr>
                                        <p:cTn id="22" dur="500"/>
                                        <p:tgtEl>
                                          <p:spTgt spid="62976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629763">
                                            <p:txEl>
                                              <p:pRg st="5" end="5"/>
                                            </p:txEl>
                                          </p:spTgt>
                                        </p:tgtEl>
                                        <p:attrNameLst>
                                          <p:attrName>style.visibility</p:attrName>
                                        </p:attrNameLst>
                                      </p:cBhvr>
                                      <p:to>
                                        <p:strVal val="visible"/>
                                      </p:to>
                                    </p:set>
                                    <p:animEffect transition="in" filter="blinds(horizontal)">
                                      <p:cBhvr>
                                        <p:cTn id="31" dur="500"/>
                                        <p:tgtEl>
                                          <p:spTgt spid="629763">
                                            <p:txEl>
                                              <p:pRg st="5" end="5"/>
                                            </p:txEl>
                                          </p:spTgt>
                                        </p:tgtEl>
                                      </p:cBhvr>
                                    </p:animEffect>
                                  </p:childTnLst>
                                </p:cTn>
                              </p:par>
                              <p:par>
                                <p:cTn id="32" presetID="3" presetClass="entr" presetSubtype="10" fill="hold" nodeType="withEffect">
                                  <p:stCondLst>
                                    <p:cond delay="0"/>
                                  </p:stCondLst>
                                  <p:childTnLst>
                                    <p:set>
                                      <p:cBhvr>
                                        <p:cTn id="33" dur="1" fill="hold">
                                          <p:stCondLst>
                                            <p:cond delay="0"/>
                                          </p:stCondLst>
                                        </p:cTn>
                                        <p:tgtEl>
                                          <p:spTgt spid="629763">
                                            <p:txEl>
                                              <p:pRg st="6" end="6"/>
                                            </p:txEl>
                                          </p:spTgt>
                                        </p:tgtEl>
                                        <p:attrNameLst>
                                          <p:attrName>style.visibility</p:attrName>
                                        </p:attrNameLst>
                                      </p:cBhvr>
                                      <p:to>
                                        <p:strVal val="visible"/>
                                      </p:to>
                                    </p:set>
                                    <p:animEffect transition="in" filter="blinds(horizontal)">
                                      <p:cBhvr>
                                        <p:cTn id="34" dur="500"/>
                                        <p:tgtEl>
                                          <p:spTgt spid="629763">
                                            <p:txEl>
                                              <p:pRg st="6" end="6"/>
                                            </p:txEl>
                                          </p:spTgt>
                                        </p:tgtEl>
                                      </p:cBhvr>
                                    </p:animEffect>
                                  </p:childTnLst>
                                </p:cTn>
                              </p:par>
                              <p:par>
                                <p:cTn id="35" presetID="3" presetClass="entr" presetSubtype="10" fill="hold" nodeType="withEffect">
                                  <p:stCondLst>
                                    <p:cond delay="0"/>
                                  </p:stCondLst>
                                  <p:childTnLst>
                                    <p:set>
                                      <p:cBhvr>
                                        <p:cTn id="36" dur="1" fill="hold">
                                          <p:stCondLst>
                                            <p:cond delay="0"/>
                                          </p:stCondLst>
                                        </p:cTn>
                                        <p:tgtEl>
                                          <p:spTgt spid="629763">
                                            <p:txEl>
                                              <p:pRg st="7" end="7"/>
                                            </p:txEl>
                                          </p:spTgt>
                                        </p:tgtEl>
                                        <p:attrNameLst>
                                          <p:attrName>style.visibility</p:attrName>
                                        </p:attrNameLst>
                                      </p:cBhvr>
                                      <p:to>
                                        <p:strVal val="visible"/>
                                      </p:to>
                                    </p:set>
                                    <p:animEffect transition="in" filter="blinds(horizontal)">
                                      <p:cBhvr>
                                        <p:cTn id="37" dur="500"/>
                                        <p:tgtEl>
                                          <p:spTgt spid="62976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灯片编号占位符 3"/>
          <p:cNvSpPr>
            <a:spLocks noGrp="1"/>
          </p:cNvSpPr>
          <p:nvPr>
            <p:ph type="sldNum" sz="quarter" idx="10"/>
          </p:nvPr>
        </p:nvSpPr>
        <p:spPr>
          <a:noFill/>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20603050405020304" pitchFamily="18" charset="-127"/>
                <a:ea typeface="-윤체M" panose="02020603050405020304" pitchFamily="18" charset="-127"/>
              </a:defRPr>
            </a:lvl2pPr>
            <a:lvl3pPr marL="1143000" indent="-228600" latinLnBrk="1">
              <a:spcBef>
                <a:spcPct val="20000"/>
              </a:spcBef>
              <a:buChar char="•"/>
              <a:defRPr kumimoji="1">
                <a:solidFill>
                  <a:schemeClr val="tx1"/>
                </a:solidFill>
                <a:latin typeface="-윤체M" panose="02020603050405020304" pitchFamily="18" charset="-127"/>
                <a:ea typeface="-윤체M" panose="02020603050405020304" pitchFamily="18" charset="-127"/>
              </a:defRPr>
            </a:lvl3pPr>
            <a:lvl4pPr marL="1600200" indent="-228600" latinLnBrk="1">
              <a:spcBef>
                <a:spcPct val="20000"/>
              </a:spcBef>
              <a:buChar char="•"/>
              <a:defRPr kumimoji="1" sz="1600">
                <a:solidFill>
                  <a:schemeClr val="tx1"/>
                </a:solidFill>
                <a:latin typeface="-윤체M" panose="02020603050405020304" pitchFamily="18" charset="-127"/>
                <a:ea typeface="-윤체M" panose="02020603050405020304" pitchFamily="18" charset="-127"/>
              </a:defRPr>
            </a:lvl4pPr>
            <a:lvl5pPr marL="2057400" indent="-228600" latinLnBrk="1">
              <a:spcBef>
                <a:spcPct val="20000"/>
              </a:spcBef>
              <a:buChar char="•"/>
              <a:defRPr kumimoji="1" sz="1400">
                <a:solidFill>
                  <a:schemeClr val="tx1"/>
                </a:solidFill>
                <a:latin typeface="-윤체M" panose="02020603050405020304" pitchFamily="18" charset="-127"/>
                <a:ea typeface="-윤체M" panose="02020603050405020304"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20603050405020304" pitchFamily="18" charset="-127"/>
                <a:ea typeface="-윤체M" panose="02020603050405020304"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20603050405020304" pitchFamily="18" charset="-127"/>
                <a:ea typeface="-윤체M" panose="02020603050405020304"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20603050405020304" pitchFamily="18" charset="-127"/>
                <a:ea typeface="-윤체M" panose="02020603050405020304"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20603050405020304" pitchFamily="18" charset="-127"/>
                <a:ea typeface="-윤체M" panose="02020603050405020304" pitchFamily="18" charset="-127"/>
              </a:defRPr>
            </a:lvl9pPr>
          </a:lstStyle>
          <a:p>
            <a:pPr>
              <a:spcBef>
                <a:spcPct val="0"/>
              </a:spcBef>
              <a:buFontTx/>
              <a:buNone/>
            </a:pPr>
            <a:fld id="{DC579F2F-987E-4D9F-8638-BDA84B80DA6D}" type="slidenum">
              <a:rPr lang="zh-CN" altLang="en-US" sz="1400" smtClean="0">
                <a:latin typeface="Gulim" panose="020B0604020202020204" pitchFamily="34" charset="-127"/>
                <a:ea typeface="Gulim" panose="020B0604020202020204" pitchFamily="34" charset="-127"/>
              </a:rPr>
              <a:pPr>
                <a:spcBef>
                  <a:spcPct val="0"/>
                </a:spcBef>
                <a:buFontTx/>
                <a:buNone/>
              </a:pPr>
              <a:t>93</a:t>
            </a:fld>
            <a:endParaRPr lang="en-US" altLang="zh-CN" sz="1400" smtClean="0">
              <a:latin typeface="Gulim" panose="020B0604020202020204" pitchFamily="34" charset="-127"/>
              <a:ea typeface="Gulim" panose="020B0604020202020204" pitchFamily="34" charset="-127"/>
            </a:endParaRPr>
          </a:p>
        </p:txBody>
      </p:sp>
      <p:sp>
        <p:nvSpPr>
          <p:cNvPr id="640002" name="Rectangle 2"/>
          <p:cNvSpPr>
            <a:spLocks noGrp="1" noChangeArrowheads="1"/>
          </p:cNvSpPr>
          <p:nvPr>
            <p:ph type="title"/>
          </p:nvPr>
        </p:nvSpPr>
        <p:spPr>
          <a:xfrm>
            <a:off x="776288" y="360363"/>
            <a:ext cx="7772400" cy="730250"/>
          </a:xfrm>
        </p:spPr>
        <p:txBody>
          <a:bodyPr/>
          <a:lstStyle/>
          <a:p>
            <a:pPr algn="ctr" eaLnBrk="1" hangingPunct="1">
              <a:defRPr/>
            </a:pPr>
            <a:r>
              <a:rPr lang="zh-CN" altLang="en-US" sz="3200" b="1" dirty="0">
                <a:solidFill>
                  <a:schemeClr val="tx1"/>
                </a:solidFill>
                <a:latin typeface="微软雅黑" panose="020B0503020204020204" pitchFamily="34" charset="-122"/>
                <a:ea typeface="微软雅黑" panose="020B0503020204020204" pitchFamily="34" charset="-122"/>
              </a:rPr>
              <a:t>概率推理</a:t>
            </a:r>
            <a:endParaRPr lang="en-US" altLang="zh-CN" sz="3200" b="1" dirty="0">
              <a:solidFill>
                <a:schemeClr val="tx1"/>
              </a:solidFill>
              <a:latin typeface="微软雅黑" panose="020B0503020204020204" pitchFamily="34" charset="-122"/>
              <a:ea typeface="微软雅黑" panose="020B0503020204020204" pitchFamily="34" charset="-122"/>
            </a:endParaRPr>
          </a:p>
        </p:txBody>
      </p:sp>
      <p:sp>
        <p:nvSpPr>
          <p:cNvPr id="640003" name="Rectangle 3"/>
          <p:cNvSpPr>
            <a:spLocks noGrp="1" noChangeArrowheads="1"/>
          </p:cNvSpPr>
          <p:nvPr>
            <p:ph type="body" idx="1"/>
          </p:nvPr>
        </p:nvSpPr>
        <p:spPr>
          <a:xfrm>
            <a:off x="183766" y="1076703"/>
            <a:ext cx="8503034" cy="4608513"/>
          </a:xfrm>
        </p:spPr>
        <p:txBody>
          <a:bodyPr/>
          <a:lstStyle/>
          <a:p>
            <a:pPr algn="just" eaLnBrk="1" hangingPunct="1">
              <a:lnSpc>
                <a:spcPct val="120000"/>
              </a:lnSpc>
            </a:pPr>
            <a:r>
              <a:rPr lang="zh-CN" altLang="en-US" sz="2400" dirty="0" smtClean="0">
                <a:latin typeface="微软雅黑" panose="020B0503020204020204" pitchFamily="34" charset="-122"/>
                <a:ea typeface="微软雅黑" panose="020B0503020204020204" pitchFamily="34" charset="-122"/>
              </a:rPr>
              <a:t>随机变量</a:t>
            </a:r>
            <a:r>
              <a:rPr lang="en-US" altLang="zh-CN" sz="2400" dirty="0" smtClean="0">
                <a:latin typeface="微软雅黑" panose="020B0503020204020204" pitchFamily="34" charset="-122"/>
                <a:ea typeface="微软雅黑" panose="020B0503020204020204" pitchFamily="34" charset="-122"/>
              </a:rPr>
              <a:t>——</a:t>
            </a:r>
            <a:r>
              <a:rPr lang="zh-CN" altLang="en-US" sz="2400" dirty="0" smtClean="0">
                <a:latin typeface="微软雅黑" panose="020B0503020204020204" pitchFamily="34" charset="-122"/>
                <a:ea typeface="微软雅黑" panose="020B0503020204020204" pitchFamily="34" charset="-122"/>
              </a:rPr>
              <a:t>随机试验各种结果的单值函数</a:t>
            </a:r>
          </a:p>
          <a:p>
            <a:pPr algn="just" eaLnBrk="1" hangingPunct="1">
              <a:lnSpc>
                <a:spcPct val="120000"/>
              </a:lnSpc>
            </a:pPr>
            <a:r>
              <a:rPr lang="zh-CN" altLang="en-US" sz="2400" dirty="0" smtClean="0">
                <a:latin typeface="微软雅黑" panose="020B0503020204020204" pitchFamily="34" charset="-122"/>
                <a:ea typeface="微软雅黑" panose="020B0503020204020204" pitchFamily="34" charset="-122"/>
              </a:rPr>
              <a:t>原子事件</a:t>
            </a:r>
            <a:r>
              <a:rPr lang="en-US" altLang="zh-CN" sz="2400" dirty="0" smtClean="0">
                <a:latin typeface="微软雅黑" panose="020B0503020204020204" pitchFamily="34" charset="-122"/>
                <a:ea typeface="微软雅黑" panose="020B0503020204020204" pitchFamily="34" charset="-122"/>
              </a:rPr>
              <a:t>——</a:t>
            </a:r>
            <a:r>
              <a:rPr lang="zh-CN" altLang="en-US" sz="2400" dirty="0" smtClean="0">
                <a:latin typeface="微软雅黑" panose="020B0503020204020204" pitchFamily="34" charset="-122"/>
                <a:ea typeface="微软雅黑" panose="020B0503020204020204" pitchFamily="34" charset="-122"/>
              </a:rPr>
              <a:t>问题世界的所有随机变量的特定赋值</a:t>
            </a:r>
            <a:endParaRPr lang="en-US" altLang="zh-CN" sz="2400" dirty="0" smtClean="0">
              <a:latin typeface="微软雅黑" panose="020B0503020204020204" pitchFamily="34" charset="-122"/>
              <a:ea typeface="微软雅黑" panose="020B0503020204020204" pitchFamily="34" charset="-122"/>
            </a:endParaRPr>
          </a:p>
          <a:p>
            <a:pPr lvl="1" algn="just" eaLnBrk="1" latinLnBrk="0" hangingPunct="1">
              <a:lnSpc>
                <a:spcPct val="120000"/>
              </a:lnSpc>
            </a:pPr>
            <a:r>
              <a:rPr lang="zh-CN" altLang="en-US" sz="2400" dirty="0" smtClean="0">
                <a:latin typeface="微软雅黑" panose="020B0503020204020204" pitchFamily="34" charset="-122"/>
                <a:ea typeface="微软雅黑" panose="020B0503020204020204" pitchFamily="34" charset="-122"/>
              </a:rPr>
              <a:t>如</a:t>
            </a:r>
            <a:r>
              <a:rPr lang="en-US" altLang="zh-CN" sz="2400" dirty="0" smtClean="0">
                <a:latin typeface="微软雅黑" panose="020B0503020204020204" pitchFamily="34" charset="-122"/>
                <a:ea typeface="微软雅黑" panose="020B0503020204020204" pitchFamily="34" charset="-122"/>
              </a:rPr>
              <a:t>X</a:t>
            </a:r>
            <a:r>
              <a:rPr lang="zh-CN" altLang="en-US" sz="2400" dirty="0" smtClean="0">
                <a:latin typeface="微软雅黑" panose="020B0503020204020204" pitchFamily="34" charset="-122"/>
                <a:ea typeface="微软雅黑" panose="020B0503020204020204" pitchFamily="34" charset="-122"/>
              </a:rPr>
              <a:t>的世界由</a:t>
            </a:r>
            <a:r>
              <a:rPr lang="en-US" altLang="zh-CN" sz="2400" dirty="0" smtClean="0">
                <a:solidFill>
                  <a:srgbClr val="FF0000"/>
                </a:solidFill>
                <a:latin typeface="微软雅黑" panose="020B0503020204020204" pitchFamily="34" charset="-122"/>
                <a:ea typeface="微软雅黑" panose="020B0503020204020204" pitchFamily="34" charset="-122"/>
              </a:rPr>
              <a:t>weather</a:t>
            </a:r>
            <a:r>
              <a:rPr lang="en-US" altLang="zh-CN" sz="2400" dirty="0" smtClean="0">
                <a:solidFill>
                  <a:srgbClr val="0000FF"/>
                </a:solidFill>
                <a:latin typeface="微软雅黑" panose="020B0503020204020204" pitchFamily="34" charset="-122"/>
                <a:ea typeface="微软雅黑" panose="020B0503020204020204" pitchFamily="34" charset="-122"/>
              </a:rPr>
              <a:t>=&lt;sunny, rainy, cloudy, snow&gt;</a:t>
            </a:r>
            <a:r>
              <a:rPr lang="zh-CN" altLang="en-US" sz="2400" dirty="0" smtClean="0">
                <a:latin typeface="微软雅黑" panose="020B0503020204020204" pitchFamily="34" charset="-122"/>
                <a:ea typeface="微软雅黑" panose="020B0503020204020204" pitchFamily="34" charset="-122"/>
              </a:rPr>
              <a:t>和今天是否喝酒</a:t>
            </a:r>
            <a:r>
              <a:rPr lang="en-US" altLang="zh-CN" sz="2400" dirty="0" err="1" smtClean="0">
                <a:solidFill>
                  <a:srgbClr val="FF0000"/>
                </a:solidFill>
                <a:latin typeface="微软雅黑" panose="020B0503020204020204" pitchFamily="34" charset="-122"/>
                <a:ea typeface="微软雅黑" panose="020B0503020204020204" pitchFamily="34" charset="-122"/>
              </a:rPr>
              <a:t>drink_today</a:t>
            </a:r>
            <a:r>
              <a:rPr lang="en-US" altLang="zh-CN" sz="2400" dirty="0" smtClean="0">
                <a:solidFill>
                  <a:srgbClr val="0000FF"/>
                </a:solidFill>
                <a:latin typeface="微软雅黑" panose="020B0503020204020204" pitchFamily="34" charset="-122"/>
                <a:ea typeface="微软雅黑" panose="020B0503020204020204" pitchFamily="34" charset="-122"/>
              </a:rPr>
              <a:t>=&lt;T, F&gt;</a:t>
            </a:r>
            <a:r>
              <a:rPr lang="zh-CN" altLang="en-US" sz="2400" dirty="0" smtClean="0">
                <a:latin typeface="微软雅黑" panose="020B0503020204020204" pitchFamily="34" charset="-122"/>
                <a:ea typeface="微软雅黑" panose="020B0503020204020204" pitchFamily="34" charset="-122"/>
              </a:rPr>
              <a:t>组成</a:t>
            </a:r>
          </a:p>
          <a:p>
            <a:pPr lvl="1" algn="just" eaLnBrk="1" latinLnBrk="0" hangingPunct="1">
              <a:lnSpc>
                <a:spcPct val="120000"/>
              </a:lnSpc>
            </a:pPr>
            <a:r>
              <a:rPr lang="zh-CN" altLang="en-US" sz="2400" dirty="0" smtClean="0">
                <a:latin typeface="微软雅黑" panose="020B0503020204020204" pitchFamily="34" charset="-122"/>
                <a:ea typeface="微软雅黑" panose="020B0503020204020204" pitchFamily="34" charset="-122"/>
              </a:rPr>
              <a:t>则有</a:t>
            </a:r>
            <a:r>
              <a:rPr lang="en-US" altLang="zh-CN" sz="2400" dirty="0" smtClean="0">
                <a:latin typeface="微软雅黑" panose="020B0503020204020204" pitchFamily="34" charset="-122"/>
                <a:ea typeface="微软雅黑" panose="020B0503020204020204" pitchFamily="34" charset="-122"/>
              </a:rPr>
              <a:t>4*2</a:t>
            </a:r>
            <a:r>
              <a:rPr lang="zh-CN" altLang="en-US" sz="2400" dirty="0" smtClean="0">
                <a:latin typeface="微软雅黑" panose="020B0503020204020204" pitchFamily="34" charset="-122"/>
                <a:ea typeface="微软雅黑" panose="020B0503020204020204" pitchFamily="34" charset="-122"/>
              </a:rPr>
              <a:t>种不同原子事件</a:t>
            </a:r>
            <a:endParaRPr lang="en-US" altLang="zh-CN" sz="2400" dirty="0" smtClean="0">
              <a:latin typeface="微软雅黑" panose="020B0503020204020204" pitchFamily="34" charset="-122"/>
              <a:ea typeface="微软雅黑" panose="020B0503020204020204" pitchFamily="34" charset="-122"/>
            </a:endParaRPr>
          </a:p>
        </p:txBody>
      </p:sp>
      <p:sp>
        <p:nvSpPr>
          <p:cNvPr id="7" name="Rectangle 3"/>
          <p:cNvSpPr txBox="1">
            <a:spLocks noChangeArrowheads="1"/>
          </p:cNvSpPr>
          <p:nvPr/>
        </p:nvSpPr>
        <p:spPr bwMode="auto">
          <a:xfrm>
            <a:off x="251520" y="3717032"/>
            <a:ext cx="7905750" cy="2719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20603050405020304" pitchFamily="18" charset="-127"/>
                <a:ea typeface="-윤체M" panose="02020603050405020304" pitchFamily="18" charset="-127"/>
              </a:defRPr>
            </a:lvl2pPr>
            <a:lvl3pPr marL="1143000" indent="-228600" latinLnBrk="1">
              <a:spcBef>
                <a:spcPct val="20000"/>
              </a:spcBef>
              <a:buChar char="•"/>
              <a:defRPr kumimoji="1">
                <a:solidFill>
                  <a:schemeClr val="tx1"/>
                </a:solidFill>
                <a:latin typeface="-윤체M" panose="02020603050405020304" pitchFamily="18" charset="-127"/>
                <a:ea typeface="-윤체M" panose="02020603050405020304" pitchFamily="18" charset="-127"/>
              </a:defRPr>
            </a:lvl3pPr>
            <a:lvl4pPr marL="1600200" indent="-228600" latinLnBrk="1">
              <a:spcBef>
                <a:spcPct val="20000"/>
              </a:spcBef>
              <a:buChar char="•"/>
              <a:defRPr kumimoji="1" sz="1600">
                <a:solidFill>
                  <a:schemeClr val="tx1"/>
                </a:solidFill>
                <a:latin typeface="-윤체M" panose="02020603050405020304" pitchFamily="18" charset="-127"/>
                <a:ea typeface="-윤체M" panose="02020603050405020304" pitchFamily="18" charset="-127"/>
              </a:defRPr>
            </a:lvl4pPr>
            <a:lvl5pPr marL="2057400" indent="-228600" latinLnBrk="1">
              <a:spcBef>
                <a:spcPct val="20000"/>
              </a:spcBef>
              <a:buChar char="•"/>
              <a:defRPr kumimoji="1" sz="1400">
                <a:solidFill>
                  <a:schemeClr val="tx1"/>
                </a:solidFill>
                <a:latin typeface="-윤체M" panose="02020603050405020304" pitchFamily="18" charset="-127"/>
                <a:ea typeface="-윤체M" panose="02020603050405020304"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20603050405020304" pitchFamily="18" charset="-127"/>
                <a:ea typeface="-윤체M" panose="02020603050405020304"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20603050405020304" pitchFamily="18" charset="-127"/>
                <a:ea typeface="-윤체M" panose="02020603050405020304"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20603050405020304" pitchFamily="18" charset="-127"/>
                <a:ea typeface="-윤체M" panose="02020603050405020304"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20603050405020304" pitchFamily="18" charset="-127"/>
                <a:ea typeface="-윤체M" panose="02020603050405020304" pitchFamily="18" charset="-127"/>
              </a:defRPr>
            </a:lvl9pPr>
          </a:lstStyle>
          <a:p>
            <a:pPr algn="just" eaLnBrk="1" hangingPunct="1"/>
            <a:r>
              <a:rPr lang="zh-CN" alt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全联合概率</a:t>
            </a:r>
            <a:r>
              <a:rPr lang="zh-CN" altLang="en-US" sz="2400" dirty="0" smtClean="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分布</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全部原子事件的概率</a:t>
            </a:r>
            <a:endPar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endParaRPr>
          </a:p>
          <a:p>
            <a:pPr algn="just" eaLnBrk="1" hangingPunct="1"/>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P&lt;weather</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dirty="0" err="1">
                <a:latin typeface="Times New Roman" panose="02020603050405020304" pitchFamily="18" charset="0"/>
                <a:ea typeface="微软雅黑" panose="020B0503020204020204" pitchFamily="34" charset="-122"/>
                <a:cs typeface="Times New Roman" panose="02020603050405020304" pitchFamily="18" charset="0"/>
              </a:rPr>
              <a:t>drink_today</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&gt; </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用</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4*2 </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表格表示</a:t>
            </a:r>
          </a:p>
          <a:p>
            <a:pPr algn="just" eaLnBrk="1" hangingPunct="1"/>
            <a:endParaRPr lang="zh-CN" altLang="en-US" sz="2400" dirty="0">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8" name="Group 39"/>
          <p:cNvGraphicFramePr>
            <a:graphicFrameLocks/>
          </p:cNvGraphicFramePr>
          <p:nvPr>
            <p:extLst>
              <p:ext uri="{D42A27DB-BD31-4B8C-83A1-F6EECF244321}">
                <p14:modId xmlns:p14="http://schemas.microsoft.com/office/powerpoint/2010/main" val="898891831"/>
              </p:ext>
            </p:extLst>
          </p:nvPr>
        </p:nvGraphicFramePr>
        <p:xfrm>
          <a:off x="419413" y="4796532"/>
          <a:ext cx="7499350" cy="1639887"/>
        </p:xfrm>
        <a:graphic>
          <a:graphicData uri="http://schemas.openxmlformats.org/drawingml/2006/table">
            <a:tbl>
              <a:tblPr/>
              <a:tblGrid>
                <a:gridCol w="1500188"/>
                <a:gridCol w="1500187"/>
                <a:gridCol w="1498600"/>
                <a:gridCol w="1500188"/>
                <a:gridCol w="1500187"/>
              </a:tblGrid>
              <a:tr h="546277">
                <a:tc>
                  <a:txBody>
                    <a:bodyPr/>
                    <a:lstStyle>
                      <a:lvl1pPr>
                        <a:spcBef>
                          <a:spcPct val="20000"/>
                        </a:spcBef>
                        <a:defRPr kumimoji="1" sz="2800">
                          <a:solidFill>
                            <a:schemeClr val="tx1"/>
                          </a:solidFill>
                          <a:latin typeface="黑体" panose="02010609060101010101" pitchFamily="49" charset="-122"/>
                          <a:ea typeface="黑体" panose="02010609060101010101" pitchFamily="49" charset="-122"/>
                        </a:defRPr>
                      </a:lvl1pPr>
                      <a:lvl2pPr>
                        <a:spcBef>
                          <a:spcPct val="20000"/>
                        </a:spcBef>
                        <a:defRPr kumimoji="1">
                          <a:solidFill>
                            <a:schemeClr val="tx1"/>
                          </a:solidFill>
                          <a:latin typeface="-윤체M" panose="02020603050405020304" pitchFamily="18" charset="-127"/>
                          <a:ea typeface="-윤체M" panose="02020603050405020304" pitchFamily="18" charset="-127"/>
                        </a:defRPr>
                      </a:lvl2pPr>
                      <a:lvl3pPr>
                        <a:spcBef>
                          <a:spcPct val="20000"/>
                        </a:spcBef>
                        <a:defRPr kumimoji="1" sz="1600">
                          <a:solidFill>
                            <a:schemeClr val="tx1"/>
                          </a:solidFill>
                          <a:latin typeface="-윤체M" panose="02020603050405020304" pitchFamily="18" charset="-127"/>
                          <a:ea typeface="-윤체M" panose="02020603050405020304" pitchFamily="18" charset="-127"/>
                        </a:defRPr>
                      </a:lvl3pPr>
                      <a:lvl4pPr>
                        <a:spcBef>
                          <a:spcPct val="20000"/>
                        </a:spcBef>
                        <a:defRPr kumimoji="1" sz="1400">
                          <a:solidFill>
                            <a:schemeClr val="tx1"/>
                          </a:solidFill>
                          <a:latin typeface="-윤체M" panose="02020603050405020304" pitchFamily="18" charset="-127"/>
                          <a:ea typeface="-윤체M" panose="02020603050405020304" pitchFamily="18" charset="-127"/>
                        </a:defRPr>
                      </a:lvl4pPr>
                      <a:lvl5pPr>
                        <a:spcBef>
                          <a:spcPct val="20000"/>
                        </a:spcBef>
                        <a:defRPr kumimoji="1" sz="1200">
                          <a:solidFill>
                            <a:schemeClr val="tx1"/>
                          </a:solidFill>
                          <a:latin typeface="-윤체M" panose="02020603050405020304" pitchFamily="18" charset="-127"/>
                          <a:ea typeface="-윤체M" panose="02020603050405020304" pitchFamily="18" charset="-127"/>
                        </a:defRPr>
                      </a:lvl5pPr>
                      <a:lvl6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6pPr>
                      <a:lvl7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7pPr>
                      <a:lvl8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8pPr>
                      <a:lvl9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zh-CN" altLang="en-US" sz="2400" b="0" i="0" u="none" strike="noStrike" cap="none" normalizeH="0" baseline="0" dirty="0" smtClean="0">
                        <a:ln>
                          <a:noFill/>
                        </a:ln>
                        <a:solidFill>
                          <a:schemeClr val="tx1"/>
                        </a:solidFill>
                        <a:effectLst/>
                        <a:latin typeface="Times New Roman" panose="02020603050405020304" pitchFamily="18" charset="0"/>
                        <a:ea typeface="黑体" panose="02010609060101010101" pitchFamily="49" charset="-122"/>
                      </a:endParaRPr>
                    </a:p>
                  </a:txBody>
                  <a:tcPr marT="45719" marB="4571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黑体" panose="02010609060101010101" pitchFamily="49" charset="-122"/>
                          <a:ea typeface="黑体" panose="02010609060101010101" pitchFamily="49" charset="-122"/>
                        </a:defRPr>
                      </a:lvl1pPr>
                      <a:lvl2pPr>
                        <a:spcBef>
                          <a:spcPct val="20000"/>
                        </a:spcBef>
                        <a:defRPr kumimoji="1">
                          <a:solidFill>
                            <a:schemeClr val="tx1"/>
                          </a:solidFill>
                          <a:latin typeface="-윤체M" panose="02020603050405020304" pitchFamily="18" charset="-127"/>
                          <a:ea typeface="-윤체M" panose="02020603050405020304" pitchFamily="18" charset="-127"/>
                        </a:defRPr>
                      </a:lvl2pPr>
                      <a:lvl3pPr>
                        <a:spcBef>
                          <a:spcPct val="20000"/>
                        </a:spcBef>
                        <a:defRPr kumimoji="1" sz="1600">
                          <a:solidFill>
                            <a:schemeClr val="tx1"/>
                          </a:solidFill>
                          <a:latin typeface="-윤체M" panose="02020603050405020304" pitchFamily="18" charset="-127"/>
                          <a:ea typeface="-윤체M" panose="02020603050405020304" pitchFamily="18" charset="-127"/>
                        </a:defRPr>
                      </a:lvl3pPr>
                      <a:lvl4pPr>
                        <a:spcBef>
                          <a:spcPct val="20000"/>
                        </a:spcBef>
                        <a:defRPr kumimoji="1" sz="1400">
                          <a:solidFill>
                            <a:schemeClr val="tx1"/>
                          </a:solidFill>
                          <a:latin typeface="-윤체M" panose="02020603050405020304" pitchFamily="18" charset="-127"/>
                          <a:ea typeface="-윤체M" panose="02020603050405020304" pitchFamily="18" charset="-127"/>
                        </a:defRPr>
                      </a:lvl4pPr>
                      <a:lvl5pPr>
                        <a:spcBef>
                          <a:spcPct val="20000"/>
                        </a:spcBef>
                        <a:defRPr kumimoji="1" sz="1200">
                          <a:solidFill>
                            <a:schemeClr val="tx1"/>
                          </a:solidFill>
                          <a:latin typeface="-윤체M" panose="02020603050405020304" pitchFamily="18" charset="-127"/>
                          <a:ea typeface="-윤체M" panose="02020603050405020304" pitchFamily="18" charset="-127"/>
                        </a:defRPr>
                      </a:lvl5pPr>
                      <a:lvl6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6pPr>
                      <a:lvl7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7pPr>
                      <a:lvl8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8pPr>
                      <a:lvl9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2400" b="0" i="0" u="none" strike="noStrike" cap="none" normalizeH="0" baseline="0" dirty="0" smtClean="0">
                          <a:ln>
                            <a:noFill/>
                          </a:ln>
                          <a:solidFill>
                            <a:schemeClr val="tx1"/>
                          </a:solidFill>
                          <a:effectLst/>
                          <a:latin typeface="Times New Roman" panose="02020603050405020304" pitchFamily="18" charset="0"/>
                          <a:ea typeface="黑体" panose="02010609060101010101" pitchFamily="49" charset="-122"/>
                        </a:rPr>
                        <a:t>sunny </a:t>
                      </a:r>
                      <a:endParaRPr kumimoji="1" lang="zh-CN" altLang="en-US" sz="2400" b="0" i="0" u="none" strike="noStrike" cap="none" normalizeH="0" baseline="0" dirty="0" smtClean="0">
                        <a:ln>
                          <a:noFill/>
                        </a:ln>
                        <a:solidFill>
                          <a:schemeClr val="tx1"/>
                        </a:solidFill>
                        <a:effectLst/>
                        <a:latin typeface="Times New Roman" panose="02020603050405020304" pitchFamily="18" charset="0"/>
                        <a:ea typeface="黑体" panose="02010609060101010101" pitchFamily="49" charset="-122"/>
                      </a:endParaRPr>
                    </a:p>
                  </a:txBody>
                  <a:tcPr marT="45719" marB="45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黑体" panose="02010609060101010101" pitchFamily="49" charset="-122"/>
                          <a:ea typeface="黑体" panose="02010609060101010101" pitchFamily="49" charset="-122"/>
                        </a:defRPr>
                      </a:lvl1pPr>
                      <a:lvl2pPr>
                        <a:spcBef>
                          <a:spcPct val="20000"/>
                        </a:spcBef>
                        <a:defRPr kumimoji="1">
                          <a:solidFill>
                            <a:schemeClr val="tx1"/>
                          </a:solidFill>
                          <a:latin typeface="-윤체M" panose="02020603050405020304" pitchFamily="18" charset="-127"/>
                          <a:ea typeface="-윤체M" panose="02020603050405020304" pitchFamily="18" charset="-127"/>
                        </a:defRPr>
                      </a:lvl2pPr>
                      <a:lvl3pPr>
                        <a:spcBef>
                          <a:spcPct val="20000"/>
                        </a:spcBef>
                        <a:defRPr kumimoji="1" sz="1600">
                          <a:solidFill>
                            <a:schemeClr val="tx1"/>
                          </a:solidFill>
                          <a:latin typeface="-윤체M" panose="02020603050405020304" pitchFamily="18" charset="-127"/>
                          <a:ea typeface="-윤체M" panose="02020603050405020304" pitchFamily="18" charset="-127"/>
                        </a:defRPr>
                      </a:lvl3pPr>
                      <a:lvl4pPr>
                        <a:spcBef>
                          <a:spcPct val="20000"/>
                        </a:spcBef>
                        <a:defRPr kumimoji="1" sz="1400">
                          <a:solidFill>
                            <a:schemeClr val="tx1"/>
                          </a:solidFill>
                          <a:latin typeface="-윤체M" panose="02020603050405020304" pitchFamily="18" charset="-127"/>
                          <a:ea typeface="-윤체M" panose="02020603050405020304" pitchFamily="18" charset="-127"/>
                        </a:defRPr>
                      </a:lvl4pPr>
                      <a:lvl5pPr>
                        <a:spcBef>
                          <a:spcPct val="20000"/>
                        </a:spcBef>
                        <a:defRPr kumimoji="1" sz="1200">
                          <a:solidFill>
                            <a:schemeClr val="tx1"/>
                          </a:solidFill>
                          <a:latin typeface="-윤체M" panose="02020603050405020304" pitchFamily="18" charset="-127"/>
                          <a:ea typeface="-윤체M" panose="02020603050405020304" pitchFamily="18" charset="-127"/>
                        </a:defRPr>
                      </a:lvl5pPr>
                      <a:lvl6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6pPr>
                      <a:lvl7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7pPr>
                      <a:lvl8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8pPr>
                      <a:lvl9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2400" b="0" i="0" u="none" strike="noStrike" cap="none" normalizeH="0" baseline="0" dirty="0" smtClean="0">
                          <a:ln>
                            <a:noFill/>
                          </a:ln>
                          <a:solidFill>
                            <a:schemeClr val="tx1"/>
                          </a:solidFill>
                          <a:effectLst/>
                          <a:latin typeface="Times New Roman" panose="02020603050405020304" pitchFamily="18" charset="0"/>
                          <a:ea typeface="黑体" panose="02010609060101010101" pitchFamily="49" charset="-122"/>
                        </a:rPr>
                        <a:t>rainy</a:t>
                      </a:r>
                      <a:endParaRPr kumimoji="1" lang="zh-CN" altLang="en-US" sz="2400" b="0" i="0" u="none" strike="noStrike" cap="none" normalizeH="0" baseline="0" dirty="0" smtClean="0">
                        <a:ln>
                          <a:noFill/>
                        </a:ln>
                        <a:solidFill>
                          <a:schemeClr val="tx1"/>
                        </a:solidFill>
                        <a:effectLst/>
                        <a:latin typeface="Times New Roman" panose="02020603050405020304" pitchFamily="18" charset="0"/>
                        <a:ea typeface="黑体" panose="02010609060101010101" pitchFamily="49" charset="-122"/>
                      </a:endParaRPr>
                    </a:p>
                  </a:txBody>
                  <a:tcPr marT="45719" marB="45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黑体" panose="02010609060101010101" pitchFamily="49" charset="-122"/>
                          <a:ea typeface="黑体" panose="02010609060101010101" pitchFamily="49" charset="-122"/>
                        </a:defRPr>
                      </a:lvl1pPr>
                      <a:lvl2pPr>
                        <a:spcBef>
                          <a:spcPct val="20000"/>
                        </a:spcBef>
                        <a:defRPr kumimoji="1">
                          <a:solidFill>
                            <a:schemeClr val="tx1"/>
                          </a:solidFill>
                          <a:latin typeface="-윤체M" panose="02020603050405020304" pitchFamily="18" charset="-127"/>
                          <a:ea typeface="-윤체M" panose="02020603050405020304" pitchFamily="18" charset="-127"/>
                        </a:defRPr>
                      </a:lvl2pPr>
                      <a:lvl3pPr>
                        <a:spcBef>
                          <a:spcPct val="20000"/>
                        </a:spcBef>
                        <a:defRPr kumimoji="1" sz="1600">
                          <a:solidFill>
                            <a:schemeClr val="tx1"/>
                          </a:solidFill>
                          <a:latin typeface="-윤체M" panose="02020603050405020304" pitchFamily="18" charset="-127"/>
                          <a:ea typeface="-윤체M" panose="02020603050405020304" pitchFamily="18" charset="-127"/>
                        </a:defRPr>
                      </a:lvl3pPr>
                      <a:lvl4pPr>
                        <a:spcBef>
                          <a:spcPct val="20000"/>
                        </a:spcBef>
                        <a:defRPr kumimoji="1" sz="1400">
                          <a:solidFill>
                            <a:schemeClr val="tx1"/>
                          </a:solidFill>
                          <a:latin typeface="-윤체M" panose="02020603050405020304" pitchFamily="18" charset="-127"/>
                          <a:ea typeface="-윤체M" panose="02020603050405020304" pitchFamily="18" charset="-127"/>
                        </a:defRPr>
                      </a:lvl4pPr>
                      <a:lvl5pPr>
                        <a:spcBef>
                          <a:spcPct val="20000"/>
                        </a:spcBef>
                        <a:defRPr kumimoji="1" sz="1200">
                          <a:solidFill>
                            <a:schemeClr val="tx1"/>
                          </a:solidFill>
                          <a:latin typeface="-윤체M" panose="02020603050405020304" pitchFamily="18" charset="-127"/>
                          <a:ea typeface="-윤체M" panose="02020603050405020304" pitchFamily="18" charset="-127"/>
                        </a:defRPr>
                      </a:lvl5pPr>
                      <a:lvl6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6pPr>
                      <a:lvl7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7pPr>
                      <a:lvl8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8pPr>
                      <a:lvl9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rPr>
                        <a:t>cloudy</a:t>
                      </a:r>
                      <a:endParaRPr kumimoji="1" lang="zh-CN" altLang="en-US" sz="2400" b="0"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endParaRPr>
                    </a:p>
                  </a:txBody>
                  <a:tcPr marT="45719" marB="45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黑体" panose="02010609060101010101" pitchFamily="49" charset="-122"/>
                          <a:ea typeface="黑体" panose="02010609060101010101" pitchFamily="49" charset="-122"/>
                        </a:defRPr>
                      </a:lvl1pPr>
                      <a:lvl2pPr>
                        <a:spcBef>
                          <a:spcPct val="20000"/>
                        </a:spcBef>
                        <a:defRPr kumimoji="1">
                          <a:solidFill>
                            <a:schemeClr val="tx1"/>
                          </a:solidFill>
                          <a:latin typeface="-윤체M" panose="02020603050405020304" pitchFamily="18" charset="-127"/>
                          <a:ea typeface="-윤체M" panose="02020603050405020304" pitchFamily="18" charset="-127"/>
                        </a:defRPr>
                      </a:lvl2pPr>
                      <a:lvl3pPr>
                        <a:spcBef>
                          <a:spcPct val="20000"/>
                        </a:spcBef>
                        <a:defRPr kumimoji="1" sz="1600">
                          <a:solidFill>
                            <a:schemeClr val="tx1"/>
                          </a:solidFill>
                          <a:latin typeface="-윤체M" panose="02020603050405020304" pitchFamily="18" charset="-127"/>
                          <a:ea typeface="-윤체M" panose="02020603050405020304" pitchFamily="18" charset="-127"/>
                        </a:defRPr>
                      </a:lvl3pPr>
                      <a:lvl4pPr>
                        <a:spcBef>
                          <a:spcPct val="20000"/>
                        </a:spcBef>
                        <a:defRPr kumimoji="1" sz="1400">
                          <a:solidFill>
                            <a:schemeClr val="tx1"/>
                          </a:solidFill>
                          <a:latin typeface="-윤체M" panose="02020603050405020304" pitchFamily="18" charset="-127"/>
                          <a:ea typeface="-윤체M" panose="02020603050405020304" pitchFamily="18" charset="-127"/>
                        </a:defRPr>
                      </a:lvl4pPr>
                      <a:lvl5pPr>
                        <a:spcBef>
                          <a:spcPct val="20000"/>
                        </a:spcBef>
                        <a:defRPr kumimoji="1" sz="1200">
                          <a:solidFill>
                            <a:schemeClr val="tx1"/>
                          </a:solidFill>
                          <a:latin typeface="-윤체M" panose="02020603050405020304" pitchFamily="18" charset="-127"/>
                          <a:ea typeface="-윤체M" panose="02020603050405020304" pitchFamily="18" charset="-127"/>
                        </a:defRPr>
                      </a:lvl5pPr>
                      <a:lvl6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6pPr>
                      <a:lvl7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7pPr>
                      <a:lvl8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8pPr>
                      <a:lvl9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rPr>
                        <a:t>snow</a:t>
                      </a:r>
                      <a:endParaRPr kumimoji="1" lang="zh-CN" altLang="en-US" sz="2400" b="0"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endParaRPr>
                    </a:p>
                  </a:txBody>
                  <a:tcPr marT="45719" marB="4571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47333">
                <a:tc>
                  <a:txBody>
                    <a:bodyPr/>
                    <a:lstStyle>
                      <a:lvl1pPr>
                        <a:spcBef>
                          <a:spcPct val="20000"/>
                        </a:spcBef>
                        <a:defRPr kumimoji="1" sz="2800">
                          <a:solidFill>
                            <a:schemeClr val="tx1"/>
                          </a:solidFill>
                          <a:latin typeface="黑体" panose="02010609060101010101" pitchFamily="49" charset="-122"/>
                          <a:ea typeface="黑体" panose="02010609060101010101" pitchFamily="49" charset="-122"/>
                        </a:defRPr>
                      </a:lvl1pPr>
                      <a:lvl2pPr>
                        <a:spcBef>
                          <a:spcPct val="20000"/>
                        </a:spcBef>
                        <a:defRPr kumimoji="1">
                          <a:solidFill>
                            <a:schemeClr val="tx1"/>
                          </a:solidFill>
                          <a:latin typeface="-윤체M" panose="02020603050405020304" pitchFamily="18" charset="-127"/>
                          <a:ea typeface="-윤체M" panose="02020603050405020304" pitchFamily="18" charset="-127"/>
                        </a:defRPr>
                      </a:lvl2pPr>
                      <a:lvl3pPr>
                        <a:spcBef>
                          <a:spcPct val="20000"/>
                        </a:spcBef>
                        <a:defRPr kumimoji="1" sz="1600">
                          <a:solidFill>
                            <a:schemeClr val="tx1"/>
                          </a:solidFill>
                          <a:latin typeface="-윤체M" panose="02020603050405020304" pitchFamily="18" charset="-127"/>
                          <a:ea typeface="-윤체M" panose="02020603050405020304" pitchFamily="18" charset="-127"/>
                        </a:defRPr>
                      </a:lvl3pPr>
                      <a:lvl4pPr>
                        <a:spcBef>
                          <a:spcPct val="20000"/>
                        </a:spcBef>
                        <a:defRPr kumimoji="1" sz="1400">
                          <a:solidFill>
                            <a:schemeClr val="tx1"/>
                          </a:solidFill>
                          <a:latin typeface="-윤체M" panose="02020603050405020304" pitchFamily="18" charset="-127"/>
                          <a:ea typeface="-윤체M" panose="02020603050405020304" pitchFamily="18" charset="-127"/>
                        </a:defRPr>
                      </a:lvl4pPr>
                      <a:lvl5pPr>
                        <a:spcBef>
                          <a:spcPct val="20000"/>
                        </a:spcBef>
                        <a:defRPr kumimoji="1" sz="1200">
                          <a:solidFill>
                            <a:schemeClr val="tx1"/>
                          </a:solidFill>
                          <a:latin typeface="-윤체M" panose="02020603050405020304" pitchFamily="18" charset="-127"/>
                          <a:ea typeface="-윤체M" panose="02020603050405020304" pitchFamily="18" charset="-127"/>
                        </a:defRPr>
                      </a:lvl5pPr>
                      <a:lvl6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6pPr>
                      <a:lvl7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7pPr>
                      <a:lvl8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8pPr>
                      <a:lvl9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rPr>
                        <a:t>Drink T</a:t>
                      </a:r>
                      <a:endParaRPr kumimoji="1" lang="zh-CN" altLang="en-US" sz="2400" b="0"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endParaRPr>
                    </a:p>
                  </a:txBody>
                  <a:tcPr marT="45719" marB="4571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黑体" panose="02010609060101010101" pitchFamily="49" charset="-122"/>
                          <a:ea typeface="黑体" panose="02010609060101010101" pitchFamily="49" charset="-122"/>
                        </a:defRPr>
                      </a:lvl1pPr>
                      <a:lvl2pPr>
                        <a:spcBef>
                          <a:spcPct val="20000"/>
                        </a:spcBef>
                        <a:defRPr kumimoji="1">
                          <a:solidFill>
                            <a:schemeClr val="tx1"/>
                          </a:solidFill>
                          <a:latin typeface="-윤체M" panose="02020603050405020304" pitchFamily="18" charset="-127"/>
                          <a:ea typeface="-윤체M" panose="02020603050405020304" pitchFamily="18" charset="-127"/>
                        </a:defRPr>
                      </a:lvl2pPr>
                      <a:lvl3pPr>
                        <a:spcBef>
                          <a:spcPct val="20000"/>
                        </a:spcBef>
                        <a:defRPr kumimoji="1" sz="1600">
                          <a:solidFill>
                            <a:schemeClr val="tx1"/>
                          </a:solidFill>
                          <a:latin typeface="-윤체M" panose="02020603050405020304" pitchFamily="18" charset="-127"/>
                          <a:ea typeface="-윤체M" panose="02020603050405020304" pitchFamily="18" charset="-127"/>
                        </a:defRPr>
                      </a:lvl3pPr>
                      <a:lvl4pPr>
                        <a:spcBef>
                          <a:spcPct val="20000"/>
                        </a:spcBef>
                        <a:defRPr kumimoji="1" sz="1400">
                          <a:solidFill>
                            <a:schemeClr val="tx1"/>
                          </a:solidFill>
                          <a:latin typeface="-윤체M" panose="02020603050405020304" pitchFamily="18" charset="-127"/>
                          <a:ea typeface="-윤체M" panose="02020603050405020304" pitchFamily="18" charset="-127"/>
                        </a:defRPr>
                      </a:lvl4pPr>
                      <a:lvl5pPr>
                        <a:spcBef>
                          <a:spcPct val="20000"/>
                        </a:spcBef>
                        <a:defRPr kumimoji="1" sz="1200">
                          <a:solidFill>
                            <a:schemeClr val="tx1"/>
                          </a:solidFill>
                          <a:latin typeface="-윤체M" panose="02020603050405020304" pitchFamily="18" charset="-127"/>
                          <a:ea typeface="-윤체M" panose="02020603050405020304" pitchFamily="18" charset="-127"/>
                        </a:defRPr>
                      </a:lvl5pPr>
                      <a:lvl6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6pPr>
                      <a:lvl7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7pPr>
                      <a:lvl8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8pPr>
                      <a:lvl9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rPr>
                        <a:t>0.2</a:t>
                      </a:r>
                    </a:p>
                  </a:txBody>
                  <a:tcPr marT="45719" marB="45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黑体" panose="02010609060101010101" pitchFamily="49" charset="-122"/>
                          <a:ea typeface="黑体" panose="02010609060101010101" pitchFamily="49" charset="-122"/>
                        </a:defRPr>
                      </a:lvl1pPr>
                      <a:lvl2pPr>
                        <a:spcBef>
                          <a:spcPct val="20000"/>
                        </a:spcBef>
                        <a:defRPr kumimoji="1">
                          <a:solidFill>
                            <a:schemeClr val="tx1"/>
                          </a:solidFill>
                          <a:latin typeface="-윤체M" panose="02020603050405020304" pitchFamily="18" charset="-127"/>
                          <a:ea typeface="-윤체M" panose="02020603050405020304" pitchFamily="18" charset="-127"/>
                        </a:defRPr>
                      </a:lvl2pPr>
                      <a:lvl3pPr>
                        <a:spcBef>
                          <a:spcPct val="20000"/>
                        </a:spcBef>
                        <a:defRPr kumimoji="1" sz="1600">
                          <a:solidFill>
                            <a:schemeClr val="tx1"/>
                          </a:solidFill>
                          <a:latin typeface="-윤체M" panose="02020603050405020304" pitchFamily="18" charset="-127"/>
                          <a:ea typeface="-윤체M" panose="02020603050405020304" pitchFamily="18" charset="-127"/>
                        </a:defRPr>
                      </a:lvl3pPr>
                      <a:lvl4pPr>
                        <a:spcBef>
                          <a:spcPct val="20000"/>
                        </a:spcBef>
                        <a:defRPr kumimoji="1" sz="1400">
                          <a:solidFill>
                            <a:schemeClr val="tx1"/>
                          </a:solidFill>
                          <a:latin typeface="-윤체M" panose="02020603050405020304" pitchFamily="18" charset="-127"/>
                          <a:ea typeface="-윤체M" panose="02020603050405020304" pitchFamily="18" charset="-127"/>
                        </a:defRPr>
                      </a:lvl4pPr>
                      <a:lvl5pPr>
                        <a:spcBef>
                          <a:spcPct val="20000"/>
                        </a:spcBef>
                        <a:defRPr kumimoji="1" sz="1200">
                          <a:solidFill>
                            <a:schemeClr val="tx1"/>
                          </a:solidFill>
                          <a:latin typeface="-윤체M" panose="02020603050405020304" pitchFamily="18" charset="-127"/>
                          <a:ea typeface="-윤체M" panose="02020603050405020304" pitchFamily="18" charset="-127"/>
                        </a:defRPr>
                      </a:lvl5pPr>
                      <a:lvl6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6pPr>
                      <a:lvl7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7pPr>
                      <a:lvl8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8pPr>
                      <a:lvl9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2400" b="0" i="0" u="none" strike="noStrike" cap="none" normalizeH="0" baseline="0" dirty="0" smtClean="0">
                          <a:ln>
                            <a:noFill/>
                          </a:ln>
                          <a:solidFill>
                            <a:schemeClr val="tx1"/>
                          </a:solidFill>
                          <a:effectLst/>
                          <a:latin typeface="Times New Roman" panose="02020603050405020304" pitchFamily="18" charset="0"/>
                          <a:ea typeface="黑体" panose="02010609060101010101" pitchFamily="49" charset="-122"/>
                        </a:rPr>
                        <a:t>0.15</a:t>
                      </a:r>
                    </a:p>
                  </a:txBody>
                  <a:tcPr marT="45719" marB="45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黑体" panose="02010609060101010101" pitchFamily="49" charset="-122"/>
                          <a:ea typeface="黑体" panose="02010609060101010101" pitchFamily="49" charset="-122"/>
                        </a:defRPr>
                      </a:lvl1pPr>
                      <a:lvl2pPr>
                        <a:spcBef>
                          <a:spcPct val="20000"/>
                        </a:spcBef>
                        <a:defRPr kumimoji="1">
                          <a:solidFill>
                            <a:schemeClr val="tx1"/>
                          </a:solidFill>
                          <a:latin typeface="-윤체M" panose="02020603050405020304" pitchFamily="18" charset="-127"/>
                          <a:ea typeface="-윤체M" panose="02020603050405020304" pitchFamily="18" charset="-127"/>
                        </a:defRPr>
                      </a:lvl2pPr>
                      <a:lvl3pPr>
                        <a:spcBef>
                          <a:spcPct val="20000"/>
                        </a:spcBef>
                        <a:defRPr kumimoji="1" sz="1600">
                          <a:solidFill>
                            <a:schemeClr val="tx1"/>
                          </a:solidFill>
                          <a:latin typeface="-윤체M" panose="02020603050405020304" pitchFamily="18" charset="-127"/>
                          <a:ea typeface="-윤체M" panose="02020603050405020304" pitchFamily="18" charset="-127"/>
                        </a:defRPr>
                      </a:lvl3pPr>
                      <a:lvl4pPr>
                        <a:spcBef>
                          <a:spcPct val="20000"/>
                        </a:spcBef>
                        <a:defRPr kumimoji="1" sz="1400">
                          <a:solidFill>
                            <a:schemeClr val="tx1"/>
                          </a:solidFill>
                          <a:latin typeface="-윤체M" panose="02020603050405020304" pitchFamily="18" charset="-127"/>
                          <a:ea typeface="-윤체M" panose="02020603050405020304" pitchFamily="18" charset="-127"/>
                        </a:defRPr>
                      </a:lvl4pPr>
                      <a:lvl5pPr>
                        <a:spcBef>
                          <a:spcPct val="20000"/>
                        </a:spcBef>
                        <a:defRPr kumimoji="1" sz="1200">
                          <a:solidFill>
                            <a:schemeClr val="tx1"/>
                          </a:solidFill>
                          <a:latin typeface="-윤체M" panose="02020603050405020304" pitchFamily="18" charset="-127"/>
                          <a:ea typeface="-윤체M" panose="02020603050405020304" pitchFamily="18" charset="-127"/>
                        </a:defRPr>
                      </a:lvl5pPr>
                      <a:lvl6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6pPr>
                      <a:lvl7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7pPr>
                      <a:lvl8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8pPr>
                      <a:lvl9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2400" b="0" i="0" u="none" strike="noStrike" cap="none" normalizeH="0" baseline="0" dirty="0" smtClean="0">
                          <a:ln>
                            <a:noFill/>
                          </a:ln>
                          <a:solidFill>
                            <a:schemeClr val="tx1"/>
                          </a:solidFill>
                          <a:effectLst/>
                          <a:latin typeface="Times New Roman" panose="02020603050405020304" pitchFamily="18" charset="0"/>
                          <a:ea typeface="黑体" panose="02010609060101010101" pitchFamily="49" charset="-122"/>
                        </a:rPr>
                        <a:t>0.04</a:t>
                      </a:r>
                    </a:p>
                  </a:txBody>
                  <a:tcPr marT="45719" marB="45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黑体" panose="02010609060101010101" pitchFamily="49" charset="-122"/>
                          <a:ea typeface="黑体" panose="02010609060101010101" pitchFamily="49" charset="-122"/>
                        </a:defRPr>
                      </a:lvl1pPr>
                      <a:lvl2pPr>
                        <a:spcBef>
                          <a:spcPct val="20000"/>
                        </a:spcBef>
                        <a:defRPr kumimoji="1">
                          <a:solidFill>
                            <a:schemeClr val="tx1"/>
                          </a:solidFill>
                          <a:latin typeface="-윤체M" panose="02020603050405020304" pitchFamily="18" charset="-127"/>
                          <a:ea typeface="-윤체M" panose="02020603050405020304" pitchFamily="18" charset="-127"/>
                        </a:defRPr>
                      </a:lvl2pPr>
                      <a:lvl3pPr>
                        <a:spcBef>
                          <a:spcPct val="20000"/>
                        </a:spcBef>
                        <a:defRPr kumimoji="1" sz="1600">
                          <a:solidFill>
                            <a:schemeClr val="tx1"/>
                          </a:solidFill>
                          <a:latin typeface="-윤체M" panose="02020603050405020304" pitchFamily="18" charset="-127"/>
                          <a:ea typeface="-윤체M" panose="02020603050405020304" pitchFamily="18" charset="-127"/>
                        </a:defRPr>
                      </a:lvl3pPr>
                      <a:lvl4pPr>
                        <a:spcBef>
                          <a:spcPct val="20000"/>
                        </a:spcBef>
                        <a:defRPr kumimoji="1" sz="1400">
                          <a:solidFill>
                            <a:schemeClr val="tx1"/>
                          </a:solidFill>
                          <a:latin typeface="-윤체M" panose="02020603050405020304" pitchFamily="18" charset="-127"/>
                          <a:ea typeface="-윤체M" panose="02020603050405020304" pitchFamily="18" charset="-127"/>
                        </a:defRPr>
                      </a:lvl4pPr>
                      <a:lvl5pPr>
                        <a:spcBef>
                          <a:spcPct val="20000"/>
                        </a:spcBef>
                        <a:defRPr kumimoji="1" sz="1200">
                          <a:solidFill>
                            <a:schemeClr val="tx1"/>
                          </a:solidFill>
                          <a:latin typeface="-윤체M" panose="02020603050405020304" pitchFamily="18" charset="-127"/>
                          <a:ea typeface="-윤체M" panose="02020603050405020304" pitchFamily="18" charset="-127"/>
                        </a:defRPr>
                      </a:lvl5pPr>
                      <a:lvl6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6pPr>
                      <a:lvl7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7pPr>
                      <a:lvl8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8pPr>
                      <a:lvl9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rPr>
                        <a:t>0.015</a:t>
                      </a:r>
                    </a:p>
                  </a:txBody>
                  <a:tcPr marT="45719" marB="4571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46277">
                <a:tc>
                  <a:txBody>
                    <a:bodyPr/>
                    <a:lstStyle>
                      <a:lvl1pPr>
                        <a:spcBef>
                          <a:spcPct val="20000"/>
                        </a:spcBef>
                        <a:defRPr kumimoji="1" sz="2800">
                          <a:solidFill>
                            <a:schemeClr val="tx1"/>
                          </a:solidFill>
                          <a:latin typeface="黑体" panose="02010609060101010101" pitchFamily="49" charset="-122"/>
                          <a:ea typeface="黑体" panose="02010609060101010101" pitchFamily="49" charset="-122"/>
                        </a:defRPr>
                      </a:lvl1pPr>
                      <a:lvl2pPr>
                        <a:spcBef>
                          <a:spcPct val="20000"/>
                        </a:spcBef>
                        <a:defRPr kumimoji="1">
                          <a:solidFill>
                            <a:schemeClr val="tx1"/>
                          </a:solidFill>
                          <a:latin typeface="-윤체M" panose="02020603050405020304" pitchFamily="18" charset="-127"/>
                          <a:ea typeface="-윤체M" panose="02020603050405020304" pitchFamily="18" charset="-127"/>
                        </a:defRPr>
                      </a:lvl2pPr>
                      <a:lvl3pPr>
                        <a:spcBef>
                          <a:spcPct val="20000"/>
                        </a:spcBef>
                        <a:defRPr kumimoji="1" sz="1600">
                          <a:solidFill>
                            <a:schemeClr val="tx1"/>
                          </a:solidFill>
                          <a:latin typeface="-윤체M" panose="02020603050405020304" pitchFamily="18" charset="-127"/>
                          <a:ea typeface="-윤체M" panose="02020603050405020304" pitchFamily="18" charset="-127"/>
                        </a:defRPr>
                      </a:lvl3pPr>
                      <a:lvl4pPr>
                        <a:spcBef>
                          <a:spcPct val="20000"/>
                        </a:spcBef>
                        <a:defRPr kumimoji="1" sz="1400">
                          <a:solidFill>
                            <a:schemeClr val="tx1"/>
                          </a:solidFill>
                          <a:latin typeface="-윤체M" panose="02020603050405020304" pitchFamily="18" charset="-127"/>
                          <a:ea typeface="-윤체M" panose="02020603050405020304" pitchFamily="18" charset="-127"/>
                        </a:defRPr>
                      </a:lvl4pPr>
                      <a:lvl5pPr>
                        <a:spcBef>
                          <a:spcPct val="20000"/>
                        </a:spcBef>
                        <a:defRPr kumimoji="1" sz="1200">
                          <a:solidFill>
                            <a:schemeClr val="tx1"/>
                          </a:solidFill>
                          <a:latin typeface="-윤체M" panose="02020603050405020304" pitchFamily="18" charset="-127"/>
                          <a:ea typeface="-윤체M" panose="02020603050405020304" pitchFamily="18" charset="-127"/>
                        </a:defRPr>
                      </a:lvl5pPr>
                      <a:lvl6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6pPr>
                      <a:lvl7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7pPr>
                      <a:lvl8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8pPr>
                      <a:lvl9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2400" b="0" i="0" u="none" strike="noStrike" cap="none" normalizeH="0" baseline="0" dirty="0" smtClean="0">
                          <a:ln>
                            <a:noFill/>
                          </a:ln>
                          <a:solidFill>
                            <a:schemeClr val="tx1"/>
                          </a:solidFill>
                          <a:effectLst/>
                          <a:latin typeface="Times New Roman" panose="02020603050405020304" pitchFamily="18" charset="0"/>
                          <a:ea typeface="黑体" panose="02010609060101010101" pitchFamily="49" charset="-122"/>
                        </a:rPr>
                        <a:t>Drink F</a:t>
                      </a:r>
                      <a:endParaRPr kumimoji="1" lang="zh-CN" altLang="en-US" sz="2400" b="0" i="0" u="none" strike="noStrike" cap="none" normalizeH="0" baseline="0" dirty="0" smtClean="0">
                        <a:ln>
                          <a:noFill/>
                        </a:ln>
                        <a:solidFill>
                          <a:schemeClr val="tx1"/>
                        </a:solidFill>
                        <a:effectLst/>
                        <a:latin typeface="Times New Roman" panose="02020603050405020304" pitchFamily="18" charset="0"/>
                        <a:ea typeface="黑体" panose="02010609060101010101" pitchFamily="49" charset="-122"/>
                      </a:endParaRPr>
                    </a:p>
                  </a:txBody>
                  <a:tcPr marT="45719" marB="4571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黑体" panose="02010609060101010101" pitchFamily="49" charset="-122"/>
                          <a:ea typeface="黑体" panose="02010609060101010101" pitchFamily="49" charset="-122"/>
                        </a:defRPr>
                      </a:lvl1pPr>
                      <a:lvl2pPr>
                        <a:spcBef>
                          <a:spcPct val="20000"/>
                        </a:spcBef>
                        <a:defRPr kumimoji="1">
                          <a:solidFill>
                            <a:schemeClr val="tx1"/>
                          </a:solidFill>
                          <a:latin typeface="-윤체M" panose="02020603050405020304" pitchFamily="18" charset="-127"/>
                          <a:ea typeface="-윤체M" panose="02020603050405020304" pitchFamily="18" charset="-127"/>
                        </a:defRPr>
                      </a:lvl2pPr>
                      <a:lvl3pPr>
                        <a:spcBef>
                          <a:spcPct val="20000"/>
                        </a:spcBef>
                        <a:defRPr kumimoji="1" sz="1600">
                          <a:solidFill>
                            <a:schemeClr val="tx1"/>
                          </a:solidFill>
                          <a:latin typeface="-윤체M" panose="02020603050405020304" pitchFamily="18" charset="-127"/>
                          <a:ea typeface="-윤체M" panose="02020603050405020304" pitchFamily="18" charset="-127"/>
                        </a:defRPr>
                      </a:lvl3pPr>
                      <a:lvl4pPr>
                        <a:spcBef>
                          <a:spcPct val="20000"/>
                        </a:spcBef>
                        <a:defRPr kumimoji="1" sz="1400">
                          <a:solidFill>
                            <a:schemeClr val="tx1"/>
                          </a:solidFill>
                          <a:latin typeface="-윤체M" panose="02020603050405020304" pitchFamily="18" charset="-127"/>
                          <a:ea typeface="-윤체M" panose="02020603050405020304" pitchFamily="18" charset="-127"/>
                        </a:defRPr>
                      </a:lvl4pPr>
                      <a:lvl5pPr>
                        <a:spcBef>
                          <a:spcPct val="20000"/>
                        </a:spcBef>
                        <a:defRPr kumimoji="1" sz="1200">
                          <a:solidFill>
                            <a:schemeClr val="tx1"/>
                          </a:solidFill>
                          <a:latin typeface="-윤체M" panose="02020603050405020304" pitchFamily="18" charset="-127"/>
                          <a:ea typeface="-윤체M" panose="02020603050405020304" pitchFamily="18" charset="-127"/>
                        </a:defRPr>
                      </a:lvl5pPr>
                      <a:lvl6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6pPr>
                      <a:lvl7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7pPr>
                      <a:lvl8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8pPr>
                      <a:lvl9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rPr>
                        <a:t>0.5</a:t>
                      </a:r>
                    </a:p>
                  </a:txBody>
                  <a:tcPr marT="45719" marB="45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黑体" panose="02010609060101010101" pitchFamily="49" charset="-122"/>
                          <a:ea typeface="黑体" panose="02010609060101010101" pitchFamily="49" charset="-122"/>
                        </a:defRPr>
                      </a:lvl1pPr>
                      <a:lvl2pPr>
                        <a:spcBef>
                          <a:spcPct val="20000"/>
                        </a:spcBef>
                        <a:defRPr kumimoji="1">
                          <a:solidFill>
                            <a:schemeClr val="tx1"/>
                          </a:solidFill>
                          <a:latin typeface="-윤체M" panose="02020603050405020304" pitchFamily="18" charset="-127"/>
                          <a:ea typeface="-윤체M" panose="02020603050405020304" pitchFamily="18" charset="-127"/>
                        </a:defRPr>
                      </a:lvl2pPr>
                      <a:lvl3pPr>
                        <a:spcBef>
                          <a:spcPct val="20000"/>
                        </a:spcBef>
                        <a:defRPr kumimoji="1" sz="1600">
                          <a:solidFill>
                            <a:schemeClr val="tx1"/>
                          </a:solidFill>
                          <a:latin typeface="-윤체M" panose="02020603050405020304" pitchFamily="18" charset="-127"/>
                          <a:ea typeface="-윤체M" panose="02020603050405020304" pitchFamily="18" charset="-127"/>
                        </a:defRPr>
                      </a:lvl3pPr>
                      <a:lvl4pPr>
                        <a:spcBef>
                          <a:spcPct val="20000"/>
                        </a:spcBef>
                        <a:defRPr kumimoji="1" sz="1400">
                          <a:solidFill>
                            <a:schemeClr val="tx1"/>
                          </a:solidFill>
                          <a:latin typeface="-윤체M" panose="02020603050405020304" pitchFamily="18" charset="-127"/>
                          <a:ea typeface="-윤체M" panose="02020603050405020304" pitchFamily="18" charset="-127"/>
                        </a:defRPr>
                      </a:lvl4pPr>
                      <a:lvl5pPr>
                        <a:spcBef>
                          <a:spcPct val="20000"/>
                        </a:spcBef>
                        <a:defRPr kumimoji="1" sz="1200">
                          <a:solidFill>
                            <a:schemeClr val="tx1"/>
                          </a:solidFill>
                          <a:latin typeface="-윤체M" panose="02020603050405020304" pitchFamily="18" charset="-127"/>
                          <a:ea typeface="-윤체M" panose="02020603050405020304" pitchFamily="18" charset="-127"/>
                        </a:defRPr>
                      </a:lvl5pPr>
                      <a:lvl6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6pPr>
                      <a:lvl7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7pPr>
                      <a:lvl8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8pPr>
                      <a:lvl9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2400" b="0" i="0" u="none" strike="noStrike" cap="none" normalizeH="0" baseline="0" dirty="0" smtClean="0">
                          <a:ln>
                            <a:noFill/>
                          </a:ln>
                          <a:solidFill>
                            <a:schemeClr val="tx1"/>
                          </a:solidFill>
                          <a:effectLst/>
                          <a:latin typeface="Times New Roman" panose="02020603050405020304" pitchFamily="18" charset="0"/>
                          <a:ea typeface="黑体" panose="02010609060101010101" pitchFamily="49" charset="-122"/>
                        </a:rPr>
                        <a:t>0.05</a:t>
                      </a:r>
                    </a:p>
                  </a:txBody>
                  <a:tcPr marT="45719" marB="45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黑体" panose="02010609060101010101" pitchFamily="49" charset="-122"/>
                          <a:ea typeface="黑体" panose="02010609060101010101" pitchFamily="49" charset="-122"/>
                        </a:defRPr>
                      </a:lvl1pPr>
                      <a:lvl2pPr>
                        <a:spcBef>
                          <a:spcPct val="20000"/>
                        </a:spcBef>
                        <a:defRPr kumimoji="1">
                          <a:solidFill>
                            <a:schemeClr val="tx1"/>
                          </a:solidFill>
                          <a:latin typeface="-윤체M" panose="02020603050405020304" pitchFamily="18" charset="-127"/>
                          <a:ea typeface="-윤체M" panose="02020603050405020304" pitchFamily="18" charset="-127"/>
                        </a:defRPr>
                      </a:lvl2pPr>
                      <a:lvl3pPr>
                        <a:spcBef>
                          <a:spcPct val="20000"/>
                        </a:spcBef>
                        <a:defRPr kumimoji="1" sz="1600">
                          <a:solidFill>
                            <a:schemeClr val="tx1"/>
                          </a:solidFill>
                          <a:latin typeface="-윤체M" panose="02020603050405020304" pitchFamily="18" charset="-127"/>
                          <a:ea typeface="-윤체M" panose="02020603050405020304" pitchFamily="18" charset="-127"/>
                        </a:defRPr>
                      </a:lvl3pPr>
                      <a:lvl4pPr>
                        <a:spcBef>
                          <a:spcPct val="20000"/>
                        </a:spcBef>
                        <a:defRPr kumimoji="1" sz="1400">
                          <a:solidFill>
                            <a:schemeClr val="tx1"/>
                          </a:solidFill>
                          <a:latin typeface="-윤체M" panose="02020603050405020304" pitchFamily="18" charset="-127"/>
                          <a:ea typeface="-윤체M" panose="02020603050405020304" pitchFamily="18" charset="-127"/>
                        </a:defRPr>
                      </a:lvl4pPr>
                      <a:lvl5pPr>
                        <a:spcBef>
                          <a:spcPct val="20000"/>
                        </a:spcBef>
                        <a:defRPr kumimoji="1" sz="1200">
                          <a:solidFill>
                            <a:schemeClr val="tx1"/>
                          </a:solidFill>
                          <a:latin typeface="-윤체M" panose="02020603050405020304" pitchFamily="18" charset="-127"/>
                          <a:ea typeface="-윤체M" panose="02020603050405020304" pitchFamily="18" charset="-127"/>
                        </a:defRPr>
                      </a:lvl5pPr>
                      <a:lvl6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6pPr>
                      <a:lvl7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7pPr>
                      <a:lvl8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8pPr>
                      <a:lvl9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2400" b="0" i="0" u="none" strike="noStrike" cap="none" normalizeH="0" baseline="0" dirty="0" smtClean="0">
                          <a:ln>
                            <a:noFill/>
                          </a:ln>
                          <a:solidFill>
                            <a:schemeClr val="tx1"/>
                          </a:solidFill>
                          <a:effectLst/>
                          <a:latin typeface="Times New Roman" panose="02020603050405020304" pitchFamily="18" charset="0"/>
                          <a:ea typeface="黑体" panose="02010609060101010101" pitchFamily="49" charset="-122"/>
                        </a:rPr>
                        <a:t>0.04</a:t>
                      </a:r>
                    </a:p>
                  </a:txBody>
                  <a:tcPr marT="45719" marB="4571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黑体" panose="02010609060101010101" pitchFamily="49" charset="-122"/>
                          <a:ea typeface="黑体" panose="02010609060101010101" pitchFamily="49" charset="-122"/>
                        </a:defRPr>
                      </a:lvl1pPr>
                      <a:lvl2pPr>
                        <a:spcBef>
                          <a:spcPct val="20000"/>
                        </a:spcBef>
                        <a:defRPr kumimoji="1">
                          <a:solidFill>
                            <a:schemeClr val="tx1"/>
                          </a:solidFill>
                          <a:latin typeface="-윤체M" panose="02020603050405020304" pitchFamily="18" charset="-127"/>
                          <a:ea typeface="-윤체M" panose="02020603050405020304" pitchFamily="18" charset="-127"/>
                        </a:defRPr>
                      </a:lvl2pPr>
                      <a:lvl3pPr>
                        <a:spcBef>
                          <a:spcPct val="20000"/>
                        </a:spcBef>
                        <a:defRPr kumimoji="1" sz="1600">
                          <a:solidFill>
                            <a:schemeClr val="tx1"/>
                          </a:solidFill>
                          <a:latin typeface="-윤체M" panose="02020603050405020304" pitchFamily="18" charset="-127"/>
                          <a:ea typeface="-윤체M" panose="02020603050405020304" pitchFamily="18" charset="-127"/>
                        </a:defRPr>
                      </a:lvl3pPr>
                      <a:lvl4pPr>
                        <a:spcBef>
                          <a:spcPct val="20000"/>
                        </a:spcBef>
                        <a:defRPr kumimoji="1" sz="1400">
                          <a:solidFill>
                            <a:schemeClr val="tx1"/>
                          </a:solidFill>
                          <a:latin typeface="-윤체M" panose="02020603050405020304" pitchFamily="18" charset="-127"/>
                          <a:ea typeface="-윤체M" panose="02020603050405020304" pitchFamily="18" charset="-127"/>
                        </a:defRPr>
                      </a:lvl4pPr>
                      <a:lvl5pPr>
                        <a:spcBef>
                          <a:spcPct val="20000"/>
                        </a:spcBef>
                        <a:defRPr kumimoji="1" sz="1200">
                          <a:solidFill>
                            <a:schemeClr val="tx1"/>
                          </a:solidFill>
                          <a:latin typeface="-윤체M" panose="02020603050405020304" pitchFamily="18" charset="-127"/>
                          <a:ea typeface="-윤체M" panose="02020603050405020304" pitchFamily="18" charset="-127"/>
                        </a:defRPr>
                      </a:lvl5pPr>
                      <a:lvl6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6pPr>
                      <a:lvl7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7pPr>
                      <a:lvl8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8pPr>
                      <a:lvl9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2400" b="0" i="0" u="none" strike="noStrike" cap="none" normalizeH="0" baseline="0" dirty="0" smtClean="0">
                          <a:ln>
                            <a:noFill/>
                          </a:ln>
                          <a:solidFill>
                            <a:schemeClr val="tx1"/>
                          </a:solidFill>
                          <a:effectLst/>
                          <a:latin typeface="Times New Roman" panose="02020603050405020304" pitchFamily="18" charset="0"/>
                          <a:ea typeface="黑体" panose="02010609060101010101" pitchFamily="49" charset="-122"/>
                        </a:rPr>
                        <a:t>0.005</a:t>
                      </a:r>
                    </a:p>
                  </a:txBody>
                  <a:tcPr marT="45719" marB="4571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358155350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40003">
                                            <p:txEl>
                                              <p:pRg st="0" end="0"/>
                                            </p:txEl>
                                          </p:spTgt>
                                        </p:tgtEl>
                                        <p:attrNameLst>
                                          <p:attrName>style.visibility</p:attrName>
                                        </p:attrNameLst>
                                      </p:cBhvr>
                                      <p:to>
                                        <p:strVal val="visible"/>
                                      </p:to>
                                    </p:set>
                                    <p:animEffect transition="in" filter="blinds(horizontal)">
                                      <p:cBhvr>
                                        <p:cTn id="7" dur="500"/>
                                        <p:tgtEl>
                                          <p:spTgt spid="64000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40003">
                                            <p:txEl>
                                              <p:pRg st="1" end="1"/>
                                            </p:txEl>
                                          </p:spTgt>
                                        </p:tgtEl>
                                        <p:attrNameLst>
                                          <p:attrName>style.visibility</p:attrName>
                                        </p:attrNameLst>
                                      </p:cBhvr>
                                      <p:to>
                                        <p:strVal val="visible"/>
                                      </p:to>
                                    </p:set>
                                    <p:animEffect transition="in" filter="blinds(horizontal)">
                                      <p:cBhvr>
                                        <p:cTn id="12" dur="500"/>
                                        <p:tgtEl>
                                          <p:spTgt spid="64000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640003">
                                            <p:txEl>
                                              <p:pRg st="2" end="2"/>
                                            </p:txEl>
                                          </p:spTgt>
                                        </p:tgtEl>
                                        <p:attrNameLst>
                                          <p:attrName>style.visibility</p:attrName>
                                        </p:attrNameLst>
                                      </p:cBhvr>
                                      <p:to>
                                        <p:strVal val="visible"/>
                                      </p:to>
                                    </p:set>
                                    <p:animEffect transition="in" filter="blinds(horizontal)">
                                      <p:cBhvr>
                                        <p:cTn id="17" dur="500"/>
                                        <p:tgtEl>
                                          <p:spTgt spid="64000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640003">
                                            <p:txEl>
                                              <p:pRg st="3" end="3"/>
                                            </p:txEl>
                                          </p:spTgt>
                                        </p:tgtEl>
                                        <p:attrNameLst>
                                          <p:attrName>style.visibility</p:attrName>
                                        </p:attrNameLst>
                                      </p:cBhvr>
                                      <p:to>
                                        <p:strVal val="visible"/>
                                      </p:to>
                                    </p:set>
                                    <p:animEffect transition="in" filter="blinds(horizontal)">
                                      <p:cBhvr>
                                        <p:cTn id="22" dur="500"/>
                                        <p:tgtEl>
                                          <p:spTgt spid="64000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7">
                                            <p:txEl>
                                              <p:pRg st="0" end="0"/>
                                            </p:txEl>
                                          </p:spTgt>
                                        </p:tgtEl>
                                        <p:attrNameLst>
                                          <p:attrName>style.visibility</p:attrName>
                                        </p:attrNameLst>
                                      </p:cBhvr>
                                      <p:to>
                                        <p:strVal val="visible"/>
                                      </p:to>
                                    </p:set>
                                    <p:animEffect transition="in" filter="blinds(horizontal)">
                                      <p:cBhvr>
                                        <p:cTn id="27" dur="500"/>
                                        <p:tgtEl>
                                          <p:spTgt spid="7">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7">
                                            <p:txEl>
                                              <p:pRg st="1" end="1"/>
                                            </p:txEl>
                                          </p:spTgt>
                                        </p:tgtEl>
                                        <p:attrNameLst>
                                          <p:attrName>style.visibility</p:attrName>
                                        </p:attrNameLst>
                                      </p:cBhvr>
                                      <p:to>
                                        <p:strVal val="visible"/>
                                      </p:to>
                                    </p:set>
                                    <p:animEffect transition="in" filter="blinds(horizontal)">
                                      <p:cBhvr>
                                        <p:cTn id="32" dur="500"/>
                                        <p:tgtEl>
                                          <p:spTgt spid="7">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blinds(horizontal)">
                                      <p:cBhvr>
                                        <p:cTn id="3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灯片编号占位符 4"/>
          <p:cNvSpPr>
            <a:spLocks noGrp="1"/>
          </p:cNvSpPr>
          <p:nvPr>
            <p:ph type="sldNum" sz="quarter" idx="10"/>
          </p:nvPr>
        </p:nvSpPr>
        <p:spPr>
          <a:noFill/>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20603050405020304" pitchFamily="18" charset="-127"/>
                <a:ea typeface="-윤체M" panose="02020603050405020304" pitchFamily="18" charset="-127"/>
              </a:defRPr>
            </a:lvl2pPr>
            <a:lvl3pPr marL="1143000" indent="-228600" latinLnBrk="1">
              <a:spcBef>
                <a:spcPct val="20000"/>
              </a:spcBef>
              <a:buChar char="•"/>
              <a:defRPr kumimoji="1">
                <a:solidFill>
                  <a:schemeClr val="tx1"/>
                </a:solidFill>
                <a:latin typeface="-윤체M" panose="02020603050405020304" pitchFamily="18" charset="-127"/>
                <a:ea typeface="-윤체M" panose="02020603050405020304" pitchFamily="18" charset="-127"/>
              </a:defRPr>
            </a:lvl3pPr>
            <a:lvl4pPr marL="1600200" indent="-228600" latinLnBrk="1">
              <a:spcBef>
                <a:spcPct val="20000"/>
              </a:spcBef>
              <a:buChar char="•"/>
              <a:defRPr kumimoji="1" sz="1600">
                <a:solidFill>
                  <a:schemeClr val="tx1"/>
                </a:solidFill>
                <a:latin typeface="-윤체M" panose="02020603050405020304" pitchFamily="18" charset="-127"/>
                <a:ea typeface="-윤체M" panose="02020603050405020304" pitchFamily="18" charset="-127"/>
              </a:defRPr>
            </a:lvl4pPr>
            <a:lvl5pPr marL="2057400" indent="-228600" latinLnBrk="1">
              <a:spcBef>
                <a:spcPct val="20000"/>
              </a:spcBef>
              <a:buChar char="•"/>
              <a:defRPr kumimoji="1" sz="1400">
                <a:solidFill>
                  <a:schemeClr val="tx1"/>
                </a:solidFill>
                <a:latin typeface="-윤체M" panose="02020603050405020304" pitchFamily="18" charset="-127"/>
                <a:ea typeface="-윤체M" panose="02020603050405020304"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20603050405020304" pitchFamily="18" charset="-127"/>
                <a:ea typeface="-윤체M" panose="02020603050405020304"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20603050405020304" pitchFamily="18" charset="-127"/>
                <a:ea typeface="-윤체M" panose="02020603050405020304"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20603050405020304" pitchFamily="18" charset="-127"/>
                <a:ea typeface="-윤체M" panose="02020603050405020304"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20603050405020304" pitchFamily="18" charset="-127"/>
                <a:ea typeface="-윤체M" panose="02020603050405020304" pitchFamily="18" charset="-127"/>
              </a:defRPr>
            </a:lvl9pPr>
          </a:lstStyle>
          <a:p>
            <a:pPr>
              <a:spcBef>
                <a:spcPct val="0"/>
              </a:spcBef>
              <a:buFontTx/>
              <a:buNone/>
            </a:pPr>
            <a:fld id="{54D90035-2C27-49EA-97AC-B53756DA6A74}" type="slidenum">
              <a:rPr lang="zh-CN" altLang="en-US" sz="1400" smtClean="0">
                <a:latin typeface="Gulim" panose="020B0604020202020204" pitchFamily="34" charset="-127"/>
                <a:ea typeface="Gulim" panose="020B0604020202020204" pitchFamily="34" charset="-127"/>
              </a:rPr>
              <a:pPr>
                <a:spcBef>
                  <a:spcPct val="0"/>
                </a:spcBef>
                <a:buFontTx/>
                <a:buNone/>
              </a:pPr>
              <a:t>94</a:t>
            </a:fld>
            <a:endParaRPr lang="en-US" altLang="zh-CN" sz="1400" smtClean="0">
              <a:latin typeface="Gulim" panose="020B0604020202020204" pitchFamily="34" charset="-127"/>
              <a:ea typeface="Gulim" panose="020B0604020202020204" pitchFamily="34" charset="-127"/>
            </a:endParaRPr>
          </a:p>
        </p:txBody>
      </p:sp>
      <p:sp>
        <p:nvSpPr>
          <p:cNvPr id="650242" name="Rectangle 2"/>
          <p:cNvSpPr>
            <a:spLocks noGrp="1" noChangeArrowheads="1"/>
          </p:cNvSpPr>
          <p:nvPr>
            <p:ph type="title"/>
          </p:nvPr>
        </p:nvSpPr>
        <p:spPr>
          <a:xfrm>
            <a:off x="815357" y="226219"/>
            <a:ext cx="7772400" cy="731838"/>
          </a:xfrm>
        </p:spPr>
        <p:txBody>
          <a:bodyPr/>
          <a:lstStyle/>
          <a:p>
            <a:pPr algn="ctr" eaLnBrk="1" hangingPunct="1">
              <a:defRPr/>
            </a:pPr>
            <a:r>
              <a:rPr lang="zh-CN" altLang="en-US" sz="3200" b="1" dirty="0">
                <a:solidFill>
                  <a:schemeClr val="tx1"/>
                </a:solidFill>
                <a:latin typeface="微软雅黑" panose="020B0503020204020204" pitchFamily="34" charset="-122"/>
                <a:ea typeface="微软雅黑" panose="020B0503020204020204" pitchFamily="34" charset="-122"/>
              </a:rPr>
              <a:t>原子事件</a:t>
            </a:r>
            <a:r>
              <a:rPr lang="zh-CN" altLang="en-US" sz="3200" b="1" dirty="0">
                <a:solidFill>
                  <a:schemeClr val="tx1"/>
                </a:solidFill>
                <a:latin typeface="微软雅黑" panose="020B0503020204020204" pitchFamily="34" charset="-122"/>
                <a:ea typeface="微软雅黑" panose="020B0503020204020204" pitchFamily="34" charset="-122"/>
              </a:rPr>
              <a:t>性质</a:t>
            </a:r>
            <a:endParaRPr lang="en-US" altLang="zh-CN" sz="3200" b="1" dirty="0">
              <a:solidFill>
                <a:schemeClr val="tx1"/>
              </a:solidFill>
              <a:latin typeface="微软雅黑" panose="020B0503020204020204" pitchFamily="34" charset="-122"/>
              <a:ea typeface="微软雅黑" panose="020B0503020204020204" pitchFamily="34" charset="-122"/>
            </a:endParaRPr>
          </a:p>
        </p:txBody>
      </p:sp>
      <p:sp>
        <p:nvSpPr>
          <p:cNvPr id="650243" name="Rectangle 3"/>
          <p:cNvSpPr>
            <a:spLocks noGrp="1" noChangeArrowheads="1"/>
          </p:cNvSpPr>
          <p:nvPr>
            <p:ph type="body" sz="half" idx="1"/>
          </p:nvPr>
        </p:nvSpPr>
        <p:spPr>
          <a:xfrm>
            <a:off x="323528" y="3316426"/>
            <a:ext cx="7761288" cy="4751387"/>
          </a:xfrm>
        </p:spPr>
        <p:txBody>
          <a:bodyPr/>
          <a:lstStyle/>
          <a:p>
            <a:pPr algn="just" eaLnBrk="1" hangingPunct="1">
              <a:lnSpc>
                <a:spcPct val="115000"/>
              </a:lnSpc>
              <a:spcBef>
                <a:spcPct val="40000"/>
              </a:spcBef>
            </a:pPr>
            <a:endPar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endParaRPr>
          </a:p>
          <a:p>
            <a:pPr algn="just" eaLnBrk="1" hangingPunct="1">
              <a:lnSpc>
                <a:spcPct val="115000"/>
              </a:lnSpc>
              <a:spcBef>
                <a:spcPct val="40000"/>
              </a:spcBef>
            </a:pP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根据原子事件的性质</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 ，得到如下全联合概率分布</a:t>
            </a:r>
          </a:p>
          <a:p>
            <a:pPr algn="just" eaLnBrk="1" hangingPunct="1">
              <a:lnSpc>
                <a:spcPct val="115000"/>
              </a:lnSpc>
              <a:spcBef>
                <a:spcPct val="40000"/>
              </a:spcBef>
            </a:pPr>
            <a:endPar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endParaRPr>
          </a:p>
          <a:p>
            <a:pPr algn="just" eaLnBrk="1" hangingPunct="1">
              <a:lnSpc>
                <a:spcPct val="115000"/>
              </a:lnSpc>
              <a:spcBef>
                <a:spcPct val="40000"/>
              </a:spcBef>
            </a:pPr>
            <a:endPar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endParaRPr>
          </a:p>
          <a:p>
            <a:pPr algn="just" eaLnBrk="1" hangingPunct="1">
              <a:lnSpc>
                <a:spcPct val="115000"/>
              </a:lnSpc>
              <a:spcBef>
                <a:spcPct val="40000"/>
              </a:spcBef>
            </a:pPr>
            <a:r>
              <a:rPr lang="zh-CN" altLang="en-US" sz="2400" dirty="0" smtClean="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利用全联合概率分布表可以进行所有命题的推理</a:t>
            </a:r>
            <a:endParaRPr lang="en-US" altLang="zh-CN" sz="2400" dirty="0" smtClean="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650245" name="Object 5"/>
          <p:cNvGraphicFramePr>
            <a:graphicFrameLocks noGrp="1" noChangeAspect="1"/>
          </p:cNvGraphicFramePr>
          <p:nvPr>
            <p:ph sz="half" idx="2"/>
            <p:extLst>
              <p:ext uri="{D42A27DB-BD31-4B8C-83A1-F6EECF244321}">
                <p14:modId xmlns:p14="http://schemas.microsoft.com/office/powerpoint/2010/main" val="3192385398"/>
              </p:ext>
            </p:extLst>
          </p:nvPr>
        </p:nvGraphicFramePr>
        <p:xfrm>
          <a:off x="1530155" y="4611822"/>
          <a:ext cx="5348034" cy="839105"/>
        </p:xfrm>
        <a:graphic>
          <a:graphicData uri="http://schemas.openxmlformats.org/presentationml/2006/ole">
            <mc:AlternateContent xmlns:mc="http://schemas.openxmlformats.org/markup-compatibility/2006">
              <mc:Choice xmlns:v="urn:schemas-microsoft-com:vml" Requires="v">
                <p:oleObj spid="_x0000_s13338" name="Equation" r:id="rId4" imgW="2349500" imgH="368300" progId="Equation.DSMT4">
                  <p:embed/>
                </p:oleObj>
              </mc:Choice>
              <mc:Fallback>
                <p:oleObj name="Equation" r:id="rId4" imgW="2349500" imgH="3683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30155" y="4611822"/>
                        <a:ext cx="5348034" cy="839105"/>
                      </a:xfrm>
                      <a:prstGeom prst="rect">
                        <a:avLst/>
                      </a:prstGeom>
                      <a:noFill/>
                      <a:ln>
                        <a:noFill/>
                      </a:ln>
                    </p:spPr>
                  </p:pic>
                </p:oleObj>
              </mc:Fallback>
            </mc:AlternateContent>
          </a:graphicData>
        </a:graphic>
      </p:graphicFrame>
      <p:pic>
        <p:nvPicPr>
          <p:cNvPr id="36871"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39752" y="3145877"/>
            <a:ext cx="3283450" cy="5879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3"/>
          <p:cNvSpPr txBox="1">
            <a:spLocks noChangeArrowheads="1"/>
          </p:cNvSpPr>
          <p:nvPr/>
        </p:nvSpPr>
        <p:spPr bwMode="auto">
          <a:xfrm>
            <a:off x="149899" y="1023915"/>
            <a:ext cx="8642350" cy="2305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20603050405020304" pitchFamily="18" charset="-127"/>
                <a:ea typeface="-윤체M" panose="02020603050405020304" pitchFamily="18" charset="-127"/>
              </a:defRPr>
            </a:lvl2pPr>
            <a:lvl3pPr marL="1143000" indent="-228600" latinLnBrk="1">
              <a:spcBef>
                <a:spcPct val="20000"/>
              </a:spcBef>
              <a:buChar char="•"/>
              <a:defRPr kumimoji="1">
                <a:solidFill>
                  <a:schemeClr val="tx1"/>
                </a:solidFill>
                <a:latin typeface="-윤체M" panose="02020603050405020304" pitchFamily="18" charset="-127"/>
                <a:ea typeface="-윤체M" panose="02020603050405020304" pitchFamily="18" charset="-127"/>
              </a:defRPr>
            </a:lvl3pPr>
            <a:lvl4pPr marL="1600200" indent="-228600" latinLnBrk="1">
              <a:spcBef>
                <a:spcPct val="20000"/>
              </a:spcBef>
              <a:buChar char="•"/>
              <a:defRPr kumimoji="1" sz="1600">
                <a:solidFill>
                  <a:schemeClr val="tx1"/>
                </a:solidFill>
                <a:latin typeface="-윤체M" panose="02020603050405020304" pitchFamily="18" charset="-127"/>
                <a:ea typeface="-윤체M" panose="02020603050405020304" pitchFamily="18" charset="-127"/>
              </a:defRPr>
            </a:lvl4pPr>
            <a:lvl5pPr marL="2057400" indent="-228600" latinLnBrk="1">
              <a:spcBef>
                <a:spcPct val="20000"/>
              </a:spcBef>
              <a:buChar char="•"/>
              <a:defRPr kumimoji="1" sz="1400">
                <a:solidFill>
                  <a:schemeClr val="tx1"/>
                </a:solidFill>
                <a:latin typeface="-윤체M" panose="02020603050405020304" pitchFamily="18" charset="-127"/>
                <a:ea typeface="-윤체M" panose="02020603050405020304"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20603050405020304" pitchFamily="18" charset="-127"/>
                <a:ea typeface="-윤체M" panose="02020603050405020304"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20603050405020304" pitchFamily="18" charset="-127"/>
                <a:ea typeface="-윤체M" panose="02020603050405020304"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20603050405020304" pitchFamily="18" charset="-127"/>
                <a:ea typeface="-윤체M" panose="02020603050405020304"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20603050405020304" pitchFamily="18" charset="-127"/>
                <a:ea typeface="-윤체M" panose="02020603050405020304" pitchFamily="18" charset="-127"/>
              </a:defRPr>
            </a:lvl9pPr>
          </a:lstStyle>
          <a:p>
            <a:pPr algn="just" eaLnBrk="1" latinLnBrk="0" hangingPunct="1">
              <a:buFontTx/>
              <a:buNone/>
            </a:pP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原子事件是互斥</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的</a:t>
            </a:r>
            <a:endPar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endParaRPr>
          </a:p>
          <a:p>
            <a:pPr algn="just" eaLnBrk="1" hangingPunct="1">
              <a:buFontTx/>
              <a:buNone/>
            </a:pP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任何一个命题逻辑上都等价于所有蕴涵该</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命题为真的</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原子事件的析取</a:t>
            </a:r>
          </a:p>
          <a:p>
            <a:pPr algn="just" eaLnBrk="1" latinLnBrk="0" hangingPunct="1">
              <a:buFontTx/>
              <a:buNone/>
            </a:pP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        sunny</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等价于</a:t>
            </a:r>
            <a:r>
              <a:rPr lang="en-US" altLang="zh-CN" sz="2400" b="1" u="sng"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sunny∧ </a:t>
            </a:r>
            <a:r>
              <a:rPr lang="en-US" altLang="zh-CN" sz="2400" b="1" u="sng"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drink_today</a:t>
            </a:r>
            <a:r>
              <a:rPr lang="en-US" altLang="zh-CN" sz="2400" b="1" u="sng"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400" b="1" u="sng"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sunny ∧ ¬</a:t>
            </a:r>
            <a:r>
              <a:rPr lang="en-US" altLang="zh-CN" sz="2400" b="1" u="sng"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drink_today</a:t>
            </a:r>
            <a:endParaRPr lang="en-US" altLang="zh-CN" sz="2400" b="1" u="sng"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文本框 1"/>
          <p:cNvSpPr txBox="1"/>
          <p:nvPr/>
        </p:nvSpPr>
        <p:spPr>
          <a:xfrm>
            <a:off x="1685999" y="3127185"/>
            <a:ext cx="1080120" cy="461665"/>
          </a:xfrm>
          <a:prstGeom prst="rect">
            <a:avLst/>
          </a:prstGeom>
          <a:noFill/>
        </p:spPr>
        <p:txBody>
          <a:bodyPr wrap="square" rtlCol="0">
            <a:spAutoFit/>
          </a:bodyPr>
          <a:lstStyle/>
          <a:p>
            <a:r>
              <a:rPr lang="zh-CN" altLang="en-US" dirty="0" smtClean="0">
                <a:latin typeface="微软雅黑" panose="020B0503020204020204" pitchFamily="34" charset="-122"/>
                <a:ea typeface="微软雅黑" panose="020B0503020204020204" pitchFamily="34" charset="-122"/>
              </a:rPr>
              <a:t>即：</a:t>
            </a: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2598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687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5024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5024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5024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灯片编号占位符 4"/>
          <p:cNvSpPr>
            <a:spLocks noGrp="1"/>
          </p:cNvSpPr>
          <p:nvPr>
            <p:ph type="sldNum" sz="quarter" idx="10"/>
          </p:nvPr>
        </p:nvSpPr>
        <p:spPr>
          <a:noFill/>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127"/>
                <a:ea typeface="-윤체M" panose="020B0604020202020204" charset="-127"/>
              </a:defRPr>
            </a:lvl2pPr>
            <a:lvl3pPr marL="1143000" indent="-228600" latinLnBrk="1">
              <a:spcBef>
                <a:spcPct val="20000"/>
              </a:spcBef>
              <a:buChar char="•"/>
              <a:defRPr kumimoji="1">
                <a:solidFill>
                  <a:schemeClr val="tx1"/>
                </a:solidFill>
                <a:latin typeface="-윤체M" panose="020B0604020202020204" charset="-127"/>
                <a:ea typeface="-윤체M" panose="020B0604020202020204" charset="-127"/>
              </a:defRPr>
            </a:lvl3pPr>
            <a:lvl4pPr marL="1600200" indent="-228600" latinLnBrk="1">
              <a:spcBef>
                <a:spcPct val="20000"/>
              </a:spcBef>
              <a:buChar char="•"/>
              <a:defRPr kumimoji="1" sz="1600">
                <a:solidFill>
                  <a:schemeClr val="tx1"/>
                </a:solidFill>
                <a:latin typeface="-윤체M" panose="020B0604020202020204" charset="-127"/>
                <a:ea typeface="-윤체M" panose="020B0604020202020204" charset="-127"/>
              </a:defRPr>
            </a:lvl4pPr>
            <a:lvl5pPr marL="2057400" indent="-228600" latinLnBrk="1">
              <a:spcBef>
                <a:spcPct val="20000"/>
              </a:spcBef>
              <a:buChar char="•"/>
              <a:defRPr kumimoji="1" sz="1400">
                <a:solidFill>
                  <a:schemeClr val="tx1"/>
                </a:solidFill>
                <a:latin typeface="-윤체M" panose="020B0604020202020204" charset="-127"/>
                <a:ea typeface="-윤체M" panose="020B0604020202020204"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9pPr>
          </a:lstStyle>
          <a:p>
            <a:pPr>
              <a:spcBef>
                <a:spcPct val="0"/>
              </a:spcBef>
              <a:buFontTx/>
              <a:buNone/>
            </a:pPr>
            <a:fld id="{599C9C1F-7B51-4470-84E8-EDB1CF4A15C9}" type="slidenum">
              <a:rPr lang="zh-CN" altLang="en-US" sz="1400" smtClean="0">
                <a:latin typeface="Gulim" panose="020B0604020202020204" charset="-127"/>
                <a:ea typeface="Gulim" panose="020B0604020202020204" charset="-127"/>
              </a:rPr>
              <a:pPr>
                <a:spcBef>
                  <a:spcPct val="0"/>
                </a:spcBef>
                <a:buFontTx/>
                <a:buNone/>
              </a:pPr>
              <a:t>95</a:t>
            </a:fld>
            <a:endParaRPr lang="en-US" altLang="zh-CN" sz="1400" smtClean="0">
              <a:latin typeface="Gulim" panose="020B0604020202020204" charset="-127"/>
              <a:ea typeface="Gulim" panose="020B0604020202020204" charset="-127"/>
            </a:endParaRPr>
          </a:p>
        </p:txBody>
      </p:sp>
      <p:sp>
        <p:nvSpPr>
          <p:cNvPr id="534530" name="Rectangle 2"/>
          <p:cNvSpPr>
            <a:spLocks noGrp="1" noChangeArrowheads="1"/>
          </p:cNvSpPr>
          <p:nvPr>
            <p:ph type="title"/>
          </p:nvPr>
        </p:nvSpPr>
        <p:spPr>
          <a:xfrm>
            <a:off x="684213" y="549275"/>
            <a:ext cx="7772400" cy="731838"/>
          </a:xfrm>
        </p:spPr>
        <p:txBody>
          <a:bodyPr/>
          <a:lstStyle/>
          <a:p>
            <a:pPr algn="ctr" eaLnBrk="1" hangingPunct="1">
              <a:defRPr/>
            </a:pPr>
            <a:r>
              <a:rPr lang="en-US" altLang="zh-CN" sz="3200" b="1" dirty="0">
                <a:solidFill>
                  <a:schemeClr val="tx1"/>
                </a:solidFill>
                <a:latin typeface="微软雅黑" panose="020B0503020204020204" pitchFamily="34" charset="-122"/>
                <a:ea typeface="微软雅黑" panose="020B0503020204020204" pitchFamily="34" charset="-122"/>
              </a:rPr>
              <a:t>3.4.2 </a:t>
            </a:r>
            <a:r>
              <a:rPr lang="zh-CN" altLang="en-US" sz="3200" b="1" dirty="0">
                <a:solidFill>
                  <a:schemeClr val="tx1"/>
                </a:solidFill>
                <a:latin typeface="微软雅黑" panose="020B0503020204020204" pitchFamily="34" charset="-122"/>
                <a:ea typeface="微软雅黑" panose="020B0503020204020204" pitchFamily="34" charset="-122"/>
              </a:rPr>
              <a:t>使用全</a:t>
            </a:r>
            <a:r>
              <a:rPr lang="zh-CN" altLang="en-US" sz="3200" b="1" dirty="0">
                <a:solidFill>
                  <a:schemeClr val="tx1"/>
                </a:solidFill>
                <a:latin typeface="微软雅黑" panose="020B0503020204020204" pitchFamily="34" charset="-122"/>
                <a:ea typeface="微软雅黑" panose="020B0503020204020204" pitchFamily="34" charset="-122"/>
              </a:rPr>
              <a:t>联合概率</a:t>
            </a:r>
            <a:r>
              <a:rPr lang="zh-CN" altLang="en-US" sz="3200" b="1" dirty="0">
                <a:solidFill>
                  <a:schemeClr val="tx1"/>
                </a:solidFill>
                <a:latin typeface="微软雅黑" panose="020B0503020204020204" pitchFamily="34" charset="-122"/>
                <a:ea typeface="微软雅黑" panose="020B0503020204020204" pitchFamily="34" charset="-122"/>
              </a:rPr>
              <a:t>分布进行推理</a:t>
            </a:r>
          </a:p>
        </p:txBody>
      </p:sp>
      <p:sp>
        <p:nvSpPr>
          <p:cNvPr id="534531" name="Rectangle 3"/>
          <p:cNvSpPr>
            <a:spLocks noGrp="1" noChangeArrowheads="1"/>
          </p:cNvSpPr>
          <p:nvPr>
            <p:ph type="body" sz="half" idx="1"/>
          </p:nvPr>
        </p:nvSpPr>
        <p:spPr>
          <a:xfrm>
            <a:off x="795338" y="3652838"/>
            <a:ext cx="7761287" cy="2708275"/>
          </a:xfrm>
        </p:spPr>
        <p:txBody>
          <a:bodyPr/>
          <a:lstStyle/>
          <a:p>
            <a:pPr algn="just" eaLnBrk="1" hangingPunct="1">
              <a:lnSpc>
                <a:spcPct val="120000"/>
              </a:lnSpc>
            </a:pPr>
            <a:r>
              <a:rPr lang="zh-CN" altLang="en-US" sz="2000" smtClean="0">
                <a:latin typeface="Times New Roman" panose="02020603050405020304" pitchFamily="18" charset="0"/>
                <a:ea typeface="微软雅黑" panose="020B0503020204020204" pitchFamily="34" charset="-122"/>
                <a:cs typeface="Times New Roman" panose="02020603050405020304" pitchFamily="18" charset="0"/>
              </a:rPr>
              <a:t>全联合概率分布是知识库，从中可得到所有概率的计算</a:t>
            </a:r>
            <a:r>
              <a:rPr lang="en-US" altLang="zh-CN" sz="2000" smtClean="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smtClean="0">
                <a:latin typeface="Times New Roman" panose="02020603050405020304" pitchFamily="18" charset="0"/>
                <a:ea typeface="微软雅黑" panose="020B0503020204020204" pitchFamily="34" charset="-122"/>
                <a:cs typeface="Times New Roman" panose="02020603050405020304" pitchFamily="18" charset="0"/>
              </a:rPr>
              <a:t>命题</a:t>
            </a:r>
            <a:r>
              <a:rPr lang="zh-CN" altLang="en-US" sz="2000" b="1" smtClean="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在其中成立的</a:t>
            </a:r>
            <a:r>
              <a:rPr lang="zh-CN" altLang="en-US" sz="2000" smtClean="0">
                <a:latin typeface="Times New Roman" panose="02020603050405020304" pitchFamily="18" charset="0"/>
                <a:ea typeface="微软雅黑" panose="020B0503020204020204" pitchFamily="34" charset="-122"/>
                <a:cs typeface="Times New Roman" panose="02020603050405020304" pitchFamily="18" charset="0"/>
              </a:rPr>
              <a:t>所有原子事件的概率和</a:t>
            </a:r>
            <a:endParaRPr lang="en-US" altLang="zh-CN" sz="2000" smtClean="0">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534574" name="Group 46"/>
          <p:cNvGraphicFramePr>
            <a:graphicFrameLocks noGrp="1"/>
          </p:cNvGraphicFramePr>
          <p:nvPr>
            <p:ph sz="half" idx="2"/>
          </p:nvPr>
        </p:nvGraphicFramePr>
        <p:xfrm>
          <a:off x="827088" y="1541463"/>
          <a:ext cx="7416800" cy="1828800"/>
        </p:xfrm>
        <a:graphic>
          <a:graphicData uri="http://schemas.openxmlformats.org/drawingml/2006/table">
            <a:tbl>
              <a:tblPr/>
              <a:tblGrid>
                <a:gridCol w="1482725"/>
                <a:gridCol w="1484312"/>
                <a:gridCol w="1482725"/>
                <a:gridCol w="1484313"/>
                <a:gridCol w="1482725"/>
              </a:tblGrid>
              <a:tr h="421196">
                <a:tc>
                  <a:txBody>
                    <a:bodyPr/>
                    <a:lstStyle>
                      <a:lvl1pPr>
                        <a:spcBef>
                          <a:spcPct val="20000"/>
                        </a:spcBef>
                        <a:defRPr kumimoji="1" sz="2800">
                          <a:solidFill>
                            <a:schemeClr val="tx1"/>
                          </a:solidFill>
                          <a:latin typeface="黑体" panose="02010609060101010101" pitchFamily="49" charset="-122"/>
                          <a:ea typeface="黑体" panose="02010609060101010101" pitchFamily="49" charset="-122"/>
                        </a:defRPr>
                      </a:lvl1pPr>
                      <a:lvl2pPr>
                        <a:spcBef>
                          <a:spcPct val="20000"/>
                        </a:spcBef>
                        <a:defRPr kumimoji="1">
                          <a:solidFill>
                            <a:schemeClr val="tx1"/>
                          </a:solidFill>
                          <a:latin typeface="-윤체M" panose="02020603050405020304" pitchFamily="18" charset="-127"/>
                          <a:ea typeface="-윤체M" panose="02020603050405020304" pitchFamily="18" charset="-127"/>
                        </a:defRPr>
                      </a:lvl2pPr>
                      <a:lvl3pPr>
                        <a:spcBef>
                          <a:spcPct val="20000"/>
                        </a:spcBef>
                        <a:defRPr kumimoji="1" sz="1600">
                          <a:solidFill>
                            <a:schemeClr val="tx1"/>
                          </a:solidFill>
                          <a:latin typeface="-윤체M" panose="02020603050405020304" pitchFamily="18" charset="-127"/>
                          <a:ea typeface="-윤체M" panose="02020603050405020304" pitchFamily="18" charset="-127"/>
                        </a:defRPr>
                      </a:lvl3pPr>
                      <a:lvl4pPr>
                        <a:spcBef>
                          <a:spcPct val="20000"/>
                        </a:spcBef>
                        <a:defRPr kumimoji="1" sz="1400">
                          <a:solidFill>
                            <a:schemeClr val="tx1"/>
                          </a:solidFill>
                          <a:latin typeface="-윤체M" panose="02020603050405020304" pitchFamily="18" charset="-127"/>
                          <a:ea typeface="-윤체M" panose="02020603050405020304" pitchFamily="18" charset="-127"/>
                        </a:defRPr>
                      </a:lvl4pPr>
                      <a:lvl5pPr>
                        <a:spcBef>
                          <a:spcPct val="20000"/>
                        </a:spcBef>
                        <a:defRPr kumimoji="1" sz="1200">
                          <a:solidFill>
                            <a:schemeClr val="tx1"/>
                          </a:solidFill>
                          <a:latin typeface="-윤체M" panose="02020603050405020304" pitchFamily="18" charset="-127"/>
                          <a:ea typeface="-윤체M" panose="02020603050405020304" pitchFamily="18" charset="-127"/>
                        </a:defRPr>
                      </a:lvl5pPr>
                      <a:lvl6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6pPr>
                      <a:lvl7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7pPr>
                      <a:lvl8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8pPr>
                      <a:lvl9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9p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zh-CN" altLang="en-US" sz="2400" b="0" i="0" u="none" strike="noStrike" cap="none" normalizeH="0" baseline="0" dirty="0" smtClean="0">
                        <a:ln>
                          <a:noFill/>
                        </a:ln>
                        <a:solidFill>
                          <a:schemeClr val="tx1"/>
                        </a:solidFill>
                        <a:effectLst/>
                        <a:latin typeface="黑体" panose="02010609060101010101" pitchFamily="49" charset="-122"/>
                        <a:ea typeface="黑体" panose="02010609060101010101"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lvl1pPr>
                        <a:spcBef>
                          <a:spcPct val="20000"/>
                        </a:spcBef>
                        <a:defRPr kumimoji="1" sz="2800">
                          <a:solidFill>
                            <a:schemeClr val="tx1"/>
                          </a:solidFill>
                          <a:latin typeface="黑体" panose="02010609060101010101" pitchFamily="49" charset="-122"/>
                          <a:ea typeface="黑体" panose="02010609060101010101" pitchFamily="49" charset="-122"/>
                        </a:defRPr>
                      </a:lvl1pPr>
                      <a:lvl2pPr>
                        <a:spcBef>
                          <a:spcPct val="20000"/>
                        </a:spcBef>
                        <a:defRPr kumimoji="1">
                          <a:solidFill>
                            <a:schemeClr val="tx1"/>
                          </a:solidFill>
                          <a:latin typeface="-윤체M" panose="02020603050405020304" pitchFamily="18" charset="-127"/>
                          <a:ea typeface="-윤체M" panose="02020603050405020304" pitchFamily="18" charset="-127"/>
                        </a:defRPr>
                      </a:lvl2pPr>
                      <a:lvl3pPr>
                        <a:spcBef>
                          <a:spcPct val="20000"/>
                        </a:spcBef>
                        <a:defRPr kumimoji="1" sz="1600">
                          <a:solidFill>
                            <a:schemeClr val="tx1"/>
                          </a:solidFill>
                          <a:latin typeface="-윤체M" panose="02020603050405020304" pitchFamily="18" charset="-127"/>
                          <a:ea typeface="-윤체M" panose="02020603050405020304" pitchFamily="18" charset="-127"/>
                        </a:defRPr>
                      </a:lvl3pPr>
                      <a:lvl4pPr>
                        <a:spcBef>
                          <a:spcPct val="20000"/>
                        </a:spcBef>
                        <a:defRPr kumimoji="1" sz="1400">
                          <a:solidFill>
                            <a:schemeClr val="tx1"/>
                          </a:solidFill>
                          <a:latin typeface="-윤체M" panose="02020603050405020304" pitchFamily="18" charset="-127"/>
                          <a:ea typeface="-윤체M" panose="02020603050405020304" pitchFamily="18" charset="-127"/>
                        </a:defRPr>
                      </a:lvl4pPr>
                      <a:lvl5pPr>
                        <a:spcBef>
                          <a:spcPct val="20000"/>
                        </a:spcBef>
                        <a:defRPr kumimoji="1" sz="1200">
                          <a:solidFill>
                            <a:schemeClr val="tx1"/>
                          </a:solidFill>
                          <a:latin typeface="-윤체M" panose="02020603050405020304" pitchFamily="18" charset="-127"/>
                          <a:ea typeface="-윤체M" panose="02020603050405020304" pitchFamily="18" charset="-127"/>
                        </a:defRPr>
                      </a:lvl5pPr>
                      <a:lvl6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6pPr>
                      <a:lvl7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7pPr>
                      <a:lvl8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8pPr>
                      <a:lvl9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rPr>
                        <a:t>toothache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2">
                  <a:txBody>
                    <a:bodyPr/>
                    <a:lstStyle>
                      <a:lvl1pPr>
                        <a:spcBef>
                          <a:spcPct val="20000"/>
                        </a:spcBef>
                        <a:defRPr kumimoji="1" sz="2800">
                          <a:solidFill>
                            <a:schemeClr val="tx1"/>
                          </a:solidFill>
                          <a:latin typeface="黑体" panose="02010609060101010101" pitchFamily="49" charset="-122"/>
                          <a:ea typeface="黑体" panose="02010609060101010101" pitchFamily="49" charset="-122"/>
                        </a:defRPr>
                      </a:lvl1pPr>
                      <a:lvl2pPr>
                        <a:spcBef>
                          <a:spcPct val="20000"/>
                        </a:spcBef>
                        <a:defRPr kumimoji="1">
                          <a:solidFill>
                            <a:schemeClr val="tx1"/>
                          </a:solidFill>
                          <a:latin typeface="-윤체M" panose="02020603050405020304" pitchFamily="18" charset="-127"/>
                          <a:ea typeface="-윤체M" panose="02020603050405020304" pitchFamily="18" charset="-127"/>
                        </a:defRPr>
                      </a:lvl2pPr>
                      <a:lvl3pPr>
                        <a:spcBef>
                          <a:spcPct val="20000"/>
                        </a:spcBef>
                        <a:defRPr kumimoji="1" sz="1600">
                          <a:solidFill>
                            <a:schemeClr val="tx1"/>
                          </a:solidFill>
                          <a:latin typeface="-윤체M" panose="02020603050405020304" pitchFamily="18" charset="-127"/>
                          <a:ea typeface="-윤체M" panose="02020603050405020304" pitchFamily="18" charset="-127"/>
                        </a:defRPr>
                      </a:lvl3pPr>
                      <a:lvl4pPr>
                        <a:spcBef>
                          <a:spcPct val="20000"/>
                        </a:spcBef>
                        <a:defRPr kumimoji="1" sz="1400">
                          <a:solidFill>
                            <a:schemeClr val="tx1"/>
                          </a:solidFill>
                          <a:latin typeface="-윤체M" panose="02020603050405020304" pitchFamily="18" charset="-127"/>
                          <a:ea typeface="-윤체M" panose="02020603050405020304" pitchFamily="18" charset="-127"/>
                        </a:defRPr>
                      </a:lvl4pPr>
                      <a:lvl5pPr>
                        <a:spcBef>
                          <a:spcPct val="20000"/>
                        </a:spcBef>
                        <a:defRPr kumimoji="1" sz="1200">
                          <a:solidFill>
                            <a:schemeClr val="tx1"/>
                          </a:solidFill>
                          <a:latin typeface="-윤체M" panose="02020603050405020304" pitchFamily="18" charset="-127"/>
                          <a:ea typeface="-윤체M" panose="02020603050405020304" pitchFamily="18" charset="-127"/>
                        </a:defRPr>
                      </a:lvl5pPr>
                      <a:lvl6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6pPr>
                      <a:lvl7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7pPr>
                      <a:lvl8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8pPr>
                      <a:lvl9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a:t>
                      </a:r>
                      <a:r>
                        <a:rPr kumimoji="1" lang="en-US" altLang="zh-CN" sz="2400" b="0"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rPr>
                        <a:t>toothache</a:t>
                      </a:r>
                      <a:endParaRPr kumimoji="1" lang="zh-CN" altLang="en-US" sz="2400" b="0"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r>
              <a:tr h="421196">
                <a:tc>
                  <a:txBody>
                    <a:bodyPr/>
                    <a:lstStyle>
                      <a:lvl1pPr>
                        <a:spcBef>
                          <a:spcPct val="20000"/>
                        </a:spcBef>
                        <a:defRPr kumimoji="1" sz="2800">
                          <a:solidFill>
                            <a:schemeClr val="tx1"/>
                          </a:solidFill>
                          <a:latin typeface="黑体" panose="02010609060101010101" pitchFamily="49" charset="-122"/>
                          <a:ea typeface="黑体" panose="02010609060101010101" pitchFamily="49" charset="-122"/>
                        </a:defRPr>
                      </a:lvl1pPr>
                      <a:lvl2pPr>
                        <a:spcBef>
                          <a:spcPct val="20000"/>
                        </a:spcBef>
                        <a:defRPr kumimoji="1">
                          <a:solidFill>
                            <a:schemeClr val="tx1"/>
                          </a:solidFill>
                          <a:latin typeface="-윤체M" panose="02020603050405020304" pitchFamily="18" charset="-127"/>
                          <a:ea typeface="-윤체M" panose="02020603050405020304" pitchFamily="18" charset="-127"/>
                        </a:defRPr>
                      </a:lvl2pPr>
                      <a:lvl3pPr>
                        <a:spcBef>
                          <a:spcPct val="20000"/>
                        </a:spcBef>
                        <a:defRPr kumimoji="1" sz="1600">
                          <a:solidFill>
                            <a:schemeClr val="tx1"/>
                          </a:solidFill>
                          <a:latin typeface="-윤체M" panose="02020603050405020304" pitchFamily="18" charset="-127"/>
                          <a:ea typeface="-윤체M" panose="02020603050405020304" pitchFamily="18" charset="-127"/>
                        </a:defRPr>
                      </a:lvl3pPr>
                      <a:lvl4pPr>
                        <a:spcBef>
                          <a:spcPct val="20000"/>
                        </a:spcBef>
                        <a:defRPr kumimoji="1" sz="1400">
                          <a:solidFill>
                            <a:schemeClr val="tx1"/>
                          </a:solidFill>
                          <a:latin typeface="-윤체M" panose="02020603050405020304" pitchFamily="18" charset="-127"/>
                          <a:ea typeface="-윤체M" panose="02020603050405020304" pitchFamily="18" charset="-127"/>
                        </a:defRPr>
                      </a:lvl4pPr>
                      <a:lvl5pPr>
                        <a:spcBef>
                          <a:spcPct val="20000"/>
                        </a:spcBef>
                        <a:defRPr kumimoji="1" sz="1200">
                          <a:solidFill>
                            <a:schemeClr val="tx1"/>
                          </a:solidFill>
                          <a:latin typeface="-윤체M" panose="02020603050405020304" pitchFamily="18" charset="-127"/>
                          <a:ea typeface="-윤체M" panose="02020603050405020304" pitchFamily="18" charset="-127"/>
                        </a:defRPr>
                      </a:lvl5pPr>
                      <a:lvl6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6pPr>
                      <a:lvl7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7pPr>
                      <a:lvl8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8pPr>
                      <a:lvl9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zh-CN" sz="2400" b="0"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黑体" panose="02010609060101010101" pitchFamily="49" charset="-122"/>
                          <a:ea typeface="黑体" panose="02010609060101010101" pitchFamily="49" charset="-122"/>
                        </a:defRPr>
                      </a:lvl1pPr>
                      <a:lvl2pPr>
                        <a:spcBef>
                          <a:spcPct val="20000"/>
                        </a:spcBef>
                        <a:defRPr kumimoji="1">
                          <a:solidFill>
                            <a:schemeClr val="tx1"/>
                          </a:solidFill>
                          <a:latin typeface="-윤체M" panose="02020603050405020304" pitchFamily="18" charset="-127"/>
                          <a:ea typeface="-윤체M" panose="02020603050405020304" pitchFamily="18" charset="-127"/>
                        </a:defRPr>
                      </a:lvl2pPr>
                      <a:lvl3pPr>
                        <a:spcBef>
                          <a:spcPct val="20000"/>
                        </a:spcBef>
                        <a:defRPr kumimoji="1" sz="1600">
                          <a:solidFill>
                            <a:schemeClr val="tx1"/>
                          </a:solidFill>
                          <a:latin typeface="-윤체M" panose="02020603050405020304" pitchFamily="18" charset="-127"/>
                          <a:ea typeface="-윤체M" panose="02020603050405020304" pitchFamily="18" charset="-127"/>
                        </a:defRPr>
                      </a:lvl3pPr>
                      <a:lvl4pPr>
                        <a:spcBef>
                          <a:spcPct val="20000"/>
                        </a:spcBef>
                        <a:defRPr kumimoji="1" sz="1400">
                          <a:solidFill>
                            <a:schemeClr val="tx1"/>
                          </a:solidFill>
                          <a:latin typeface="-윤체M" panose="02020603050405020304" pitchFamily="18" charset="-127"/>
                          <a:ea typeface="-윤체M" panose="02020603050405020304" pitchFamily="18" charset="-127"/>
                        </a:defRPr>
                      </a:lvl4pPr>
                      <a:lvl5pPr>
                        <a:spcBef>
                          <a:spcPct val="20000"/>
                        </a:spcBef>
                        <a:defRPr kumimoji="1" sz="1200">
                          <a:solidFill>
                            <a:schemeClr val="tx1"/>
                          </a:solidFill>
                          <a:latin typeface="-윤체M" panose="02020603050405020304" pitchFamily="18" charset="-127"/>
                          <a:ea typeface="-윤체M" panose="02020603050405020304" pitchFamily="18" charset="-127"/>
                        </a:defRPr>
                      </a:lvl5pPr>
                      <a:lvl6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6pPr>
                      <a:lvl7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7pPr>
                      <a:lvl8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8pPr>
                      <a:lvl9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2400" b="0" i="0" u="none" strike="noStrike" cap="none" normalizeH="0" baseline="0" dirty="0" smtClean="0">
                          <a:ln>
                            <a:noFill/>
                          </a:ln>
                          <a:solidFill>
                            <a:schemeClr val="tx1"/>
                          </a:solidFill>
                          <a:effectLst/>
                          <a:latin typeface="Times New Roman" panose="02020603050405020304" pitchFamily="18" charset="0"/>
                          <a:ea typeface="黑体" panose="02010609060101010101" pitchFamily="49" charset="-122"/>
                        </a:rPr>
                        <a:t>catch</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黑体" panose="02010609060101010101" pitchFamily="49" charset="-122"/>
                          <a:ea typeface="黑体" panose="02010609060101010101" pitchFamily="49" charset="-122"/>
                        </a:defRPr>
                      </a:lvl1pPr>
                      <a:lvl2pPr>
                        <a:spcBef>
                          <a:spcPct val="20000"/>
                        </a:spcBef>
                        <a:defRPr kumimoji="1">
                          <a:solidFill>
                            <a:schemeClr val="tx1"/>
                          </a:solidFill>
                          <a:latin typeface="-윤체M" panose="02020603050405020304" pitchFamily="18" charset="-127"/>
                          <a:ea typeface="-윤체M" panose="02020603050405020304" pitchFamily="18" charset="-127"/>
                        </a:defRPr>
                      </a:lvl2pPr>
                      <a:lvl3pPr>
                        <a:spcBef>
                          <a:spcPct val="20000"/>
                        </a:spcBef>
                        <a:defRPr kumimoji="1" sz="1600">
                          <a:solidFill>
                            <a:schemeClr val="tx1"/>
                          </a:solidFill>
                          <a:latin typeface="-윤체M" panose="02020603050405020304" pitchFamily="18" charset="-127"/>
                          <a:ea typeface="-윤체M" panose="02020603050405020304" pitchFamily="18" charset="-127"/>
                        </a:defRPr>
                      </a:lvl3pPr>
                      <a:lvl4pPr>
                        <a:spcBef>
                          <a:spcPct val="20000"/>
                        </a:spcBef>
                        <a:defRPr kumimoji="1" sz="1400">
                          <a:solidFill>
                            <a:schemeClr val="tx1"/>
                          </a:solidFill>
                          <a:latin typeface="-윤체M" panose="02020603050405020304" pitchFamily="18" charset="-127"/>
                          <a:ea typeface="-윤체M" panose="02020603050405020304" pitchFamily="18" charset="-127"/>
                        </a:defRPr>
                      </a:lvl4pPr>
                      <a:lvl5pPr>
                        <a:spcBef>
                          <a:spcPct val="20000"/>
                        </a:spcBef>
                        <a:defRPr kumimoji="1" sz="1200">
                          <a:solidFill>
                            <a:schemeClr val="tx1"/>
                          </a:solidFill>
                          <a:latin typeface="-윤체M" panose="02020603050405020304" pitchFamily="18" charset="-127"/>
                          <a:ea typeface="-윤체M" panose="02020603050405020304" pitchFamily="18" charset="-127"/>
                        </a:defRPr>
                      </a:lvl5pPr>
                      <a:lvl6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6pPr>
                      <a:lvl7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7pPr>
                      <a:lvl8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8pPr>
                      <a:lvl9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a:t>
                      </a:r>
                      <a:r>
                        <a:rPr kumimoji="1" lang="en-US" altLang="zh-CN" sz="2400" b="0"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rPr>
                        <a:t>catch</a:t>
                      </a:r>
                      <a:endParaRPr kumimoji="1" lang="zh-CN" altLang="en-US" sz="2400" b="0"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黑体" panose="02010609060101010101" pitchFamily="49" charset="-122"/>
                          <a:ea typeface="黑体" panose="02010609060101010101" pitchFamily="49" charset="-122"/>
                        </a:defRPr>
                      </a:lvl1pPr>
                      <a:lvl2pPr>
                        <a:spcBef>
                          <a:spcPct val="20000"/>
                        </a:spcBef>
                        <a:defRPr kumimoji="1">
                          <a:solidFill>
                            <a:schemeClr val="tx1"/>
                          </a:solidFill>
                          <a:latin typeface="-윤체M" panose="02020603050405020304" pitchFamily="18" charset="-127"/>
                          <a:ea typeface="-윤체M" panose="02020603050405020304" pitchFamily="18" charset="-127"/>
                        </a:defRPr>
                      </a:lvl2pPr>
                      <a:lvl3pPr>
                        <a:spcBef>
                          <a:spcPct val="20000"/>
                        </a:spcBef>
                        <a:defRPr kumimoji="1" sz="1600">
                          <a:solidFill>
                            <a:schemeClr val="tx1"/>
                          </a:solidFill>
                          <a:latin typeface="-윤체M" panose="02020603050405020304" pitchFamily="18" charset="-127"/>
                          <a:ea typeface="-윤체M" panose="02020603050405020304" pitchFamily="18" charset="-127"/>
                        </a:defRPr>
                      </a:lvl3pPr>
                      <a:lvl4pPr>
                        <a:spcBef>
                          <a:spcPct val="20000"/>
                        </a:spcBef>
                        <a:defRPr kumimoji="1" sz="1400">
                          <a:solidFill>
                            <a:schemeClr val="tx1"/>
                          </a:solidFill>
                          <a:latin typeface="-윤체M" panose="02020603050405020304" pitchFamily="18" charset="-127"/>
                          <a:ea typeface="-윤체M" panose="02020603050405020304" pitchFamily="18" charset="-127"/>
                        </a:defRPr>
                      </a:lvl4pPr>
                      <a:lvl5pPr>
                        <a:spcBef>
                          <a:spcPct val="20000"/>
                        </a:spcBef>
                        <a:defRPr kumimoji="1" sz="1200">
                          <a:solidFill>
                            <a:schemeClr val="tx1"/>
                          </a:solidFill>
                          <a:latin typeface="-윤체M" panose="02020603050405020304" pitchFamily="18" charset="-127"/>
                          <a:ea typeface="-윤체M" panose="02020603050405020304" pitchFamily="18" charset="-127"/>
                        </a:defRPr>
                      </a:lvl5pPr>
                      <a:lvl6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6pPr>
                      <a:lvl7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7pPr>
                      <a:lvl8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8pPr>
                      <a:lvl9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rPr>
                        <a:t>catch</a:t>
                      </a:r>
                      <a:endParaRPr kumimoji="1" lang="zh-CN" altLang="en-US" sz="2400" b="0"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黑体" panose="02010609060101010101" pitchFamily="49" charset="-122"/>
                          <a:ea typeface="黑体" panose="02010609060101010101" pitchFamily="49" charset="-122"/>
                        </a:defRPr>
                      </a:lvl1pPr>
                      <a:lvl2pPr>
                        <a:spcBef>
                          <a:spcPct val="20000"/>
                        </a:spcBef>
                        <a:defRPr kumimoji="1">
                          <a:solidFill>
                            <a:schemeClr val="tx1"/>
                          </a:solidFill>
                          <a:latin typeface="-윤체M" panose="02020603050405020304" pitchFamily="18" charset="-127"/>
                          <a:ea typeface="-윤체M" panose="02020603050405020304" pitchFamily="18" charset="-127"/>
                        </a:defRPr>
                      </a:lvl2pPr>
                      <a:lvl3pPr>
                        <a:spcBef>
                          <a:spcPct val="20000"/>
                        </a:spcBef>
                        <a:defRPr kumimoji="1" sz="1600">
                          <a:solidFill>
                            <a:schemeClr val="tx1"/>
                          </a:solidFill>
                          <a:latin typeface="-윤체M" panose="02020603050405020304" pitchFamily="18" charset="-127"/>
                          <a:ea typeface="-윤체M" panose="02020603050405020304" pitchFamily="18" charset="-127"/>
                        </a:defRPr>
                      </a:lvl3pPr>
                      <a:lvl4pPr>
                        <a:spcBef>
                          <a:spcPct val="20000"/>
                        </a:spcBef>
                        <a:defRPr kumimoji="1" sz="1400">
                          <a:solidFill>
                            <a:schemeClr val="tx1"/>
                          </a:solidFill>
                          <a:latin typeface="-윤체M" panose="02020603050405020304" pitchFamily="18" charset="-127"/>
                          <a:ea typeface="-윤체M" panose="02020603050405020304" pitchFamily="18" charset="-127"/>
                        </a:defRPr>
                      </a:lvl4pPr>
                      <a:lvl5pPr>
                        <a:spcBef>
                          <a:spcPct val="20000"/>
                        </a:spcBef>
                        <a:defRPr kumimoji="1" sz="1200">
                          <a:solidFill>
                            <a:schemeClr val="tx1"/>
                          </a:solidFill>
                          <a:latin typeface="-윤체M" panose="02020603050405020304" pitchFamily="18" charset="-127"/>
                          <a:ea typeface="-윤체M" panose="02020603050405020304" pitchFamily="18" charset="-127"/>
                        </a:defRPr>
                      </a:lvl5pPr>
                      <a:lvl6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6pPr>
                      <a:lvl7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7pPr>
                      <a:lvl8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8pPr>
                      <a:lvl9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a:t>
                      </a:r>
                      <a:r>
                        <a:rPr kumimoji="1" lang="en-US" altLang="zh-CN" sz="2400" b="0"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rPr>
                        <a:t>catch</a:t>
                      </a:r>
                      <a:endParaRPr kumimoji="1" lang="zh-CN" altLang="en-US" sz="2400" b="0"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21196">
                <a:tc>
                  <a:txBody>
                    <a:bodyPr/>
                    <a:lstStyle>
                      <a:lvl1pPr>
                        <a:spcBef>
                          <a:spcPct val="20000"/>
                        </a:spcBef>
                        <a:defRPr kumimoji="1" sz="2800">
                          <a:solidFill>
                            <a:schemeClr val="tx1"/>
                          </a:solidFill>
                          <a:latin typeface="黑体" panose="02010609060101010101" pitchFamily="49" charset="-122"/>
                          <a:ea typeface="黑体" panose="02010609060101010101" pitchFamily="49" charset="-122"/>
                        </a:defRPr>
                      </a:lvl1pPr>
                      <a:lvl2pPr>
                        <a:spcBef>
                          <a:spcPct val="20000"/>
                        </a:spcBef>
                        <a:defRPr kumimoji="1">
                          <a:solidFill>
                            <a:schemeClr val="tx1"/>
                          </a:solidFill>
                          <a:latin typeface="-윤체M" panose="02020603050405020304" pitchFamily="18" charset="-127"/>
                          <a:ea typeface="-윤체M" panose="02020603050405020304" pitchFamily="18" charset="-127"/>
                        </a:defRPr>
                      </a:lvl2pPr>
                      <a:lvl3pPr>
                        <a:spcBef>
                          <a:spcPct val="20000"/>
                        </a:spcBef>
                        <a:defRPr kumimoji="1" sz="1600">
                          <a:solidFill>
                            <a:schemeClr val="tx1"/>
                          </a:solidFill>
                          <a:latin typeface="-윤체M" panose="02020603050405020304" pitchFamily="18" charset="-127"/>
                          <a:ea typeface="-윤체M" panose="02020603050405020304" pitchFamily="18" charset="-127"/>
                        </a:defRPr>
                      </a:lvl3pPr>
                      <a:lvl4pPr>
                        <a:spcBef>
                          <a:spcPct val="20000"/>
                        </a:spcBef>
                        <a:defRPr kumimoji="1" sz="1400">
                          <a:solidFill>
                            <a:schemeClr val="tx1"/>
                          </a:solidFill>
                          <a:latin typeface="-윤체M" panose="02020603050405020304" pitchFamily="18" charset="-127"/>
                          <a:ea typeface="-윤체M" panose="02020603050405020304" pitchFamily="18" charset="-127"/>
                        </a:defRPr>
                      </a:lvl4pPr>
                      <a:lvl5pPr>
                        <a:spcBef>
                          <a:spcPct val="20000"/>
                        </a:spcBef>
                        <a:defRPr kumimoji="1" sz="1200">
                          <a:solidFill>
                            <a:schemeClr val="tx1"/>
                          </a:solidFill>
                          <a:latin typeface="-윤체M" panose="02020603050405020304" pitchFamily="18" charset="-127"/>
                          <a:ea typeface="-윤체M" panose="02020603050405020304" pitchFamily="18" charset="-127"/>
                        </a:defRPr>
                      </a:lvl5pPr>
                      <a:lvl6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6pPr>
                      <a:lvl7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7pPr>
                      <a:lvl8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8pPr>
                      <a:lvl9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rPr>
                        <a:t>cavity</a:t>
                      </a:r>
                      <a:endParaRPr kumimoji="1" lang="zh-CN" altLang="en-US" sz="2400" b="0"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黑体" panose="02010609060101010101" pitchFamily="49" charset="-122"/>
                          <a:ea typeface="黑体" panose="02010609060101010101" pitchFamily="49" charset="-122"/>
                        </a:defRPr>
                      </a:lvl1pPr>
                      <a:lvl2pPr>
                        <a:spcBef>
                          <a:spcPct val="20000"/>
                        </a:spcBef>
                        <a:defRPr kumimoji="1">
                          <a:solidFill>
                            <a:schemeClr val="tx1"/>
                          </a:solidFill>
                          <a:latin typeface="-윤체M" panose="02020603050405020304" pitchFamily="18" charset="-127"/>
                          <a:ea typeface="-윤체M" panose="02020603050405020304" pitchFamily="18" charset="-127"/>
                        </a:defRPr>
                      </a:lvl2pPr>
                      <a:lvl3pPr>
                        <a:spcBef>
                          <a:spcPct val="20000"/>
                        </a:spcBef>
                        <a:defRPr kumimoji="1" sz="1600">
                          <a:solidFill>
                            <a:schemeClr val="tx1"/>
                          </a:solidFill>
                          <a:latin typeface="-윤체M" panose="02020603050405020304" pitchFamily="18" charset="-127"/>
                          <a:ea typeface="-윤체M" panose="02020603050405020304" pitchFamily="18" charset="-127"/>
                        </a:defRPr>
                      </a:lvl3pPr>
                      <a:lvl4pPr>
                        <a:spcBef>
                          <a:spcPct val="20000"/>
                        </a:spcBef>
                        <a:defRPr kumimoji="1" sz="1400">
                          <a:solidFill>
                            <a:schemeClr val="tx1"/>
                          </a:solidFill>
                          <a:latin typeface="-윤체M" panose="02020603050405020304" pitchFamily="18" charset="-127"/>
                          <a:ea typeface="-윤체M" panose="02020603050405020304" pitchFamily="18" charset="-127"/>
                        </a:defRPr>
                      </a:lvl4pPr>
                      <a:lvl5pPr>
                        <a:spcBef>
                          <a:spcPct val="20000"/>
                        </a:spcBef>
                        <a:defRPr kumimoji="1" sz="1200">
                          <a:solidFill>
                            <a:schemeClr val="tx1"/>
                          </a:solidFill>
                          <a:latin typeface="-윤체M" panose="02020603050405020304" pitchFamily="18" charset="-127"/>
                          <a:ea typeface="-윤체M" panose="02020603050405020304" pitchFamily="18" charset="-127"/>
                        </a:defRPr>
                      </a:lvl5pPr>
                      <a:lvl6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6pPr>
                      <a:lvl7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7pPr>
                      <a:lvl8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8pPr>
                      <a:lvl9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2400" b="0" i="0" u="none" strike="noStrike" cap="none" normalizeH="0" baseline="0" dirty="0" smtClean="0">
                          <a:ln>
                            <a:noFill/>
                          </a:ln>
                          <a:solidFill>
                            <a:schemeClr val="tx1"/>
                          </a:solidFill>
                          <a:effectLst/>
                          <a:latin typeface="Times New Roman" panose="02020603050405020304" pitchFamily="18" charset="0"/>
                          <a:ea typeface="黑体" panose="02010609060101010101" pitchFamily="49" charset="-122"/>
                        </a:rPr>
                        <a:t>0.108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黑体" panose="02010609060101010101" pitchFamily="49" charset="-122"/>
                          <a:ea typeface="黑体" panose="02010609060101010101" pitchFamily="49" charset="-122"/>
                        </a:defRPr>
                      </a:lvl1pPr>
                      <a:lvl2pPr>
                        <a:spcBef>
                          <a:spcPct val="20000"/>
                        </a:spcBef>
                        <a:defRPr kumimoji="1">
                          <a:solidFill>
                            <a:schemeClr val="tx1"/>
                          </a:solidFill>
                          <a:latin typeface="-윤체M" panose="02020603050405020304" pitchFamily="18" charset="-127"/>
                          <a:ea typeface="-윤체M" panose="02020603050405020304" pitchFamily="18" charset="-127"/>
                        </a:defRPr>
                      </a:lvl2pPr>
                      <a:lvl3pPr>
                        <a:spcBef>
                          <a:spcPct val="20000"/>
                        </a:spcBef>
                        <a:defRPr kumimoji="1" sz="1600">
                          <a:solidFill>
                            <a:schemeClr val="tx1"/>
                          </a:solidFill>
                          <a:latin typeface="-윤체M" panose="02020603050405020304" pitchFamily="18" charset="-127"/>
                          <a:ea typeface="-윤체M" panose="02020603050405020304" pitchFamily="18" charset="-127"/>
                        </a:defRPr>
                      </a:lvl3pPr>
                      <a:lvl4pPr>
                        <a:spcBef>
                          <a:spcPct val="20000"/>
                        </a:spcBef>
                        <a:defRPr kumimoji="1" sz="1400">
                          <a:solidFill>
                            <a:schemeClr val="tx1"/>
                          </a:solidFill>
                          <a:latin typeface="-윤체M" panose="02020603050405020304" pitchFamily="18" charset="-127"/>
                          <a:ea typeface="-윤체M" panose="02020603050405020304" pitchFamily="18" charset="-127"/>
                        </a:defRPr>
                      </a:lvl4pPr>
                      <a:lvl5pPr>
                        <a:spcBef>
                          <a:spcPct val="20000"/>
                        </a:spcBef>
                        <a:defRPr kumimoji="1" sz="1200">
                          <a:solidFill>
                            <a:schemeClr val="tx1"/>
                          </a:solidFill>
                          <a:latin typeface="-윤체M" panose="02020603050405020304" pitchFamily="18" charset="-127"/>
                          <a:ea typeface="-윤체M" panose="02020603050405020304" pitchFamily="18" charset="-127"/>
                        </a:defRPr>
                      </a:lvl5pPr>
                      <a:lvl6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6pPr>
                      <a:lvl7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7pPr>
                      <a:lvl8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8pPr>
                      <a:lvl9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2400" b="0" i="0" u="none" strike="noStrike" cap="none" normalizeH="0" baseline="0" dirty="0" smtClean="0">
                          <a:ln>
                            <a:noFill/>
                          </a:ln>
                          <a:solidFill>
                            <a:schemeClr val="tx1"/>
                          </a:solidFill>
                          <a:effectLst/>
                          <a:latin typeface="Times New Roman" panose="02020603050405020304" pitchFamily="18" charset="0"/>
                          <a:ea typeface="黑体" panose="02010609060101010101" pitchFamily="49" charset="-122"/>
                        </a:rPr>
                        <a:t>0.012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黑体" panose="02010609060101010101" pitchFamily="49" charset="-122"/>
                          <a:ea typeface="黑体" panose="02010609060101010101" pitchFamily="49" charset="-122"/>
                        </a:defRPr>
                      </a:lvl1pPr>
                      <a:lvl2pPr>
                        <a:spcBef>
                          <a:spcPct val="20000"/>
                        </a:spcBef>
                        <a:defRPr kumimoji="1">
                          <a:solidFill>
                            <a:schemeClr val="tx1"/>
                          </a:solidFill>
                          <a:latin typeface="-윤체M" panose="02020603050405020304" pitchFamily="18" charset="-127"/>
                          <a:ea typeface="-윤체M" panose="02020603050405020304" pitchFamily="18" charset="-127"/>
                        </a:defRPr>
                      </a:lvl2pPr>
                      <a:lvl3pPr>
                        <a:spcBef>
                          <a:spcPct val="20000"/>
                        </a:spcBef>
                        <a:defRPr kumimoji="1" sz="1600">
                          <a:solidFill>
                            <a:schemeClr val="tx1"/>
                          </a:solidFill>
                          <a:latin typeface="-윤체M" panose="02020603050405020304" pitchFamily="18" charset="-127"/>
                          <a:ea typeface="-윤체M" panose="02020603050405020304" pitchFamily="18" charset="-127"/>
                        </a:defRPr>
                      </a:lvl3pPr>
                      <a:lvl4pPr>
                        <a:spcBef>
                          <a:spcPct val="20000"/>
                        </a:spcBef>
                        <a:defRPr kumimoji="1" sz="1400">
                          <a:solidFill>
                            <a:schemeClr val="tx1"/>
                          </a:solidFill>
                          <a:latin typeface="-윤체M" panose="02020603050405020304" pitchFamily="18" charset="-127"/>
                          <a:ea typeface="-윤체M" panose="02020603050405020304" pitchFamily="18" charset="-127"/>
                        </a:defRPr>
                      </a:lvl4pPr>
                      <a:lvl5pPr>
                        <a:spcBef>
                          <a:spcPct val="20000"/>
                        </a:spcBef>
                        <a:defRPr kumimoji="1" sz="1200">
                          <a:solidFill>
                            <a:schemeClr val="tx1"/>
                          </a:solidFill>
                          <a:latin typeface="-윤체M" panose="02020603050405020304" pitchFamily="18" charset="-127"/>
                          <a:ea typeface="-윤체M" panose="02020603050405020304" pitchFamily="18" charset="-127"/>
                        </a:defRPr>
                      </a:lvl5pPr>
                      <a:lvl6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6pPr>
                      <a:lvl7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7pPr>
                      <a:lvl8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8pPr>
                      <a:lvl9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2400" b="0" i="0" u="none" strike="noStrike" cap="none" normalizeH="0" baseline="0" dirty="0" smtClean="0">
                          <a:ln>
                            <a:noFill/>
                          </a:ln>
                          <a:solidFill>
                            <a:schemeClr val="tx1"/>
                          </a:solidFill>
                          <a:effectLst/>
                          <a:latin typeface="Times New Roman" panose="02020603050405020304" pitchFamily="18" charset="0"/>
                          <a:ea typeface="黑体" panose="02010609060101010101" pitchFamily="49" charset="-122"/>
                        </a:rPr>
                        <a:t>0.072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黑体" panose="02010609060101010101" pitchFamily="49" charset="-122"/>
                          <a:ea typeface="黑体" panose="02010609060101010101" pitchFamily="49" charset="-122"/>
                        </a:defRPr>
                      </a:lvl1pPr>
                      <a:lvl2pPr>
                        <a:spcBef>
                          <a:spcPct val="20000"/>
                        </a:spcBef>
                        <a:defRPr kumimoji="1">
                          <a:solidFill>
                            <a:schemeClr val="tx1"/>
                          </a:solidFill>
                          <a:latin typeface="-윤체M" panose="02020603050405020304" pitchFamily="18" charset="-127"/>
                          <a:ea typeface="-윤체M" panose="02020603050405020304" pitchFamily="18" charset="-127"/>
                        </a:defRPr>
                      </a:lvl2pPr>
                      <a:lvl3pPr>
                        <a:spcBef>
                          <a:spcPct val="20000"/>
                        </a:spcBef>
                        <a:defRPr kumimoji="1" sz="1600">
                          <a:solidFill>
                            <a:schemeClr val="tx1"/>
                          </a:solidFill>
                          <a:latin typeface="-윤체M" panose="02020603050405020304" pitchFamily="18" charset="-127"/>
                          <a:ea typeface="-윤체M" panose="02020603050405020304" pitchFamily="18" charset="-127"/>
                        </a:defRPr>
                      </a:lvl3pPr>
                      <a:lvl4pPr>
                        <a:spcBef>
                          <a:spcPct val="20000"/>
                        </a:spcBef>
                        <a:defRPr kumimoji="1" sz="1400">
                          <a:solidFill>
                            <a:schemeClr val="tx1"/>
                          </a:solidFill>
                          <a:latin typeface="-윤체M" panose="02020603050405020304" pitchFamily="18" charset="-127"/>
                          <a:ea typeface="-윤체M" panose="02020603050405020304" pitchFamily="18" charset="-127"/>
                        </a:defRPr>
                      </a:lvl4pPr>
                      <a:lvl5pPr>
                        <a:spcBef>
                          <a:spcPct val="20000"/>
                        </a:spcBef>
                        <a:defRPr kumimoji="1" sz="1200">
                          <a:solidFill>
                            <a:schemeClr val="tx1"/>
                          </a:solidFill>
                          <a:latin typeface="-윤체M" panose="02020603050405020304" pitchFamily="18" charset="-127"/>
                          <a:ea typeface="-윤체M" panose="02020603050405020304" pitchFamily="18" charset="-127"/>
                        </a:defRPr>
                      </a:lvl5pPr>
                      <a:lvl6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6pPr>
                      <a:lvl7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7pPr>
                      <a:lvl8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8pPr>
                      <a:lvl9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2400" b="0" i="0" u="none" strike="noStrike" cap="none" normalizeH="0" baseline="0" dirty="0" smtClean="0">
                          <a:ln>
                            <a:noFill/>
                          </a:ln>
                          <a:solidFill>
                            <a:schemeClr val="tx1"/>
                          </a:solidFill>
                          <a:effectLst/>
                          <a:latin typeface="Times New Roman" panose="02020603050405020304" pitchFamily="18" charset="0"/>
                          <a:ea typeface="黑体" panose="02010609060101010101" pitchFamily="49" charset="-122"/>
                        </a:rPr>
                        <a:t>0.008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21196">
                <a:tc>
                  <a:txBody>
                    <a:bodyPr/>
                    <a:lstStyle>
                      <a:lvl1pPr>
                        <a:spcBef>
                          <a:spcPct val="20000"/>
                        </a:spcBef>
                        <a:defRPr kumimoji="1" sz="2800">
                          <a:solidFill>
                            <a:schemeClr val="tx1"/>
                          </a:solidFill>
                          <a:latin typeface="黑体" panose="02010609060101010101" pitchFamily="49" charset="-122"/>
                          <a:ea typeface="黑体" panose="02010609060101010101" pitchFamily="49" charset="-122"/>
                        </a:defRPr>
                      </a:lvl1pPr>
                      <a:lvl2pPr>
                        <a:spcBef>
                          <a:spcPct val="20000"/>
                        </a:spcBef>
                        <a:defRPr kumimoji="1">
                          <a:solidFill>
                            <a:schemeClr val="tx1"/>
                          </a:solidFill>
                          <a:latin typeface="-윤체M" panose="02020603050405020304" pitchFamily="18" charset="-127"/>
                          <a:ea typeface="-윤체M" panose="02020603050405020304" pitchFamily="18" charset="-127"/>
                        </a:defRPr>
                      </a:lvl2pPr>
                      <a:lvl3pPr>
                        <a:spcBef>
                          <a:spcPct val="20000"/>
                        </a:spcBef>
                        <a:defRPr kumimoji="1" sz="1600">
                          <a:solidFill>
                            <a:schemeClr val="tx1"/>
                          </a:solidFill>
                          <a:latin typeface="-윤체M" panose="02020603050405020304" pitchFamily="18" charset="-127"/>
                          <a:ea typeface="-윤체M" panose="02020603050405020304" pitchFamily="18" charset="-127"/>
                        </a:defRPr>
                      </a:lvl3pPr>
                      <a:lvl4pPr>
                        <a:spcBef>
                          <a:spcPct val="20000"/>
                        </a:spcBef>
                        <a:defRPr kumimoji="1" sz="1400">
                          <a:solidFill>
                            <a:schemeClr val="tx1"/>
                          </a:solidFill>
                          <a:latin typeface="-윤체M" panose="02020603050405020304" pitchFamily="18" charset="-127"/>
                          <a:ea typeface="-윤체M" panose="02020603050405020304" pitchFamily="18" charset="-127"/>
                        </a:defRPr>
                      </a:lvl4pPr>
                      <a:lvl5pPr>
                        <a:spcBef>
                          <a:spcPct val="20000"/>
                        </a:spcBef>
                        <a:defRPr kumimoji="1" sz="1200">
                          <a:solidFill>
                            <a:schemeClr val="tx1"/>
                          </a:solidFill>
                          <a:latin typeface="-윤체M" panose="02020603050405020304" pitchFamily="18" charset="-127"/>
                          <a:ea typeface="-윤체M" panose="02020603050405020304" pitchFamily="18" charset="-127"/>
                        </a:defRPr>
                      </a:lvl5pPr>
                      <a:lvl6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6pPr>
                      <a:lvl7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7pPr>
                      <a:lvl8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8pPr>
                      <a:lvl9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a:t>
                      </a:r>
                      <a:r>
                        <a:rPr kumimoji="1" lang="en-US" altLang="zh-CN" sz="2400" b="0"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rPr>
                        <a:t>cavity</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黑体" panose="02010609060101010101" pitchFamily="49" charset="-122"/>
                          <a:ea typeface="黑体" panose="02010609060101010101" pitchFamily="49" charset="-122"/>
                        </a:defRPr>
                      </a:lvl1pPr>
                      <a:lvl2pPr>
                        <a:spcBef>
                          <a:spcPct val="20000"/>
                        </a:spcBef>
                        <a:defRPr kumimoji="1">
                          <a:solidFill>
                            <a:schemeClr val="tx1"/>
                          </a:solidFill>
                          <a:latin typeface="-윤체M" panose="02020603050405020304" pitchFamily="18" charset="-127"/>
                          <a:ea typeface="-윤체M" panose="02020603050405020304" pitchFamily="18" charset="-127"/>
                        </a:defRPr>
                      </a:lvl2pPr>
                      <a:lvl3pPr>
                        <a:spcBef>
                          <a:spcPct val="20000"/>
                        </a:spcBef>
                        <a:defRPr kumimoji="1" sz="1600">
                          <a:solidFill>
                            <a:schemeClr val="tx1"/>
                          </a:solidFill>
                          <a:latin typeface="-윤체M" panose="02020603050405020304" pitchFamily="18" charset="-127"/>
                          <a:ea typeface="-윤체M" panose="02020603050405020304" pitchFamily="18" charset="-127"/>
                        </a:defRPr>
                      </a:lvl3pPr>
                      <a:lvl4pPr>
                        <a:spcBef>
                          <a:spcPct val="20000"/>
                        </a:spcBef>
                        <a:defRPr kumimoji="1" sz="1400">
                          <a:solidFill>
                            <a:schemeClr val="tx1"/>
                          </a:solidFill>
                          <a:latin typeface="-윤체M" panose="02020603050405020304" pitchFamily="18" charset="-127"/>
                          <a:ea typeface="-윤체M" panose="02020603050405020304" pitchFamily="18" charset="-127"/>
                        </a:defRPr>
                      </a:lvl4pPr>
                      <a:lvl5pPr>
                        <a:spcBef>
                          <a:spcPct val="20000"/>
                        </a:spcBef>
                        <a:defRPr kumimoji="1" sz="1200">
                          <a:solidFill>
                            <a:schemeClr val="tx1"/>
                          </a:solidFill>
                          <a:latin typeface="-윤체M" panose="02020603050405020304" pitchFamily="18" charset="-127"/>
                          <a:ea typeface="-윤체M" panose="02020603050405020304" pitchFamily="18" charset="-127"/>
                        </a:defRPr>
                      </a:lvl5pPr>
                      <a:lvl6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6pPr>
                      <a:lvl7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7pPr>
                      <a:lvl8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8pPr>
                      <a:lvl9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rPr>
                        <a:t>0.016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黑体" panose="02010609060101010101" pitchFamily="49" charset="-122"/>
                          <a:ea typeface="黑体" panose="02010609060101010101" pitchFamily="49" charset="-122"/>
                        </a:defRPr>
                      </a:lvl1pPr>
                      <a:lvl2pPr>
                        <a:spcBef>
                          <a:spcPct val="20000"/>
                        </a:spcBef>
                        <a:defRPr kumimoji="1">
                          <a:solidFill>
                            <a:schemeClr val="tx1"/>
                          </a:solidFill>
                          <a:latin typeface="-윤체M" panose="02020603050405020304" pitchFamily="18" charset="-127"/>
                          <a:ea typeface="-윤체M" panose="02020603050405020304" pitchFamily="18" charset="-127"/>
                        </a:defRPr>
                      </a:lvl2pPr>
                      <a:lvl3pPr>
                        <a:spcBef>
                          <a:spcPct val="20000"/>
                        </a:spcBef>
                        <a:defRPr kumimoji="1" sz="1600">
                          <a:solidFill>
                            <a:schemeClr val="tx1"/>
                          </a:solidFill>
                          <a:latin typeface="-윤체M" panose="02020603050405020304" pitchFamily="18" charset="-127"/>
                          <a:ea typeface="-윤체M" panose="02020603050405020304" pitchFamily="18" charset="-127"/>
                        </a:defRPr>
                      </a:lvl3pPr>
                      <a:lvl4pPr>
                        <a:spcBef>
                          <a:spcPct val="20000"/>
                        </a:spcBef>
                        <a:defRPr kumimoji="1" sz="1400">
                          <a:solidFill>
                            <a:schemeClr val="tx1"/>
                          </a:solidFill>
                          <a:latin typeface="-윤체M" panose="02020603050405020304" pitchFamily="18" charset="-127"/>
                          <a:ea typeface="-윤체M" panose="02020603050405020304" pitchFamily="18" charset="-127"/>
                        </a:defRPr>
                      </a:lvl4pPr>
                      <a:lvl5pPr>
                        <a:spcBef>
                          <a:spcPct val="20000"/>
                        </a:spcBef>
                        <a:defRPr kumimoji="1" sz="1200">
                          <a:solidFill>
                            <a:schemeClr val="tx1"/>
                          </a:solidFill>
                          <a:latin typeface="-윤체M" panose="02020603050405020304" pitchFamily="18" charset="-127"/>
                          <a:ea typeface="-윤체M" panose="02020603050405020304" pitchFamily="18" charset="-127"/>
                        </a:defRPr>
                      </a:lvl5pPr>
                      <a:lvl6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6pPr>
                      <a:lvl7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7pPr>
                      <a:lvl8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8pPr>
                      <a:lvl9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rPr>
                        <a:t>0.064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黑体" panose="02010609060101010101" pitchFamily="49" charset="-122"/>
                          <a:ea typeface="黑体" panose="02010609060101010101" pitchFamily="49" charset="-122"/>
                        </a:defRPr>
                      </a:lvl1pPr>
                      <a:lvl2pPr>
                        <a:spcBef>
                          <a:spcPct val="20000"/>
                        </a:spcBef>
                        <a:defRPr kumimoji="1">
                          <a:solidFill>
                            <a:schemeClr val="tx1"/>
                          </a:solidFill>
                          <a:latin typeface="-윤체M" panose="02020603050405020304" pitchFamily="18" charset="-127"/>
                          <a:ea typeface="-윤체M" panose="02020603050405020304" pitchFamily="18" charset="-127"/>
                        </a:defRPr>
                      </a:lvl2pPr>
                      <a:lvl3pPr>
                        <a:spcBef>
                          <a:spcPct val="20000"/>
                        </a:spcBef>
                        <a:defRPr kumimoji="1" sz="1600">
                          <a:solidFill>
                            <a:schemeClr val="tx1"/>
                          </a:solidFill>
                          <a:latin typeface="-윤체M" panose="02020603050405020304" pitchFamily="18" charset="-127"/>
                          <a:ea typeface="-윤체M" panose="02020603050405020304" pitchFamily="18" charset="-127"/>
                        </a:defRPr>
                      </a:lvl3pPr>
                      <a:lvl4pPr>
                        <a:spcBef>
                          <a:spcPct val="20000"/>
                        </a:spcBef>
                        <a:defRPr kumimoji="1" sz="1400">
                          <a:solidFill>
                            <a:schemeClr val="tx1"/>
                          </a:solidFill>
                          <a:latin typeface="-윤체M" panose="02020603050405020304" pitchFamily="18" charset="-127"/>
                          <a:ea typeface="-윤체M" panose="02020603050405020304" pitchFamily="18" charset="-127"/>
                        </a:defRPr>
                      </a:lvl4pPr>
                      <a:lvl5pPr>
                        <a:spcBef>
                          <a:spcPct val="20000"/>
                        </a:spcBef>
                        <a:defRPr kumimoji="1" sz="1200">
                          <a:solidFill>
                            <a:schemeClr val="tx1"/>
                          </a:solidFill>
                          <a:latin typeface="-윤체M" panose="02020603050405020304" pitchFamily="18" charset="-127"/>
                          <a:ea typeface="-윤체M" panose="02020603050405020304" pitchFamily="18" charset="-127"/>
                        </a:defRPr>
                      </a:lvl5pPr>
                      <a:lvl6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6pPr>
                      <a:lvl7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7pPr>
                      <a:lvl8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8pPr>
                      <a:lvl9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rPr>
                        <a:t>0.144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黑体" panose="02010609060101010101" pitchFamily="49" charset="-122"/>
                          <a:ea typeface="黑体" panose="02010609060101010101" pitchFamily="49" charset="-122"/>
                        </a:defRPr>
                      </a:lvl1pPr>
                      <a:lvl2pPr>
                        <a:spcBef>
                          <a:spcPct val="20000"/>
                        </a:spcBef>
                        <a:defRPr kumimoji="1">
                          <a:solidFill>
                            <a:schemeClr val="tx1"/>
                          </a:solidFill>
                          <a:latin typeface="-윤체M" panose="02020603050405020304" pitchFamily="18" charset="-127"/>
                          <a:ea typeface="-윤체M" panose="02020603050405020304" pitchFamily="18" charset="-127"/>
                        </a:defRPr>
                      </a:lvl2pPr>
                      <a:lvl3pPr>
                        <a:spcBef>
                          <a:spcPct val="20000"/>
                        </a:spcBef>
                        <a:defRPr kumimoji="1" sz="1600">
                          <a:solidFill>
                            <a:schemeClr val="tx1"/>
                          </a:solidFill>
                          <a:latin typeface="-윤체M" panose="02020603050405020304" pitchFamily="18" charset="-127"/>
                          <a:ea typeface="-윤체M" panose="02020603050405020304" pitchFamily="18" charset="-127"/>
                        </a:defRPr>
                      </a:lvl3pPr>
                      <a:lvl4pPr>
                        <a:spcBef>
                          <a:spcPct val="20000"/>
                        </a:spcBef>
                        <a:defRPr kumimoji="1" sz="1400">
                          <a:solidFill>
                            <a:schemeClr val="tx1"/>
                          </a:solidFill>
                          <a:latin typeface="-윤체M" panose="02020603050405020304" pitchFamily="18" charset="-127"/>
                          <a:ea typeface="-윤체M" panose="02020603050405020304" pitchFamily="18" charset="-127"/>
                        </a:defRPr>
                      </a:lvl4pPr>
                      <a:lvl5pPr>
                        <a:spcBef>
                          <a:spcPct val="20000"/>
                        </a:spcBef>
                        <a:defRPr kumimoji="1" sz="1200">
                          <a:solidFill>
                            <a:schemeClr val="tx1"/>
                          </a:solidFill>
                          <a:latin typeface="-윤체M" panose="02020603050405020304" pitchFamily="18" charset="-127"/>
                          <a:ea typeface="-윤체M" panose="02020603050405020304" pitchFamily="18" charset="-127"/>
                        </a:defRPr>
                      </a:lvl5pPr>
                      <a:lvl6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6pPr>
                      <a:lvl7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7pPr>
                      <a:lvl8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8pPr>
                      <a:lvl9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2400" b="0" i="0" u="none" strike="noStrike" cap="none" normalizeH="0" baseline="0" dirty="0" smtClean="0">
                          <a:ln>
                            <a:noFill/>
                          </a:ln>
                          <a:solidFill>
                            <a:schemeClr val="tx1"/>
                          </a:solidFill>
                          <a:effectLst/>
                          <a:latin typeface="Times New Roman" panose="02020603050405020304" pitchFamily="18" charset="0"/>
                          <a:ea typeface="黑体" panose="02010609060101010101" pitchFamily="49" charset="-122"/>
                        </a:rPr>
                        <a:t>0.576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321288179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34531">
                                            <p:txEl>
                                              <p:pRg st="0" end="0"/>
                                            </p:txEl>
                                          </p:spTgt>
                                        </p:tgtEl>
                                        <p:attrNameLst>
                                          <p:attrName>style.visibility</p:attrName>
                                        </p:attrNameLst>
                                      </p:cBhvr>
                                      <p:to>
                                        <p:strVal val="visible"/>
                                      </p:to>
                                    </p:set>
                                    <p:animEffect transition="in" filter="blinds(horizontal)">
                                      <p:cBhvr>
                                        <p:cTn id="7" dur="500"/>
                                        <p:tgtEl>
                                          <p:spTgt spid="53453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灯片编号占位符 4"/>
          <p:cNvSpPr>
            <a:spLocks noGrp="1"/>
          </p:cNvSpPr>
          <p:nvPr>
            <p:ph type="sldNum" sz="quarter" idx="10"/>
          </p:nvPr>
        </p:nvSpPr>
        <p:spPr>
          <a:noFill/>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127"/>
                <a:ea typeface="-윤체M" panose="020B0604020202020204" charset="-127"/>
              </a:defRPr>
            </a:lvl2pPr>
            <a:lvl3pPr marL="1143000" indent="-228600" latinLnBrk="1">
              <a:spcBef>
                <a:spcPct val="20000"/>
              </a:spcBef>
              <a:buChar char="•"/>
              <a:defRPr kumimoji="1">
                <a:solidFill>
                  <a:schemeClr val="tx1"/>
                </a:solidFill>
                <a:latin typeface="-윤체M" panose="020B0604020202020204" charset="-127"/>
                <a:ea typeface="-윤체M" panose="020B0604020202020204" charset="-127"/>
              </a:defRPr>
            </a:lvl3pPr>
            <a:lvl4pPr marL="1600200" indent="-228600" latinLnBrk="1">
              <a:spcBef>
                <a:spcPct val="20000"/>
              </a:spcBef>
              <a:buChar char="•"/>
              <a:defRPr kumimoji="1" sz="1600">
                <a:solidFill>
                  <a:schemeClr val="tx1"/>
                </a:solidFill>
                <a:latin typeface="-윤체M" panose="020B0604020202020204" charset="-127"/>
                <a:ea typeface="-윤체M" panose="020B0604020202020204" charset="-127"/>
              </a:defRPr>
            </a:lvl4pPr>
            <a:lvl5pPr marL="2057400" indent="-228600" latinLnBrk="1">
              <a:spcBef>
                <a:spcPct val="20000"/>
              </a:spcBef>
              <a:buChar char="•"/>
              <a:defRPr kumimoji="1" sz="1400">
                <a:solidFill>
                  <a:schemeClr val="tx1"/>
                </a:solidFill>
                <a:latin typeface="-윤체M" panose="020B0604020202020204" charset="-127"/>
                <a:ea typeface="-윤체M" panose="020B0604020202020204"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9pPr>
          </a:lstStyle>
          <a:p>
            <a:pPr>
              <a:spcBef>
                <a:spcPct val="0"/>
              </a:spcBef>
              <a:buFontTx/>
              <a:buNone/>
            </a:pPr>
            <a:fld id="{6BE67856-BF45-4CDC-9919-C5B5523BE21D}" type="slidenum">
              <a:rPr lang="zh-CN" altLang="en-US" sz="1400" smtClean="0">
                <a:latin typeface="Gulim" panose="020B0604020202020204" charset="-127"/>
                <a:ea typeface="Gulim" panose="020B0604020202020204" charset="-127"/>
              </a:rPr>
              <a:pPr>
                <a:spcBef>
                  <a:spcPct val="0"/>
                </a:spcBef>
                <a:buFontTx/>
                <a:buNone/>
              </a:pPr>
              <a:t>96</a:t>
            </a:fld>
            <a:endParaRPr lang="en-US" altLang="zh-CN" sz="1400" smtClean="0">
              <a:latin typeface="Gulim" panose="020B0604020202020204" charset="-127"/>
              <a:ea typeface="Gulim" panose="020B0604020202020204" charset="-127"/>
            </a:endParaRPr>
          </a:p>
        </p:txBody>
      </p:sp>
      <p:sp>
        <p:nvSpPr>
          <p:cNvPr id="534530" name="Rectangle 2"/>
          <p:cNvSpPr>
            <a:spLocks noGrp="1" noChangeArrowheads="1"/>
          </p:cNvSpPr>
          <p:nvPr>
            <p:ph type="title"/>
          </p:nvPr>
        </p:nvSpPr>
        <p:spPr>
          <a:xfrm>
            <a:off x="684213" y="549275"/>
            <a:ext cx="7772400" cy="731838"/>
          </a:xfrm>
        </p:spPr>
        <p:txBody>
          <a:bodyPr/>
          <a:lstStyle/>
          <a:p>
            <a:pPr algn="ctr" eaLnBrk="1" hangingPunct="1">
              <a:defRPr/>
            </a:pPr>
            <a:r>
              <a:rPr lang="en-US" altLang="zh-CN" sz="3200" b="1" dirty="0">
                <a:solidFill>
                  <a:schemeClr val="tx1"/>
                </a:solidFill>
                <a:latin typeface="微软雅黑" panose="020B0503020204020204" pitchFamily="34" charset="-122"/>
                <a:ea typeface="微软雅黑" panose="020B0503020204020204" pitchFamily="34" charset="-122"/>
              </a:rPr>
              <a:t>3.4.2 </a:t>
            </a:r>
            <a:r>
              <a:rPr lang="zh-CN" altLang="en-US" sz="3200" b="1" dirty="0">
                <a:solidFill>
                  <a:schemeClr val="tx1"/>
                </a:solidFill>
                <a:latin typeface="微软雅黑" panose="020B0503020204020204" pitchFamily="34" charset="-122"/>
                <a:ea typeface="微软雅黑" panose="020B0503020204020204" pitchFamily="34" charset="-122"/>
              </a:rPr>
              <a:t>使用</a:t>
            </a:r>
            <a:r>
              <a:rPr lang="zh-CN" altLang="en-US" sz="3200" b="1" dirty="0">
                <a:solidFill>
                  <a:schemeClr val="tx1"/>
                </a:solidFill>
                <a:latin typeface="微软雅黑" panose="020B0503020204020204" pitchFamily="34" charset="-122"/>
                <a:ea typeface="微软雅黑" panose="020B0503020204020204" pitchFamily="34" charset="-122"/>
              </a:rPr>
              <a:t>全联合概率分布进行推理</a:t>
            </a:r>
          </a:p>
        </p:txBody>
      </p:sp>
      <p:sp>
        <p:nvSpPr>
          <p:cNvPr id="38916" name="Rectangle 3"/>
          <p:cNvSpPr>
            <a:spLocks noGrp="1" noChangeArrowheads="1"/>
          </p:cNvSpPr>
          <p:nvPr>
            <p:ph type="body" sz="half" idx="1"/>
          </p:nvPr>
        </p:nvSpPr>
        <p:spPr>
          <a:xfrm>
            <a:off x="795338" y="3652838"/>
            <a:ext cx="7761287" cy="2708275"/>
          </a:xfrm>
        </p:spPr>
        <p:txBody>
          <a:bodyPr/>
          <a:lstStyle/>
          <a:p>
            <a:pPr algn="just" eaLnBrk="1" hangingPunct="1">
              <a:lnSpc>
                <a:spcPct val="120000"/>
              </a:lnSpc>
            </a:pPr>
            <a:r>
              <a:rPr lang="zh-CN" altLang="en-US" sz="2000" smtClean="0">
                <a:latin typeface="Times New Roman" panose="02020603050405020304" pitchFamily="18" charset="0"/>
                <a:ea typeface="微软雅黑" panose="020B0503020204020204" pitchFamily="34" charset="-122"/>
                <a:cs typeface="Times New Roman" panose="02020603050405020304" pitchFamily="18" charset="0"/>
              </a:rPr>
              <a:t>全联合概率分布是知识库，从中可得到所有概率的计算</a:t>
            </a:r>
            <a:r>
              <a:rPr lang="en-US" altLang="zh-CN" sz="2000" smtClean="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smtClean="0">
                <a:latin typeface="Times New Roman" panose="02020603050405020304" pitchFamily="18" charset="0"/>
                <a:ea typeface="微软雅黑" panose="020B0503020204020204" pitchFamily="34" charset="-122"/>
                <a:cs typeface="Times New Roman" panose="02020603050405020304" pitchFamily="18" charset="0"/>
              </a:rPr>
              <a:t>命题</a:t>
            </a:r>
            <a:r>
              <a:rPr lang="zh-CN" altLang="en-US" sz="2000" b="1" smtClean="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在其中成立的</a:t>
            </a:r>
            <a:r>
              <a:rPr lang="zh-CN" altLang="en-US" sz="2000" smtClean="0">
                <a:latin typeface="Times New Roman" panose="02020603050405020304" pitchFamily="18" charset="0"/>
                <a:ea typeface="微软雅黑" panose="020B0503020204020204" pitchFamily="34" charset="-122"/>
                <a:cs typeface="Times New Roman" panose="02020603050405020304" pitchFamily="18" charset="0"/>
              </a:rPr>
              <a:t>所有原子事件的概率和</a:t>
            </a:r>
            <a:endParaRPr lang="en-US" altLang="zh-CN" sz="2000" smtClean="0">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534574" name="Group 46"/>
          <p:cNvGraphicFramePr>
            <a:graphicFrameLocks noGrp="1"/>
          </p:cNvGraphicFramePr>
          <p:nvPr>
            <p:ph sz="half" idx="2"/>
          </p:nvPr>
        </p:nvGraphicFramePr>
        <p:xfrm>
          <a:off x="827088" y="1541463"/>
          <a:ext cx="7416800" cy="1828800"/>
        </p:xfrm>
        <a:graphic>
          <a:graphicData uri="http://schemas.openxmlformats.org/drawingml/2006/table">
            <a:tbl>
              <a:tblPr/>
              <a:tblGrid>
                <a:gridCol w="1482725"/>
                <a:gridCol w="1484312"/>
                <a:gridCol w="1482725"/>
                <a:gridCol w="1484313"/>
                <a:gridCol w="1482725"/>
              </a:tblGrid>
              <a:tr h="421196">
                <a:tc>
                  <a:txBody>
                    <a:bodyPr/>
                    <a:lstStyle>
                      <a:lvl1pPr>
                        <a:spcBef>
                          <a:spcPct val="20000"/>
                        </a:spcBef>
                        <a:defRPr kumimoji="1" sz="2800">
                          <a:solidFill>
                            <a:schemeClr val="tx1"/>
                          </a:solidFill>
                          <a:latin typeface="黑体" panose="02010609060101010101" pitchFamily="49" charset="-122"/>
                          <a:ea typeface="黑体" panose="02010609060101010101" pitchFamily="49" charset="-122"/>
                        </a:defRPr>
                      </a:lvl1pPr>
                      <a:lvl2pPr>
                        <a:spcBef>
                          <a:spcPct val="20000"/>
                        </a:spcBef>
                        <a:defRPr kumimoji="1">
                          <a:solidFill>
                            <a:schemeClr val="tx1"/>
                          </a:solidFill>
                          <a:latin typeface="-윤체M" panose="02020603050405020304" pitchFamily="18" charset="-127"/>
                          <a:ea typeface="-윤체M" panose="02020603050405020304" pitchFamily="18" charset="-127"/>
                        </a:defRPr>
                      </a:lvl2pPr>
                      <a:lvl3pPr>
                        <a:spcBef>
                          <a:spcPct val="20000"/>
                        </a:spcBef>
                        <a:defRPr kumimoji="1" sz="1600">
                          <a:solidFill>
                            <a:schemeClr val="tx1"/>
                          </a:solidFill>
                          <a:latin typeface="-윤체M" panose="02020603050405020304" pitchFamily="18" charset="-127"/>
                          <a:ea typeface="-윤체M" panose="02020603050405020304" pitchFamily="18" charset="-127"/>
                        </a:defRPr>
                      </a:lvl3pPr>
                      <a:lvl4pPr>
                        <a:spcBef>
                          <a:spcPct val="20000"/>
                        </a:spcBef>
                        <a:defRPr kumimoji="1" sz="1400">
                          <a:solidFill>
                            <a:schemeClr val="tx1"/>
                          </a:solidFill>
                          <a:latin typeface="-윤체M" panose="02020603050405020304" pitchFamily="18" charset="-127"/>
                          <a:ea typeface="-윤체M" panose="02020603050405020304" pitchFamily="18" charset="-127"/>
                        </a:defRPr>
                      </a:lvl4pPr>
                      <a:lvl5pPr>
                        <a:spcBef>
                          <a:spcPct val="20000"/>
                        </a:spcBef>
                        <a:defRPr kumimoji="1" sz="1200">
                          <a:solidFill>
                            <a:schemeClr val="tx1"/>
                          </a:solidFill>
                          <a:latin typeface="-윤체M" panose="02020603050405020304" pitchFamily="18" charset="-127"/>
                          <a:ea typeface="-윤체M" panose="02020603050405020304" pitchFamily="18" charset="-127"/>
                        </a:defRPr>
                      </a:lvl5pPr>
                      <a:lvl6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6pPr>
                      <a:lvl7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7pPr>
                      <a:lvl8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8pPr>
                      <a:lvl9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9p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zh-CN" altLang="en-US" sz="2400" b="0" i="0" u="none" strike="noStrike" cap="none" normalizeH="0" baseline="0" dirty="0" smtClean="0">
                        <a:ln>
                          <a:noFill/>
                        </a:ln>
                        <a:solidFill>
                          <a:schemeClr val="tx1"/>
                        </a:solidFill>
                        <a:effectLst/>
                        <a:latin typeface="黑体" panose="02010609060101010101" pitchFamily="49" charset="-122"/>
                        <a:ea typeface="黑体" panose="02010609060101010101"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lvl1pPr>
                        <a:spcBef>
                          <a:spcPct val="20000"/>
                        </a:spcBef>
                        <a:defRPr kumimoji="1" sz="2800">
                          <a:solidFill>
                            <a:schemeClr val="tx1"/>
                          </a:solidFill>
                          <a:latin typeface="黑体" panose="02010609060101010101" pitchFamily="49" charset="-122"/>
                          <a:ea typeface="黑体" panose="02010609060101010101" pitchFamily="49" charset="-122"/>
                        </a:defRPr>
                      </a:lvl1pPr>
                      <a:lvl2pPr>
                        <a:spcBef>
                          <a:spcPct val="20000"/>
                        </a:spcBef>
                        <a:defRPr kumimoji="1">
                          <a:solidFill>
                            <a:schemeClr val="tx1"/>
                          </a:solidFill>
                          <a:latin typeface="-윤체M" panose="02020603050405020304" pitchFamily="18" charset="-127"/>
                          <a:ea typeface="-윤체M" panose="02020603050405020304" pitchFamily="18" charset="-127"/>
                        </a:defRPr>
                      </a:lvl2pPr>
                      <a:lvl3pPr>
                        <a:spcBef>
                          <a:spcPct val="20000"/>
                        </a:spcBef>
                        <a:defRPr kumimoji="1" sz="1600">
                          <a:solidFill>
                            <a:schemeClr val="tx1"/>
                          </a:solidFill>
                          <a:latin typeface="-윤체M" panose="02020603050405020304" pitchFamily="18" charset="-127"/>
                          <a:ea typeface="-윤체M" panose="02020603050405020304" pitchFamily="18" charset="-127"/>
                        </a:defRPr>
                      </a:lvl3pPr>
                      <a:lvl4pPr>
                        <a:spcBef>
                          <a:spcPct val="20000"/>
                        </a:spcBef>
                        <a:defRPr kumimoji="1" sz="1400">
                          <a:solidFill>
                            <a:schemeClr val="tx1"/>
                          </a:solidFill>
                          <a:latin typeface="-윤체M" panose="02020603050405020304" pitchFamily="18" charset="-127"/>
                          <a:ea typeface="-윤체M" panose="02020603050405020304" pitchFamily="18" charset="-127"/>
                        </a:defRPr>
                      </a:lvl4pPr>
                      <a:lvl5pPr>
                        <a:spcBef>
                          <a:spcPct val="20000"/>
                        </a:spcBef>
                        <a:defRPr kumimoji="1" sz="1200">
                          <a:solidFill>
                            <a:schemeClr val="tx1"/>
                          </a:solidFill>
                          <a:latin typeface="-윤체M" panose="02020603050405020304" pitchFamily="18" charset="-127"/>
                          <a:ea typeface="-윤체M" panose="02020603050405020304" pitchFamily="18" charset="-127"/>
                        </a:defRPr>
                      </a:lvl5pPr>
                      <a:lvl6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6pPr>
                      <a:lvl7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7pPr>
                      <a:lvl8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8pPr>
                      <a:lvl9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rPr>
                        <a:t>toothache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2">
                  <a:txBody>
                    <a:bodyPr/>
                    <a:lstStyle>
                      <a:lvl1pPr>
                        <a:spcBef>
                          <a:spcPct val="20000"/>
                        </a:spcBef>
                        <a:defRPr kumimoji="1" sz="2800">
                          <a:solidFill>
                            <a:schemeClr val="tx1"/>
                          </a:solidFill>
                          <a:latin typeface="黑体" panose="02010609060101010101" pitchFamily="49" charset="-122"/>
                          <a:ea typeface="黑体" panose="02010609060101010101" pitchFamily="49" charset="-122"/>
                        </a:defRPr>
                      </a:lvl1pPr>
                      <a:lvl2pPr>
                        <a:spcBef>
                          <a:spcPct val="20000"/>
                        </a:spcBef>
                        <a:defRPr kumimoji="1">
                          <a:solidFill>
                            <a:schemeClr val="tx1"/>
                          </a:solidFill>
                          <a:latin typeface="-윤체M" panose="02020603050405020304" pitchFamily="18" charset="-127"/>
                          <a:ea typeface="-윤체M" panose="02020603050405020304" pitchFamily="18" charset="-127"/>
                        </a:defRPr>
                      </a:lvl2pPr>
                      <a:lvl3pPr>
                        <a:spcBef>
                          <a:spcPct val="20000"/>
                        </a:spcBef>
                        <a:defRPr kumimoji="1" sz="1600">
                          <a:solidFill>
                            <a:schemeClr val="tx1"/>
                          </a:solidFill>
                          <a:latin typeface="-윤체M" panose="02020603050405020304" pitchFamily="18" charset="-127"/>
                          <a:ea typeface="-윤체M" panose="02020603050405020304" pitchFamily="18" charset="-127"/>
                        </a:defRPr>
                      </a:lvl3pPr>
                      <a:lvl4pPr>
                        <a:spcBef>
                          <a:spcPct val="20000"/>
                        </a:spcBef>
                        <a:defRPr kumimoji="1" sz="1400">
                          <a:solidFill>
                            <a:schemeClr val="tx1"/>
                          </a:solidFill>
                          <a:latin typeface="-윤체M" panose="02020603050405020304" pitchFamily="18" charset="-127"/>
                          <a:ea typeface="-윤체M" panose="02020603050405020304" pitchFamily="18" charset="-127"/>
                        </a:defRPr>
                      </a:lvl4pPr>
                      <a:lvl5pPr>
                        <a:spcBef>
                          <a:spcPct val="20000"/>
                        </a:spcBef>
                        <a:defRPr kumimoji="1" sz="1200">
                          <a:solidFill>
                            <a:schemeClr val="tx1"/>
                          </a:solidFill>
                          <a:latin typeface="-윤체M" panose="02020603050405020304" pitchFamily="18" charset="-127"/>
                          <a:ea typeface="-윤체M" panose="02020603050405020304" pitchFamily="18" charset="-127"/>
                        </a:defRPr>
                      </a:lvl5pPr>
                      <a:lvl6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6pPr>
                      <a:lvl7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7pPr>
                      <a:lvl8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8pPr>
                      <a:lvl9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a:t>
                      </a:r>
                      <a:r>
                        <a:rPr kumimoji="1" lang="en-US" altLang="zh-CN" sz="2400" b="0"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rPr>
                        <a:t>toothache</a:t>
                      </a:r>
                      <a:endParaRPr kumimoji="1" lang="zh-CN" altLang="en-US" sz="2400" b="0"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r>
              <a:tr h="421196">
                <a:tc>
                  <a:txBody>
                    <a:bodyPr/>
                    <a:lstStyle>
                      <a:lvl1pPr>
                        <a:spcBef>
                          <a:spcPct val="20000"/>
                        </a:spcBef>
                        <a:defRPr kumimoji="1" sz="2800">
                          <a:solidFill>
                            <a:schemeClr val="tx1"/>
                          </a:solidFill>
                          <a:latin typeface="黑体" panose="02010609060101010101" pitchFamily="49" charset="-122"/>
                          <a:ea typeface="黑体" panose="02010609060101010101" pitchFamily="49" charset="-122"/>
                        </a:defRPr>
                      </a:lvl1pPr>
                      <a:lvl2pPr>
                        <a:spcBef>
                          <a:spcPct val="20000"/>
                        </a:spcBef>
                        <a:defRPr kumimoji="1">
                          <a:solidFill>
                            <a:schemeClr val="tx1"/>
                          </a:solidFill>
                          <a:latin typeface="-윤체M" panose="02020603050405020304" pitchFamily="18" charset="-127"/>
                          <a:ea typeface="-윤체M" panose="02020603050405020304" pitchFamily="18" charset="-127"/>
                        </a:defRPr>
                      </a:lvl2pPr>
                      <a:lvl3pPr>
                        <a:spcBef>
                          <a:spcPct val="20000"/>
                        </a:spcBef>
                        <a:defRPr kumimoji="1" sz="1600">
                          <a:solidFill>
                            <a:schemeClr val="tx1"/>
                          </a:solidFill>
                          <a:latin typeface="-윤체M" panose="02020603050405020304" pitchFamily="18" charset="-127"/>
                          <a:ea typeface="-윤체M" panose="02020603050405020304" pitchFamily="18" charset="-127"/>
                        </a:defRPr>
                      </a:lvl3pPr>
                      <a:lvl4pPr>
                        <a:spcBef>
                          <a:spcPct val="20000"/>
                        </a:spcBef>
                        <a:defRPr kumimoji="1" sz="1400">
                          <a:solidFill>
                            <a:schemeClr val="tx1"/>
                          </a:solidFill>
                          <a:latin typeface="-윤체M" panose="02020603050405020304" pitchFamily="18" charset="-127"/>
                          <a:ea typeface="-윤체M" panose="02020603050405020304" pitchFamily="18" charset="-127"/>
                        </a:defRPr>
                      </a:lvl4pPr>
                      <a:lvl5pPr>
                        <a:spcBef>
                          <a:spcPct val="20000"/>
                        </a:spcBef>
                        <a:defRPr kumimoji="1" sz="1200">
                          <a:solidFill>
                            <a:schemeClr val="tx1"/>
                          </a:solidFill>
                          <a:latin typeface="-윤체M" panose="02020603050405020304" pitchFamily="18" charset="-127"/>
                          <a:ea typeface="-윤체M" panose="02020603050405020304" pitchFamily="18" charset="-127"/>
                        </a:defRPr>
                      </a:lvl5pPr>
                      <a:lvl6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6pPr>
                      <a:lvl7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7pPr>
                      <a:lvl8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8pPr>
                      <a:lvl9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zh-CN" sz="2400" b="0"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黑体" panose="02010609060101010101" pitchFamily="49" charset="-122"/>
                          <a:ea typeface="黑体" panose="02010609060101010101" pitchFamily="49" charset="-122"/>
                        </a:defRPr>
                      </a:lvl1pPr>
                      <a:lvl2pPr>
                        <a:spcBef>
                          <a:spcPct val="20000"/>
                        </a:spcBef>
                        <a:defRPr kumimoji="1">
                          <a:solidFill>
                            <a:schemeClr val="tx1"/>
                          </a:solidFill>
                          <a:latin typeface="-윤체M" panose="02020603050405020304" pitchFamily="18" charset="-127"/>
                          <a:ea typeface="-윤체M" panose="02020603050405020304" pitchFamily="18" charset="-127"/>
                        </a:defRPr>
                      </a:lvl2pPr>
                      <a:lvl3pPr>
                        <a:spcBef>
                          <a:spcPct val="20000"/>
                        </a:spcBef>
                        <a:defRPr kumimoji="1" sz="1600">
                          <a:solidFill>
                            <a:schemeClr val="tx1"/>
                          </a:solidFill>
                          <a:latin typeface="-윤체M" panose="02020603050405020304" pitchFamily="18" charset="-127"/>
                          <a:ea typeface="-윤체M" panose="02020603050405020304" pitchFamily="18" charset="-127"/>
                        </a:defRPr>
                      </a:lvl3pPr>
                      <a:lvl4pPr>
                        <a:spcBef>
                          <a:spcPct val="20000"/>
                        </a:spcBef>
                        <a:defRPr kumimoji="1" sz="1400">
                          <a:solidFill>
                            <a:schemeClr val="tx1"/>
                          </a:solidFill>
                          <a:latin typeface="-윤체M" panose="02020603050405020304" pitchFamily="18" charset="-127"/>
                          <a:ea typeface="-윤체M" panose="02020603050405020304" pitchFamily="18" charset="-127"/>
                        </a:defRPr>
                      </a:lvl4pPr>
                      <a:lvl5pPr>
                        <a:spcBef>
                          <a:spcPct val="20000"/>
                        </a:spcBef>
                        <a:defRPr kumimoji="1" sz="1200">
                          <a:solidFill>
                            <a:schemeClr val="tx1"/>
                          </a:solidFill>
                          <a:latin typeface="-윤체M" panose="02020603050405020304" pitchFamily="18" charset="-127"/>
                          <a:ea typeface="-윤체M" panose="02020603050405020304" pitchFamily="18" charset="-127"/>
                        </a:defRPr>
                      </a:lvl5pPr>
                      <a:lvl6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6pPr>
                      <a:lvl7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7pPr>
                      <a:lvl8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8pPr>
                      <a:lvl9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2400" b="0" i="0" u="none" strike="noStrike" cap="none" normalizeH="0" baseline="0" dirty="0" smtClean="0">
                          <a:ln>
                            <a:noFill/>
                          </a:ln>
                          <a:solidFill>
                            <a:schemeClr val="tx1"/>
                          </a:solidFill>
                          <a:effectLst/>
                          <a:latin typeface="Times New Roman" panose="02020603050405020304" pitchFamily="18" charset="0"/>
                          <a:ea typeface="黑体" panose="02010609060101010101" pitchFamily="49" charset="-122"/>
                        </a:rPr>
                        <a:t>catch</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黑体" panose="02010609060101010101" pitchFamily="49" charset="-122"/>
                          <a:ea typeface="黑体" panose="02010609060101010101" pitchFamily="49" charset="-122"/>
                        </a:defRPr>
                      </a:lvl1pPr>
                      <a:lvl2pPr>
                        <a:spcBef>
                          <a:spcPct val="20000"/>
                        </a:spcBef>
                        <a:defRPr kumimoji="1">
                          <a:solidFill>
                            <a:schemeClr val="tx1"/>
                          </a:solidFill>
                          <a:latin typeface="-윤체M" panose="02020603050405020304" pitchFamily="18" charset="-127"/>
                          <a:ea typeface="-윤체M" panose="02020603050405020304" pitchFamily="18" charset="-127"/>
                        </a:defRPr>
                      </a:lvl2pPr>
                      <a:lvl3pPr>
                        <a:spcBef>
                          <a:spcPct val="20000"/>
                        </a:spcBef>
                        <a:defRPr kumimoji="1" sz="1600">
                          <a:solidFill>
                            <a:schemeClr val="tx1"/>
                          </a:solidFill>
                          <a:latin typeface="-윤체M" panose="02020603050405020304" pitchFamily="18" charset="-127"/>
                          <a:ea typeface="-윤체M" panose="02020603050405020304" pitchFamily="18" charset="-127"/>
                        </a:defRPr>
                      </a:lvl3pPr>
                      <a:lvl4pPr>
                        <a:spcBef>
                          <a:spcPct val="20000"/>
                        </a:spcBef>
                        <a:defRPr kumimoji="1" sz="1400">
                          <a:solidFill>
                            <a:schemeClr val="tx1"/>
                          </a:solidFill>
                          <a:latin typeface="-윤체M" panose="02020603050405020304" pitchFamily="18" charset="-127"/>
                          <a:ea typeface="-윤체M" panose="02020603050405020304" pitchFamily="18" charset="-127"/>
                        </a:defRPr>
                      </a:lvl4pPr>
                      <a:lvl5pPr>
                        <a:spcBef>
                          <a:spcPct val="20000"/>
                        </a:spcBef>
                        <a:defRPr kumimoji="1" sz="1200">
                          <a:solidFill>
                            <a:schemeClr val="tx1"/>
                          </a:solidFill>
                          <a:latin typeface="-윤체M" panose="02020603050405020304" pitchFamily="18" charset="-127"/>
                          <a:ea typeface="-윤체M" panose="02020603050405020304" pitchFamily="18" charset="-127"/>
                        </a:defRPr>
                      </a:lvl5pPr>
                      <a:lvl6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6pPr>
                      <a:lvl7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7pPr>
                      <a:lvl8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8pPr>
                      <a:lvl9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24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rPr>
                        <a:t>¬</a:t>
                      </a:r>
                      <a:r>
                        <a:rPr kumimoji="1" lang="en-US" altLang="zh-CN" sz="2400" b="0" i="0" u="none" strike="noStrike" cap="none" normalizeH="0" baseline="0" dirty="0" smtClean="0">
                          <a:ln>
                            <a:noFill/>
                          </a:ln>
                          <a:solidFill>
                            <a:schemeClr val="tx1"/>
                          </a:solidFill>
                          <a:effectLst/>
                          <a:latin typeface="Times New Roman" panose="02020603050405020304" pitchFamily="18" charset="0"/>
                          <a:ea typeface="黑体" panose="02010609060101010101" pitchFamily="49" charset="-122"/>
                        </a:rPr>
                        <a:t>catch</a:t>
                      </a:r>
                      <a:endParaRPr kumimoji="1" lang="zh-CN" altLang="en-US" sz="2400" b="0" i="0" u="none" strike="noStrike" cap="none" normalizeH="0" baseline="0" dirty="0" smtClean="0">
                        <a:ln>
                          <a:noFill/>
                        </a:ln>
                        <a:solidFill>
                          <a:schemeClr val="tx1"/>
                        </a:solidFill>
                        <a:effectLst/>
                        <a:latin typeface="Times New Roman" panose="02020603050405020304" pitchFamily="18"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黑体" panose="02010609060101010101" pitchFamily="49" charset="-122"/>
                          <a:ea typeface="黑体" panose="02010609060101010101" pitchFamily="49" charset="-122"/>
                        </a:defRPr>
                      </a:lvl1pPr>
                      <a:lvl2pPr>
                        <a:spcBef>
                          <a:spcPct val="20000"/>
                        </a:spcBef>
                        <a:defRPr kumimoji="1">
                          <a:solidFill>
                            <a:schemeClr val="tx1"/>
                          </a:solidFill>
                          <a:latin typeface="-윤체M" panose="02020603050405020304" pitchFamily="18" charset="-127"/>
                          <a:ea typeface="-윤체M" panose="02020603050405020304" pitchFamily="18" charset="-127"/>
                        </a:defRPr>
                      </a:lvl2pPr>
                      <a:lvl3pPr>
                        <a:spcBef>
                          <a:spcPct val="20000"/>
                        </a:spcBef>
                        <a:defRPr kumimoji="1" sz="1600">
                          <a:solidFill>
                            <a:schemeClr val="tx1"/>
                          </a:solidFill>
                          <a:latin typeface="-윤체M" panose="02020603050405020304" pitchFamily="18" charset="-127"/>
                          <a:ea typeface="-윤체M" panose="02020603050405020304" pitchFamily="18" charset="-127"/>
                        </a:defRPr>
                      </a:lvl3pPr>
                      <a:lvl4pPr>
                        <a:spcBef>
                          <a:spcPct val="20000"/>
                        </a:spcBef>
                        <a:defRPr kumimoji="1" sz="1400">
                          <a:solidFill>
                            <a:schemeClr val="tx1"/>
                          </a:solidFill>
                          <a:latin typeface="-윤체M" panose="02020603050405020304" pitchFamily="18" charset="-127"/>
                          <a:ea typeface="-윤체M" panose="02020603050405020304" pitchFamily="18" charset="-127"/>
                        </a:defRPr>
                      </a:lvl4pPr>
                      <a:lvl5pPr>
                        <a:spcBef>
                          <a:spcPct val="20000"/>
                        </a:spcBef>
                        <a:defRPr kumimoji="1" sz="1200">
                          <a:solidFill>
                            <a:schemeClr val="tx1"/>
                          </a:solidFill>
                          <a:latin typeface="-윤체M" panose="02020603050405020304" pitchFamily="18" charset="-127"/>
                          <a:ea typeface="-윤체M" panose="02020603050405020304" pitchFamily="18" charset="-127"/>
                        </a:defRPr>
                      </a:lvl5pPr>
                      <a:lvl6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6pPr>
                      <a:lvl7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7pPr>
                      <a:lvl8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8pPr>
                      <a:lvl9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rPr>
                        <a:t>catch</a:t>
                      </a:r>
                      <a:endParaRPr kumimoji="1" lang="zh-CN" altLang="en-US" sz="2400" b="0"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黑体" panose="02010609060101010101" pitchFamily="49" charset="-122"/>
                          <a:ea typeface="黑体" panose="02010609060101010101" pitchFamily="49" charset="-122"/>
                        </a:defRPr>
                      </a:lvl1pPr>
                      <a:lvl2pPr>
                        <a:spcBef>
                          <a:spcPct val="20000"/>
                        </a:spcBef>
                        <a:defRPr kumimoji="1">
                          <a:solidFill>
                            <a:schemeClr val="tx1"/>
                          </a:solidFill>
                          <a:latin typeface="-윤체M" panose="02020603050405020304" pitchFamily="18" charset="-127"/>
                          <a:ea typeface="-윤체M" panose="02020603050405020304" pitchFamily="18" charset="-127"/>
                        </a:defRPr>
                      </a:lvl2pPr>
                      <a:lvl3pPr>
                        <a:spcBef>
                          <a:spcPct val="20000"/>
                        </a:spcBef>
                        <a:defRPr kumimoji="1" sz="1600">
                          <a:solidFill>
                            <a:schemeClr val="tx1"/>
                          </a:solidFill>
                          <a:latin typeface="-윤체M" panose="02020603050405020304" pitchFamily="18" charset="-127"/>
                          <a:ea typeface="-윤체M" panose="02020603050405020304" pitchFamily="18" charset="-127"/>
                        </a:defRPr>
                      </a:lvl3pPr>
                      <a:lvl4pPr>
                        <a:spcBef>
                          <a:spcPct val="20000"/>
                        </a:spcBef>
                        <a:defRPr kumimoji="1" sz="1400">
                          <a:solidFill>
                            <a:schemeClr val="tx1"/>
                          </a:solidFill>
                          <a:latin typeface="-윤체M" panose="02020603050405020304" pitchFamily="18" charset="-127"/>
                          <a:ea typeface="-윤체M" panose="02020603050405020304" pitchFamily="18" charset="-127"/>
                        </a:defRPr>
                      </a:lvl4pPr>
                      <a:lvl5pPr>
                        <a:spcBef>
                          <a:spcPct val="20000"/>
                        </a:spcBef>
                        <a:defRPr kumimoji="1" sz="1200">
                          <a:solidFill>
                            <a:schemeClr val="tx1"/>
                          </a:solidFill>
                          <a:latin typeface="-윤체M" panose="02020603050405020304" pitchFamily="18" charset="-127"/>
                          <a:ea typeface="-윤체M" panose="02020603050405020304" pitchFamily="18" charset="-127"/>
                        </a:defRPr>
                      </a:lvl5pPr>
                      <a:lvl6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6pPr>
                      <a:lvl7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7pPr>
                      <a:lvl8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8pPr>
                      <a:lvl9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a:t>
                      </a:r>
                      <a:r>
                        <a:rPr kumimoji="1" lang="en-US" altLang="zh-CN" sz="2400" b="0"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rPr>
                        <a:t>catch</a:t>
                      </a:r>
                      <a:endParaRPr kumimoji="1" lang="zh-CN" altLang="en-US" sz="2400" b="0"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21196">
                <a:tc>
                  <a:txBody>
                    <a:bodyPr/>
                    <a:lstStyle>
                      <a:lvl1pPr>
                        <a:spcBef>
                          <a:spcPct val="20000"/>
                        </a:spcBef>
                        <a:defRPr kumimoji="1" sz="2800">
                          <a:solidFill>
                            <a:schemeClr val="tx1"/>
                          </a:solidFill>
                          <a:latin typeface="黑体" panose="02010609060101010101" pitchFamily="49" charset="-122"/>
                          <a:ea typeface="黑体" panose="02010609060101010101" pitchFamily="49" charset="-122"/>
                        </a:defRPr>
                      </a:lvl1pPr>
                      <a:lvl2pPr>
                        <a:spcBef>
                          <a:spcPct val="20000"/>
                        </a:spcBef>
                        <a:defRPr kumimoji="1">
                          <a:solidFill>
                            <a:schemeClr val="tx1"/>
                          </a:solidFill>
                          <a:latin typeface="-윤체M" panose="02020603050405020304" pitchFamily="18" charset="-127"/>
                          <a:ea typeface="-윤체M" panose="02020603050405020304" pitchFamily="18" charset="-127"/>
                        </a:defRPr>
                      </a:lvl2pPr>
                      <a:lvl3pPr>
                        <a:spcBef>
                          <a:spcPct val="20000"/>
                        </a:spcBef>
                        <a:defRPr kumimoji="1" sz="1600">
                          <a:solidFill>
                            <a:schemeClr val="tx1"/>
                          </a:solidFill>
                          <a:latin typeface="-윤체M" panose="02020603050405020304" pitchFamily="18" charset="-127"/>
                          <a:ea typeface="-윤체M" panose="02020603050405020304" pitchFamily="18" charset="-127"/>
                        </a:defRPr>
                      </a:lvl3pPr>
                      <a:lvl4pPr>
                        <a:spcBef>
                          <a:spcPct val="20000"/>
                        </a:spcBef>
                        <a:defRPr kumimoji="1" sz="1400">
                          <a:solidFill>
                            <a:schemeClr val="tx1"/>
                          </a:solidFill>
                          <a:latin typeface="-윤체M" panose="02020603050405020304" pitchFamily="18" charset="-127"/>
                          <a:ea typeface="-윤체M" panose="02020603050405020304" pitchFamily="18" charset="-127"/>
                        </a:defRPr>
                      </a:lvl4pPr>
                      <a:lvl5pPr>
                        <a:spcBef>
                          <a:spcPct val="20000"/>
                        </a:spcBef>
                        <a:defRPr kumimoji="1" sz="1200">
                          <a:solidFill>
                            <a:schemeClr val="tx1"/>
                          </a:solidFill>
                          <a:latin typeface="-윤체M" panose="02020603050405020304" pitchFamily="18" charset="-127"/>
                          <a:ea typeface="-윤체M" panose="02020603050405020304" pitchFamily="18" charset="-127"/>
                        </a:defRPr>
                      </a:lvl5pPr>
                      <a:lvl6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6pPr>
                      <a:lvl7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7pPr>
                      <a:lvl8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8pPr>
                      <a:lvl9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rPr>
                        <a:t>cavity</a:t>
                      </a:r>
                      <a:endParaRPr kumimoji="1" lang="zh-CN" altLang="en-US" sz="2400" b="0"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黑体" panose="02010609060101010101" pitchFamily="49" charset="-122"/>
                          <a:ea typeface="黑体" panose="02010609060101010101" pitchFamily="49" charset="-122"/>
                        </a:defRPr>
                      </a:lvl1pPr>
                      <a:lvl2pPr>
                        <a:spcBef>
                          <a:spcPct val="20000"/>
                        </a:spcBef>
                        <a:defRPr kumimoji="1">
                          <a:solidFill>
                            <a:schemeClr val="tx1"/>
                          </a:solidFill>
                          <a:latin typeface="-윤체M" panose="02020603050405020304" pitchFamily="18" charset="-127"/>
                          <a:ea typeface="-윤체M" panose="02020603050405020304" pitchFamily="18" charset="-127"/>
                        </a:defRPr>
                      </a:lvl2pPr>
                      <a:lvl3pPr>
                        <a:spcBef>
                          <a:spcPct val="20000"/>
                        </a:spcBef>
                        <a:defRPr kumimoji="1" sz="1600">
                          <a:solidFill>
                            <a:schemeClr val="tx1"/>
                          </a:solidFill>
                          <a:latin typeface="-윤체M" panose="02020603050405020304" pitchFamily="18" charset="-127"/>
                          <a:ea typeface="-윤체M" panose="02020603050405020304" pitchFamily="18" charset="-127"/>
                        </a:defRPr>
                      </a:lvl3pPr>
                      <a:lvl4pPr>
                        <a:spcBef>
                          <a:spcPct val="20000"/>
                        </a:spcBef>
                        <a:defRPr kumimoji="1" sz="1400">
                          <a:solidFill>
                            <a:schemeClr val="tx1"/>
                          </a:solidFill>
                          <a:latin typeface="-윤체M" panose="02020603050405020304" pitchFamily="18" charset="-127"/>
                          <a:ea typeface="-윤체M" panose="02020603050405020304" pitchFamily="18" charset="-127"/>
                        </a:defRPr>
                      </a:lvl4pPr>
                      <a:lvl5pPr>
                        <a:spcBef>
                          <a:spcPct val="20000"/>
                        </a:spcBef>
                        <a:defRPr kumimoji="1" sz="1200">
                          <a:solidFill>
                            <a:schemeClr val="tx1"/>
                          </a:solidFill>
                          <a:latin typeface="-윤체M" panose="02020603050405020304" pitchFamily="18" charset="-127"/>
                          <a:ea typeface="-윤체M" panose="02020603050405020304" pitchFamily="18" charset="-127"/>
                        </a:defRPr>
                      </a:lvl5pPr>
                      <a:lvl6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6pPr>
                      <a:lvl7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7pPr>
                      <a:lvl8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8pPr>
                      <a:lvl9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2400" b="0" i="0" u="none" strike="noStrike" cap="none" normalizeH="0" baseline="0" dirty="0" smtClean="0">
                          <a:ln>
                            <a:noFill/>
                          </a:ln>
                          <a:solidFill>
                            <a:schemeClr val="tx1"/>
                          </a:solidFill>
                          <a:effectLst/>
                          <a:latin typeface="Times New Roman" panose="02020603050405020304" pitchFamily="18" charset="0"/>
                          <a:ea typeface="黑体" panose="02010609060101010101" pitchFamily="49" charset="-122"/>
                        </a:rPr>
                        <a:t>0.108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000"/>
                    </a:solidFill>
                  </a:tcPr>
                </a:tc>
                <a:tc>
                  <a:txBody>
                    <a:bodyPr/>
                    <a:lstStyle>
                      <a:lvl1pPr>
                        <a:spcBef>
                          <a:spcPct val="20000"/>
                        </a:spcBef>
                        <a:defRPr kumimoji="1" sz="2800">
                          <a:solidFill>
                            <a:schemeClr val="tx1"/>
                          </a:solidFill>
                          <a:latin typeface="黑体" panose="02010609060101010101" pitchFamily="49" charset="-122"/>
                          <a:ea typeface="黑体" panose="02010609060101010101" pitchFamily="49" charset="-122"/>
                        </a:defRPr>
                      </a:lvl1pPr>
                      <a:lvl2pPr>
                        <a:spcBef>
                          <a:spcPct val="20000"/>
                        </a:spcBef>
                        <a:defRPr kumimoji="1">
                          <a:solidFill>
                            <a:schemeClr val="tx1"/>
                          </a:solidFill>
                          <a:latin typeface="-윤체M" panose="02020603050405020304" pitchFamily="18" charset="-127"/>
                          <a:ea typeface="-윤체M" panose="02020603050405020304" pitchFamily="18" charset="-127"/>
                        </a:defRPr>
                      </a:lvl2pPr>
                      <a:lvl3pPr>
                        <a:spcBef>
                          <a:spcPct val="20000"/>
                        </a:spcBef>
                        <a:defRPr kumimoji="1" sz="1600">
                          <a:solidFill>
                            <a:schemeClr val="tx1"/>
                          </a:solidFill>
                          <a:latin typeface="-윤체M" panose="02020603050405020304" pitchFamily="18" charset="-127"/>
                          <a:ea typeface="-윤체M" panose="02020603050405020304" pitchFamily="18" charset="-127"/>
                        </a:defRPr>
                      </a:lvl3pPr>
                      <a:lvl4pPr>
                        <a:spcBef>
                          <a:spcPct val="20000"/>
                        </a:spcBef>
                        <a:defRPr kumimoji="1" sz="1400">
                          <a:solidFill>
                            <a:schemeClr val="tx1"/>
                          </a:solidFill>
                          <a:latin typeface="-윤체M" panose="02020603050405020304" pitchFamily="18" charset="-127"/>
                          <a:ea typeface="-윤체M" panose="02020603050405020304" pitchFamily="18" charset="-127"/>
                        </a:defRPr>
                      </a:lvl4pPr>
                      <a:lvl5pPr>
                        <a:spcBef>
                          <a:spcPct val="20000"/>
                        </a:spcBef>
                        <a:defRPr kumimoji="1" sz="1200">
                          <a:solidFill>
                            <a:schemeClr val="tx1"/>
                          </a:solidFill>
                          <a:latin typeface="-윤체M" panose="02020603050405020304" pitchFamily="18" charset="-127"/>
                          <a:ea typeface="-윤체M" panose="02020603050405020304" pitchFamily="18" charset="-127"/>
                        </a:defRPr>
                      </a:lvl5pPr>
                      <a:lvl6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6pPr>
                      <a:lvl7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7pPr>
                      <a:lvl8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8pPr>
                      <a:lvl9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2400" b="0" i="0" u="none" strike="noStrike" cap="none" normalizeH="0" baseline="0" dirty="0" smtClean="0">
                          <a:ln>
                            <a:noFill/>
                          </a:ln>
                          <a:solidFill>
                            <a:schemeClr val="tx1"/>
                          </a:solidFill>
                          <a:effectLst/>
                          <a:latin typeface="Times New Roman" panose="02020603050405020304" pitchFamily="18" charset="0"/>
                          <a:ea typeface="黑体" panose="02010609060101010101" pitchFamily="49" charset="-122"/>
                        </a:rPr>
                        <a:t>0.012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000"/>
                    </a:solidFill>
                  </a:tcPr>
                </a:tc>
                <a:tc>
                  <a:txBody>
                    <a:bodyPr/>
                    <a:lstStyle>
                      <a:lvl1pPr>
                        <a:spcBef>
                          <a:spcPct val="20000"/>
                        </a:spcBef>
                        <a:defRPr kumimoji="1" sz="2800">
                          <a:solidFill>
                            <a:schemeClr val="tx1"/>
                          </a:solidFill>
                          <a:latin typeface="黑体" panose="02010609060101010101" pitchFamily="49" charset="-122"/>
                          <a:ea typeface="黑体" panose="02010609060101010101" pitchFamily="49" charset="-122"/>
                        </a:defRPr>
                      </a:lvl1pPr>
                      <a:lvl2pPr>
                        <a:spcBef>
                          <a:spcPct val="20000"/>
                        </a:spcBef>
                        <a:defRPr kumimoji="1">
                          <a:solidFill>
                            <a:schemeClr val="tx1"/>
                          </a:solidFill>
                          <a:latin typeface="-윤체M" panose="02020603050405020304" pitchFamily="18" charset="-127"/>
                          <a:ea typeface="-윤체M" panose="02020603050405020304" pitchFamily="18" charset="-127"/>
                        </a:defRPr>
                      </a:lvl2pPr>
                      <a:lvl3pPr>
                        <a:spcBef>
                          <a:spcPct val="20000"/>
                        </a:spcBef>
                        <a:defRPr kumimoji="1" sz="1600">
                          <a:solidFill>
                            <a:schemeClr val="tx1"/>
                          </a:solidFill>
                          <a:latin typeface="-윤체M" panose="02020603050405020304" pitchFamily="18" charset="-127"/>
                          <a:ea typeface="-윤체M" panose="02020603050405020304" pitchFamily="18" charset="-127"/>
                        </a:defRPr>
                      </a:lvl3pPr>
                      <a:lvl4pPr>
                        <a:spcBef>
                          <a:spcPct val="20000"/>
                        </a:spcBef>
                        <a:defRPr kumimoji="1" sz="1400">
                          <a:solidFill>
                            <a:schemeClr val="tx1"/>
                          </a:solidFill>
                          <a:latin typeface="-윤체M" panose="02020603050405020304" pitchFamily="18" charset="-127"/>
                          <a:ea typeface="-윤체M" panose="02020603050405020304" pitchFamily="18" charset="-127"/>
                        </a:defRPr>
                      </a:lvl4pPr>
                      <a:lvl5pPr>
                        <a:spcBef>
                          <a:spcPct val="20000"/>
                        </a:spcBef>
                        <a:defRPr kumimoji="1" sz="1200">
                          <a:solidFill>
                            <a:schemeClr val="tx1"/>
                          </a:solidFill>
                          <a:latin typeface="-윤체M" panose="02020603050405020304" pitchFamily="18" charset="-127"/>
                          <a:ea typeface="-윤체M" panose="02020603050405020304" pitchFamily="18" charset="-127"/>
                        </a:defRPr>
                      </a:lvl5pPr>
                      <a:lvl6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6pPr>
                      <a:lvl7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7pPr>
                      <a:lvl8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8pPr>
                      <a:lvl9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2400" b="0" i="0" u="none" strike="noStrike" cap="none" normalizeH="0" baseline="0" dirty="0" smtClean="0">
                          <a:ln>
                            <a:noFill/>
                          </a:ln>
                          <a:solidFill>
                            <a:schemeClr val="tx1"/>
                          </a:solidFill>
                          <a:effectLst/>
                          <a:latin typeface="Times New Roman" panose="02020603050405020304" pitchFamily="18" charset="0"/>
                          <a:ea typeface="黑体" panose="02010609060101010101" pitchFamily="49" charset="-122"/>
                        </a:rPr>
                        <a:t>0.072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000"/>
                    </a:solidFill>
                  </a:tcPr>
                </a:tc>
                <a:tc>
                  <a:txBody>
                    <a:bodyPr/>
                    <a:lstStyle>
                      <a:lvl1pPr>
                        <a:spcBef>
                          <a:spcPct val="20000"/>
                        </a:spcBef>
                        <a:defRPr kumimoji="1" sz="2800">
                          <a:solidFill>
                            <a:schemeClr val="tx1"/>
                          </a:solidFill>
                          <a:latin typeface="黑体" panose="02010609060101010101" pitchFamily="49" charset="-122"/>
                          <a:ea typeface="黑体" panose="02010609060101010101" pitchFamily="49" charset="-122"/>
                        </a:defRPr>
                      </a:lvl1pPr>
                      <a:lvl2pPr>
                        <a:spcBef>
                          <a:spcPct val="20000"/>
                        </a:spcBef>
                        <a:defRPr kumimoji="1">
                          <a:solidFill>
                            <a:schemeClr val="tx1"/>
                          </a:solidFill>
                          <a:latin typeface="-윤체M" panose="02020603050405020304" pitchFamily="18" charset="-127"/>
                          <a:ea typeface="-윤체M" panose="02020603050405020304" pitchFamily="18" charset="-127"/>
                        </a:defRPr>
                      </a:lvl2pPr>
                      <a:lvl3pPr>
                        <a:spcBef>
                          <a:spcPct val="20000"/>
                        </a:spcBef>
                        <a:defRPr kumimoji="1" sz="1600">
                          <a:solidFill>
                            <a:schemeClr val="tx1"/>
                          </a:solidFill>
                          <a:latin typeface="-윤체M" panose="02020603050405020304" pitchFamily="18" charset="-127"/>
                          <a:ea typeface="-윤체M" panose="02020603050405020304" pitchFamily="18" charset="-127"/>
                        </a:defRPr>
                      </a:lvl3pPr>
                      <a:lvl4pPr>
                        <a:spcBef>
                          <a:spcPct val="20000"/>
                        </a:spcBef>
                        <a:defRPr kumimoji="1" sz="1400">
                          <a:solidFill>
                            <a:schemeClr val="tx1"/>
                          </a:solidFill>
                          <a:latin typeface="-윤체M" panose="02020603050405020304" pitchFamily="18" charset="-127"/>
                          <a:ea typeface="-윤체M" panose="02020603050405020304" pitchFamily="18" charset="-127"/>
                        </a:defRPr>
                      </a:lvl4pPr>
                      <a:lvl5pPr>
                        <a:spcBef>
                          <a:spcPct val="20000"/>
                        </a:spcBef>
                        <a:defRPr kumimoji="1" sz="1200">
                          <a:solidFill>
                            <a:schemeClr val="tx1"/>
                          </a:solidFill>
                          <a:latin typeface="-윤체M" panose="02020603050405020304" pitchFamily="18" charset="-127"/>
                          <a:ea typeface="-윤체M" panose="02020603050405020304" pitchFamily="18" charset="-127"/>
                        </a:defRPr>
                      </a:lvl5pPr>
                      <a:lvl6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6pPr>
                      <a:lvl7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7pPr>
                      <a:lvl8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8pPr>
                      <a:lvl9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2400" b="0" i="0" u="none" strike="noStrike" cap="none" normalizeH="0" baseline="0" dirty="0" smtClean="0">
                          <a:ln>
                            <a:noFill/>
                          </a:ln>
                          <a:solidFill>
                            <a:schemeClr val="tx1"/>
                          </a:solidFill>
                          <a:effectLst/>
                          <a:latin typeface="Times New Roman" panose="02020603050405020304" pitchFamily="18" charset="0"/>
                          <a:ea typeface="黑体" panose="02010609060101010101" pitchFamily="49" charset="-122"/>
                        </a:rPr>
                        <a:t>0.008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000"/>
                    </a:solidFill>
                  </a:tcPr>
                </a:tc>
              </a:tr>
              <a:tr h="421196">
                <a:tc>
                  <a:txBody>
                    <a:bodyPr/>
                    <a:lstStyle>
                      <a:lvl1pPr>
                        <a:spcBef>
                          <a:spcPct val="20000"/>
                        </a:spcBef>
                        <a:defRPr kumimoji="1" sz="2800">
                          <a:solidFill>
                            <a:schemeClr val="tx1"/>
                          </a:solidFill>
                          <a:latin typeface="黑体" panose="02010609060101010101" pitchFamily="49" charset="-122"/>
                          <a:ea typeface="黑体" panose="02010609060101010101" pitchFamily="49" charset="-122"/>
                        </a:defRPr>
                      </a:lvl1pPr>
                      <a:lvl2pPr>
                        <a:spcBef>
                          <a:spcPct val="20000"/>
                        </a:spcBef>
                        <a:defRPr kumimoji="1">
                          <a:solidFill>
                            <a:schemeClr val="tx1"/>
                          </a:solidFill>
                          <a:latin typeface="-윤체M" panose="02020603050405020304" pitchFamily="18" charset="-127"/>
                          <a:ea typeface="-윤체M" panose="02020603050405020304" pitchFamily="18" charset="-127"/>
                        </a:defRPr>
                      </a:lvl2pPr>
                      <a:lvl3pPr>
                        <a:spcBef>
                          <a:spcPct val="20000"/>
                        </a:spcBef>
                        <a:defRPr kumimoji="1" sz="1600">
                          <a:solidFill>
                            <a:schemeClr val="tx1"/>
                          </a:solidFill>
                          <a:latin typeface="-윤체M" panose="02020603050405020304" pitchFamily="18" charset="-127"/>
                          <a:ea typeface="-윤체M" panose="02020603050405020304" pitchFamily="18" charset="-127"/>
                        </a:defRPr>
                      </a:lvl3pPr>
                      <a:lvl4pPr>
                        <a:spcBef>
                          <a:spcPct val="20000"/>
                        </a:spcBef>
                        <a:defRPr kumimoji="1" sz="1400">
                          <a:solidFill>
                            <a:schemeClr val="tx1"/>
                          </a:solidFill>
                          <a:latin typeface="-윤체M" panose="02020603050405020304" pitchFamily="18" charset="-127"/>
                          <a:ea typeface="-윤체M" panose="02020603050405020304" pitchFamily="18" charset="-127"/>
                        </a:defRPr>
                      </a:lvl4pPr>
                      <a:lvl5pPr>
                        <a:spcBef>
                          <a:spcPct val="20000"/>
                        </a:spcBef>
                        <a:defRPr kumimoji="1" sz="1200">
                          <a:solidFill>
                            <a:schemeClr val="tx1"/>
                          </a:solidFill>
                          <a:latin typeface="-윤체M" panose="02020603050405020304" pitchFamily="18" charset="-127"/>
                          <a:ea typeface="-윤체M" panose="02020603050405020304" pitchFamily="18" charset="-127"/>
                        </a:defRPr>
                      </a:lvl5pPr>
                      <a:lvl6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6pPr>
                      <a:lvl7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7pPr>
                      <a:lvl8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8pPr>
                      <a:lvl9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a:t>
                      </a:r>
                      <a:r>
                        <a:rPr kumimoji="1" lang="en-US" altLang="zh-CN" sz="2400" b="0"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rPr>
                        <a:t>cavity</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黑体" panose="02010609060101010101" pitchFamily="49" charset="-122"/>
                          <a:ea typeface="黑体" panose="02010609060101010101" pitchFamily="49" charset="-122"/>
                        </a:defRPr>
                      </a:lvl1pPr>
                      <a:lvl2pPr>
                        <a:spcBef>
                          <a:spcPct val="20000"/>
                        </a:spcBef>
                        <a:defRPr kumimoji="1">
                          <a:solidFill>
                            <a:schemeClr val="tx1"/>
                          </a:solidFill>
                          <a:latin typeface="-윤체M" panose="02020603050405020304" pitchFamily="18" charset="-127"/>
                          <a:ea typeface="-윤체M" panose="02020603050405020304" pitchFamily="18" charset="-127"/>
                        </a:defRPr>
                      </a:lvl2pPr>
                      <a:lvl3pPr>
                        <a:spcBef>
                          <a:spcPct val="20000"/>
                        </a:spcBef>
                        <a:defRPr kumimoji="1" sz="1600">
                          <a:solidFill>
                            <a:schemeClr val="tx1"/>
                          </a:solidFill>
                          <a:latin typeface="-윤체M" panose="02020603050405020304" pitchFamily="18" charset="-127"/>
                          <a:ea typeface="-윤체M" panose="02020603050405020304" pitchFamily="18" charset="-127"/>
                        </a:defRPr>
                      </a:lvl3pPr>
                      <a:lvl4pPr>
                        <a:spcBef>
                          <a:spcPct val="20000"/>
                        </a:spcBef>
                        <a:defRPr kumimoji="1" sz="1400">
                          <a:solidFill>
                            <a:schemeClr val="tx1"/>
                          </a:solidFill>
                          <a:latin typeface="-윤체M" panose="02020603050405020304" pitchFamily="18" charset="-127"/>
                          <a:ea typeface="-윤체M" panose="02020603050405020304" pitchFamily="18" charset="-127"/>
                        </a:defRPr>
                      </a:lvl4pPr>
                      <a:lvl5pPr>
                        <a:spcBef>
                          <a:spcPct val="20000"/>
                        </a:spcBef>
                        <a:defRPr kumimoji="1" sz="1200">
                          <a:solidFill>
                            <a:schemeClr val="tx1"/>
                          </a:solidFill>
                          <a:latin typeface="-윤체M" panose="02020603050405020304" pitchFamily="18" charset="-127"/>
                          <a:ea typeface="-윤체M" panose="02020603050405020304" pitchFamily="18" charset="-127"/>
                        </a:defRPr>
                      </a:lvl5pPr>
                      <a:lvl6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6pPr>
                      <a:lvl7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7pPr>
                      <a:lvl8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8pPr>
                      <a:lvl9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2400" b="0" i="0" u="none" strike="noStrike" cap="none" normalizeH="0" baseline="0" dirty="0" smtClean="0">
                          <a:ln>
                            <a:noFill/>
                          </a:ln>
                          <a:solidFill>
                            <a:schemeClr val="tx1"/>
                          </a:solidFill>
                          <a:effectLst/>
                          <a:latin typeface="Times New Roman" panose="02020603050405020304" pitchFamily="18" charset="0"/>
                          <a:ea typeface="黑体" panose="02010609060101010101" pitchFamily="49" charset="-122"/>
                        </a:rPr>
                        <a:t>0.016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000"/>
                    </a:solidFill>
                  </a:tcPr>
                </a:tc>
                <a:tc>
                  <a:txBody>
                    <a:bodyPr/>
                    <a:lstStyle>
                      <a:lvl1pPr>
                        <a:spcBef>
                          <a:spcPct val="20000"/>
                        </a:spcBef>
                        <a:defRPr kumimoji="1" sz="2800">
                          <a:solidFill>
                            <a:schemeClr val="tx1"/>
                          </a:solidFill>
                          <a:latin typeface="黑体" panose="02010609060101010101" pitchFamily="49" charset="-122"/>
                          <a:ea typeface="黑体" panose="02010609060101010101" pitchFamily="49" charset="-122"/>
                        </a:defRPr>
                      </a:lvl1pPr>
                      <a:lvl2pPr>
                        <a:spcBef>
                          <a:spcPct val="20000"/>
                        </a:spcBef>
                        <a:defRPr kumimoji="1">
                          <a:solidFill>
                            <a:schemeClr val="tx1"/>
                          </a:solidFill>
                          <a:latin typeface="-윤체M" panose="02020603050405020304" pitchFamily="18" charset="-127"/>
                          <a:ea typeface="-윤체M" panose="02020603050405020304" pitchFamily="18" charset="-127"/>
                        </a:defRPr>
                      </a:lvl2pPr>
                      <a:lvl3pPr>
                        <a:spcBef>
                          <a:spcPct val="20000"/>
                        </a:spcBef>
                        <a:defRPr kumimoji="1" sz="1600">
                          <a:solidFill>
                            <a:schemeClr val="tx1"/>
                          </a:solidFill>
                          <a:latin typeface="-윤체M" panose="02020603050405020304" pitchFamily="18" charset="-127"/>
                          <a:ea typeface="-윤체M" panose="02020603050405020304" pitchFamily="18" charset="-127"/>
                        </a:defRPr>
                      </a:lvl3pPr>
                      <a:lvl4pPr>
                        <a:spcBef>
                          <a:spcPct val="20000"/>
                        </a:spcBef>
                        <a:defRPr kumimoji="1" sz="1400">
                          <a:solidFill>
                            <a:schemeClr val="tx1"/>
                          </a:solidFill>
                          <a:latin typeface="-윤체M" panose="02020603050405020304" pitchFamily="18" charset="-127"/>
                          <a:ea typeface="-윤체M" panose="02020603050405020304" pitchFamily="18" charset="-127"/>
                        </a:defRPr>
                      </a:lvl4pPr>
                      <a:lvl5pPr>
                        <a:spcBef>
                          <a:spcPct val="20000"/>
                        </a:spcBef>
                        <a:defRPr kumimoji="1" sz="1200">
                          <a:solidFill>
                            <a:schemeClr val="tx1"/>
                          </a:solidFill>
                          <a:latin typeface="-윤체M" panose="02020603050405020304" pitchFamily="18" charset="-127"/>
                          <a:ea typeface="-윤체M" panose="02020603050405020304" pitchFamily="18" charset="-127"/>
                        </a:defRPr>
                      </a:lvl5pPr>
                      <a:lvl6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6pPr>
                      <a:lvl7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7pPr>
                      <a:lvl8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8pPr>
                      <a:lvl9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2400" b="0" i="0" u="none" strike="noStrike" cap="none" normalizeH="0" baseline="0" dirty="0" smtClean="0">
                          <a:ln>
                            <a:noFill/>
                          </a:ln>
                          <a:solidFill>
                            <a:schemeClr val="tx1"/>
                          </a:solidFill>
                          <a:effectLst/>
                          <a:latin typeface="Times New Roman" panose="02020603050405020304" pitchFamily="18" charset="0"/>
                          <a:ea typeface="黑体" panose="02010609060101010101" pitchFamily="49" charset="-122"/>
                        </a:rPr>
                        <a:t>0.064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000"/>
                    </a:solidFill>
                  </a:tcPr>
                </a:tc>
                <a:tc>
                  <a:txBody>
                    <a:bodyPr/>
                    <a:lstStyle>
                      <a:lvl1pPr>
                        <a:spcBef>
                          <a:spcPct val="20000"/>
                        </a:spcBef>
                        <a:defRPr kumimoji="1" sz="2800">
                          <a:solidFill>
                            <a:schemeClr val="tx1"/>
                          </a:solidFill>
                          <a:latin typeface="黑体" panose="02010609060101010101" pitchFamily="49" charset="-122"/>
                          <a:ea typeface="黑体" panose="02010609060101010101" pitchFamily="49" charset="-122"/>
                        </a:defRPr>
                      </a:lvl1pPr>
                      <a:lvl2pPr>
                        <a:spcBef>
                          <a:spcPct val="20000"/>
                        </a:spcBef>
                        <a:defRPr kumimoji="1">
                          <a:solidFill>
                            <a:schemeClr val="tx1"/>
                          </a:solidFill>
                          <a:latin typeface="-윤체M" panose="02020603050405020304" pitchFamily="18" charset="-127"/>
                          <a:ea typeface="-윤체M" panose="02020603050405020304" pitchFamily="18" charset="-127"/>
                        </a:defRPr>
                      </a:lvl2pPr>
                      <a:lvl3pPr>
                        <a:spcBef>
                          <a:spcPct val="20000"/>
                        </a:spcBef>
                        <a:defRPr kumimoji="1" sz="1600">
                          <a:solidFill>
                            <a:schemeClr val="tx1"/>
                          </a:solidFill>
                          <a:latin typeface="-윤체M" panose="02020603050405020304" pitchFamily="18" charset="-127"/>
                          <a:ea typeface="-윤체M" panose="02020603050405020304" pitchFamily="18" charset="-127"/>
                        </a:defRPr>
                      </a:lvl3pPr>
                      <a:lvl4pPr>
                        <a:spcBef>
                          <a:spcPct val="20000"/>
                        </a:spcBef>
                        <a:defRPr kumimoji="1" sz="1400">
                          <a:solidFill>
                            <a:schemeClr val="tx1"/>
                          </a:solidFill>
                          <a:latin typeface="-윤체M" panose="02020603050405020304" pitchFamily="18" charset="-127"/>
                          <a:ea typeface="-윤체M" panose="02020603050405020304" pitchFamily="18" charset="-127"/>
                        </a:defRPr>
                      </a:lvl4pPr>
                      <a:lvl5pPr>
                        <a:spcBef>
                          <a:spcPct val="20000"/>
                        </a:spcBef>
                        <a:defRPr kumimoji="1" sz="1200">
                          <a:solidFill>
                            <a:schemeClr val="tx1"/>
                          </a:solidFill>
                          <a:latin typeface="-윤체M" panose="02020603050405020304" pitchFamily="18" charset="-127"/>
                          <a:ea typeface="-윤체M" panose="02020603050405020304" pitchFamily="18" charset="-127"/>
                        </a:defRPr>
                      </a:lvl5pPr>
                      <a:lvl6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6pPr>
                      <a:lvl7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7pPr>
                      <a:lvl8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8pPr>
                      <a:lvl9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rPr>
                        <a:t>0.144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黑体" panose="02010609060101010101" pitchFamily="49" charset="-122"/>
                          <a:ea typeface="黑体" panose="02010609060101010101" pitchFamily="49" charset="-122"/>
                        </a:defRPr>
                      </a:lvl1pPr>
                      <a:lvl2pPr>
                        <a:spcBef>
                          <a:spcPct val="20000"/>
                        </a:spcBef>
                        <a:defRPr kumimoji="1">
                          <a:solidFill>
                            <a:schemeClr val="tx1"/>
                          </a:solidFill>
                          <a:latin typeface="-윤체M" panose="02020603050405020304" pitchFamily="18" charset="-127"/>
                          <a:ea typeface="-윤체M" panose="02020603050405020304" pitchFamily="18" charset="-127"/>
                        </a:defRPr>
                      </a:lvl2pPr>
                      <a:lvl3pPr>
                        <a:spcBef>
                          <a:spcPct val="20000"/>
                        </a:spcBef>
                        <a:defRPr kumimoji="1" sz="1600">
                          <a:solidFill>
                            <a:schemeClr val="tx1"/>
                          </a:solidFill>
                          <a:latin typeface="-윤체M" panose="02020603050405020304" pitchFamily="18" charset="-127"/>
                          <a:ea typeface="-윤체M" panose="02020603050405020304" pitchFamily="18" charset="-127"/>
                        </a:defRPr>
                      </a:lvl3pPr>
                      <a:lvl4pPr>
                        <a:spcBef>
                          <a:spcPct val="20000"/>
                        </a:spcBef>
                        <a:defRPr kumimoji="1" sz="1400">
                          <a:solidFill>
                            <a:schemeClr val="tx1"/>
                          </a:solidFill>
                          <a:latin typeface="-윤체M" panose="02020603050405020304" pitchFamily="18" charset="-127"/>
                          <a:ea typeface="-윤체M" panose="02020603050405020304" pitchFamily="18" charset="-127"/>
                        </a:defRPr>
                      </a:lvl4pPr>
                      <a:lvl5pPr>
                        <a:spcBef>
                          <a:spcPct val="20000"/>
                        </a:spcBef>
                        <a:defRPr kumimoji="1" sz="1200">
                          <a:solidFill>
                            <a:schemeClr val="tx1"/>
                          </a:solidFill>
                          <a:latin typeface="-윤체M" panose="02020603050405020304" pitchFamily="18" charset="-127"/>
                          <a:ea typeface="-윤체M" panose="02020603050405020304" pitchFamily="18" charset="-127"/>
                        </a:defRPr>
                      </a:lvl5pPr>
                      <a:lvl6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6pPr>
                      <a:lvl7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7pPr>
                      <a:lvl8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8pPr>
                      <a:lvl9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2400" b="0" i="0" u="none" strike="noStrike" cap="none" normalizeH="0" baseline="0" dirty="0" smtClean="0">
                          <a:ln>
                            <a:noFill/>
                          </a:ln>
                          <a:solidFill>
                            <a:schemeClr val="tx1"/>
                          </a:solidFill>
                          <a:effectLst/>
                          <a:latin typeface="Times New Roman" panose="02020603050405020304" pitchFamily="18" charset="0"/>
                          <a:ea typeface="黑体" panose="02010609060101010101" pitchFamily="49" charset="-122"/>
                        </a:rPr>
                        <a:t>0.576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38948" name="矩形 1"/>
          <p:cNvSpPr>
            <a:spLocks noChangeArrowheads="1"/>
          </p:cNvSpPr>
          <p:nvPr/>
        </p:nvSpPr>
        <p:spPr bwMode="auto">
          <a:xfrm>
            <a:off x="1301750" y="4665663"/>
            <a:ext cx="28908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127"/>
                <a:ea typeface="-윤체M" panose="020B0604020202020204" charset="-127"/>
              </a:defRPr>
            </a:lvl2pPr>
            <a:lvl3pPr marL="1143000" indent="-228600" latinLnBrk="1">
              <a:spcBef>
                <a:spcPct val="20000"/>
              </a:spcBef>
              <a:buChar char="•"/>
              <a:defRPr kumimoji="1">
                <a:solidFill>
                  <a:schemeClr val="tx1"/>
                </a:solidFill>
                <a:latin typeface="-윤체M" panose="020B0604020202020204" charset="-127"/>
                <a:ea typeface="-윤체M" panose="020B0604020202020204" charset="-127"/>
              </a:defRPr>
            </a:lvl3pPr>
            <a:lvl4pPr marL="1600200" indent="-228600" latinLnBrk="1">
              <a:spcBef>
                <a:spcPct val="20000"/>
              </a:spcBef>
              <a:buChar char="•"/>
              <a:defRPr kumimoji="1" sz="1600">
                <a:solidFill>
                  <a:schemeClr val="tx1"/>
                </a:solidFill>
                <a:latin typeface="-윤체M" panose="020B0604020202020204" charset="-127"/>
                <a:ea typeface="-윤체M" panose="020B0604020202020204" charset="-127"/>
              </a:defRPr>
            </a:lvl4pPr>
            <a:lvl5pPr marL="2057400" indent="-228600" latinLnBrk="1">
              <a:spcBef>
                <a:spcPct val="20000"/>
              </a:spcBef>
              <a:buChar char="•"/>
              <a:defRPr kumimoji="1" sz="1400">
                <a:solidFill>
                  <a:schemeClr val="tx1"/>
                </a:solidFill>
                <a:latin typeface="-윤체M" panose="020B0604020202020204" charset="-127"/>
                <a:ea typeface="-윤체M" panose="020B0604020202020204"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9pPr>
          </a:lstStyle>
          <a:p>
            <a:pPr latinLnBrk="0">
              <a:spcBef>
                <a:spcPct val="0"/>
              </a:spcBef>
              <a:buFontTx/>
              <a:buNone/>
            </a:pPr>
            <a:r>
              <a:rPr lang="en-US" altLang="zh-CN" sz="2400">
                <a:latin typeface="Times New Roman" panose="02020603050405020304" pitchFamily="18" charset="0"/>
                <a:ea typeface="微软雅黑" panose="020B0503020204020204" pitchFamily="34" charset="-122"/>
                <a:cs typeface="Times New Roman" panose="02020603050405020304" pitchFamily="18" charset="0"/>
              </a:rPr>
              <a:t>P(cavity∨toothache) </a:t>
            </a:r>
            <a:endParaRPr lang="zh-CN" altLang="en-US" sz="2400">
              <a:latin typeface="楷体" panose="02010609060101010101" pitchFamily="49" charset="-122"/>
              <a:ea typeface="楷体" panose="02010609060101010101" pitchFamily="49" charset="-122"/>
              <a:cs typeface="Times New Roman" panose="02020603050405020304" pitchFamily="18" charset="0"/>
            </a:endParaRPr>
          </a:p>
        </p:txBody>
      </p:sp>
      <p:sp>
        <p:nvSpPr>
          <p:cNvPr id="3" name="矩形 2"/>
          <p:cNvSpPr>
            <a:spLocks noChangeArrowheads="1"/>
          </p:cNvSpPr>
          <p:nvPr/>
        </p:nvSpPr>
        <p:spPr bwMode="auto">
          <a:xfrm>
            <a:off x="3683000" y="4635500"/>
            <a:ext cx="4572000" cy="979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latinLnBrk="1">
              <a:spcBef>
                <a:spcPct val="20000"/>
              </a:spcBef>
              <a:buChar char="•"/>
              <a:defRPr kumimoji="1" sz="2000">
                <a:solidFill>
                  <a:schemeClr val="tx1"/>
                </a:solidFill>
                <a:latin typeface="-윤체M" panose="020B0604020202020204" charset="-127"/>
                <a:ea typeface="-윤체M" panose="020B0604020202020204" charset="-127"/>
              </a:defRPr>
            </a:lvl2pPr>
            <a:lvl3pPr marL="1143000" indent="-228600" latinLnBrk="1">
              <a:spcBef>
                <a:spcPct val="20000"/>
              </a:spcBef>
              <a:buChar char="•"/>
              <a:defRPr kumimoji="1">
                <a:solidFill>
                  <a:schemeClr val="tx1"/>
                </a:solidFill>
                <a:latin typeface="-윤체M" panose="020B0604020202020204" charset="-127"/>
                <a:ea typeface="-윤체M" panose="020B0604020202020204" charset="-127"/>
              </a:defRPr>
            </a:lvl3pPr>
            <a:lvl4pPr marL="1600200" indent="-228600" latinLnBrk="1">
              <a:spcBef>
                <a:spcPct val="20000"/>
              </a:spcBef>
              <a:buChar char="•"/>
              <a:defRPr kumimoji="1" sz="1600">
                <a:solidFill>
                  <a:schemeClr val="tx1"/>
                </a:solidFill>
                <a:latin typeface="-윤체M" panose="020B0604020202020204" charset="-127"/>
                <a:ea typeface="-윤체M" panose="020B0604020202020204" charset="-127"/>
              </a:defRPr>
            </a:lvl4pPr>
            <a:lvl5pPr marL="2057400" indent="-228600" latinLnBrk="1">
              <a:spcBef>
                <a:spcPct val="20000"/>
              </a:spcBef>
              <a:buChar char="•"/>
              <a:defRPr kumimoji="1" sz="1400">
                <a:solidFill>
                  <a:schemeClr val="tx1"/>
                </a:solidFill>
                <a:latin typeface="-윤체M" panose="020B0604020202020204" charset="-127"/>
                <a:ea typeface="-윤체M" panose="020B0604020202020204"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9pPr>
          </a:lstStyle>
          <a:p>
            <a:pPr lvl="1" algn="just" eaLnBrk="1" latinLnBrk="0" hangingPunct="1">
              <a:lnSpc>
                <a:spcPct val="120000"/>
              </a:lnSpc>
              <a:spcBef>
                <a:spcPct val="0"/>
              </a:spcBef>
              <a:buFontTx/>
              <a:buNone/>
            </a:pPr>
            <a:r>
              <a:rPr lang="en-US" altLang="zh-CN" sz="2400">
                <a:latin typeface="Times New Roman" panose="02020603050405020304" pitchFamily="18" charset="0"/>
                <a:ea typeface="微软雅黑" panose="020B0503020204020204" pitchFamily="34" charset="-122"/>
                <a:cs typeface="Times New Roman" panose="02020603050405020304" pitchFamily="18" charset="0"/>
              </a:rPr>
              <a:t>= 0.108+0.012+0.072+0.008+ 0.016+0.064 = 0.28</a:t>
            </a:r>
          </a:p>
        </p:txBody>
      </p:sp>
    </p:spTree>
    <p:extLst>
      <p:ext uri="{BB962C8B-B14F-4D97-AF65-F5344CB8AC3E}">
        <p14:creationId xmlns:p14="http://schemas.microsoft.com/office/powerpoint/2010/main" val="38279411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灯片编号占位符 4"/>
          <p:cNvSpPr>
            <a:spLocks noGrp="1"/>
          </p:cNvSpPr>
          <p:nvPr>
            <p:ph type="sldNum" sz="quarter" idx="10"/>
          </p:nvPr>
        </p:nvSpPr>
        <p:spPr>
          <a:noFill/>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127"/>
                <a:ea typeface="-윤체M" panose="020B0604020202020204" charset="-127"/>
              </a:defRPr>
            </a:lvl2pPr>
            <a:lvl3pPr marL="1143000" indent="-228600" latinLnBrk="1">
              <a:spcBef>
                <a:spcPct val="20000"/>
              </a:spcBef>
              <a:buChar char="•"/>
              <a:defRPr kumimoji="1">
                <a:solidFill>
                  <a:schemeClr val="tx1"/>
                </a:solidFill>
                <a:latin typeface="-윤체M" panose="020B0604020202020204" charset="-127"/>
                <a:ea typeface="-윤체M" panose="020B0604020202020204" charset="-127"/>
              </a:defRPr>
            </a:lvl3pPr>
            <a:lvl4pPr marL="1600200" indent="-228600" latinLnBrk="1">
              <a:spcBef>
                <a:spcPct val="20000"/>
              </a:spcBef>
              <a:buChar char="•"/>
              <a:defRPr kumimoji="1" sz="1600">
                <a:solidFill>
                  <a:schemeClr val="tx1"/>
                </a:solidFill>
                <a:latin typeface="-윤체M" panose="020B0604020202020204" charset="-127"/>
                <a:ea typeface="-윤체M" panose="020B0604020202020204" charset="-127"/>
              </a:defRPr>
            </a:lvl4pPr>
            <a:lvl5pPr marL="2057400" indent="-228600" latinLnBrk="1">
              <a:spcBef>
                <a:spcPct val="20000"/>
              </a:spcBef>
              <a:buChar char="•"/>
              <a:defRPr kumimoji="1" sz="1400">
                <a:solidFill>
                  <a:schemeClr val="tx1"/>
                </a:solidFill>
                <a:latin typeface="-윤체M" panose="020B0604020202020204" charset="-127"/>
                <a:ea typeface="-윤체M" panose="020B0604020202020204"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9pPr>
          </a:lstStyle>
          <a:p>
            <a:pPr>
              <a:spcBef>
                <a:spcPct val="0"/>
              </a:spcBef>
              <a:buFontTx/>
              <a:buNone/>
            </a:pPr>
            <a:fld id="{D515E138-87B1-49BA-99E5-557CE45B095B}" type="slidenum">
              <a:rPr lang="zh-CN" altLang="en-US" sz="1400" smtClean="0">
                <a:latin typeface="Gulim" panose="020B0604020202020204" charset="-127"/>
                <a:ea typeface="Gulim" panose="020B0604020202020204" charset="-127"/>
              </a:rPr>
              <a:pPr>
                <a:spcBef>
                  <a:spcPct val="0"/>
                </a:spcBef>
                <a:buFontTx/>
                <a:buNone/>
              </a:pPr>
              <a:t>97</a:t>
            </a:fld>
            <a:endParaRPr lang="en-US" altLang="zh-CN" sz="1400" smtClean="0">
              <a:latin typeface="Gulim" panose="020B0604020202020204" charset="-127"/>
              <a:ea typeface="Gulim" panose="020B0604020202020204" charset="-127"/>
            </a:endParaRPr>
          </a:p>
        </p:txBody>
      </p:sp>
      <p:sp>
        <p:nvSpPr>
          <p:cNvPr id="534530" name="Rectangle 2"/>
          <p:cNvSpPr>
            <a:spLocks noGrp="1" noChangeArrowheads="1"/>
          </p:cNvSpPr>
          <p:nvPr>
            <p:ph type="title"/>
          </p:nvPr>
        </p:nvSpPr>
        <p:spPr>
          <a:xfrm>
            <a:off x="684213" y="549275"/>
            <a:ext cx="7772400" cy="731838"/>
          </a:xfrm>
        </p:spPr>
        <p:txBody>
          <a:bodyPr/>
          <a:lstStyle/>
          <a:p>
            <a:pPr algn="ctr" eaLnBrk="1" hangingPunct="1">
              <a:defRPr/>
            </a:pPr>
            <a:r>
              <a:rPr lang="en-US" altLang="zh-CN" sz="3200" b="1" dirty="0">
                <a:solidFill>
                  <a:schemeClr val="tx1"/>
                </a:solidFill>
                <a:latin typeface="微软雅黑" panose="020B0503020204020204" pitchFamily="34" charset="-122"/>
                <a:ea typeface="微软雅黑" panose="020B0503020204020204" pitchFamily="34" charset="-122"/>
              </a:rPr>
              <a:t>3.4.2 </a:t>
            </a:r>
            <a:r>
              <a:rPr lang="zh-CN" altLang="en-US" sz="3200" b="1" dirty="0">
                <a:solidFill>
                  <a:schemeClr val="tx1"/>
                </a:solidFill>
                <a:latin typeface="微软雅黑" panose="020B0503020204020204" pitchFamily="34" charset="-122"/>
                <a:ea typeface="微软雅黑" panose="020B0503020204020204" pitchFamily="34" charset="-122"/>
              </a:rPr>
              <a:t>使用全</a:t>
            </a:r>
            <a:r>
              <a:rPr lang="zh-CN" altLang="en-US" sz="3200" b="1" dirty="0">
                <a:solidFill>
                  <a:schemeClr val="tx1"/>
                </a:solidFill>
                <a:latin typeface="微软雅黑" panose="020B0503020204020204" pitchFamily="34" charset="-122"/>
                <a:ea typeface="微软雅黑" panose="020B0503020204020204" pitchFamily="34" charset="-122"/>
              </a:rPr>
              <a:t>联合概率分布进行推理</a:t>
            </a:r>
          </a:p>
        </p:txBody>
      </p:sp>
      <p:sp>
        <p:nvSpPr>
          <p:cNvPr id="40964" name="Rectangle 3"/>
          <p:cNvSpPr>
            <a:spLocks noGrp="1" noChangeArrowheads="1"/>
          </p:cNvSpPr>
          <p:nvPr>
            <p:ph type="body" sz="half" idx="1"/>
          </p:nvPr>
        </p:nvSpPr>
        <p:spPr>
          <a:xfrm>
            <a:off x="795338" y="3652838"/>
            <a:ext cx="7761287" cy="2708275"/>
          </a:xfrm>
        </p:spPr>
        <p:txBody>
          <a:bodyPr/>
          <a:lstStyle/>
          <a:p>
            <a:pPr algn="just" eaLnBrk="1" hangingPunct="1">
              <a:lnSpc>
                <a:spcPct val="120000"/>
              </a:lnSpc>
            </a:pPr>
            <a:r>
              <a:rPr lang="zh-CN" altLang="en-US" sz="2000" smtClean="0">
                <a:latin typeface="Times New Roman" panose="02020603050405020304" pitchFamily="18" charset="0"/>
                <a:ea typeface="微软雅黑" panose="020B0503020204020204" pitchFamily="34" charset="-122"/>
                <a:cs typeface="Times New Roman" panose="02020603050405020304" pitchFamily="18" charset="0"/>
              </a:rPr>
              <a:t>全联合概率分布是知识库，从中可得到所有概率的计算</a:t>
            </a:r>
            <a:r>
              <a:rPr lang="en-US" altLang="zh-CN" sz="2000" smtClean="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smtClean="0">
                <a:latin typeface="Times New Roman" panose="02020603050405020304" pitchFamily="18" charset="0"/>
                <a:ea typeface="微软雅黑" panose="020B0503020204020204" pitchFamily="34" charset="-122"/>
                <a:cs typeface="Times New Roman" panose="02020603050405020304" pitchFamily="18" charset="0"/>
              </a:rPr>
              <a:t>命题</a:t>
            </a:r>
            <a:r>
              <a:rPr lang="zh-CN" altLang="en-US" sz="2000" b="1" smtClean="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在其中成立的</a:t>
            </a:r>
            <a:r>
              <a:rPr lang="zh-CN" altLang="en-US" sz="2000" smtClean="0">
                <a:latin typeface="Times New Roman" panose="02020603050405020304" pitchFamily="18" charset="0"/>
                <a:ea typeface="微软雅黑" panose="020B0503020204020204" pitchFamily="34" charset="-122"/>
                <a:cs typeface="Times New Roman" panose="02020603050405020304" pitchFamily="18" charset="0"/>
              </a:rPr>
              <a:t>所有原子事件的概率和</a:t>
            </a:r>
            <a:endParaRPr lang="en-US" altLang="zh-CN" sz="2000" smtClean="0">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534574" name="Group 46"/>
          <p:cNvGraphicFramePr>
            <a:graphicFrameLocks noGrp="1"/>
          </p:cNvGraphicFramePr>
          <p:nvPr>
            <p:ph sz="half" idx="2"/>
          </p:nvPr>
        </p:nvGraphicFramePr>
        <p:xfrm>
          <a:off x="827088" y="1541463"/>
          <a:ext cx="7416800" cy="1828800"/>
        </p:xfrm>
        <a:graphic>
          <a:graphicData uri="http://schemas.openxmlformats.org/drawingml/2006/table">
            <a:tbl>
              <a:tblPr/>
              <a:tblGrid>
                <a:gridCol w="1482725"/>
                <a:gridCol w="1484312"/>
                <a:gridCol w="1482725"/>
                <a:gridCol w="1484313"/>
                <a:gridCol w="1482725"/>
              </a:tblGrid>
              <a:tr h="421196">
                <a:tc>
                  <a:txBody>
                    <a:bodyPr/>
                    <a:lstStyle>
                      <a:lvl1pPr>
                        <a:spcBef>
                          <a:spcPct val="20000"/>
                        </a:spcBef>
                        <a:defRPr kumimoji="1" sz="2800">
                          <a:solidFill>
                            <a:schemeClr val="tx1"/>
                          </a:solidFill>
                          <a:latin typeface="黑体" panose="02010609060101010101" pitchFamily="49" charset="-122"/>
                          <a:ea typeface="黑体" panose="02010609060101010101" pitchFamily="49" charset="-122"/>
                        </a:defRPr>
                      </a:lvl1pPr>
                      <a:lvl2pPr>
                        <a:spcBef>
                          <a:spcPct val="20000"/>
                        </a:spcBef>
                        <a:defRPr kumimoji="1">
                          <a:solidFill>
                            <a:schemeClr val="tx1"/>
                          </a:solidFill>
                          <a:latin typeface="-윤체M" panose="02020603050405020304" pitchFamily="18" charset="-127"/>
                          <a:ea typeface="-윤체M" panose="02020603050405020304" pitchFamily="18" charset="-127"/>
                        </a:defRPr>
                      </a:lvl2pPr>
                      <a:lvl3pPr>
                        <a:spcBef>
                          <a:spcPct val="20000"/>
                        </a:spcBef>
                        <a:defRPr kumimoji="1" sz="1600">
                          <a:solidFill>
                            <a:schemeClr val="tx1"/>
                          </a:solidFill>
                          <a:latin typeface="-윤체M" panose="02020603050405020304" pitchFamily="18" charset="-127"/>
                          <a:ea typeface="-윤체M" panose="02020603050405020304" pitchFamily="18" charset="-127"/>
                        </a:defRPr>
                      </a:lvl3pPr>
                      <a:lvl4pPr>
                        <a:spcBef>
                          <a:spcPct val="20000"/>
                        </a:spcBef>
                        <a:defRPr kumimoji="1" sz="1400">
                          <a:solidFill>
                            <a:schemeClr val="tx1"/>
                          </a:solidFill>
                          <a:latin typeface="-윤체M" panose="02020603050405020304" pitchFamily="18" charset="-127"/>
                          <a:ea typeface="-윤체M" panose="02020603050405020304" pitchFamily="18" charset="-127"/>
                        </a:defRPr>
                      </a:lvl4pPr>
                      <a:lvl5pPr>
                        <a:spcBef>
                          <a:spcPct val="20000"/>
                        </a:spcBef>
                        <a:defRPr kumimoji="1" sz="1200">
                          <a:solidFill>
                            <a:schemeClr val="tx1"/>
                          </a:solidFill>
                          <a:latin typeface="-윤체M" panose="02020603050405020304" pitchFamily="18" charset="-127"/>
                          <a:ea typeface="-윤체M" panose="02020603050405020304" pitchFamily="18" charset="-127"/>
                        </a:defRPr>
                      </a:lvl5pPr>
                      <a:lvl6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6pPr>
                      <a:lvl7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7pPr>
                      <a:lvl8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8pPr>
                      <a:lvl9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9p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zh-CN" altLang="en-US" sz="2400" b="0" i="0" u="none" strike="noStrike" cap="none" normalizeH="0" baseline="0" dirty="0" smtClean="0">
                        <a:ln>
                          <a:noFill/>
                        </a:ln>
                        <a:solidFill>
                          <a:schemeClr val="tx1"/>
                        </a:solidFill>
                        <a:effectLst/>
                        <a:latin typeface="黑体" panose="02010609060101010101" pitchFamily="49" charset="-122"/>
                        <a:ea typeface="黑体" panose="02010609060101010101"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lvl1pPr>
                        <a:spcBef>
                          <a:spcPct val="20000"/>
                        </a:spcBef>
                        <a:defRPr kumimoji="1" sz="2800">
                          <a:solidFill>
                            <a:schemeClr val="tx1"/>
                          </a:solidFill>
                          <a:latin typeface="黑体" panose="02010609060101010101" pitchFamily="49" charset="-122"/>
                          <a:ea typeface="黑体" panose="02010609060101010101" pitchFamily="49" charset="-122"/>
                        </a:defRPr>
                      </a:lvl1pPr>
                      <a:lvl2pPr>
                        <a:spcBef>
                          <a:spcPct val="20000"/>
                        </a:spcBef>
                        <a:defRPr kumimoji="1">
                          <a:solidFill>
                            <a:schemeClr val="tx1"/>
                          </a:solidFill>
                          <a:latin typeface="-윤체M" panose="02020603050405020304" pitchFamily="18" charset="-127"/>
                          <a:ea typeface="-윤체M" panose="02020603050405020304" pitchFamily="18" charset="-127"/>
                        </a:defRPr>
                      </a:lvl2pPr>
                      <a:lvl3pPr>
                        <a:spcBef>
                          <a:spcPct val="20000"/>
                        </a:spcBef>
                        <a:defRPr kumimoji="1" sz="1600">
                          <a:solidFill>
                            <a:schemeClr val="tx1"/>
                          </a:solidFill>
                          <a:latin typeface="-윤체M" panose="02020603050405020304" pitchFamily="18" charset="-127"/>
                          <a:ea typeface="-윤체M" panose="02020603050405020304" pitchFamily="18" charset="-127"/>
                        </a:defRPr>
                      </a:lvl3pPr>
                      <a:lvl4pPr>
                        <a:spcBef>
                          <a:spcPct val="20000"/>
                        </a:spcBef>
                        <a:defRPr kumimoji="1" sz="1400">
                          <a:solidFill>
                            <a:schemeClr val="tx1"/>
                          </a:solidFill>
                          <a:latin typeface="-윤체M" panose="02020603050405020304" pitchFamily="18" charset="-127"/>
                          <a:ea typeface="-윤체M" panose="02020603050405020304" pitchFamily="18" charset="-127"/>
                        </a:defRPr>
                      </a:lvl4pPr>
                      <a:lvl5pPr>
                        <a:spcBef>
                          <a:spcPct val="20000"/>
                        </a:spcBef>
                        <a:defRPr kumimoji="1" sz="1200">
                          <a:solidFill>
                            <a:schemeClr val="tx1"/>
                          </a:solidFill>
                          <a:latin typeface="-윤체M" panose="02020603050405020304" pitchFamily="18" charset="-127"/>
                          <a:ea typeface="-윤체M" panose="02020603050405020304" pitchFamily="18" charset="-127"/>
                        </a:defRPr>
                      </a:lvl5pPr>
                      <a:lvl6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6pPr>
                      <a:lvl7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7pPr>
                      <a:lvl8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8pPr>
                      <a:lvl9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2400" b="0" i="0" u="none" strike="noStrike" cap="none" normalizeH="0" baseline="0" dirty="0" smtClean="0">
                          <a:ln>
                            <a:noFill/>
                          </a:ln>
                          <a:solidFill>
                            <a:schemeClr val="tx1"/>
                          </a:solidFill>
                          <a:effectLst/>
                          <a:latin typeface="Times New Roman" panose="02020603050405020304" pitchFamily="18" charset="0"/>
                          <a:ea typeface="黑体" panose="02010609060101010101" pitchFamily="49" charset="-122"/>
                        </a:rPr>
                        <a:t>toothache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2">
                  <a:txBody>
                    <a:bodyPr/>
                    <a:lstStyle>
                      <a:lvl1pPr>
                        <a:spcBef>
                          <a:spcPct val="20000"/>
                        </a:spcBef>
                        <a:defRPr kumimoji="1" sz="2800">
                          <a:solidFill>
                            <a:schemeClr val="tx1"/>
                          </a:solidFill>
                          <a:latin typeface="黑体" panose="02010609060101010101" pitchFamily="49" charset="-122"/>
                          <a:ea typeface="黑体" panose="02010609060101010101" pitchFamily="49" charset="-122"/>
                        </a:defRPr>
                      </a:lvl1pPr>
                      <a:lvl2pPr>
                        <a:spcBef>
                          <a:spcPct val="20000"/>
                        </a:spcBef>
                        <a:defRPr kumimoji="1">
                          <a:solidFill>
                            <a:schemeClr val="tx1"/>
                          </a:solidFill>
                          <a:latin typeface="-윤체M" panose="02020603050405020304" pitchFamily="18" charset="-127"/>
                          <a:ea typeface="-윤체M" panose="02020603050405020304" pitchFamily="18" charset="-127"/>
                        </a:defRPr>
                      </a:lvl2pPr>
                      <a:lvl3pPr>
                        <a:spcBef>
                          <a:spcPct val="20000"/>
                        </a:spcBef>
                        <a:defRPr kumimoji="1" sz="1600">
                          <a:solidFill>
                            <a:schemeClr val="tx1"/>
                          </a:solidFill>
                          <a:latin typeface="-윤체M" panose="02020603050405020304" pitchFamily="18" charset="-127"/>
                          <a:ea typeface="-윤체M" panose="02020603050405020304" pitchFamily="18" charset="-127"/>
                        </a:defRPr>
                      </a:lvl3pPr>
                      <a:lvl4pPr>
                        <a:spcBef>
                          <a:spcPct val="20000"/>
                        </a:spcBef>
                        <a:defRPr kumimoji="1" sz="1400">
                          <a:solidFill>
                            <a:schemeClr val="tx1"/>
                          </a:solidFill>
                          <a:latin typeface="-윤체M" panose="02020603050405020304" pitchFamily="18" charset="-127"/>
                          <a:ea typeface="-윤체M" panose="02020603050405020304" pitchFamily="18" charset="-127"/>
                        </a:defRPr>
                      </a:lvl4pPr>
                      <a:lvl5pPr>
                        <a:spcBef>
                          <a:spcPct val="20000"/>
                        </a:spcBef>
                        <a:defRPr kumimoji="1" sz="1200">
                          <a:solidFill>
                            <a:schemeClr val="tx1"/>
                          </a:solidFill>
                          <a:latin typeface="-윤체M" panose="02020603050405020304" pitchFamily="18" charset="-127"/>
                          <a:ea typeface="-윤체M" panose="02020603050405020304" pitchFamily="18" charset="-127"/>
                        </a:defRPr>
                      </a:lvl5pPr>
                      <a:lvl6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6pPr>
                      <a:lvl7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7pPr>
                      <a:lvl8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8pPr>
                      <a:lvl9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a:t>
                      </a:r>
                      <a:r>
                        <a:rPr kumimoji="1" lang="en-US" altLang="zh-CN" sz="2400" b="0"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rPr>
                        <a:t>toothache</a:t>
                      </a:r>
                      <a:endParaRPr kumimoji="1" lang="zh-CN" altLang="en-US" sz="2400" b="0"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r>
              <a:tr h="421196">
                <a:tc>
                  <a:txBody>
                    <a:bodyPr/>
                    <a:lstStyle>
                      <a:lvl1pPr>
                        <a:spcBef>
                          <a:spcPct val="20000"/>
                        </a:spcBef>
                        <a:defRPr kumimoji="1" sz="2800">
                          <a:solidFill>
                            <a:schemeClr val="tx1"/>
                          </a:solidFill>
                          <a:latin typeface="黑体" panose="02010609060101010101" pitchFamily="49" charset="-122"/>
                          <a:ea typeface="黑体" panose="02010609060101010101" pitchFamily="49" charset="-122"/>
                        </a:defRPr>
                      </a:lvl1pPr>
                      <a:lvl2pPr>
                        <a:spcBef>
                          <a:spcPct val="20000"/>
                        </a:spcBef>
                        <a:defRPr kumimoji="1">
                          <a:solidFill>
                            <a:schemeClr val="tx1"/>
                          </a:solidFill>
                          <a:latin typeface="-윤체M" panose="02020603050405020304" pitchFamily="18" charset="-127"/>
                          <a:ea typeface="-윤체M" panose="02020603050405020304" pitchFamily="18" charset="-127"/>
                        </a:defRPr>
                      </a:lvl2pPr>
                      <a:lvl3pPr>
                        <a:spcBef>
                          <a:spcPct val="20000"/>
                        </a:spcBef>
                        <a:defRPr kumimoji="1" sz="1600">
                          <a:solidFill>
                            <a:schemeClr val="tx1"/>
                          </a:solidFill>
                          <a:latin typeface="-윤체M" panose="02020603050405020304" pitchFamily="18" charset="-127"/>
                          <a:ea typeface="-윤체M" panose="02020603050405020304" pitchFamily="18" charset="-127"/>
                        </a:defRPr>
                      </a:lvl3pPr>
                      <a:lvl4pPr>
                        <a:spcBef>
                          <a:spcPct val="20000"/>
                        </a:spcBef>
                        <a:defRPr kumimoji="1" sz="1400">
                          <a:solidFill>
                            <a:schemeClr val="tx1"/>
                          </a:solidFill>
                          <a:latin typeface="-윤체M" panose="02020603050405020304" pitchFamily="18" charset="-127"/>
                          <a:ea typeface="-윤체M" panose="02020603050405020304" pitchFamily="18" charset="-127"/>
                        </a:defRPr>
                      </a:lvl4pPr>
                      <a:lvl5pPr>
                        <a:spcBef>
                          <a:spcPct val="20000"/>
                        </a:spcBef>
                        <a:defRPr kumimoji="1" sz="1200">
                          <a:solidFill>
                            <a:schemeClr val="tx1"/>
                          </a:solidFill>
                          <a:latin typeface="-윤체M" panose="02020603050405020304" pitchFamily="18" charset="-127"/>
                          <a:ea typeface="-윤체M" panose="02020603050405020304" pitchFamily="18" charset="-127"/>
                        </a:defRPr>
                      </a:lvl5pPr>
                      <a:lvl6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6pPr>
                      <a:lvl7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7pPr>
                      <a:lvl8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8pPr>
                      <a:lvl9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zh-CN" sz="2400" b="0"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黑体" panose="02010609060101010101" pitchFamily="49" charset="-122"/>
                          <a:ea typeface="黑体" panose="02010609060101010101" pitchFamily="49" charset="-122"/>
                        </a:defRPr>
                      </a:lvl1pPr>
                      <a:lvl2pPr>
                        <a:spcBef>
                          <a:spcPct val="20000"/>
                        </a:spcBef>
                        <a:defRPr kumimoji="1">
                          <a:solidFill>
                            <a:schemeClr val="tx1"/>
                          </a:solidFill>
                          <a:latin typeface="-윤체M" panose="02020603050405020304" pitchFamily="18" charset="-127"/>
                          <a:ea typeface="-윤체M" panose="02020603050405020304" pitchFamily="18" charset="-127"/>
                        </a:defRPr>
                      </a:lvl2pPr>
                      <a:lvl3pPr>
                        <a:spcBef>
                          <a:spcPct val="20000"/>
                        </a:spcBef>
                        <a:defRPr kumimoji="1" sz="1600">
                          <a:solidFill>
                            <a:schemeClr val="tx1"/>
                          </a:solidFill>
                          <a:latin typeface="-윤체M" panose="02020603050405020304" pitchFamily="18" charset="-127"/>
                          <a:ea typeface="-윤체M" panose="02020603050405020304" pitchFamily="18" charset="-127"/>
                        </a:defRPr>
                      </a:lvl3pPr>
                      <a:lvl4pPr>
                        <a:spcBef>
                          <a:spcPct val="20000"/>
                        </a:spcBef>
                        <a:defRPr kumimoji="1" sz="1400">
                          <a:solidFill>
                            <a:schemeClr val="tx1"/>
                          </a:solidFill>
                          <a:latin typeface="-윤체M" panose="02020603050405020304" pitchFamily="18" charset="-127"/>
                          <a:ea typeface="-윤체M" panose="02020603050405020304" pitchFamily="18" charset="-127"/>
                        </a:defRPr>
                      </a:lvl4pPr>
                      <a:lvl5pPr>
                        <a:spcBef>
                          <a:spcPct val="20000"/>
                        </a:spcBef>
                        <a:defRPr kumimoji="1" sz="1200">
                          <a:solidFill>
                            <a:schemeClr val="tx1"/>
                          </a:solidFill>
                          <a:latin typeface="-윤체M" panose="02020603050405020304" pitchFamily="18" charset="-127"/>
                          <a:ea typeface="-윤체M" panose="02020603050405020304" pitchFamily="18" charset="-127"/>
                        </a:defRPr>
                      </a:lvl5pPr>
                      <a:lvl6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6pPr>
                      <a:lvl7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7pPr>
                      <a:lvl8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8pPr>
                      <a:lvl9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rPr>
                        <a:t>catch</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黑体" panose="02010609060101010101" pitchFamily="49" charset="-122"/>
                          <a:ea typeface="黑体" panose="02010609060101010101" pitchFamily="49" charset="-122"/>
                        </a:defRPr>
                      </a:lvl1pPr>
                      <a:lvl2pPr>
                        <a:spcBef>
                          <a:spcPct val="20000"/>
                        </a:spcBef>
                        <a:defRPr kumimoji="1">
                          <a:solidFill>
                            <a:schemeClr val="tx1"/>
                          </a:solidFill>
                          <a:latin typeface="-윤체M" panose="02020603050405020304" pitchFamily="18" charset="-127"/>
                          <a:ea typeface="-윤체M" panose="02020603050405020304" pitchFamily="18" charset="-127"/>
                        </a:defRPr>
                      </a:lvl2pPr>
                      <a:lvl3pPr>
                        <a:spcBef>
                          <a:spcPct val="20000"/>
                        </a:spcBef>
                        <a:defRPr kumimoji="1" sz="1600">
                          <a:solidFill>
                            <a:schemeClr val="tx1"/>
                          </a:solidFill>
                          <a:latin typeface="-윤체M" panose="02020603050405020304" pitchFamily="18" charset="-127"/>
                          <a:ea typeface="-윤체M" panose="02020603050405020304" pitchFamily="18" charset="-127"/>
                        </a:defRPr>
                      </a:lvl3pPr>
                      <a:lvl4pPr>
                        <a:spcBef>
                          <a:spcPct val="20000"/>
                        </a:spcBef>
                        <a:defRPr kumimoji="1" sz="1400">
                          <a:solidFill>
                            <a:schemeClr val="tx1"/>
                          </a:solidFill>
                          <a:latin typeface="-윤체M" panose="02020603050405020304" pitchFamily="18" charset="-127"/>
                          <a:ea typeface="-윤체M" panose="02020603050405020304" pitchFamily="18" charset="-127"/>
                        </a:defRPr>
                      </a:lvl4pPr>
                      <a:lvl5pPr>
                        <a:spcBef>
                          <a:spcPct val="20000"/>
                        </a:spcBef>
                        <a:defRPr kumimoji="1" sz="1200">
                          <a:solidFill>
                            <a:schemeClr val="tx1"/>
                          </a:solidFill>
                          <a:latin typeface="-윤체M" panose="02020603050405020304" pitchFamily="18" charset="-127"/>
                          <a:ea typeface="-윤체M" panose="02020603050405020304" pitchFamily="18" charset="-127"/>
                        </a:defRPr>
                      </a:lvl5pPr>
                      <a:lvl6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6pPr>
                      <a:lvl7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7pPr>
                      <a:lvl8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8pPr>
                      <a:lvl9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a:t>
                      </a:r>
                      <a:r>
                        <a:rPr kumimoji="1" lang="en-US" altLang="zh-CN" sz="2400" b="0"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rPr>
                        <a:t>catch</a:t>
                      </a:r>
                      <a:endParaRPr kumimoji="1" lang="zh-CN" altLang="en-US" sz="2400" b="0"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黑体" panose="02010609060101010101" pitchFamily="49" charset="-122"/>
                          <a:ea typeface="黑体" panose="02010609060101010101" pitchFamily="49" charset="-122"/>
                        </a:defRPr>
                      </a:lvl1pPr>
                      <a:lvl2pPr>
                        <a:spcBef>
                          <a:spcPct val="20000"/>
                        </a:spcBef>
                        <a:defRPr kumimoji="1">
                          <a:solidFill>
                            <a:schemeClr val="tx1"/>
                          </a:solidFill>
                          <a:latin typeface="-윤체M" panose="02020603050405020304" pitchFamily="18" charset="-127"/>
                          <a:ea typeface="-윤체M" panose="02020603050405020304" pitchFamily="18" charset="-127"/>
                        </a:defRPr>
                      </a:lvl2pPr>
                      <a:lvl3pPr>
                        <a:spcBef>
                          <a:spcPct val="20000"/>
                        </a:spcBef>
                        <a:defRPr kumimoji="1" sz="1600">
                          <a:solidFill>
                            <a:schemeClr val="tx1"/>
                          </a:solidFill>
                          <a:latin typeface="-윤체M" panose="02020603050405020304" pitchFamily="18" charset="-127"/>
                          <a:ea typeface="-윤체M" panose="02020603050405020304" pitchFamily="18" charset="-127"/>
                        </a:defRPr>
                      </a:lvl3pPr>
                      <a:lvl4pPr>
                        <a:spcBef>
                          <a:spcPct val="20000"/>
                        </a:spcBef>
                        <a:defRPr kumimoji="1" sz="1400">
                          <a:solidFill>
                            <a:schemeClr val="tx1"/>
                          </a:solidFill>
                          <a:latin typeface="-윤체M" panose="02020603050405020304" pitchFamily="18" charset="-127"/>
                          <a:ea typeface="-윤체M" panose="02020603050405020304" pitchFamily="18" charset="-127"/>
                        </a:defRPr>
                      </a:lvl4pPr>
                      <a:lvl5pPr>
                        <a:spcBef>
                          <a:spcPct val="20000"/>
                        </a:spcBef>
                        <a:defRPr kumimoji="1" sz="1200">
                          <a:solidFill>
                            <a:schemeClr val="tx1"/>
                          </a:solidFill>
                          <a:latin typeface="-윤체M" panose="02020603050405020304" pitchFamily="18" charset="-127"/>
                          <a:ea typeface="-윤체M" panose="02020603050405020304" pitchFamily="18" charset="-127"/>
                        </a:defRPr>
                      </a:lvl5pPr>
                      <a:lvl6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6pPr>
                      <a:lvl7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7pPr>
                      <a:lvl8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8pPr>
                      <a:lvl9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rPr>
                        <a:t>catch</a:t>
                      </a:r>
                      <a:endParaRPr kumimoji="1" lang="zh-CN" altLang="en-US" sz="2400" b="0"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黑体" panose="02010609060101010101" pitchFamily="49" charset="-122"/>
                          <a:ea typeface="黑体" panose="02010609060101010101" pitchFamily="49" charset="-122"/>
                        </a:defRPr>
                      </a:lvl1pPr>
                      <a:lvl2pPr>
                        <a:spcBef>
                          <a:spcPct val="20000"/>
                        </a:spcBef>
                        <a:defRPr kumimoji="1">
                          <a:solidFill>
                            <a:schemeClr val="tx1"/>
                          </a:solidFill>
                          <a:latin typeface="-윤체M" panose="02020603050405020304" pitchFamily="18" charset="-127"/>
                          <a:ea typeface="-윤체M" panose="02020603050405020304" pitchFamily="18" charset="-127"/>
                        </a:defRPr>
                      </a:lvl2pPr>
                      <a:lvl3pPr>
                        <a:spcBef>
                          <a:spcPct val="20000"/>
                        </a:spcBef>
                        <a:defRPr kumimoji="1" sz="1600">
                          <a:solidFill>
                            <a:schemeClr val="tx1"/>
                          </a:solidFill>
                          <a:latin typeface="-윤체M" panose="02020603050405020304" pitchFamily="18" charset="-127"/>
                          <a:ea typeface="-윤체M" panose="02020603050405020304" pitchFamily="18" charset="-127"/>
                        </a:defRPr>
                      </a:lvl3pPr>
                      <a:lvl4pPr>
                        <a:spcBef>
                          <a:spcPct val="20000"/>
                        </a:spcBef>
                        <a:defRPr kumimoji="1" sz="1400">
                          <a:solidFill>
                            <a:schemeClr val="tx1"/>
                          </a:solidFill>
                          <a:latin typeface="-윤체M" panose="02020603050405020304" pitchFamily="18" charset="-127"/>
                          <a:ea typeface="-윤체M" panose="02020603050405020304" pitchFamily="18" charset="-127"/>
                        </a:defRPr>
                      </a:lvl4pPr>
                      <a:lvl5pPr>
                        <a:spcBef>
                          <a:spcPct val="20000"/>
                        </a:spcBef>
                        <a:defRPr kumimoji="1" sz="1200">
                          <a:solidFill>
                            <a:schemeClr val="tx1"/>
                          </a:solidFill>
                          <a:latin typeface="-윤체M" panose="02020603050405020304" pitchFamily="18" charset="-127"/>
                          <a:ea typeface="-윤체M" panose="02020603050405020304" pitchFamily="18" charset="-127"/>
                        </a:defRPr>
                      </a:lvl5pPr>
                      <a:lvl6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6pPr>
                      <a:lvl7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7pPr>
                      <a:lvl8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8pPr>
                      <a:lvl9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a:t>
                      </a:r>
                      <a:r>
                        <a:rPr kumimoji="1" lang="en-US" altLang="zh-CN" sz="2400" b="0"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rPr>
                        <a:t>catch</a:t>
                      </a:r>
                      <a:endParaRPr kumimoji="1" lang="zh-CN" altLang="en-US" sz="2400" b="0"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21196">
                <a:tc>
                  <a:txBody>
                    <a:bodyPr/>
                    <a:lstStyle>
                      <a:lvl1pPr>
                        <a:spcBef>
                          <a:spcPct val="20000"/>
                        </a:spcBef>
                        <a:defRPr kumimoji="1" sz="2800">
                          <a:solidFill>
                            <a:schemeClr val="tx1"/>
                          </a:solidFill>
                          <a:latin typeface="黑体" panose="02010609060101010101" pitchFamily="49" charset="-122"/>
                          <a:ea typeface="黑体" panose="02010609060101010101" pitchFamily="49" charset="-122"/>
                        </a:defRPr>
                      </a:lvl1pPr>
                      <a:lvl2pPr>
                        <a:spcBef>
                          <a:spcPct val="20000"/>
                        </a:spcBef>
                        <a:defRPr kumimoji="1">
                          <a:solidFill>
                            <a:schemeClr val="tx1"/>
                          </a:solidFill>
                          <a:latin typeface="-윤체M" panose="02020603050405020304" pitchFamily="18" charset="-127"/>
                          <a:ea typeface="-윤체M" panose="02020603050405020304" pitchFamily="18" charset="-127"/>
                        </a:defRPr>
                      </a:lvl2pPr>
                      <a:lvl3pPr>
                        <a:spcBef>
                          <a:spcPct val="20000"/>
                        </a:spcBef>
                        <a:defRPr kumimoji="1" sz="1600">
                          <a:solidFill>
                            <a:schemeClr val="tx1"/>
                          </a:solidFill>
                          <a:latin typeface="-윤체M" panose="02020603050405020304" pitchFamily="18" charset="-127"/>
                          <a:ea typeface="-윤체M" panose="02020603050405020304" pitchFamily="18" charset="-127"/>
                        </a:defRPr>
                      </a:lvl3pPr>
                      <a:lvl4pPr>
                        <a:spcBef>
                          <a:spcPct val="20000"/>
                        </a:spcBef>
                        <a:defRPr kumimoji="1" sz="1400">
                          <a:solidFill>
                            <a:schemeClr val="tx1"/>
                          </a:solidFill>
                          <a:latin typeface="-윤체M" panose="02020603050405020304" pitchFamily="18" charset="-127"/>
                          <a:ea typeface="-윤체M" panose="02020603050405020304" pitchFamily="18" charset="-127"/>
                        </a:defRPr>
                      </a:lvl4pPr>
                      <a:lvl5pPr>
                        <a:spcBef>
                          <a:spcPct val="20000"/>
                        </a:spcBef>
                        <a:defRPr kumimoji="1" sz="1200">
                          <a:solidFill>
                            <a:schemeClr val="tx1"/>
                          </a:solidFill>
                          <a:latin typeface="-윤체M" panose="02020603050405020304" pitchFamily="18" charset="-127"/>
                          <a:ea typeface="-윤체M" panose="02020603050405020304" pitchFamily="18" charset="-127"/>
                        </a:defRPr>
                      </a:lvl5pPr>
                      <a:lvl6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6pPr>
                      <a:lvl7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7pPr>
                      <a:lvl8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8pPr>
                      <a:lvl9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rPr>
                        <a:t>cavity</a:t>
                      </a:r>
                      <a:endParaRPr kumimoji="1" lang="zh-CN" altLang="en-US" sz="2400" b="0"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黑体" panose="02010609060101010101" pitchFamily="49" charset="-122"/>
                          <a:ea typeface="黑体" panose="02010609060101010101" pitchFamily="49" charset="-122"/>
                        </a:defRPr>
                      </a:lvl1pPr>
                      <a:lvl2pPr>
                        <a:spcBef>
                          <a:spcPct val="20000"/>
                        </a:spcBef>
                        <a:defRPr kumimoji="1">
                          <a:solidFill>
                            <a:schemeClr val="tx1"/>
                          </a:solidFill>
                          <a:latin typeface="-윤체M" panose="02020603050405020304" pitchFamily="18" charset="-127"/>
                          <a:ea typeface="-윤체M" panose="02020603050405020304" pitchFamily="18" charset="-127"/>
                        </a:defRPr>
                      </a:lvl2pPr>
                      <a:lvl3pPr>
                        <a:spcBef>
                          <a:spcPct val="20000"/>
                        </a:spcBef>
                        <a:defRPr kumimoji="1" sz="1600">
                          <a:solidFill>
                            <a:schemeClr val="tx1"/>
                          </a:solidFill>
                          <a:latin typeface="-윤체M" panose="02020603050405020304" pitchFamily="18" charset="-127"/>
                          <a:ea typeface="-윤체M" panose="02020603050405020304" pitchFamily="18" charset="-127"/>
                        </a:defRPr>
                      </a:lvl3pPr>
                      <a:lvl4pPr>
                        <a:spcBef>
                          <a:spcPct val="20000"/>
                        </a:spcBef>
                        <a:defRPr kumimoji="1" sz="1400">
                          <a:solidFill>
                            <a:schemeClr val="tx1"/>
                          </a:solidFill>
                          <a:latin typeface="-윤체M" panose="02020603050405020304" pitchFamily="18" charset="-127"/>
                          <a:ea typeface="-윤체M" panose="02020603050405020304" pitchFamily="18" charset="-127"/>
                        </a:defRPr>
                      </a:lvl4pPr>
                      <a:lvl5pPr>
                        <a:spcBef>
                          <a:spcPct val="20000"/>
                        </a:spcBef>
                        <a:defRPr kumimoji="1" sz="1200">
                          <a:solidFill>
                            <a:schemeClr val="tx1"/>
                          </a:solidFill>
                          <a:latin typeface="-윤체M" panose="02020603050405020304" pitchFamily="18" charset="-127"/>
                          <a:ea typeface="-윤체M" panose="02020603050405020304" pitchFamily="18" charset="-127"/>
                        </a:defRPr>
                      </a:lvl5pPr>
                      <a:lvl6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6pPr>
                      <a:lvl7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7pPr>
                      <a:lvl8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8pPr>
                      <a:lvl9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2400" b="0" i="0" u="none" strike="noStrike" cap="none" normalizeH="0" baseline="0" dirty="0" smtClean="0">
                          <a:ln>
                            <a:noFill/>
                          </a:ln>
                          <a:solidFill>
                            <a:schemeClr val="tx1"/>
                          </a:solidFill>
                          <a:effectLst/>
                          <a:latin typeface="Times New Roman" panose="02020603050405020304" pitchFamily="18" charset="0"/>
                          <a:ea typeface="黑体" panose="02010609060101010101" pitchFamily="49" charset="-122"/>
                        </a:rPr>
                        <a:t>0.108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000"/>
                    </a:solidFill>
                  </a:tcPr>
                </a:tc>
                <a:tc>
                  <a:txBody>
                    <a:bodyPr/>
                    <a:lstStyle>
                      <a:lvl1pPr>
                        <a:spcBef>
                          <a:spcPct val="20000"/>
                        </a:spcBef>
                        <a:defRPr kumimoji="1" sz="2800">
                          <a:solidFill>
                            <a:schemeClr val="tx1"/>
                          </a:solidFill>
                          <a:latin typeface="黑体" panose="02010609060101010101" pitchFamily="49" charset="-122"/>
                          <a:ea typeface="黑体" panose="02010609060101010101" pitchFamily="49" charset="-122"/>
                        </a:defRPr>
                      </a:lvl1pPr>
                      <a:lvl2pPr>
                        <a:spcBef>
                          <a:spcPct val="20000"/>
                        </a:spcBef>
                        <a:defRPr kumimoji="1">
                          <a:solidFill>
                            <a:schemeClr val="tx1"/>
                          </a:solidFill>
                          <a:latin typeface="-윤체M" panose="02020603050405020304" pitchFamily="18" charset="-127"/>
                          <a:ea typeface="-윤체M" panose="02020603050405020304" pitchFamily="18" charset="-127"/>
                        </a:defRPr>
                      </a:lvl2pPr>
                      <a:lvl3pPr>
                        <a:spcBef>
                          <a:spcPct val="20000"/>
                        </a:spcBef>
                        <a:defRPr kumimoji="1" sz="1600">
                          <a:solidFill>
                            <a:schemeClr val="tx1"/>
                          </a:solidFill>
                          <a:latin typeface="-윤체M" panose="02020603050405020304" pitchFamily="18" charset="-127"/>
                          <a:ea typeface="-윤체M" panose="02020603050405020304" pitchFamily="18" charset="-127"/>
                        </a:defRPr>
                      </a:lvl3pPr>
                      <a:lvl4pPr>
                        <a:spcBef>
                          <a:spcPct val="20000"/>
                        </a:spcBef>
                        <a:defRPr kumimoji="1" sz="1400">
                          <a:solidFill>
                            <a:schemeClr val="tx1"/>
                          </a:solidFill>
                          <a:latin typeface="-윤체M" panose="02020603050405020304" pitchFamily="18" charset="-127"/>
                          <a:ea typeface="-윤체M" panose="02020603050405020304" pitchFamily="18" charset="-127"/>
                        </a:defRPr>
                      </a:lvl4pPr>
                      <a:lvl5pPr>
                        <a:spcBef>
                          <a:spcPct val="20000"/>
                        </a:spcBef>
                        <a:defRPr kumimoji="1" sz="1200">
                          <a:solidFill>
                            <a:schemeClr val="tx1"/>
                          </a:solidFill>
                          <a:latin typeface="-윤체M" panose="02020603050405020304" pitchFamily="18" charset="-127"/>
                          <a:ea typeface="-윤체M" panose="02020603050405020304" pitchFamily="18" charset="-127"/>
                        </a:defRPr>
                      </a:lvl5pPr>
                      <a:lvl6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6pPr>
                      <a:lvl7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7pPr>
                      <a:lvl8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8pPr>
                      <a:lvl9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2400" b="0" i="0" u="none" strike="noStrike" cap="none" normalizeH="0" baseline="0" dirty="0" smtClean="0">
                          <a:ln>
                            <a:noFill/>
                          </a:ln>
                          <a:solidFill>
                            <a:schemeClr val="tx1"/>
                          </a:solidFill>
                          <a:effectLst/>
                          <a:latin typeface="Times New Roman" panose="02020603050405020304" pitchFamily="18" charset="0"/>
                          <a:ea typeface="黑体" panose="02010609060101010101" pitchFamily="49" charset="-122"/>
                        </a:rPr>
                        <a:t>0.012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黑体" panose="02010609060101010101" pitchFamily="49" charset="-122"/>
                          <a:ea typeface="黑体" panose="02010609060101010101" pitchFamily="49" charset="-122"/>
                        </a:defRPr>
                      </a:lvl1pPr>
                      <a:lvl2pPr>
                        <a:spcBef>
                          <a:spcPct val="20000"/>
                        </a:spcBef>
                        <a:defRPr kumimoji="1">
                          <a:solidFill>
                            <a:schemeClr val="tx1"/>
                          </a:solidFill>
                          <a:latin typeface="-윤체M" panose="02020603050405020304" pitchFamily="18" charset="-127"/>
                          <a:ea typeface="-윤체M" panose="02020603050405020304" pitchFamily="18" charset="-127"/>
                        </a:defRPr>
                      </a:lvl2pPr>
                      <a:lvl3pPr>
                        <a:spcBef>
                          <a:spcPct val="20000"/>
                        </a:spcBef>
                        <a:defRPr kumimoji="1" sz="1600">
                          <a:solidFill>
                            <a:schemeClr val="tx1"/>
                          </a:solidFill>
                          <a:latin typeface="-윤체M" panose="02020603050405020304" pitchFamily="18" charset="-127"/>
                          <a:ea typeface="-윤체M" panose="02020603050405020304" pitchFamily="18" charset="-127"/>
                        </a:defRPr>
                      </a:lvl3pPr>
                      <a:lvl4pPr>
                        <a:spcBef>
                          <a:spcPct val="20000"/>
                        </a:spcBef>
                        <a:defRPr kumimoji="1" sz="1400">
                          <a:solidFill>
                            <a:schemeClr val="tx1"/>
                          </a:solidFill>
                          <a:latin typeface="-윤체M" panose="02020603050405020304" pitchFamily="18" charset="-127"/>
                          <a:ea typeface="-윤체M" panose="02020603050405020304" pitchFamily="18" charset="-127"/>
                        </a:defRPr>
                      </a:lvl4pPr>
                      <a:lvl5pPr>
                        <a:spcBef>
                          <a:spcPct val="20000"/>
                        </a:spcBef>
                        <a:defRPr kumimoji="1" sz="1200">
                          <a:solidFill>
                            <a:schemeClr val="tx1"/>
                          </a:solidFill>
                          <a:latin typeface="-윤체M" panose="02020603050405020304" pitchFamily="18" charset="-127"/>
                          <a:ea typeface="-윤체M" panose="02020603050405020304" pitchFamily="18" charset="-127"/>
                        </a:defRPr>
                      </a:lvl5pPr>
                      <a:lvl6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6pPr>
                      <a:lvl7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7pPr>
                      <a:lvl8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8pPr>
                      <a:lvl9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2400" b="0" i="0" u="none" strike="noStrike" cap="none" normalizeH="0" baseline="0" dirty="0" smtClean="0">
                          <a:ln>
                            <a:noFill/>
                          </a:ln>
                          <a:solidFill>
                            <a:schemeClr val="tx1"/>
                          </a:solidFill>
                          <a:effectLst/>
                          <a:latin typeface="Times New Roman" panose="02020603050405020304" pitchFamily="18" charset="0"/>
                          <a:ea typeface="黑体" panose="02010609060101010101" pitchFamily="49" charset="-122"/>
                        </a:rPr>
                        <a:t>0.072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000"/>
                    </a:solidFill>
                  </a:tcPr>
                </a:tc>
                <a:tc>
                  <a:txBody>
                    <a:bodyPr/>
                    <a:lstStyle>
                      <a:lvl1pPr>
                        <a:spcBef>
                          <a:spcPct val="20000"/>
                        </a:spcBef>
                        <a:defRPr kumimoji="1" sz="2800">
                          <a:solidFill>
                            <a:schemeClr val="tx1"/>
                          </a:solidFill>
                          <a:latin typeface="黑体" panose="02010609060101010101" pitchFamily="49" charset="-122"/>
                          <a:ea typeface="黑体" panose="02010609060101010101" pitchFamily="49" charset="-122"/>
                        </a:defRPr>
                      </a:lvl1pPr>
                      <a:lvl2pPr>
                        <a:spcBef>
                          <a:spcPct val="20000"/>
                        </a:spcBef>
                        <a:defRPr kumimoji="1">
                          <a:solidFill>
                            <a:schemeClr val="tx1"/>
                          </a:solidFill>
                          <a:latin typeface="-윤체M" panose="02020603050405020304" pitchFamily="18" charset="-127"/>
                          <a:ea typeface="-윤체M" panose="02020603050405020304" pitchFamily="18" charset="-127"/>
                        </a:defRPr>
                      </a:lvl2pPr>
                      <a:lvl3pPr>
                        <a:spcBef>
                          <a:spcPct val="20000"/>
                        </a:spcBef>
                        <a:defRPr kumimoji="1" sz="1600">
                          <a:solidFill>
                            <a:schemeClr val="tx1"/>
                          </a:solidFill>
                          <a:latin typeface="-윤체M" panose="02020603050405020304" pitchFamily="18" charset="-127"/>
                          <a:ea typeface="-윤체M" panose="02020603050405020304" pitchFamily="18" charset="-127"/>
                        </a:defRPr>
                      </a:lvl3pPr>
                      <a:lvl4pPr>
                        <a:spcBef>
                          <a:spcPct val="20000"/>
                        </a:spcBef>
                        <a:defRPr kumimoji="1" sz="1400">
                          <a:solidFill>
                            <a:schemeClr val="tx1"/>
                          </a:solidFill>
                          <a:latin typeface="-윤체M" panose="02020603050405020304" pitchFamily="18" charset="-127"/>
                          <a:ea typeface="-윤체M" panose="02020603050405020304" pitchFamily="18" charset="-127"/>
                        </a:defRPr>
                      </a:lvl4pPr>
                      <a:lvl5pPr>
                        <a:spcBef>
                          <a:spcPct val="20000"/>
                        </a:spcBef>
                        <a:defRPr kumimoji="1" sz="1200">
                          <a:solidFill>
                            <a:schemeClr val="tx1"/>
                          </a:solidFill>
                          <a:latin typeface="-윤체M" panose="02020603050405020304" pitchFamily="18" charset="-127"/>
                          <a:ea typeface="-윤체M" panose="02020603050405020304" pitchFamily="18" charset="-127"/>
                        </a:defRPr>
                      </a:lvl5pPr>
                      <a:lvl6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6pPr>
                      <a:lvl7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7pPr>
                      <a:lvl8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8pPr>
                      <a:lvl9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2400" b="0" i="0" u="none" strike="noStrike" cap="none" normalizeH="0" baseline="0" dirty="0" smtClean="0">
                          <a:ln>
                            <a:noFill/>
                          </a:ln>
                          <a:solidFill>
                            <a:schemeClr val="tx1"/>
                          </a:solidFill>
                          <a:effectLst/>
                          <a:latin typeface="Times New Roman" panose="02020603050405020304" pitchFamily="18" charset="0"/>
                          <a:ea typeface="黑体" panose="02010609060101010101" pitchFamily="49" charset="-122"/>
                        </a:rPr>
                        <a:t>0.008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21196">
                <a:tc>
                  <a:txBody>
                    <a:bodyPr/>
                    <a:lstStyle>
                      <a:lvl1pPr>
                        <a:spcBef>
                          <a:spcPct val="20000"/>
                        </a:spcBef>
                        <a:defRPr kumimoji="1" sz="2800">
                          <a:solidFill>
                            <a:schemeClr val="tx1"/>
                          </a:solidFill>
                          <a:latin typeface="黑体" panose="02010609060101010101" pitchFamily="49" charset="-122"/>
                          <a:ea typeface="黑体" panose="02010609060101010101" pitchFamily="49" charset="-122"/>
                        </a:defRPr>
                      </a:lvl1pPr>
                      <a:lvl2pPr>
                        <a:spcBef>
                          <a:spcPct val="20000"/>
                        </a:spcBef>
                        <a:defRPr kumimoji="1">
                          <a:solidFill>
                            <a:schemeClr val="tx1"/>
                          </a:solidFill>
                          <a:latin typeface="-윤체M" panose="02020603050405020304" pitchFamily="18" charset="-127"/>
                          <a:ea typeface="-윤체M" panose="02020603050405020304" pitchFamily="18" charset="-127"/>
                        </a:defRPr>
                      </a:lvl2pPr>
                      <a:lvl3pPr>
                        <a:spcBef>
                          <a:spcPct val="20000"/>
                        </a:spcBef>
                        <a:defRPr kumimoji="1" sz="1600">
                          <a:solidFill>
                            <a:schemeClr val="tx1"/>
                          </a:solidFill>
                          <a:latin typeface="-윤체M" panose="02020603050405020304" pitchFamily="18" charset="-127"/>
                          <a:ea typeface="-윤체M" panose="02020603050405020304" pitchFamily="18" charset="-127"/>
                        </a:defRPr>
                      </a:lvl3pPr>
                      <a:lvl4pPr>
                        <a:spcBef>
                          <a:spcPct val="20000"/>
                        </a:spcBef>
                        <a:defRPr kumimoji="1" sz="1400">
                          <a:solidFill>
                            <a:schemeClr val="tx1"/>
                          </a:solidFill>
                          <a:latin typeface="-윤체M" panose="02020603050405020304" pitchFamily="18" charset="-127"/>
                          <a:ea typeface="-윤체M" panose="02020603050405020304" pitchFamily="18" charset="-127"/>
                        </a:defRPr>
                      </a:lvl4pPr>
                      <a:lvl5pPr>
                        <a:spcBef>
                          <a:spcPct val="20000"/>
                        </a:spcBef>
                        <a:defRPr kumimoji="1" sz="1200">
                          <a:solidFill>
                            <a:schemeClr val="tx1"/>
                          </a:solidFill>
                          <a:latin typeface="-윤체M" panose="02020603050405020304" pitchFamily="18" charset="-127"/>
                          <a:ea typeface="-윤체M" panose="02020603050405020304" pitchFamily="18" charset="-127"/>
                        </a:defRPr>
                      </a:lvl5pPr>
                      <a:lvl6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6pPr>
                      <a:lvl7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7pPr>
                      <a:lvl8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8pPr>
                      <a:lvl9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a:t>
                      </a:r>
                      <a:r>
                        <a:rPr kumimoji="1" lang="en-US" altLang="zh-CN" sz="2400" b="0"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rPr>
                        <a:t>cavity</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黑体" panose="02010609060101010101" pitchFamily="49" charset="-122"/>
                          <a:ea typeface="黑体" panose="02010609060101010101" pitchFamily="49" charset="-122"/>
                        </a:defRPr>
                      </a:lvl1pPr>
                      <a:lvl2pPr>
                        <a:spcBef>
                          <a:spcPct val="20000"/>
                        </a:spcBef>
                        <a:defRPr kumimoji="1">
                          <a:solidFill>
                            <a:schemeClr val="tx1"/>
                          </a:solidFill>
                          <a:latin typeface="-윤체M" panose="02020603050405020304" pitchFamily="18" charset="-127"/>
                          <a:ea typeface="-윤체M" panose="02020603050405020304" pitchFamily="18" charset="-127"/>
                        </a:defRPr>
                      </a:lvl2pPr>
                      <a:lvl3pPr>
                        <a:spcBef>
                          <a:spcPct val="20000"/>
                        </a:spcBef>
                        <a:defRPr kumimoji="1" sz="1600">
                          <a:solidFill>
                            <a:schemeClr val="tx1"/>
                          </a:solidFill>
                          <a:latin typeface="-윤체M" panose="02020603050405020304" pitchFamily="18" charset="-127"/>
                          <a:ea typeface="-윤체M" panose="02020603050405020304" pitchFamily="18" charset="-127"/>
                        </a:defRPr>
                      </a:lvl3pPr>
                      <a:lvl4pPr>
                        <a:spcBef>
                          <a:spcPct val="20000"/>
                        </a:spcBef>
                        <a:defRPr kumimoji="1" sz="1400">
                          <a:solidFill>
                            <a:schemeClr val="tx1"/>
                          </a:solidFill>
                          <a:latin typeface="-윤체M" panose="02020603050405020304" pitchFamily="18" charset="-127"/>
                          <a:ea typeface="-윤체M" panose="02020603050405020304" pitchFamily="18" charset="-127"/>
                        </a:defRPr>
                      </a:lvl4pPr>
                      <a:lvl5pPr>
                        <a:spcBef>
                          <a:spcPct val="20000"/>
                        </a:spcBef>
                        <a:defRPr kumimoji="1" sz="1200">
                          <a:solidFill>
                            <a:schemeClr val="tx1"/>
                          </a:solidFill>
                          <a:latin typeface="-윤체M" panose="02020603050405020304" pitchFamily="18" charset="-127"/>
                          <a:ea typeface="-윤체M" panose="02020603050405020304" pitchFamily="18" charset="-127"/>
                        </a:defRPr>
                      </a:lvl5pPr>
                      <a:lvl6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6pPr>
                      <a:lvl7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7pPr>
                      <a:lvl8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8pPr>
                      <a:lvl9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2400" b="0" i="0" u="none" strike="noStrike" cap="none" normalizeH="0" baseline="0" dirty="0" smtClean="0">
                          <a:ln>
                            <a:noFill/>
                          </a:ln>
                          <a:solidFill>
                            <a:schemeClr val="tx1"/>
                          </a:solidFill>
                          <a:effectLst/>
                          <a:latin typeface="Times New Roman" panose="02020603050405020304" pitchFamily="18" charset="0"/>
                          <a:ea typeface="黑体" panose="02010609060101010101" pitchFamily="49" charset="-122"/>
                        </a:rPr>
                        <a:t>0.016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000"/>
                    </a:solidFill>
                  </a:tcPr>
                </a:tc>
                <a:tc>
                  <a:txBody>
                    <a:bodyPr/>
                    <a:lstStyle>
                      <a:lvl1pPr>
                        <a:spcBef>
                          <a:spcPct val="20000"/>
                        </a:spcBef>
                        <a:defRPr kumimoji="1" sz="2800">
                          <a:solidFill>
                            <a:schemeClr val="tx1"/>
                          </a:solidFill>
                          <a:latin typeface="黑体" panose="02010609060101010101" pitchFamily="49" charset="-122"/>
                          <a:ea typeface="黑体" panose="02010609060101010101" pitchFamily="49" charset="-122"/>
                        </a:defRPr>
                      </a:lvl1pPr>
                      <a:lvl2pPr>
                        <a:spcBef>
                          <a:spcPct val="20000"/>
                        </a:spcBef>
                        <a:defRPr kumimoji="1">
                          <a:solidFill>
                            <a:schemeClr val="tx1"/>
                          </a:solidFill>
                          <a:latin typeface="-윤체M" panose="02020603050405020304" pitchFamily="18" charset="-127"/>
                          <a:ea typeface="-윤체M" panose="02020603050405020304" pitchFamily="18" charset="-127"/>
                        </a:defRPr>
                      </a:lvl2pPr>
                      <a:lvl3pPr>
                        <a:spcBef>
                          <a:spcPct val="20000"/>
                        </a:spcBef>
                        <a:defRPr kumimoji="1" sz="1600">
                          <a:solidFill>
                            <a:schemeClr val="tx1"/>
                          </a:solidFill>
                          <a:latin typeface="-윤체M" panose="02020603050405020304" pitchFamily="18" charset="-127"/>
                          <a:ea typeface="-윤체M" panose="02020603050405020304" pitchFamily="18" charset="-127"/>
                        </a:defRPr>
                      </a:lvl3pPr>
                      <a:lvl4pPr>
                        <a:spcBef>
                          <a:spcPct val="20000"/>
                        </a:spcBef>
                        <a:defRPr kumimoji="1" sz="1400">
                          <a:solidFill>
                            <a:schemeClr val="tx1"/>
                          </a:solidFill>
                          <a:latin typeface="-윤체M" panose="02020603050405020304" pitchFamily="18" charset="-127"/>
                          <a:ea typeface="-윤체M" panose="02020603050405020304" pitchFamily="18" charset="-127"/>
                        </a:defRPr>
                      </a:lvl4pPr>
                      <a:lvl5pPr>
                        <a:spcBef>
                          <a:spcPct val="20000"/>
                        </a:spcBef>
                        <a:defRPr kumimoji="1" sz="1200">
                          <a:solidFill>
                            <a:schemeClr val="tx1"/>
                          </a:solidFill>
                          <a:latin typeface="-윤체M" panose="02020603050405020304" pitchFamily="18" charset="-127"/>
                          <a:ea typeface="-윤체M" panose="02020603050405020304" pitchFamily="18" charset="-127"/>
                        </a:defRPr>
                      </a:lvl5pPr>
                      <a:lvl6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6pPr>
                      <a:lvl7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7pPr>
                      <a:lvl8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8pPr>
                      <a:lvl9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Times New Roman" panose="02020603050405020304" pitchFamily="18" charset="0"/>
                          <a:ea typeface="黑体" panose="02010609060101010101" pitchFamily="49" charset="-122"/>
                        </a:rPr>
                        <a:t>0.064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黑体" panose="02010609060101010101" pitchFamily="49" charset="-122"/>
                          <a:ea typeface="黑体" panose="02010609060101010101" pitchFamily="49" charset="-122"/>
                        </a:defRPr>
                      </a:lvl1pPr>
                      <a:lvl2pPr>
                        <a:spcBef>
                          <a:spcPct val="20000"/>
                        </a:spcBef>
                        <a:defRPr kumimoji="1">
                          <a:solidFill>
                            <a:schemeClr val="tx1"/>
                          </a:solidFill>
                          <a:latin typeface="-윤체M" panose="02020603050405020304" pitchFamily="18" charset="-127"/>
                          <a:ea typeface="-윤체M" panose="02020603050405020304" pitchFamily="18" charset="-127"/>
                        </a:defRPr>
                      </a:lvl2pPr>
                      <a:lvl3pPr>
                        <a:spcBef>
                          <a:spcPct val="20000"/>
                        </a:spcBef>
                        <a:defRPr kumimoji="1" sz="1600">
                          <a:solidFill>
                            <a:schemeClr val="tx1"/>
                          </a:solidFill>
                          <a:latin typeface="-윤체M" panose="02020603050405020304" pitchFamily="18" charset="-127"/>
                          <a:ea typeface="-윤체M" panose="02020603050405020304" pitchFamily="18" charset="-127"/>
                        </a:defRPr>
                      </a:lvl3pPr>
                      <a:lvl4pPr>
                        <a:spcBef>
                          <a:spcPct val="20000"/>
                        </a:spcBef>
                        <a:defRPr kumimoji="1" sz="1400">
                          <a:solidFill>
                            <a:schemeClr val="tx1"/>
                          </a:solidFill>
                          <a:latin typeface="-윤체M" panose="02020603050405020304" pitchFamily="18" charset="-127"/>
                          <a:ea typeface="-윤체M" panose="02020603050405020304" pitchFamily="18" charset="-127"/>
                        </a:defRPr>
                      </a:lvl4pPr>
                      <a:lvl5pPr>
                        <a:spcBef>
                          <a:spcPct val="20000"/>
                        </a:spcBef>
                        <a:defRPr kumimoji="1" sz="1200">
                          <a:solidFill>
                            <a:schemeClr val="tx1"/>
                          </a:solidFill>
                          <a:latin typeface="-윤체M" panose="02020603050405020304" pitchFamily="18" charset="-127"/>
                          <a:ea typeface="-윤체M" panose="02020603050405020304" pitchFamily="18" charset="-127"/>
                        </a:defRPr>
                      </a:lvl5pPr>
                      <a:lvl6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6pPr>
                      <a:lvl7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7pPr>
                      <a:lvl8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8pPr>
                      <a:lvl9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2400" b="0" i="0" u="none" strike="noStrike" cap="none" normalizeH="0" baseline="0" dirty="0" smtClean="0">
                          <a:ln>
                            <a:noFill/>
                          </a:ln>
                          <a:solidFill>
                            <a:schemeClr val="tx1"/>
                          </a:solidFill>
                          <a:effectLst/>
                          <a:latin typeface="Times New Roman" panose="02020603050405020304" pitchFamily="18" charset="0"/>
                          <a:ea typeface="黑体" panose="02010609060101010101" pitchFamily="49" charset="-122"/>
                        </a:rPr>
                        <a:t>0.144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000"/>
                    </a:solidFill>
                  </a:tcPr>
                </a:tc>
                <a:tc>
                  <a:txBody>
                    <a:bodyPr/>
                    <a:lstStyle>
                      <a:lvl1pPr>
                        <a:spcBef>
                          <a:spcPct val="20000"/>
                        </a:spcBef>
                        <a:defRPr kumimoji="1" sz="2800">
                          <a:solidFill>
                            <a:schemeClr val="tx1"/>
                          </a:solidFill>
                          <a:latin typeface="黑体" panose="02010609060101010101" pitchFamily="49" charset="-122"/>
                          <a:ea typeface="黑体" panose="02010609060101010101" pitchFamily="49" charset="-122"/>
                        </a:defRPr>
                      </a:lvl1pPr>
                      <a:lvl2pPr>
                        <a:spcBef>
                          <a:spcPct val="20000"/>
                        </a:spcBef>
                        <a:defRPr kumimoji="1">
                          <a:solidFill>
                            <a:schemeClr val="tx1"/>
                          </a:solidFill>
                          <a:latin typeface="-윤체M" panose="02020603050405020304" pitchFamily="18" charset="-127"/>
                          <a:ea typeface="-윤체M" panose="02020603050405020304" pitchFamily="18" charset="-127"/>
                        </a:defRPr>
                      </a:lvl2pPr>
                      <a:lvl3pPr>
                        <a:spcBef>
                          <a:spcPct val="20000"/>
                        </a:spcBef>
                        <a:defRPr kumimoji="1" sz="1600">
                          <a:solidFill>
                            <a:schemeClr val="tx1"/>
                          </a:solidFill>
                          <a:latin typeface="-윤체M" panose="02020603050405020304" pitchFamily="18" charset="-127"/>
                          <a:ea typeface="-윤체M" panose="02020603050405020304" pitchFamily="18" charset="-127"/>
                        </a:defRPr>
                      </a:lvl3pPr>
                      <a:lvl4pPr>
                        <a:spcBef>
                          <a:spcPct val="20000"/>
                        </a:spcBef>
                        <a:defRPr kumimoji="1" sz="1400">
                          <a:solidFill>
                            <a:schemeClr val="tx1"/>
                          </a:solidFill>
                          <a:latin typeface="-윤체M" panose="02020603050405020304" pitchFamily="18" charset="-127"/>
                          <a:ea typeface="-윤체M" panose="02020603050405020304" pitchFamily="18" charset="-127"/>
                        </a:defRPr>
                      </a:lvl4pPr>
                      <a:lvl5pPr>
                        <a:spcBef>
                          <a:spcPct val="20000"/>
                        </a:spcBef>
                        <a:defRPr kumimoji="1" sz="1200">
                          <a:solidFill>
                            <a:schemeClr val="tx1"/>
                          </a:solidFill>
                          <a:latin typeface="-윤체M" panose="02020603050405020304" pitchFamily="18" charset="-127"/>
                          <a:ea typeface="-윤체M" panose="02020603050405020304" pitchFamily="18" charset="-127"/>
                        </a:defRPr>
                      </a:lvl5pPr>
                      <a:lvl6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6pPr>
                      <a:lvl7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7pPr>
                      <a:lvl8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8pPr>
                      <a:lvl9pPr fontAlgn="base" latinLnBrk="1">
                        <a:spcBef>
                          <a:spcPct val="20000"/>
                        </a:spcBef>
                        <a:spcAft>
                          <a:spcPct val="0"/>
                        </a:spcAft>
                        <a:defRPr kumimoji="1" sz="1200">
                          <a:solidFill>
                            <a:schemeClr val="tx1"/>
                          </a:solidFill>
                          <a:latin typeface="-윤체M" panose="02020603050405020304" pitchFamily="18" charset="-127"/>
                          <a:ea typeface="-윤체M" panose="02020603050405020304" pitchFamily="18" charset="-127"/>
                        </a:defRPr>
                      </a:lvl9p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zh-CN" sz="2400" b="0" i="0" u="none" strike="noStrike" cap="none" normalizeH="0" baseline="0" dirty="0" smtClean="0">
                          <a:ln>
                            <a:noFill/>
                          </a:ln>
                          <a:solidFill>
                            <a:schemeClr val="tx1"/>
                          </a:solidFill>
                          <a:effectLst/>
                          <a:latin typeface="Times New Roman" panose="02020603050405020304" pitchFamily="18" charset="0"/>
                          <a:ea typeface="黑体" panose="02010609060101010101" pitchFamily="49" charset="-122"/>
                        </a:rPr>
                        <a:t>0.576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40996" name="矩形 2"/>
          <p:cNvSpPr>
            <a:spLocks noChangeArrowheads="1"/>
          </p:cNvSpPr>
          <p:nvPr/>
        </p:nvSpPr>
        <p:spPr bwMode="auto">
          <a:xfrm>
            <a:off x="1547813" y="4868863"/>
            <a:ext cx="12080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127"/>
                <a:ea typeface="-윤체M" panose="020B0604020202020204" charset="-127"/>
              </a:defRPr>
            </a:lvl2pPr>
            <a:lvl3pPr marL="1143000" indent="-228600" latinLnBrk="1">
              <a:spcBef>
                <a:spcPct val="20000"/>
              </a:spcBef>
              <a:buChar char="•"/>
              <a:defRPr kumimoji="1">
                <a:solidFill>
                  <a:schemeClr val="tx1"/>
                </a:solidFill>
                <a:latin typeface="-윤체M" panose="020B0604020202020204" charset="-127"/>
                <a:ea typeface="-윤체M" panose="020B0604020202020204" charset="-127"/>
              </a:defRPr>
            </a:lvl3pPr>
            <a:lvl4pPr marL="1600200" indent="-228600" latinLnBrk="1">
              <a:spcBef>
                <a:spcPct val="20000"/>
              </a:spcBef>
              <a:buChar char="•"/>
              <a:defRPr kumimoji="1" sz="1600">
                <a:solidFill>
                  <a:schemeClr val="tx1"/>
                </a:solidFill>
                <a:latin typeface="-윤체M" panose="020B0604020202020204" charset="-127"/>
                <a:ea typeface="-윤체M" panose="020B0604020202020204" charset="-127"/>
              </a:defRPr>
            </a:lvl4pPr>
            <a:lvl5pPr marL="2057400" indent="-228600" latinLnBrk="1">
              <a:spcBef>
                <a:spcPct val="20000"/>
              </a:spcBef>
              <a:buChar char="•"/>
              <a:defRPr kumimoji="1" sz="1400">
                <a:solidFill>
                  <a:schemeClr val="tx1"/>
                </a:solidFill>
                <a:latin typeface="-윤체M" panose="020B0604020202020204" charset="-127"/>
                <a:ea typeface="-윤체M" panose="020B0604020202020204"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9pPr>
          </a:lstStyle>
          <a:p>
            <a:pPr latinLnBrk="0">
              <a:spcBef>
                <a:spcPct val="0"/>
              </a:spcBef>
              <a:buFontTx/>
              <a:buNone/>
            </a:pPr>
            <a:r>
              <a:rPr lang="en-US" altLang="zh-CN" sz="2400">
                <a:latin typeface="Times New Roman" panose="02020603050405020304" pitchFamily="18" charset="0"/>
                <a:ea typeface="微软雅黑" panose="020B0503020204020204" pitchFamily="34" charset="-122"/>
                <a:cs typeface="Times New Roman" panose="02020603050405020304" pitchFamily="18" charset="0"/>
              </a:rPr>
              <a:t>P(catch)</a:t>
            </a:r>
            <a:endParaRPr lang="zh-CN" altLang="en-US" sz="2400">
              <a:latin typeface="楷体" panose="02010609060101010101" pitchFamily="49" charset="-122"/>
              <a:ea typeface="楷体" panose="02010609060101010101" pitchFamily="49" charset="-122"/>
              <a:cs typeface="Times New Roman" panose="02020603050405020304" pitchFamily="18" charset="0"/>
            </a:endParaRPr>
          </a:p>
        </p:txBody>
      </p:sp>
      <p:sp>
        <p:nvSpPr>
          <p:cNvPr id="4" name="矩形 3"/>
          <p:cNvSpPr>
            <a:spLocks noChangeArrowheads="1"/>
          </p:cNvSpPr>
          <p:nvPr/>
        </p:nvSpPr>
        <p:spPr bwMode="auto">
          <a:xfrm>
            <a:off x="2389188" y="4843463"/>
            <a:ext cx="5351462"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latinLnBrk="1">
              <a:spcBef>
                <a:spcPct val="20000"/>
              </a:spcBef>
              <a:buChar char="•"/>
              <a:defRPr kumimoji="1" sz="2000">
                <a:solidFill>
                  <a:schemeClr val="tx1"/>
                </a:solidFill>
                <a:latin typeface="-윤체M" panose="020B0604020202020204" charset="-127"/>
                <a:ea typeface="-윤체M" panose="020B0604020202020204" charset="-127"/>
              </a:defRPr>
            </a:lvl2pPr>
            <a:lvl3pPr marL="1143000" indent="-228600" latinLnBrk="1">
              <a:spcBef>
                <a:spcPct val="20000"/>
              </a:spcBef>
              <a:buChar char="•"/>
              <a:defRPr kumimoji="1">
                <a:solidFill>
                  <a:schemeClr val="tx1"/>
                </a:solidFill>
                <a:latin typeface="-윤체M" panose="020B0604020202020204" charset="-127"/>
                <a:ea typeface="-윤체M" panose="020B0604020202020204" charset="-127"/>
              </a:defRPr>
            </a:lvl3pPr>
            <a:lvl4pPr marL="1600200" indent="-228600" latinLnBrk="1">
              <a:spcBef>
                <a:spcPct val="20000"/>
              </a:spcBef>
              <a:buChar char="•"/>
              <a:defRPr kumimoji="1" sz="1600">
                <a:solidFill>
                  <a:schemeClr val="tx1"/>
                </a:solidFill>
                <a:latin typeface="-윤체M" panose="020B0604020202020204" charset="-127"/>
                <a:ea typeface="-윤체M" panose="020B0604020202020204" charset="-127"/>
              </a:defRPr>
            </a:lvl4pPr>
            <a:lvl5pPr marL="2057400" indent="-228600" latinLnBrk="1">
              <a:spcBef>
                <a:spcPct val="20000"/>
              </a:spcBef>
              <a:buChar char="•"/>
              <a:defRPr kumimoji="1" sz="1400">
                <a:solidFill>
                  <a:schemeClr val="tx1"/>
                </a:solidFill>
                <a:latin typeface="-윤체M" panose="020B0604020202020204" charset="-127"/>
                <a:ea typeface="-윤체M" panose="020B0604020202020204"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9pPr>
          </a:lstStyle>
          <a:p>
            <a:pPr lvl="1" algn="just" eaLnBrk="1" latinLnBrk="0" hangingPunct="1">
              <a:lnSpc>
                <a:spcPct val="120000"/>
              </a:lnSpc>
              <a:spcBef>
                <a:spcPct val="0"/>
              </a:spcBef>
              <a:buFontTx/>
              <a:buNone/>
            </a:pPr>
            <a:r>
              <a:rPr lang="en-US" altLang="zh-CN" sz="2400">
                <a:latin typeface="Times New Roman" panose="02020603050405020304" pitchFamily="18" charset="0"/>
                <a:ea typeface="微软雅黑" panose="020B0503020204020204" pitchFamily="34" charset="-122"/>
                <a:cs typeface="Times New Roman" panose="02020603050405020304" pitchFamily="18" charset="0"/>
              </a:rPr>
              <a:t>= 0.108+0.016+0.072+0.144 = 0.34</a:t>
            </a:r>
          </a:p>
        </p:txBody>
      </p:sp>
    </p:spTree>
    <p:extLst>
      <p:ext uri="{BB962C8B-B14F-4D97-AF65-F5344CB8AC3E}">
        <p14:creationId xmlns:p14="http://schemas.microsoft.com/office/powerpoint/2010/main" val="27205865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灯片编号占位符 5"/>
          <p:cNvSpPr>
            <a:spLocks noGrp="1"/>
          </p:cNvSpPr>
          <p:nvPr>
            <p:ph type="sldNum" sz="quarter" idx="10"/>
          </p:nvPr>
        </p:nvSpPr>
        <p:spPr>
          <a:noFill/>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20603050405020304" pitchFamily="18" charset="-127"/>
                <a:ea typeface="-윤체M" panose="02020603050405020304" pitchFamily="18" charset="-127"/>
              </a:defRPr>
            </a:lvl2pPr>
            <a:lvl3pPr marL="1143000" indent="-228600" latinLnBrk="1">
              <a:spcBef>
                <a:spcPct val="20000"/>
              </a:spcBef>
              <a:buChar char="•"/>
              <a:defRPr kumimoji="1">
                <a:solidFill>
                  <a:schemeClr val="tx1"/>
                </a:solidFill>
                <a:latin typeface="-윤체M" panose="02020603050405020304" pitchFamily="18" charset="-127"/>
                <a:ea typeface="-윤체M" panose="02020603050405020304" pitchFamily="18" charset="-127"/>
              </a:defRPr>
            </a:lvl3pPr>
            <a:lvl4pPr marL="1600200" indent="-228600" latinLnBrk="1">
              <a:spcBef>
                <a:spcPct val="20000"/>
              </a:spcBef>
              <a:buChar char="•"/>
              <a:defRPr kumimoji="1" sz="1600">
                <a:solidFill>
                  <a:schemeClr val="tx1"/>
                </a:solidFill>
                <a:latin typeface="-윤체M" panose="02020603050405020304" pitchFamily="18" charset="-127"/>
                <a:ea typeface="-윤체M" panose="02020603050405020304" pitchFamily="18" charset="-127"/>
              </a:defRPr>
            </a:lvl4pPr>
            <a:lvl5pPr marL="2057400" indent="-228600" latinLnBrk="1">
              <a:spcBef>
                <a:spcPct val="20000"/>
              </a:spcBef>
              <a:buChar char="•"/>
              <a:defRPr kumimoji="1" sz="1400">
                <a:solidFill>
                  <a:schemeClr val="tx1"/>
                </a:solidFill>
                <a:latin typeface="-윤체M" panose="02020603050405020304" pitchFamily="18" charset="-127"/>
                <a:ea typeface="-윤체M" panose="02020603050405020304"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20603050405020304" pitchFamily="18" charset="-127"/>
                <a:ea typeface="-윤체M" panose="02020603050405020304"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20603050405020304" pitchFamily="18" charset="-127"/>
                <a:ea typeface="-윤체M" panose="02020603050405020304"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20603050405020304" pitchFamily="18" charset="-127"/>
                <a:ea typeface="-윤체M" panose="02020603050405020304"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20603050405020304" pitchFamily="18" charset="-127"/>
                <a:ea typeface="-윤체M" panose="02020603050405020304" pitchFamily="18" charset="-127"/>
              </a:defRPr>
            </a:lvl9pPr>
          </a:lstStyle>
          <a:p>
            <a:pPr>
              <a:spcBef>
                <a:spcPct val="0"/>
              </a:spcBef>
              <a:buFontTx/>
              <a:buNone/>
            </a:pPr>
            <a:fld id="{6B72D3A8-23FC-4135-838C-CCA6F6F109FC}" type="slidenum">
              <a:rPr lang="zh-CN" altLang="en-US" sz="1400" smtClean="0">
                <a:latin typeface="Gulim" panose="020B0604020202020204" pitchFamily="34" charset="-127"/>
                <a:ea typeface="Gulim" panose="020B0604020202020204" pitchFamily="34" charset="-127"/>
              </a:rPr>
              <a:pPr>
                <a:spcBef>
                  <a:spcPct val="0"/>
                </a:spcBef>
                <a:buFontTx/>
                <a:buNone/>
              </a:pPr>
              <a:t>98</a:t>
            </a:fld>
            <a:endParaRPr lang="en-US" altLang="zh-CN" sz="1400" smtClean="0">
              <a:latin typeface="Gulim" panose="020B0604020202020204" pitchFamily="34" charset="-127"/>
              <a:ea typeface="Gulim" panose="020B0604020202020204" pitchFamily="34" charset="-127"/>
            </a:endParaRPr>
          </a:p>
        </p:txBody>
      </p:sp>
      <p:sp>
        <p:nvSpPr>
          <p:cNvPr id="343043" name="Rectangle 3"/>
          <p:cNvSpPr>
            <a:spLocks noGrp="1" noChangeArrowheads="1"/>
          </p:cNvSpPr>
          <p:nvPr>
            <p:ph type="body" sz="half" idx="1"/>
          </p:nvPr>
        </p:nvSpPr>
        <p:spPr>
          <a:xfrm>
            <a:off x="431355" y="2397422"/>
            <a:ext cx="8675688" cy="3990132"/>
          </a:xfrm>
        </p:spPr>
        <p:txBody>
          <a:bodyPr/>
          <a:lstStyle/>
          <a:p>
            <a:pPr marL="0" indent="0" algn="just" eaLnBrk="1" latinLnBrk="0" hangingPunct="1">
              <a:buNone/>
            </a:pPr>
            <a:r>
              <a:rPr kumimoji="0"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相当于计算某个变量的条件概率：</a:t>
            </a:r>
            <a:r>
              <a:rPr kumimoji="0"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P(</a:t>
            </a:r>
            <a:r>
              <a:rPr kumimoji="0" lang="en-US" altLang="zh-CN" sz="2400" dirty="0" err="1" smtClean="0">
                <a:latin typeface="Times New Roman" panose="02020603050405020304" pitchFamily="18" charset="0"/>
                <a:ea typeface="微软雅黑" panose="020B0503020204020204" pitchFamily="34" charset="-122"/>
                <a:cs typeface="Times New Roman" panose="02020603050405020304" pitchFamily="18" charset="0"/>
              </a:rPr>
              <a:t>H|E</a:t>
            </a:r>
            <a:r>
              <a:rPr kumimoji="0"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 , </a:t>
            </a:r>
            <a:r>
              <a:rPr kumimoji="0"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例如：</a:t>
            </a:r>
            <a:endParaRPr kumimoji="0"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endParaRPr>
          </a:p>
          <a:p>
            <a:pPr algn="just" eaLnBrk="1" latinLnBrk="0" hangingPunct="1"/>
            <a:endParaRPr kumimoji="0" lang="zh-CN" altLang="en-US" sz="2500" dirty="0" smtClean="0">
              <a:latin typeface="Times New Roman" panose="02020603050405020304" pitchFamily="18" charset="0"/>
              <a:ea typeface="楷体" panose="02010609060101010101" pitchFamily="49" charset="-122"/>
              <a:cs typeface="Times New Roman" panose="02020603050405020304" pitchFamily="18" charset="0"/>
            </a:endParaRPr>
          </a:p>
          <a:p>
            <a:pPr algn="just" eaLnBrk="1" latinLnBrk="0" hangingPunct="1"/>
            <a:endParaRPr kumimoji="0" lang="zh-CN" altLang="en-US" sz="2500" dirty="0" smtClean="0">
              <a:latin typeface="Times New Roman" panose="02020603050405020304" pitchFamily="18" charset="0"/>
              <a:ea typeface="楷体" panose="02010609060101010101" pitchFamily="49" charset="-122"/>
              <a:cs typeface="Times New Roman" panose="02020603050405020304" pitchFamily="18" charset="0"/>
            </a:endParaRPr>
          </a:p>
          <a:p>
            <a:pPr algn="just" eaLnBrk="1" latinLnBrk="0" hangingPunct="1"/>
            <a:endParaRPr kumimoji="0" lang="zh-CN" altLang="en-US" sz="2500" dirty="0" smtClean="0">
              <a:latin typeface="Times New Roman" panose="02020603050405020304" pitchFamily="18" charset="0"/>
              <a:ea typeface="楷体" panose="02010609060101010101" pitchFamily="49" charset="-122"/>
              <a:cs typeface="Times New Roman" panose="02020603050405020304" pitchFamily="18" charset="0"/>
            </a:endParaRPr>
          </a:p>
          <a:p>
            <a:pPr algn="just" eaLnBrk="1" latinLnBrk="0" hangingPunct="1"/>
            <a:endParaRPr kumimoji="0" lang="zh-CN" altLang="en-US" sz="2500" dirty="0" smtClean="0">
              <a:latin typeface="Times New Roman" panose="02020603050405020304" pitchFamily="18" charset="0"/>
              <a:ea typeface="楷体" panose="02010609060101010101" pitchFamily="49" charset="-122"/>
              <a:cs typeface="Times New Roman" panose="02020603050405020304" pitchFamily="18" charset="0"/>
            </a:endParaRPr>
          </a:p>
          <a:p>
            <a:pPr algn="just" eaLnBrk="1" latinLnBrk="0" hangingPunct="1"/>
            <a:endParaRPr kumimoji="0" lang="en-US" altLang="zh-CN" sz="2500" dirty="0" smtClean="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 name="矩形 2"/>
          <p:cNvSpPr/>
          <p:nvPr/>
        </p:nvSpPr>
        <p:spPr>
          <a:xfrm>
            <a:off x="431355" y="1626865"/>
            <a:ext cx="8352283" cy="461665"/>
          </a:xfrm>
          <a:prstGeom prst="rect">
            <a:avLst/>
          </a:prstGeom>
        </p:spPr>
        <p:txBody>
          <a:bodyPr wrap="square">
            <a:spAutoFit/>
          </a:bodyPr>
          <a:lstStyle/>
          <a:p>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不确定的推理规则，一般形式为</a:t>
            </a:r>
            <a:r>
              <a:rPr lang="zh-CN" altLang="en-US" dirty="0" smtClean="0">
                <a:latin typeface="Times New Roman" panose="02020603050405020304" pitchFamily="18" charset="0"/>
                <a:ea typeface="微软雅黑" panose="020B0503020204020204" pitchFamily="34" charset="-122"/>
                <a:cs typeface="Times New Roman" panose="02020603050405020304" pitchFamily="18" charset="0"/>
              </a:rPr>
              <a:t>：</a:t>
            </a:r>
            <a:r>
              <a:rPr lang="pt-BR" altLang="zh-CN" b="1" dirty="0" smtClean="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IF</a:t>
            </a:r>
            <a:r>
              <a:rPr lang="pt-BR" altLang="zh-CN" b="1" dirty="0" smtClean="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a:t>
            </a:r>
            <a:r>
              <a:rPr lang="pt-BR" altLang="zh-CN" b="1"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E </a:t>
            </a:r>
            <a:r>
              <a:rPr lang="pt-BR" altLang="zh-CN"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THEN</a:t>
            </a:r>
            <a:r>
              <a:rPr lang="pt-BR" altLang="zh-CN"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a:t>
            </a:r>
            <a:r>
              <a:rPr lang="pt-BR" altLang="zh-CN" b="1"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H </a:t>
            </a:r>
            <a:r>
              <a:rPr lang="pt-BR" altLang="zh-CN" b="1" dirty="0">
                <a:latin typeface="Times New Roman" panose="02020603050405020304" pitchFamily="18" charset="0"/>
                <a:ea typeface="微软雅黑" panose="020B0503020204020204" pitchFamily="34" charset="-122"/>
                <a:cs typeface="Times New Roman" panose="02020603050405020304" pitchFamily="18" charset="0"/>
              </a:rPr>
              <a:t>( </a:t>
            </a:r>
            <a:r>
              <a:rPr lang="pt-BR" altLang="zh-CN" b="1" i="1" dirty="0">
                <a:latin typeface="Times New Roman" panose="02020603050405020304" pitchFamily="18" charset="0"/>
                <a:ea typeface="微软雅黑" panose="020B0503020204020204" pitchFamily="34" charset="-122"/>
                <a:cs typeface="Times New Roman" panose="02020603050405020304" pitchFamily="18" charset="0"/>
              </a:rPr>
              <a:t>CF(H,E) </a:t>
            </a:r>
            <a:r>
              <a:rPr lang="pt-BR" altLang="zh-CN" b="1"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5" name="图片 4"/>
          <p:cNvPicPr>
            <a:picLocks noChangeAspect="1"/>
          </p:cNvPicPr>
          <p:nvPr/>
        </p:nvPicPr>
        <p:blipFill>
          <a:blip r:embed="rId3"/>
          <a:stretch>
            <a:fillRect/>
          </a:stretch>
        </p:blipFill>
        <p:spPr>
          <a:xfrm>
            <a:off x="1547664" y="3133180"/>
            <a:ext cx="5724525" cy="809625"/>
          </a:xfrm>
          <a:prstGeom prst="rect">
            <a:avLst/>
          </a:prstGeom>
        </p:spPr>
      </p:pic>
      <p:sp>
        <p:nvSpPr>
          <p:cNvPr id="12" name="Rectangle 3"/>
          <p:cNvSpPr txBox="1">
            <a:spLocks noChangeArrowheads="1"/>
          </p:cNvSpPr>
          <p:nvPr/>
        </p:nvSpPr>
        <p:spPr bwMode="auto">
          <a:xfrm>
            <a:off x="1835696" y="4231258"/>
            <a:ext cx="7761287" cy="11470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anose="02020603050405020304" pitchFamily="18" charset="-127"/>
                <a:ea typeface="-윤체M" panose="02020603050405020304"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anose="02020603050405020304" pitchFamily="18" charset="-127"/>
                <a:ea typeface="-윤체M" panose="02020603050405020304"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anose="02020603050405020304" pitchFamily="18" charset="-127"/>
                <a:ea typeface="-윤체M" panose="02020603050405020304"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anose="02020603050405020304" pitchFamily="18" charset="-127"/>
                <a:ea typeface="-윤체M" panose="02020603050405020304" pitchFamily="18" charset="-127"/>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gn="just" eaLnBrk="1" latinLnBrk="0" hangingPunct="1">
              <a:lnSpc>
                <a:spcPct val="120000"/>
              </a:lnSpc>
            </a:pPr>
            <a:r>
              <a:rPr lang="en-US" altLang="zh-CN" sz="2400" i="1" dirty="0" smtClean="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400" i="1" dirty="0" err="1" smtClean="0">
                <a:latin typeface="Times New Roman" panose="02020603050405020304" pitchFamily="18" charset="0"/>
                <a:ea typeface="微软雅黑" panose="020B0503020204020204" pitchFamily="34" charset="-122"/>
                <a:cs typeface="Times New Roman" panose="02020603050405020304" pitchFamily="18" charset="0"/>
              </a:rPr>
              <a:t>cavity</a:t>
            </a:r>
            <a:r>
              <a:rPr lang="en-US" altLang="zh-CN" sz="2400" dirty="0" err="1" smtClean="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sz="2400" i="1" dirty="0" err="1" smtClean="0">
                <a:latin typeface="Times New Roman" panose="02020603050405020304" pitchFamily="18" charset="0"/>
                <a:ea typeface="微软雅黑" panose="020B0503020204020204" pitchFamily="34" charset="-122"/>
                <a:cs typeface="Times New Roman" panose="02020603050405020304" pitchFamily="18" charset="0"/>
              </a:rPr>
              <a:t>toothache</a:t>
            </a:r>
            <a:r>
              <a:rPr lang="en-US" altLang="zh-CN" sz="2400" i="1" dirty="0" smtClean="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 0.108+0.012 = 0.12</a:t>
            </a:r>
          </a:p>
          <a:p>
            <a:pPr lvl="1" algn="just" eaLnBrk="1" latinLnBrk="0" hangingPunct="1">
              <a:lnSpc>
                <a:spcPct val="120000"/>
              </a:lnSpc>
            </a:pPr>
            <a:r>
              <a:rPr lang="en-US" altLang="zh-CN" sz="2400" i="1" dirty="0" smtClean="0">
                <a:latin typeface="Times New Roman" panose="02020603050405020304" pitchFamily="18" charset="0"/>
                <a:ea typeface="微软雅黑" panose="020B0503020204020204" pitchFamily="34" charset="-122"/>
                <a:cs typeface="Times New Roman" panose="02020603050405020304" pitchFamily="18" charset="0"/>
              </a:rPr>
              <a:t>P(toothache)</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=0.108+0.012+0.016+0.064 = 0.2</a:t>
            </a:r>
          </a:p>
        </p:txBody>
      </p:sp>
      <p:sp>
        <p:nvSpPr>
          <p:cNvPr id="13" name="Rectangle 3"/>
          <p:cNvSpPr txBox="1">
            <a:spLocks noChangeArrowheads="1"/>
          </p:cNvSpPr>
          <p:nvPr/>
        </p:nvSpPr>
        <p:spPr bwMode="auto">
          <a:xfrm>
            <a:off x="1022351" y="5378301"/>
            <a:ext cx="7761287" cy="11470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latinLnBrk="1"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윤체M" panose="02020603050405020304" pitchFamily="18" charset="-127"/>
                <a:ea typeface="-윤체M" panose="02020603050405020304" pitchFamily="18" charset="-127"/>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윤체M" panose="02020603050405020304" pitchFamily="18" charset="-127"/>
                <a:ea typeface="-윤체M" panose="02020603050405020304" pitchFamily="18" charset="-127"/>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윤체M" panose="02020603050405020304" pitchFamily="18" charset="-127"/>
                <a:ea typeface="-윤체M" panose="02020603050405020304" pitchFamily="18" charset="-127"/>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윤체M" panose="02020603050405020304" pitchFamily="18" charset="-127"/>
                <a:ea typeface="-윤체M" panose="02020603050405020304" pitchFamily="18" charset="-127"/>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lgn="just" eaLnBrk="1" latinLnBrk="0" hangingPunct="1">
              <a:lnSpc>
                <a:spcPct val="120000"/>
              </a:lnSpc>
              <a:buNone/>
            </a:pPr>
            <a:r>
              <a:rPr lang="en-US" altLang="zh-CN" sz="2400" i="1" dirty="0" smtClean="0">
                <a:latin typeface="Times New Roman" panose="02020603050405020304" pitchFamily="18" charset="0"/>
                <a:ea typeface="微软雅黑" panose="020B0503020204020204" pitchFamily="34" charset="-122"/>
                <a:cs typeface="Times New Roman" panose="02020603050405020304" pitchFamily="18" charset="0"/>
              </a:rPr>
              <a:t>P(cavity </a:t>
            </a:r>
            <a:r>
              <a:rPr lang="en-US" altLang="zh-CN" sz="2400" i="1" dirty="0" smtClean="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a:t>
            </a:r>
            <a:r>
              <a:rPr lang="en-US" altLang="zh-CN" sz="2400" i="1" dirty="0" smtClean="0">
                <a:latin typeface="Times New Roman" panose="02020603050405020304" pitchFamily="18" charset="0"/>
                <a:ea typeface="微软雅黑" panose="020B0503020204020204" pitchFamily="34" charset="-122"/>
                <a:cs typeface="Times New Roman" panose="02020603050405020304" pitchFamily="18" charset="0"/>
              </a:rPr>
              <a:t>toothache) </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 0.12 / 0.2 = 0.6</a:t>
            </a:r>
          </a:p>
        </p:txBody>
      </p:sp>
      <p:sp>
        <p:nvSpPr>
          <p:cNvPr id="15" name="Rectangle 2"/>
          <p:cNvSpPr>
            <a:spLocks noGrp="1" noChangeArrowheads="1"/>
          </p:cNvSpPr>
          <p:nvPr>
            <p:ph type="title"/>
          </p:nvPr>
        </p:nvSpPr>
        <p:spPr>
          <a:xfrm>
            <a:off x="684213" y="549275"/>
            <a:ext cx="7772400" cy="731838"/>
          </a:xfrm>
        </p:spPr>
        <p:txBody>
          <a:bodyPr/>
          <a:lstStyle/>
          <a:p>
            <a:pPr algn="ctr" eaLnBrk="1" hangingPunct="1">
              <a:defRPr/>
            </a:pPr>
            <a:r>
              <a:rPr lang="en-US" altLang="zh-CN" sz="3200" b="1" dirty="0">
                <a:solidFill>
                  <a:schemeClr val="tx1"/>
                </a:solidFill>
                <a:latin typeface="微软雅黑" panose="020B0503020204020204" pitchFamily="34" charset="-122"/>
                <a:ea typeface="微软雅黑" panose="020B0503020204020204" pitchFamily="34" charset="-122"/>
              </a:rPr>
              <a:t>3.4.2</a:t>
            </a:r>
            <a:r>
              <a:rPr lang="zh-CN" altLang="en-US" sz="3200" b="1" dirty="0">
                <a:solidFill>
                  <a:schemeClr val="tx1"/>
                </a:solidFill>
                <a:latin typeface="微软雅黑" panose="020B0503020204020204" pitchFamily="34" charset="-122"/>
                <a:ea typeface="微软雅黑" panose="020B0503020204020204" pitchFamily="34" charset="-122"/>
              </a:rPr>
              <a:t>使用</a:t>
            </a:r>
            <a:r>
              <a:rPr lang="zh-CN" altLang="en-US" sz="3200" b="1" dirty="0">
                <a:solidFill>
                  <a:schemeClr val="tx1"/>
                </a:solidFill>
                <a:latin typeface="微软雅黑" panose="020B0503020204020204" pitchFamily="34" charset="-122"/>
                <a:ea typeface="微软雅黑" panose="020B0503020204020204" pitchFamily="34" charset="-122"/>
              </a:rPr>
              <a:t>全</a:t>
            </a:r>
            <a:r>
              <a:rPr lang="zh-CN" altLang="en-US" sz="3200" b="1" dirty="0">
                <a:solidFill>
                  <a:schemeClr val="tx1"/>
                </a:solidFill>
                <a:latin typeface="微软雅黑" panose="020B0503020204020204" pitchFamily="34" charset="-122"/>
                <a:ea typeface="微软雅黑" panose="020B0503020204020204" pitchFamily="34" charset="-122"/>
              </a:rPr>
              <a:t>联合概率分布进行推理</a:t>
            </a:r>
          </a:p>
        </p:txBody>
      </p:sp>
      <p:sp>
        <p:nvSpPr>
          <p:cNvPr id="7" name="矩形 6"/>
          <p:cNvSpPr/>
          <p:nvPr/>
        </p:nvSpPr>
        <p:spPr>
          <a:xfrm>
            <a:off x="684213" y="4316868"/>
            <a:ext cx="1584176" cy="830997"/>
          </a:xfrm>
          <a:prstGeom prst="rect">
            <a:avLst/>
          </a:prstGeom>
        </p:spPr>
        <p:txBody>
          <a:bodyPr wrap="square">
            <a:spAutoFit/>
          </a:bodyPr>
          <a:lstStyle/>
          <a:p>
            <a:r>
              <a:rPr lang="zh-CN" altLang="en-US" dirty="0" smtClean="0">
                <a:latin typeface="Times New Roman" panose="02020603050405020304" pitchFamily="18" charset="0"/>
                <a:ea typeface="微软雅黑" panose="020B0503020204020204" pitchFamily="34" charset="-122"/>
                <a:cs typeface="Times New Roman" panose="02020603050405020304" pitchFamily="18" charset="0"/>
              </a:rPr>
              <a:t>根据前面的计算</a:t>
            </a:r>
            <a:endParaRPr lang="zh-CN" altLang="en-US" dirty="0"/>
          </a:p>
        </p:txBody>
      </p:sp>
      <p:sp>
        <p:nvSpPr>
          <p:cNvPr id="17" name="矩形 16"/>
          <p:cNvSpPr/>
          <p:nvPr/>
        </p:nvSpPr>
        <p:spPr>
          <a:xfrm>
            <a:off x="1234818" y="6050309"/>
            <a:ext cx="5256584" cy="461665"/>
          </a:xfrm>
          <a:prstGeom prst="rect">
            <a:avLst/>
          </a:prstGeom>
        </p:spPr>
        <p:txBody>
          <a:bodyPr wrap="square">
            <a:spAutoFit/>
          </a:bodyPr>
          <a:lstStyle/>
          <a:p>
            <a:r>
              <a:rPr lang="zh-CN" altLang="en-US" dirty="0" smtClean="0">
                <a:latin typeface="Times New Roman" panose="02020603050405020304" pitchFamily="18" charset="0"/>
                <a:ea typeface="微软雅黑" panose="020B0503020204020204" pitchFamily="34" charset="-122"/>
                <a:cs typeface="Times New Roman" panose="02020603050405020304" pitchFamily="18" charset="0"/>
              </a:rPr>
              <a:t>即</a:t>
            </a:r>
            <a:r>
              <a:rPr lang="zh-CN" altLang="en-US" dirty="0" smtClean="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如果</a:t>
            </a:r>
            <a:r>
              <a:rPr lang="zh-CN" altLang="en-US" dirty="0" smtClean="0">
                <a:latin typeface="Times New Roman" panose="02020603050405020304" pitchFamily="18" charset="0"/>
                <a:ea typeface="微软雅黑" panose="020B0503020204020204" pitchFamily="34" charset="-122"/>
                <a:cs typeface="Times New Roman" panose="02020603050405020304" pitchFamily="18" charset="0"/>
              </a:rPr>
              <a:t>牙痛，</a:t>
            </a:r>
            <a:r>
              <a:rPr lang="zh-CN" altLang="en-US" dirty="0" smtClean="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则</a:t>
            </a:r>
            <a:r>
              <a:rPr lang="zh-CN" altLang="en-US" dirty="0" smtClean="0">
                <a:latin typeface="Times New Roman" panose="02020603050405020304" pitchFamily="18" charset="0"/>
                <a:ea typeface="微软雅黑" panose="020B0503020204020204" pitchFamily="34" charset="-122"/>
                <a:cs typeface="Times New Roman" panose="02020603050405020304" pitchFamily="18" charset="0"/>
              </a:rPr>
              <a:t>牙齿有洞的概率为</a:t>
            </a:r>
            <a:r>
              <a:rPr lang="en-US" altLang="zh-CN" dirty="0" smtClean="0">
                <a:latin typeface="Times New Roman" panose="02020603050405020304" pitchFamily="18" charset="0"/>
                <a:ea typeface="微软雅黑" panose="020B0503020204020204" pitchFamily="34" charset="-122"/>
                <a:cs typeface="Times New Roman" panose="02020603050405020304" pitchFamily="18" charset="0"/>
              </a:rPr>
              <a:t>0.6</a:t>
            </a:r>
            <a:endParaRPr lang="zh-CN" altLang="en-US" dirty="0"/>
          </a:p>
        </p:txBody>
      </p:sp>
    </p:spTree>
    <p:extLst>
      <p:ext uri="{BB962C8B-B14F-4D97-AF65-F5344CB8AC3E}">
        <p14:creationId xmlns:p14="http://schemas.microsoft.com/office/powerpoint/2010/main" val="2057928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animEffect transition="in" filter="blinds(horizontal)">
                                      <p:cBhvr>
                                        <p:cTn id="11" dur="500"/>
                                        <p:tgtEl>
                                          <p:spTgt spid="12">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12">
                                            <p:txEl>
                                              <p:pRg st="1" end="1"/>
                                            </p:txEl>
                                          </p:spTgt>
                                        </p:tgtEl>
                                        <p:attrNameLst>
                                          <p:attrName>style.visibility</p:attrName>
                                        </p:attrNameLst>
                                      </p:cBhvr>
                                      <p:to>
                                        <p:strVal val="visible"/>
                                      </p:to>
                                    </p:set>
                                    <p:animEffect transition="in" filter="blinds(horizontal)">
                                      <p:cBhvr>
                                        <p:cTn id="16" dur="500"/>
                                        <p:tgtEl>
                                          <p:spTgt spid="12">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13">
                                            <p:txEl>
                                              <p:pRg st="0" end="0"/>
                                            </p:txEl>
                                          </p:spTgt>
                                        </p:tgtEl>
                                        <p:attrNameLst>
                                          <p:attrName>style.visibility</p:attrName>
                                        </p:attrNameLst>
                                      </p:cBhvr>
                                      <p:to>
                                        <p:strVal val="visible"/>
                                      </p:to>
                                    </p:set>
                                    <p:animEffect transition="in" filter="blinds(horizontal)">
                                      <p:cBhvr>
                                        <p:cTn id="21" dur="500"/>
                                        <p:tgtEl>
                                          <p:spTgt spid="13">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7"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灯片编号占位符 5"/>
          <p:cNvSpPr>
            <a:spLocks noGrp="1"/>
          </p:cNvSpPr>
          <p:nvPr>
            <p:ph type="sldNum" sz="quarter" idx="10"/>
          </p:nvPr>
        </p:nvSpPr>
        <p:spPr>
          <a:noFill/>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127"/>
                <a:ea typeface="-윤체M" panose="020B0604020202020204" charset="-127"/>
              </a:defRPr>
            </a:lvl2pPr>
            <a:lvl3pPr marL="1143000" indent="-228600" latinLnBrk="1">
              <a:spcBef>
                <a:spcPct val="20000"/>
              </a:spcBef>
              <a:buChar char="•"/>
              <a:defRPr kumimoji="1">
                <a:solidFill>
                  <a:schemeClr val="tx1"/>
                </a:solidFill>
                <a:latin typeface="-윤체M" panose="020B0604020202020204" charset="-127"/>
                <a:ea typeface="-윤체M" panose="020B0604020202020204" charset="-127"/>
              </a:defRPr>
            </a:lvl3pPr>
            <a:lvl4pPr marL="1600200" indent="-228600" latinLnBrk="1">
              <a:spcBef>
                <a:spcPct val="20000"/>
              </a:spcBef>
              <a:buChar char="•"/>
              <a:defRPr kumimoji="1" sz="1600">
                <a:solidFill>
                  <a:schemeClr val="tx1"/>
                </a:solidFill>
                <a:latin typeface="-윤체M" panose="020B0604020202020204" charset="-127"/>
                <a:ea typeface="-윤체M" panose="020B0604020202020204" charset="-127"/>
              </a:defRPr>
            </a:lvl4pPr>
            <a:lvl5pPr marL="2057400" indent="-228600" latinLnBrk="1">
              <a:spcBef>
                <a:spcPct val="20000"/>
              </a:spcBef>
              <a:buChar char="•"/>
              <a:defRPr kumimoji="1" sz="1400">
                <a:solidFill>
                  <a:schemeClr val="tx1"/>
                </a:solidFill>
                <a:latin typeface="-윤체M" panose="020B0604020202020204" charset="-127"/>
                <a:ea typeface="-윤체M" panose="020B0604020202020204"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9pPr>
          </a:lstStyle>
          <a:p>
            <a:pPr>
              <a:spcBef>
                <a:spcPct val="0"/>
              </a:spcBef>
              <a:buFontTx/>
              <a:buNone/>
            </a:pPr>
            <a:fld id="{1188A261-BB43-4305-81A7-F2B687631FF2}" type="slidenum">
              <a:rPr lang="zh-CN" altLang="en-US" sz="1400" smtClean="0">
                <a:latin typeface="Gulim" panose="020B0604020202020204" charset="-127"/>
                <a:ea typeface="Gulim" panose="020B0604020202020204" charset="-127"/>
              </a:rPr>
              <a:pPr>
                <a:spcBef>
                  <a:spcPct val="0"/>
                </a:spcBef>
                <a:buFontTx/>
                <a:buNone/>
              </a:pPr>
              <a:t>99</a:t>
            </a:fld>
            <a:endParaRPr lang="en-US" altLang="zh-CN" sz="1400" smtClean="0">
              <a:latin typeface="Gulim" panose="020B0604020202020204" charset="-127"/>
              <a:ea typeface="Gulim" panose="020B0604020202020204" charset="-127"/>
            </a:endParaRPr>
          </a:p>
        </p:txBody>
      </p:sp>
      <p:sp>
        <p:nvSpPr>
          <p:cNvPr id="227330" name="Rectangle 2"/>
          <p:cNvSpPr>
            <a:spLocks noGrp="1" noChangeArrowheads="1"/>
          </p:cNvSpPr>
          <p:nvPr>
            <p:ph type="title"/>
          </p:nvPr>
        </p:nvSpPr>
        <p:spPr>
          <a:xfrm>
            <a:off x="722313" y="395288"/>
            <a:ext cx="7772400" cy="731837"/>
          </a:xfrm>
        </p:spPr>
        <p:txBody>
          <a:bodyPr/>
          <a:lstStyle/>
          <a:p>
            <a:pPr algn="ctr" eaLnBrk="1" hangingPunct="1">
              <a:defRPr/>
            </a:pPr>
            <a:r>
              <a:rPr lang="en-US" altLang="zh-CN" sz="3200" b="1" dirty="0">
                <a:solidFill>
                  <a:schemeClr val="tx1"/>
                </a:solidFill>
                <a:latin typeface="微软雅黑" panose="020B0503020204020204" pitchFamily="34" charset="-122"/>
                <a:ea typeface="微软雅黑" panose="020B0503020204020204" pitchFamily="34" charset="-122"/>
              </a:rPr>
              <a:t>3.4.3</a:t>
            </a:r>
            <a:r>
              <a:rPr lang="en-US" altLang="zh-CN" sz="3200" b="1" dirty="0">
                <a:solidFill>
                  <a:schemeClr val="tx1"/>
                </a:solidFill>
                <a:latin typeface="微软雅黑" panose="020B0503020204020204" pitchFamily="34" charset="-122"/>
                <a:ea typeface="微软雅黑" panose="020B0503020204020204" pitchFamily="34" charset="-122"/>
              </a:rPr>
              <a:t> Bayes</a:t>
            </a:r>
            <a:r>
              <a:rPr lang="zh-CN" altLang="en-US" sz="3200" b="1" dirty="0">
                <a:solidFill>
                  <a:schemeClr val="tx1"/>
                </a:solidFill>
                <a:latin typeface="微软雅黑" panose="020B0503020204020204" pitchFamily="34" charset="-122"/>
                <a:ea typeface="微软雅黑" panose="020B0503020204020204" pitchFamily="34" charset="-122"/>
              </a:rPr>
              <a:t>推理</a:t>
            </a:r>
            <a:endParaRPr lang="en-US" altLang="zh-CN" sz="3200" b="1" dirty="0">
              <a:solidFill>
                <a:schemeClr val="tx1"/>
              </a:solidFill>
              <a:latin typeface="微软雅黑" panose="020B0503020204020204" pitchFamily="34" charset="-122"/>
              <a:ea typeface="微软雅黑" panose="020B0503020204020204" pitchFamily="34" charset="-122"/>
            </a:endParaRPr>
          </a:p>
        </p:txBody>
      </p:sp>
      <p:sp>
        <p:nvSpPr>
          <p:cNvPr id="51204" name="Rectangle 3"/>
          <p:cNvSpPr>
            <a:spLocks noGrp="1" noChangeArrowheads="1"/>
          </p:cNvSpPr>
          <p:nvPr>
            <p:ph type="body" sz="half" idx="1"/>
          </p:nvPr>
        </p:nvSpPr>
        <p:spPr>
          <a:xfrm>
            <a:off x="107950" y="1484313"/>
            <a:ext cx="4248150" cy="4897437"/>
          </a:xfrm>
        </p:spPr>
        <p:txBody>
          <a:bodyPr/>
          <a:lstStyle/>
          <a:p>
            <a:pPr eaLnBrk="1" hangingPunct="1">
              <a:lnSpc>
                <a:spcPct val="130000"/>
              </a:lnSpc>
            </a:pPr>
            <a:r>
              <a:rPr lang="en-US" altLang="zh-CN" sz="2400" smtClean="0">
                <a:latin typeface="Times New Roman" panose="02020603050405020304" pitchFamily="18" charset="0"/>
                <a:ea typeface="微软雅黑" panose="020B0503020204020204" pitchFamily="34" charset="-122"/>
                <a:cs typeface="Times New Roman" panose="02020603050405020304" pitchFamily="18" charset="0"/>
              </a:rPr>
              <a:t>Bayes</a:t>
            </a:r>
            <a:r>
              <a:rPr lang="zh-CN" altLang="en-US" sz="2400" smtClean="0">
                <a:latin typeface="Times New Roman" panose="02020603050405020304" pitchFamily="18" charset="0"/>
                <a:ea typeface="微软雅黑" panose="020B0503020204020204" pitchFamily="34" charset="-122"/>
                <a:cs typeface="Times New Roman" panose="02020603050405020304" pitchFamily="18" charset="0"/>
              </a:rPr>
              <a:t>公式</a:t>
            </a:r>
            <a:r>
              <a:rPr lang="en-US" altLang="zh-CN" sz="2400" smtClean="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smtClean="0">
                <a:latin typeface="Times New Roman" panose="02020603050405020304" pitchFamily="18" charset="0"/>
                <a:ea typeface="微软雅黑" panose="020B0503020204020204" pitchFamily="34" charset="-122"/>
                <a:cs typeface="Times New Roman" panose="02020603050405020304" pitchFamily="18" charset="0"/>
              </a:rPr>
              <a:t>也称逆概率公式</a:t>
            </a:r>
            <a:r>
              <a:rPr lang="en-US" altLang="zh-CN" sz="2400" smtClean="0">
                <a:latin typeface="Times New Roman" panose="02020603050405020304" pitchFamily="18" charset="0"/>
                <a:ea typeface="微软雅黑" panose="020B0503020204020204" pitchFamily="34" charset="-122"/>
                <a:cs typeface="Times New Roman" panose="02020603050405020304" pitchFamily="18" charset="0"/>
              </a:rPr>
              <a:t>)</a:t>
            </a:r>
          </a:p>
          <a:p>
            <a:pPr algn="just" eaLnBrk="1" hangingPunct="1">
              <a:lnSpc>
                <a:spcPct val="130000"/>
              </a:lnSpc>
              <a:buFontTx/>
              <a:buNone/>
            </a:pPr>
            <a:r>
              <a:rPr lang="zh-CN" altLang="en-US" sz="2800" smtClean="0">
                <a:latin typeface="Times New Roman" panose="02020603050405020304" pitchFamily="18" charset="0"/>
                <a:ea typeface="楷体" panose="02010609060101010101" pitchFamily="49" charset="-122"/>
                <a:cs typeface="Times New Roman" panose="02020603050405020304" pitchFamily="18" charset="0"/>
              </a:rPr>
              <a:t>								</a:t>
            </a:r>
          </a:p>
          <a:p>
            <a:pPr algn="just" eaLnBrk="1" hangingPunct="1">
              <a:lnSpc>
                <a:spcPct val="130000"/>
              </a:lnSpc>
              <a:buFontTx/>
              <a:buNone/>
            </a:pPr>
            <a:r>
              <a:rPr lang="zh-CN" altLang="en-US" sz="2800" smtClean="0">
                <a:latin typeface="Times New Roman" panose="02020603050405020304" pitchFamily="18" charset="0"/>
                <a:ea typeface="楷体" panose="02010609060101010101" pitchFamily="49" charset="-122"/>
                <a:cs typeface="Times New Roman" panose="02020603050405020304" pitchFamily="18" charset="0"/>
              </a:rPr>
              <a:t>    </a:t>
            </a:r>
          </a:p>
          <a:p>
            <a:pPr algn="just" eaLnBrk="1" hangingPunct="1">
              <a:buFontTx/>
              <a:buNone/>
            </a:pPr>
            <a:r>
              <a:rPr lang="zh-CN" altLang="en-US" smtClean="0">
                <a:latin typeface="Times New Roman" panose="02020603050405020304" pitchFamily="18" charset="0"/>
                <a:ea typeface="楷体" panose="02010609060101010101" pitchFamily="49" charset="-122"/>
                <a:cs typeface="Times New Roman" panose="02020603050405020304" pitchFamily="18" charset="0"/>
              </a:rPr>
              <a:t>								</a:t>
            </a:r>
            <a:endParaRPr lang="en-US" altLang="zh-CN" smtClean="0">
              <a:latin typeface="Times New Roman" panose="02020603050405020304" pitchFamily="18" charset="0"/>
              <a:ea typeface="楷体" panose="02010609060101010101" pitchFamily="49" charset="-122"/>
              <a:cs typeface="Times New Roman" panose="02020603050405020304" pitchFamily="18" charset="0"/>
            </a:endParaRPr>
          </a:p>
        </p:txBody>
      </p:sp>
      <p:graphicFrame>
        <p:nvGraphicFramePr>
          <p:cNvPr id="9" name="Object 6"/>
          <p:cNvGraphicFramePr>
            <a:graphicFrameLocks noGrp="1" noChangeAspect="1"/>
          </p:cNvGraphicFramePr>
          <p:nvPr>
            <p:ph sz="quarter" idx="2"/>
          </p:nvPr>
        </p:nvGraphicFramePr>
        <p:xfrm>
          <a:off x="711200" y="2616200"/>
          <a:ext cx="3041650" cy="836613"/>
        </p:xfrm>
        <a:graphic>
          <a:graphicData uri="http://schemas.openxmlformats.org/presentationml/2006/ole">
            <mc:AlternateContent xmlns:mc="http://schemas.openxmlformats.org/markup-compatibility/2006">
              <mc:Choice xmlns:v="urn:schemas-microsoft-com:vml" Requires="v">
                <p:oleObj spid="_x0000_s20514" name="Equation" r:id="rId4" imgW="1466909" imgH="362036" progId="Equation.DSMT4">
                  <p:embed/>
                </p:oleObj>
              </mc:Choice>
              <mc:Fallback>
                <p:oleObj name="Equation" r:id="rId4" imgW="1466909" imgH="362036"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1200" y="2616200"/>
                        <a:ext cx="3041650" cy="836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3255" name="Object 11"/>
          <p:cNvGraphicFramePr>
            <a:graphicFrameLocks noGrp="1" noChangeAspect="1"/>
          </p:cNvGraphicFramePr>
          <p:nvPr>
            <p:ph sz="quarter" idx="3"/>
            <p:extLst>
              <p:ext uri="{D42A27DB-BD31-4B8C-83A1-F6EECF244321}">
                <p14:modId xmlns:p14="http://schemas.microsoft.com/office/powerpoint/2010/main" val="354640442"/>
              </p:ext>
            </p:extLst>
          </p:nvPr>
        </p:nvGraphicFramePr>
        <p:xfrm>
          <a:off x="4669622" y="2697163"/>
          <a:ext cx="4032250" cy="811212"/>
        </p:xfrm>
        <a:graphic>
          <a:graphicData uri="http://schemas.openxmlformats.org/presentationml/2006/ole">
            <mc:AlternateContent xmlns:mc="http://schemas.openxmlformats.org/markup-compatibility/2006">
              <mc:Choice xmlns:v="urn:schemas-microsoft-com:vml" Requires="v">
                <p:oleObj spid="_x0000_s20515" name="Equation" r:id="rId6" imgW="2028913" imgH="362036" progId="Equation.DSMT4">
                  <p:embed/>
                </p:oleObj>
              </mc:Choice>
              <mc:Fallback>
                <p:oleObj name="Equation" r:id="rId6" imgW="2028913" imgH="362036"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69622" y="2697163"/>
                        <a:ext cx="4032250" cy="811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矩形 1"/>
          <p:cNvSpPr>
            <a:spLocks noChangeArrowheads="1"/>
          </p:cNvSpPr>
          <p:nvPr/>
        </p:nvSpPr>
        <p:spPr bwMode="auto">
          <a:xfrm>
            <a:off x="786205" y="4106863"/>
            <a:ext cx="7453313" cy="1420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楷体" panose="02010609060101010101" pitchFamily="49" charset="-122"/>
                <a:ea typeface="楷体" panose="02010609060101010101" pitchFamily="49" charset="-122"/>
              </a:defRPr>
            </a:lvl1pPr>
            <a:lvl2pPr marL="742950" indent="-285750">
              <a:defRPr kumimoji="1" sz="2400">
                <a:solidFill>
                  <a:schemeClr val="tx1"/>
                </a:solidFill>
                <a:latin typeface="楷体" panose="02010609060101010101" pitchFamily="49" charset="-122"/>
                <a:ea typeface="楷体" panose="02010609060101010101" pitchFamily="49" charset="-122"/>
              </a:defRPr>
            </a:lvl2pPr>
            <a:lvl3pPr marL="1143000" indent="-228600">
              <a:defRPr kumimoji="1" sz="2400">
                <a:solidFill>
                  <a:schemeClr val="tx1"/>
                </a:solidFill>
                <a:latin typeface="楷体" panose="02010609060101010101" pitchFamily="49" charset="-122"/>
                <a:ea typeface="楷体" panose="02010609060101010101" pitchFamily="49" charset="-122"/>
              </a:defRPr>
            </a:lvl3pPr>
            <a:lvl4pPr marL="1600200" indent="-228600">
              <a:defRPr kumimoji="1" sz="2400">
                <a:solidFill>
                  <a:schemeClr val="tx1"/>
                </a:solidFill>
                <a:latin typeface="楷体" panose="02010609060101010101" pitchFamily="49" charset="-122"/>
                <a:ea typeface="楷体" panose="02010609060101010101" pitchFamily="49" charset="-122"/>
              </a:defRPr>
            </a:lvl4pPr>
            <a:lvl5pPr marL="2057400" indent="-228600">
              <a:defRPr kumimoji="1" sz="2400">
                <a:solidFill>
                  <a:schemeClr val="tx1"/>
                </a:solidFill>
                <a:latin typeface="楷体" panose="02010609060101010101" pitchFamily="49" charset="-122"/>
                <a:ea typeface="楷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楷体" panose="02010609060101010101" pitchFamily="49" charset="-122"/>
                <a:ea typeface="楷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楷体" panose="02010609060101010101" pitchFamily="49" charset="-122"/>
                <a:ea typeface="楷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楷体" panose="02010609060101010101" pitchFamily="49" charset="-122"/>
                <a:ea typeface="楷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楷体" panose="02010609060101010101" pitchFamily="49" charset="-122"/>
                <a:ea typeface="楷体" panose="02010609060101010101" pitchFamily="49" charset="-122"/>
              </a:defRPr>
            </a:lvl9pPr>
          </a:lstStyle>
          <a:p>
            <a:pPr algn="just" eaLnBrk="1" hangingPunct="1">
              <a:lnSpc>
                <a:spcPct val="120000"/>
              </a:lnSpc>
            </a:pPr>
            <a:r>
              <a:rPr lang="zh-CN" altLang="en-US" dirty="0">
                <a:latin typeface="微软雅黑" panose="020B0503020204020204" pitchFamily="34" charset="-122"/>
                <a:ea typeface="微软雅黑" panose="020B0503020204020204" pitchFamily="34" charset="-122"/>
              </a:rPr>
              <a:t>逆概率公式不仅是条件概率公式的一个简单变形，实际上很有用处</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如果某个条件概率不便计算，则可以先计算其逆概率，而后算出所要的条件概率</a:t>
            </a:r>
          </a:p>
        </p:txBody>
      </p:sp>
      <p:sp>
        <p:nvSpPr>
          <p:cNvPr id="3" name="矩形 2"/>
          <p:cNvSpPr>
            <a:spLocks noChangeArrowheads="1"/>
          </p:cNvSpPr>
          <p:nvPr/>
        </p:nvSpPr>
        <p:spPr bwMode="auto">
          <a:xfrm>
            <a:off x="4741738" y="1484313"/>
            <a:ext cx="3983038" cy="105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楷体" panose="02010609060101010101" pitchFamily="49" charset="-122"/>
                <a:ea typeface="楷体" panose="02010609060101010101" pitchFamily="49" charset="-122"/>
              </a:defRPr>
            </a:lvl1pPr>
            <a:lvl2pPr marL="742950" indent="-285750">
              <a:defRPr kumimoji="1" sz="2400">
                <a:solidFill>
                  <a:schemeClr val="tx1"/>
                </a:solidFill>
                <a:latin typeface="楷体" panose="02010609060101010101" pitchFamily="49" charset="-122"/>
                <a:ea typeface="楷体" panose="02010609060101010101" pitchFamily="49" charset="-122"/>
              </a:defRPr>
            </a:lvl2pPr>
            <a:lvl3pPr marL="1143000" indent="-228600">
              <a:defRPr kumimoji="1" sz="2400">
                <a:solidFill>
                  <a:schemeClr val="tx1"/>
                </a:solidFill>
                <a:latin typeface="楷体" panose="02010609060101010101" pitchFamily="49" charset="-122"/>
                <a:ea typeface="楷体" panose="02010609060101010101" pitchFamily="49" charset="-122"/>
              </a:defRPr>
            </a:lvl3pPr>
            <a:lvl4pPr marL="1600200" indent="-228600">
              <a:defRPr kumimoji="1" sz="2400">
                <a:solidFill>
                  <a:schemeClr val="tx1"/>
                </a:solidFill>
                <a:latin typeface="楷体" panose="02010609060101010101" pitchFamily="49" charset="-122"/>
                <a:ea typeface="楷体" panose="02010609060101010101" pitchFamily="49" charset="-122"/>
              </a:defRPr>
            </a:lvl4pPr>
            <a:lvl5pPr marL="2057400" indent="-228600">
              <a:defRPr kumimoji="1" sz="2400">
                <a:solidFill>
                  <a:schemeClr val="tx1"/>
                </a:solidFill>
                <a:latin typeface="楷体" panose="02010609060101010101" pitchFamily="49" charset="-122"/>
                <a:ea typeface="楷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楷体" panose="02010609060101010101" pitchFamily="49" charset="-122"/>
                <a:ea typeface="楷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楷体" panose="02010609060101010101" pitchFamily="49" charset="-122"/>
                <a:ea typeface="楷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楷体" panose="02010609060101010101" pitchFamily="49" charset="-122"/>
                <a:ea typeface="楷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楷体" panose="02010609060101010101" pitchFamily="49" charset="-122"/>
                <a:ea typeface="楷体" panose="02010609060101010101" pitchFamily="49" charset="-122"/>
              </a:defRPr>
            </a:lvl9pPr>
          </a:lstStyle>
          <a:p>
            <a:pPr algn="just" eaLnBrk="1" hangingPunct="1">
              <a:lnSpc>
                <a:spcPct val="130000"/>
              </a:lnSpc>
            </a:pPr>
            <a:r>
              <a:rPr lang="zh-CN" altLang="en-US">
                <a:latin typeface="Times New Roman" panose="02020603050405020304" pitchFamily="18" charset="0"/>
                <a:ea typeface="微软雅黑" panose="020B0503020204020204" pitchFamily="34" charset="-122"/>
                <a:cs typeface="Times New Roman" panose="02020603050405020304" pitchFamily="18" charset="0"/>
              </a:rPr>
              <a:t>在某些场合下引入一个证据</a:t>
            </a:r>
            <a:r>
              <a:rPr lang="en-US" altLang="zh-CN">
                <a:latin typeface="Times New Roman" panose="02020603050405020304" pitchFamily="18" charset="0"/>
                <a:ea typeface="微软雅黑" panose="020B0503020204020204" pitchFamily="34" charset="-122"/>
                <a:cs typeface="Times New Roman" panose="02020603050405020304" pitchFamily="18" charset="0"/>
              </a:rPr>
              <a:t>e</a:t>
            </a:r>
            <a:r>
              <a:rPr lang="zh-CN" altLang="en-US">
                <a:latin typeface="Times New Roman" panose="02020603050405020304" pitchFamily="18" charset="0"/>
                <a:ea typeface="微软雅黑" panose="020B0503020204020204" pitchFamily="34" charset="-122"/>
                <a:cs typeface="Times New Roman" panose="02020603050405020304" pitchFamily="18" charset="0"/>
              </a:rPr>
              <a:t>以后，得更通用的</a:t>
            </a:r>
            <a:r>
              <a:rPr lang="en-US" altLang="zh-CN">
                <a:latin typeface="Times New Roman" panose="02020603050405020304" pitchFamily="18" charset="0"/>
                <a:ea typeface="微软雅黑" panose="020B0503020204020204" pitchFamily="34" charset="-122"/>
                <a:cs typeface="Times New Roman" panose="02020603050405020304" pitchFamily="18" charset="0"/>
              </a:rPr>
              <a:t>Bayes</a:t>
            </a:r>
            <a:r>
              <a:rPr lang="zh-CN" altLang="en-US">
                <a:latin typeface="Times New Roman" panose="02020603050405020304" pitchFamily="18" charset="0"/>
                <a:ea typeface="微软雅黑" panose="020B0503020204020204" pitchFamily="34" charset="-122"/>
                <a:cs typeface="Times New Roman" panose="02020603050405020304" pitchFamily="18" charset="0"/>
              </a:rPr>
              <a:t>公式</a:t>
            </a:r>
          </a:p>
        </p:txBody>
      </p:sp>
    </p:spTree>
    <p:extLst>
      <p:ext uri="{BB962C8B-B14F-4D97-AF65-F5344CB8AC3E}">
        <p14:creationId xmlns:p14="http://schemas.microsoft.com/office/powerpoint/2010/main" val="30443329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53255"/>
                                        </p:tgtEl>
                                        <p:attrNameLst>
                                          <p:attrName>style.visibility</p:attrName>
                                        </p:attrNameLst>
                                      </p:cBhvr>
                                      <p:to>
                                        <p:strVal val="visible"/>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灯片编号占位符 4"/>
          <p:cNvSpPr>
            <a:spLocks noGrp="1"/>
          </p:cNvSpPr>
          <p:nvPr>
            <p:ph type="sldNum" sz="quarter" idx="10"/>
          </p:nvPr>
        </p:nvSpPr>
        <p:spPr>
          <a:noFill/>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127"/>
                <a:ea typeface="-윤체M" panose="020B0604020202020204" charset="-127"/>
              </a:defRPr>
            </a:lvl2pPr>
            <a:lvl3pPr marL="1143000" indent="-228600" latinLnBrk="1">
              <a:spcBef>
                <a:spcPct val="20000"/>
              </a:spcBef>
              <a:buChar char="•"/>
              <a:defRPr kumimoji="1">
                <a:solidFill>
                  <a:schemeClr val="tx1"/>
                </a:solidFill>
                <a:latin typeface="-윤체M" panose="020B0604020202020204" charset="-127"/>
                <a:ea typeface="-윤체M" panose="020B0604020202020204" charset="-127"/>
              </a:defRPr>
            </a:lvl3pPr>
            <a:lvl4pPr marL="1600200" indent="-228600" latinLnBrk="1">
              <a:spcBef>
                <a:spcPct val="20000"/>
              </a:spcBef>
              <a:buChar char="•"/>
              <a:defRPr kumimoji="1" sz="1600">
                <a:solidFill>
                  <a:schemeClr val="tx1"/>
                </a:solidFill>
                <a:latin typeface="-윤체M" panose="020B0604020202020204" charset="-127"/>
                <a:ea typeface="-윤체M" panose="020B0604020202020204" charset="-127"/>
              </a:defRPr>
            </a:lvl4pPr>
            <a:lvl5pPr marL="2057400" indent="-228600" latinLnBrk="1">
              <a:spcBef>
                <a:spcPct val="20000"/>
              </a:spcBef>
              <a:buChar char="•"/>
              <a:defRPr kumimoji="1" sz="1400">
                <a:solidFill>
                  <a:schemeClr val="tx1"/>
                </a:solidFill>
                <a:latin typeface="-윤체M" panose="020B0604020202020204" charset="-127"/>
                <a:ea typeface="-윤체M" panose="020B0604020202020204"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9pPr>
          </a:lstStyle>
          <a:p>
            <a:pPr>
              <a:spcBef>
                <a:spcPct val="0"/>
              </a:spcBef>
              <a:buFontTx/>
              <a:buNone/>
            </a:pPr>
            <a:fld id="{614A6B23-FB84-4494-A9E6-A5F2B32571DA}" type="slidenum">
              <a:rPr lang="zh-CN" altLang="en-US" sz="1400" smtClean="0">
                <a:latin typeface="Gulim" panose="020B0604020202020204" charset="-127"/>
                <a:ea typeface="Gulim" panose="020B0604020202020204" charset="-127"/>
              </a:rPr>
              <a:pPr>
                <a:spcBef>
                  <a:spcPct val="0"/>
                </a:spcBef>
                <a:buFontTx/>
                <a:buNone/>
              </a:pPr>
              <a:t>100</a:t>
            </a:fld>
            <a:endParaRPr lang="en-US" altLang="zh-CN" sz="1400" smtClean="0">
              <a:latin typeface="Gulim" panose="020B0604020202020204" charset="-127"/>
              <a:ea typeface="Gulim" panose="020B0604020202020204" charset="-127"/>
            </a:endParaRPr>
          </a:p>
        </p:txBody>
      </p:sp>
      <p:sp>
        <p:nvSpPr>
          <p:cNvPr id="238594" name="Rectangle 2"/>
          <p:cNvSpPr>
            <a:spLocks noGrp="1" noChangeArrowheads="1"/>
          </p:cNvSpPr>
          <p:nvPr>
            <p:ph type="title"/>
          </p:nvPr>
        </p:nvSpPr>
        <p:spPr/>
        <p:txBody>
          <a:bodyPr/>
          <a:lstStyle/>
          <a:p>
            <a:pPr algn="ctr" eaLnBrk="1" hangingPunct="1">
              <a:defRPr/>
            </a:pPr>
            <a:r>
              <a:rPr lang="zh-CN" altLang="en-US" sz="3200" b="1" dirty="0">
                <a:solidFill>
                  <a:schemeClr val="tx1"/>
                </a:solidFill>
                <a:latin typeface="微软雅黑" panose="020B0503020204020204" pitchFamily="34" charset="-122"/>
                <a:ea typeface="微软雅黑" panose="020B0503020204020204" pitchFamily="34" charset="-122"/>
              </a:rPr>
              <a:t>逆</a:t>
            </a:r>
            <a:r>
              <a:rPr lang="zh-CN" altLang="en-US" sz="3200" b="1" dirty="0">
                <a:solidFill>
                  <a:schemeClr val="tx1"/>
                </a:solidFill>
                <a:latin typeface="微软雅黑" panose="020B0503020204020204" pitchFamily="34" charset="-122"/>
                <a:ea typeface="微软雅黑" panose="020B0503020204020204" pitchFamily="34" charset="-122"/>
              </a:rPr>
              <a:t>概率</a:t>
            </a:r>
            <a:r>
              <a:rPr lang="zh-CN" altLang="en-US" sz="3200" b="1" dirty="0">
                <a:solidFill>
                  <a:schemeClr val="tx1"/>
                </a:solidFill>
                <a:latin typeface="微软雅黑" panose="020B0503020204020204" pitchFamily="34" charset="-122"/>
                <a:ea typeface="微软雅黑" panose="020B0503020204020204" pitchFamily="34" charset="-122"/>
              </a:rPr>
              <a:t>公式</a:t>
            </a:r>
            <a:r>
              <a:rPr lang="zh-CN" altLang="en-US" sz="3200" b="1" dirty="0">
                <a:solidFill>
                  <a:schemeClr val="tx1"/>
                </a:solidFill>
                <a:latin typeface="微软雅黑" panose="020B0503020204020204" pitchFamily="34" charset="-122"/>
                <a:ea typeface="微软雅黑" panose="020B0503020204020204" pitchFamily="34" charset="-122"/>
              </a:rPr>
              <a:t>方法的例子</a:t>
            </a:r>
            <a:endParaRPr lang="en-US" altLang="zh-CN" sz="3200" b="1" dirty="0">
              <a:solidFill>
                <a:schemeClr val="tx1"/>
              </a:solidFill>
              <a:latin typeface="微软雅黑" panose="020B0503020204020204" pitchFamily="34" charset="-122"/>
              <a:ea typeface="微软雅黑" panose="020B0503020204020204" pitchFamily="34" charset="-122"/>
            </a:endParaRPr>
          </a:p>
        </p:txBody>
      </p:sp>
      <p:sp>
        <p:nvSpPr>
          <p:cNvPr id="53253" name="文本占位符 1"/>
          <p:cNvSpPr>
            <a:spLocks noGrp="1"/>
          </p:cNvSpPr>
          <p:nvPr>
            <p:ph type="body" sz="half" idx="1"/>
          </p:nvPr>
        </p:nvSpPr>
        <p:spPr>
          <a:xfrm>
            <a:off x="464701" y="4532312"/>
            <a:ext cx="4465638" cy="1712913"/>
          </a:xfrm>
        </p:spPr>
        <p:txBody>
          <a:bodyPr/>
          <a:lstStyle/>
          <a:p>
            <a:pPr marL="0" indent="0">
              <a:buFontTx/>
              <a:buNone/>
            </a:pPr>
            <a:r>
              <a:rPr lang="zh-CN" altLang="en-US" sz="2400" dirty="0" smtClean="0">
                <a:solidFill>
                  <a:srgbClr val="C00000"/>
                </a:solidFill>
              </a:rPr>
              <a:t>拼写检查</a:t>
            </a:r>
            <a:r>
              <a:rPr lang="zh-CN" altLang="en-US" sz="2400" dirty="0" smtClean="0"/>
              <a:t>：用户输入一个单词时，可能拼写正确，也可能拼写错误。如果把拼写正确的情况记做</a:t>
            </a:r>
            <a:r>
              <a:rPr lang="en-US" altLang="zh-CN" sz="2400" dirty="0" smtClean="0"/>
              <a:t>c</a:t>
            </a:r>
            <a:r>
              <a:rPr lang="zh-CN" altLang="en-US" sz="2400" dirty="0" smtClean="0"/>
              <a:t>，拼写错误的情况记做</a:t>
            </a:r>
            <a:r>
              <a:rPr lang="en-US" altLang="zh-CN" sz="2400" dirty="0" smtClean="0"/>
              <a:t>w</a:t>
            </a:r>
            <a:endParaRPr lang="zh-CN" altLang="en-US" sz="2400" dirty="0" smtClean="0"/>
          </a:p>
        </p:txBody>
      </p:sp>
      <p:pic>
        <p:nvPicPr>
          <p:cNvPr id="53254" name="Picture 9" descr="https://img-blog.csdnimg.cn/20190625101532652.png?x-oss-process=image/watermark,type_ZmFuZ3poZW5naGVpdGk,shadow_10,text_aHR0cHM6Ly9ibG9nLmNzZG4ubmV0L3NpbmF0XzI5MjE3NzY1,size_16,color_FFFFFF,t_7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2138" y="1412875"/>
            <a:ext cx="7027862" cy="291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5" name="文本占位符 1"/>
          <p:cNvSpPr txBox="1">
            <a:spLocks/>
          </p:cNvSpPr>
          <p:nvPr/>
        </p:nvSpPr>
        <p:spPr bwMode="auto">
          <a:xfrm>
            <a:off x="5145088" y="4868863"/>
            <a:ext cx="3313112" cy="1712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127"/>
                <a:ea typeface="-윤체M" panose="020B0604020202020204" charset="-127"/>
              </a:defRPr>
            </a:lvl2pPr>
            <a:lvl3pPr marL="1143000" indent="-228600" latinLnBrk="1">
              <a:spcBef>
                <a:spcPct val="20000"/>
              </a:spcBef>
              <a:buChar char="•"/>
              <a:defRPr kumimoji="1">
                <a:solidFill>
                  <a:schemeClr val="tx1"/>
                </a:solidFill>
                <a:latin typeface="-윤체M" panose="020B0604020202020204" charset="-127"/>
                <a:ea typeface="-윤체M" panose="020B0604020202020204" charset="-127"/>
              </a:defRPr>
            </a:lvl3pPr>
            <a:lvl4pPr marL="1600200" indent="-228600" latinLnBrk="1">
              <a:spcBef>
                <a:spcPct val="20000"/>
              </a:spcBef>
              <a:buChar char="•"/>
              <a:defRPr kumimoji="1" sz="1600">
                <a:solidFill>
                  <a:schemeClr val="tx1"/>
                </a:solidFill>
                <a:latin typeface="-윤체M" panose="020B0604020202020204" charset="-127"/>
                <a:ea typeface="-윤체M" panose="020B0604020202020204" charset="-127"/>
              </a:defRPr>
            </a:lvl4pPr>
            <a:lvl5pPr marL="2057400" indent="-228600" latinLnBrk="1">
              <a:spcBef>
                <a:spcPct val="20000"/>
              </a:spcBef>
              <a:buChar char="•"/>
              <a:defRPr kumimoji="1" sz="1400">
                <a:solidFill>
                  <a:schemeClr val="tx1"/>
                </a:solidFill>
                <a:latin typeface="-윤체M" panose="020B0604020202020204" charset="-127"/>
                <a:ea typeface="-윤체M" panose="020B0604020202020204"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9pPr>
          </a:lstStyle>
          <a:p>
            <a:pPr>
              <a:buFontTx/>
              <a:buNone/>
            </a:pPr>
            <a:r>
              <a:rPr lang="zh-CN" altLang="en-US" sz="2400"/>
              <a:t>拼写检查问题：</a:t>
            </a:r>
            <a:endParaRPr lang="en-US" altLang="zh-CN" sz="2400"/>
          </a:p>
          <a:p>
            <a:pPr>
              <a:buFontTx/>
              <a:buNone/>
            </a:pPr>
            <a:r>
              <a:rPr lang="en-US" altLang="zh-CN" sz="2400" i="1">
                <a:latin typeface="Times New Roman" panose="02020603050405020304" pitchFamily="18" charset="0"/>
                <a:cs typeface="Times New Roman" panose="02020603050405020304" pitchFamily="18" charset="0"/>
              </a:rPr>
              <a:t>c</a:t>
            </a:r>
            <a:r>
              <a:rPr lang="en-US" altLang="zh-CN" sz="2400">
                <a:latin typeface="Times New Roman" panose="02020603050405020304" pitchFamily="18" charset="0"/>
                <a:cs typeface="Times New Roman" panose="02020603050405020304" pitchFamily="18" charset="0"/>
              </a:rPr>
              <a:t>*= argmax </a:t>
            </a:r>
            <a:r>
              <a:rPr lang="en-US" altLang="zh-CN" sz="2400" i="1">
                <a:latin typeface="Times New Roman" panose="02020603050405020304" pitchFamily="18" charset="0"/>
                <a:cs typeface="Times New Roman" panose="02020603050405020304" pitchFamily="18" charset="0"/>
              </a:rPr>
              <a:t>P</a:t>
            </a:r>
            <a:r>
              <a:rPr lang="en-US" altLang="zh-CN" sz="2400">
                <a:latin typeface="Times New Roman" panose="02020603050405020304" pitchFamily="18" charset="0"/>
                <a:cs typeface="Times New Roman" panose="02020603050405020304" pitchFamily="18" charset="0"/>
              </a:rPr>
              <a:t>(</a:t>
            </a:r>
            <a:r>
              <a:rPr lang="en-US" altLang="zh-CN" sz="2400" i="1">
                <a:latin typeface="Times New Roman" panose="02020603050405020304" pitchFamily="18" charset="0"/>
                <a:cs typeface="Times New Roman" panose="02020603050405020304" pitchFamily="18" charset="0"/>
              </a:rPr>
              <a:t>c</a:t>
            </a:r>
            <a:r>
              <a:rPr lang="en-US" altLang="zh-CN" sz="2400" i="1" baseline="-25000">
                <a:latin typeface="Times New Roman" panose="02020603050405020304" pitchFamily="18" charset="0"/>
                <a:cs typeface="Times New Roman" panose="02020603050405020304" pitchFamily="18" charset="0"/>
              </a:rPr>
              <a:t>i</a:t>
            </a:r>
            <a:r>
              <a:rPr lang="en-US" altLang="zh-CN" sz="2400">
                <a:latin typeface="Times New Roman" panose="02020603050405020304" pitchFamily="18" charset="0"/>
                <a:cs typeface="Times New Roman" panose="02020603050405020304" pitchFamily="18" charset="0"/>
              </a:rPr>
              <a:t>|</a:t>
            </a:r>
            <a:r>
              <a:rPr lang="en-US" altLang="zh-CN" sz="2400" i="1">
                <a:latin typeface="Times New Roman" panose="02020603050405020304" pitchFamily="18" charset="0"/>
                <a:cs typeface="Times New Roman" panose="02020603050405020304" pitchFamily="18" charset="0"/>
              </a:rPr>
              <a:t>w</a:t>
            </a:r>
            <a:r>
              <a:rPr lang="en-US" altLang="zh-CN" sz="2400">
                <a:latin typeface="Times New Roman" panose="02020603050405020304" pitchFamily="18" charset="0"/>
                <a:cs typeface="Times New Roman" panose="02020603050405020304" pitchFamily="18" charset="0"/>
              </a:rPr>
              <a:t>)</a:t>
            </a:r>
            <a:endParaRPr lang="zh-CN" altLang="en-US"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5289626"/>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灯片编号占位符 4"/>
          <p:cNvSpPr>
            <a:spLocks noGrp="1"/>
          </p:cNvSpPr>
          <p:nvPr>
            <p:ph type="sldNum" sz="quarter" idx="10"/>
          </p:nvPr>
        </p:nvSpPr>
        <p:spPr>
          <a:noFill/>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127"/>
                <a:ea typeface="-윤체M" panose="020B0604020202020204" charset="-127"/>
              </a:defRPr>
            </a:lvl2pPr>
            <a:lvl3pPr marL="1143000" indent="-228600" latinLnBrk="1">
              <a:spcBef>
                <a:spcPct val="20000"/>
              </a:spcBef>
              <a:buChar char="•"/>
              <a:defRPr kumimoji="1">
                <a:solidFill>
                  <a:schemeClr val="tx1"/>
                </a:solidFill>
                <a:latin typeface="-윤체M" panose="020B0604020202020204" charset="-127"/>
                <a:ea typeface="-윤체M" panose="020B0604020202020204" charset="-127"/>
              </a:defRPr>
            </a:lvl3pPr>
            <a:lvl4pPr marL="1600200" indent="-228600" latinLnBrk="1">
              <a:spcBef>
                <a:spcPct val="20000"/>
              </a:spcBef>
              <a:buChar char="•"/>
              <a:defRPr kumimoji="1" sz="1600">
                <a:solidFill>
                  <a:schemeClr val="tx1"/>
                </a:solidFill>
                <a:latin typeface="-윤체M" panose="020B0604020202020204" charset="-127"/>
                <a:ea typeface="-윤체M" panose="020B0604020202020204" charset="-127"/>
              </a:defRPr>
            </a:lvl4pPr>
            <a:lvl5pPr marL="2057400" indent="-228600" latinLnBrk="1">
              <a:spcBef>
                <a:spcPct val="20000"/>
              </a:spcBef>
              <a:buChar char="•"/>
              <a:defRPr kumimoji="1" sz="1400">
                <a:solidFill>
                  <a:schemeClr val="tx1"/>
                </a:solidFill>
                <a:latin typeface="-윤체M" panose="020B0604020202020204" charset="-127"/>
                <a:ea typeface="-윤체M" panose="020B0604020202020204"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9pPr>
          </a:lstStyle>
          <a:p>
            <a:pPr>
              <a:spcBef>
                <a:spcPct val="0"/>
              </a:spcBef>
              <a:buFontTx/>
              <a:buNone/>
            </a:pPr>
            <a:fld id="{A7558EAB-FC28-4A31-83EA-C6A0C0797C1E}" type="slidenum">
              <a:rPr lang="zh-CN" altLang="en-US" sz="1400" smtClean="0">
                <a:latin typeface="Gulim" panose="020B0604020202020204" charset="-127"/>
                <a:ea typeface="Gulim" panose="020B0604020202020204" charset="-127"/>
              </a:rPr>
              <a:pPr>
                <a:spcBef>
                  <a:spcPct val="0"/>
                </a:spcBef>
                <a:buFontTx/>
                <a:buNone/>
              </a:pPr>
              <a:t>101</a:t>
            </a:fld>
            <a:endParaRPr lang="en-US" altLang="zh-CN" sz="1400" smtClean="0">
              <a:latin typeface="Gulim" panose="020B0604020202020204" charset="-127"/>
              <a:ea typeface="Gulim" panose="020B0604020202020204" charset="-127"/>
            </a:endParaRPr>
          </a:p>
        </p:txBody>
      </p:sp>
      <p:sp>
        <p:nvSpPr>
          <p:cNvPr id="238594" name="Rectangle 2"/>
          <p:cNvSpPr>
            <a:spLocks noGrp="1" noChangeArrowheads="1"/>
          </p:cNvSpPr>
          <p:nvPr>
            <p:ph type="title"/>
          </p:nvPr>
        </p:nvSpPr>
        <p:spPr/>
        <p:txBody>
          <a:bodyPr/>
          <a:lstStyle/>
          <a:p>
            <a:pPr algn="ctr" eaLnBrk="1" hangingPunct="1">
              <a:defRPr/>
            </a:pPr>
            <a:r>
              <a:rPr lang="zh-CN" altLang="en-US" sz="3200" b="1" dirty="0">
                <a:solidFill>
                  <a:schemeClr val="tx1"/>
                </a:solidFill>
                <a:latin typeface="微软雅黑" panose="020B0503020204020204" pitchFamily="34" charset="-122"/>
                <a:ea typeface="微软雅黑" panose="020B0503020204020204" pitchFamily="34" charset="-122"/>
              </a:rPr>
              <a:t>逆概率</a:t>
            </a:r>
            <a:r>
              <a:rPr lang="zh-CN" altLang="en-US" sz="3200" b="1" dirty="0">
                <a:solidFill>
                  <a:schemeClr val="tx1"/>
                </a:solidFill>
                <a:latin typeface="微软雅黑" panose="020B0503020204020204" pitchFamily="34" charset="-122"/>
                <a:ea typeface="微软雅黑" panose="020B0503020204020204" pitchFamily="34" charset="-122"/>
              </a:rPr>
              <a:t>公式</a:t>
            </a:r>
            <a:r>
              <a:rPr lang="zh-CN" altLang="en-US" sz="3200" b="1" dirty="0">
                <a:solidFill>
                  <a:schemeClr val="tx1"/>
                </a:solidFill>
                <a:latin typeface="微软雅黑" panose="020B0503020204020204" pitchFamily="34" charset="-122"/>
                <a:ea typeface="微软雅黑" panose="020B0503020204020204" pitchFamily="34" charset="-122"/>
              </a:rPr>
              <a:t>方法的例子</a:t>
            </a:r>
            <a:endParaRPr lang="en-US" altLang="zh-CN" sz="3200" b="1" dirty="0">
              <a:solidFill>
                <a:schemeClr val="tx1"/>
              </a:solidFill>
              <a:latin typeface="微软雅黑" panose="020B0503020204020204" pitchFamily="34" charset="-122"/>
              <a:ea typeface="微软雅黑" panose="020B0503020204020204" pitchFamily="34" charset="-122"/>
            </a:endParaRPr>
          </a:p>
        </p:txBody>
      </p:sp>
      <p:sp>
        <p:nvSpPr>
          <p:cNvPr id="55301" name="文本占位符 1"/>
          <p:cNvSpPr>
            <a:spLocks noGrp="1"/>
          </p:cNvSpPr>
          <p:nvPr>
            <p:ph type="body" sz="half" idx="1"/>
          </p:nvPr>
        </p:nvSpPr>
        <p:spPr>
          <a:xfrm>
            <a:off x="323850" y="1700213"/>
            <a:ext cx="4464050" cy="504825"/>
          </a:xfrm>
        </p:spPr>
        <p:txBody>
          <a:bodyPr/>
          <a:lstStyle/>
          <a:p>
            <a:pPr marL="0" indent="0">
              <a:buFontTx/>
              <a:buNone/>
            </a:pPr>
            <a:r>
              <a:rPr lang="zh-CN" altLang="en-US" sz="2400" smtClean="0"/>
              <a:t>根据贝叶斯定理，有：</a:t>
            </a:r>
          </a:p>
        </p:txBody>
      </p:sp>
      <p:sp>
        <p:nvSpPr>
          <p:cNvPr id="4" name="文本框 3"/>
          <p:cNvSpPr txBox="1">
            <a:spLocks noRot="1" noChangeAspect="1" noMove="1" noResize="1" noEditPoints="1" noAdjustHandles="1" noChangeArrowheads="1" noChangeShapeType="1" noTextEdit="1"/>
          </p:cNvSpPr>
          <p:nvPr/>
        </p:nvSpPr>
        <p:spPr>
          <a:xfrm>
            <a:off x="3563888" y="1768171"/>
            <a:ext cx="4164794" cy="369332"/>
          </a:xfrm>
          <a:prstGeom prst="rect">
            <a:avLst/>
          </a:prstGeom>
          <a:blipFill rotWithShape="0">
            <a:blip r:embed="rId3"/>
            <a:stretch>
              <a:fillRect l="-293" r="-1171" b="-37705"/>
            </a:stretch>
          </a:blipFill>
        </p:spPr>
        <p:txBody>
          <a:bodyPr/>
          <a:lstStyle/>
          <a:p>
            <a:pPr>
              <a:defRPr/>
            </a:pPr>
            <a:r>
              <a:rPr lang="zh-CN" altLang="en-US">
                <a:noFill/>
              </a:rPr>
              <a:t> </a:t>
            </a:r>
          </a:p>
        </p:txBody>
      </p:sp>
      <p:sp>
        <p:nvSpPr>
          <p:cNvPr id="55303" name="文本占位符 1"/>
          <p:cNvSpPr txBox="1">
            <a:spLocks/>
          </p:cNvSpPr>
          <p:nvPr/>
        </p:nvSpPr>
        <p:spPr bwMode="auto">
          <a:xfrm>
            <a:off x="358775" y="2413000"/>
            <a:ext cx="5080000"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127"/>
                <a:ea typeface="-윤체M" panose="020B0604020202020204" charset="-127"/>
              </a:defRPr>
            </a:lvl2pPr>
            <a:lvl3pPr marL="1143000" indent="-228600" latinLnBrk="1">
              <a:spcBef>
                <a:spcPct val="20000"/>
              </a:spcBef>
              <a:buChar char="•"/>
              <a:defRPr kumimoji="1">
                <a:solidFill>
                  <a:schemeClr val="tx1"/>
                </a:solidFill>
                <a:latin typeface="-윤체M" panose="020B0604020202020204" charset="-127"/>
                <a:ea typeface="-윤체M" panose="020B0604020202020204" charset="-127"/>
              </a:defRPr>
            </a:lvl3pPr>
            <a:lvl4pPr marL="1600200" indent="-228600" latinLnBrk="1">
              <a:spcBef>
                <a:spcPct val="20000"/>
              </a:spcBef>
              <a:buChar char="•"/>
              <a:defRPr kumimoji="1" sz="1600">
                <a:solidFill>
                  <a:schemeClr val="tx1"/>
                </a:solidFill>
                <a:latin typeface="-윤체M" panose="020B0604020202020204" charset="-127"/>
                <a:ea typeface="-윤체M" panose="020B0604020202020204" charset="-127"/>
              </a:defRPr>
            </a:lvl4pPr>
            <a:lvl5pPr marL="2057400" indent="-228600" latinLnBrk="1">
              <a:spcBef>
                <a:spcPct val="20000"/>
              </a:spcBef>
              <a:buChar char="•"/>
              <a:defRPr kumimoji="1" sz="1400">
                <a:solidFill>
                  <a:schemeClr val="tx1"/>
                </a:solidFill>
                <a:latin typeface="-윤체M" panose="020B0604020202020204" charset="-127"/>
                <a:ea typeface="-윤체M" panose="020B0604020202020204"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9pPr>
          </a:lstStyle>
          <a:p>
            <a:pPr>
              <a:buFontTx/>
              <a:buNone/>
            </a:pPr>
            <a:r>
              <a:rPr lang="en-US" altLang="zh-CN" sz="2400" i="1">
                <a:latin typeface="Times New Roman" panose="02020603050405020304" pitchFamily="18" charset="0"/>
                <a:cs typeface="Times New Roman" panose="02020603050405020304" pitchFamily="18" charset="0"/>
              </a:rPr>
              <a:t>P</a:t>
            </a:r>
            <a:r>
              <a:rPr lang="en-US" altLang="zh-CN" sz="2400">
                <a:latin typeface="Times New Roman" panose="02020603050405020304" pitchFamily="18" charset="0"/>
                <a:cs typeface="Times New Roman" panose="02020603050405020304" pitchFamily="18" charset="0"/>
              </a:rPr>
              <a:t>(</a:t>
            </a:r>
            <a:r>
              <a:rPr lang="en-US" altLang="zh-CN" sz="2400" i="1">
                <a:latin typeface="Times New Roman" panose="02020603050405020304" pitchFamily="18" charset="0"/>
                <a:cs typeface="Times New Roman" panose="02020603050405020304" pitchFamily="18" charset="0"/>
              </a:rPr>
              <a:t>w</a:t>
            </a:r>
            <a:r>
              <a:rPr lang="en-US" altLang="zh-CN" sz="2400">
                <a:latin typeface="Times New Roman" panose="02020603050405020304" pitchFamily="18" charset="0"/>
                <a:cs typeface="Times New Roman" panose="02020603050405020304" pitchFamily="18" charset="0"/>
              </a:rPr>
              <a:t>)</a:t>
            </a:r>
            <a:r>
              <a:rPr lang="zh-CN" altLang="en-US" sz="2400">
                <a:latin typeface="Times New Roman" panose="02020603050405020304" pitchFamily="18" charset="0"/>
                <a:cs typeface="Times New Roman" panose="02020603050405020304" pitchFamily="18" charset="0"/>
              </a:rPr>
              <a:t>是常数，因此只需要最大化：</a:t>
            </a:r>
          </a:p>
        </p:txBody>
      </p:sp>
      <p:sp>
        <p:nvSpPr>
          <p:cNvPr id="13" name="文本框 12"/>
          <p:cNvSpPr txBox="1">
            <a:spLocks noRot="1" noChangeAspect="1" noMove="1" noResize="1" noEditPoints="1" noAdjustHandles="1" noChangeArrowheads="1" noChangeShapeType="1" noTextEdit="1"/>
          </p:cNvSpPr>
          <p:nvPr/>
        </p:nvSpPr>
        <p:spPr>
          <a:xfrm>
            <a:off x="4934079" y="2465272"/>
            <a:ext cx="1906997" cy="369332"/>
          </a:xfrm>
          <a:prstGeom prst="rect">
            <a:avLst/>
          </a:prstGeom>
          <a:blipFill rotWithShape="0">
            <a:blip r:embed="rId4"/>
            <a:stretch>
              <a:fillRect l="-2875" r="-5112" b="-36066"/>
            </a:stretch>
          </a:blipFill>
        </p:spPr>
        <p:txBody>
          <a:bodyPr/>
          <a:lstStyle/>
          <a:p>
            <a:pPr>
              <a:defRPr/>
            </a:pPr>
            <a:r>
              <a:rPr lang="zh-CN" altLang="en-US">
                <a:noFill/>
              </a:rPr>
              <a:t> </a:t>
            </a:r>
          </a:p>
        </p:txBody>
      </p:sp>
      <p:sp>
        <p:nvSpPr>
          <p:cNvPr id="55305" name="矩形 5"/>
          <p:cNvSpPr>
            <a:spLocks noChangeArrowheads="1"/>
          </p:cNvSpPr>
          <p:nvPr/>
        </p:nvSpPr>
        <p:spPr bwMode="auto">
          <a:xfrm>
            <a:off x="1123950" y="3028950"/>
            <a:ext cx="76200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127"/>
                <a:ea typeface="-윤체M" panose="020B0604020202020204" charset="-127"/>
              </a:defRPr>
            </a:lvl2pPr>
            <a:lvl3pPr marL="1143000" indent="-228600" latinLnBrk="1">
              <a:spcBef>
                <a:spcPct val="20000"/>
              </a:spcBef>
              <a:buChar char="•"/>
              <a:defRPr kumimoji="1">
                <a:solidFill>
                  <a:schemeClr val="tx1"/>
                </a:solidFill>
                <a:latin typeface="-윤체M" panose="020B0604020202020204" charset="-127"/>
                <a:ea typeface="-윤체M" panose="020B0604020202020204" charset="-127"/>
              </a:defRPr>
            </a:lvl3pPr>
            <a:lvl4pPr marL="1600200" indent="-228600" latinLnBrk="1">
              <a:spcBef>
                <a:spcPct val="20000"/>
              </a:spcBef>
              <a:buChar char="•"/>
              <a:defRPr kumimoji="1" sz="1600">
                <a:solidFill>
                  <a:schemeClr val="tx1"/>
                </a:solidFill>
                <a:latin typeface="-윤체M" panose="020B0604020202020204" charset="-127"/>
                <a:ea typeface="-윤체M" panose="020B0604020202020204" charset="-127"/>
              </a:defRPr>
            </a:lvl4pPr>
            <a:lvl5pPr marL="2057400" indent="-228600" latinLnBrk="1">
              <a:spcBef>
                <a:spcPct val="20000"/>
              </a:spcBef>
              <a:buChar char="•"/>
              <a:defRPr kumimoji="1" sz="1400">
                <a:solidFill>
                  <a:schemeClr val="tx1"/>
                </a:solidFill>
                <a:latin typeface="-윤체M" panose="020B0604020202020204" charset="-127"/>
                <a:ea typeface="-윤체M" panose="020B0604020202020204"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9pPr>
          </a:lstStyle>
          <a:p>
            <a:pPr latinLnBrk="0">
              <a:spcBef>
                <a:spcPct val="0"/>
              </a:spcBef>
              <a:buFontTx/>
              <a:buNone/>
            </a:pPr>
            <a:r>
              <a:rPr lang="en-US" altLang="zh-CN" sz="2400" i="1">
                <a:latin typeface="Times New Roman" panose="02020603050405020304" pitchFamily="18" charset="0"/>
                <a:ea typeface="楷体" panose="02010609060101010101" pitchFamily="49" charset="-122"/>
                <a:cs typeface="Times New Roman" panose="02020603050405020304" pitchFamily="18" charset="0"/>
              </a:rPr>
              <a:t>P</a:t>
            </a:r>
            <a:r>
              <a:rPr lang="en-US" altLang="zh-CN" sz="240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i="1">
                <a:latin typeface="Times New Roman" panose="02020603050405020304" pitchFamily="18" charset="0"/>
                <a:ea typeface="楷体" panose="02010609060101010101" pitchFamily="49" charset="-122"/>
                <a:cs typeface="Times New Roman" panose="02020603050405020304" pitchFamily="18" charset="0"/>
              </a:rPr>
              <a:t>c</a:t>
            </a:r>
            <a:r>
              <a:rPr lang="en-US" altLang="zh-CN" sz="240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a:latin typeface="Times New Roman" panose="02020603050405020304" pitchFamily="18" charset="0"/>
                <a:ea typeface="楷体" panose="02010609060101010101" pitchFamily="49" charset="-122"/>
                <a:cs typeface="Times New Roman" panose="02020603050405020304" pitchFamily="18" charset="0"/>
              </a:rPr>
              <a:t>表示某个正确的词的出现</a:t>
            </a:r>
            <a:r>
              <a:rPr lang="en-US" altLang="zh-CN" sz="240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a:latin typeface="Times New Roman" panose="02020603050405020304" pitchFamily="18" charset="0"/>
                <a:ea typeface="楷体" panose="02010609060101010101" pitchFamily="49" charset="-122"/>
                <a:cs typeface="Times New Roman" panose="02020603050405020304" pitchFamily="18" charset="0"/>
              </a:rPr>
              <a:t>概率</a:t>
            </a:r>
            <a:r>
              <a:rPr lang="en-US" altLang="zh-CN" sz="240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a:latin typeface="Times New Roman" panose="02020603050405020304" pitchFamily="18" charset="0"/>
                <a:ea typeface="楷体" panose="02010609060101010101" pitchFamily="49" charset="-122"/>
                <a:cs typeface="Times New Roman" panose="02020603050405020304" pitchFamily="18" charset="0"/>
              </a:rPr>
              <a:t>，它可以用</a:t>
            </a:r>
            <a:r>
              <a:rPr lang="en-US" altLang="zh-CN" sz="240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a:latin typeface="Times New Roman" panose="02020603050405020304" pitchFamily="18" charset="0"/>
                <a:ea typeface="楷体" panose="02010609060101010101" pitchFamily="49" charset="-122"/>
                <a:cs typeface="Times New Roman" panose="02020603050405020304" pitchFamily="18" charset="0"/>
              </a:rPr>
              <a:t>频率</a:t>
            </a:r>
            <a:r>
              <a:rPr lang="en-US" altLang="zh-CN" sz="240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a:latin typeface="Times New Roman" panose="02020603050405020304" pitchFamily="18" charset="0"/>
                <a:ea typeface="楷体" panose="02010609060101010101" pitchFamily="49" charset="-122"/>
                <a:cs typeface="Times New Roman" panose="02020603050405020304" pitchFamily="18" charset="0"/>
              </a:rPr>
              <a:t>代替。某个词的出现频率越高，</a:t>
            </a:r>
            <a:r>
              <a:rPr lang="en-US" altLang="zh-CN" sz="2400" i="1">
                <a:latin typeface="Times New Roman" panose="02020603050405020304" pitchFamily="18" charset="0"/>
                <a:ea typeface="楷体" panose="02010609060101010101" pitchFamily="49" charset="-122"/>
                <a:cs typeface="Times New Roman" panose="02020603050405020304" pitchFamily="18" charset="0"/>
              </a:rPr>
              <a:t>P</a:t>
            </a:r>
            <a:r>
              <a:rPr lang="en-US" altLang="zh-CN" sz="240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i="1">
                <a:latin typeface="Times New Roman" panose="02020603050405020304" pitchFamily="18" charset="0"/>
                <a:ea typeface="楷体" panose="02010609060101010101" pitchFamily="49" charset="-122"/>
                <a:cs typeface="Times New Roman" panose="02020603050405020304" pitchFamily="18" charset="0"/>
              </a:rPr>
              <a:t>c</a:t>
            </a:r>
            <a:r>
              <a:rPr lang="en-US" altLang="zh-CN" sz="240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a:latin typeface="Times New Roman" panose="02020603050405020304" pitchFamily="18" charset="0"/>
                <a:ea typeface="楷体" panose="02010609060101010101" pitchFamily="49" charset="-122"/>
                <a:cs typeface="Times New Roman" panose="02020603050405020304" pitchFamily="18" charset="0"/>
              </a:rPr>
              <a:t>就越大。因此输入一个错误的词“</a:t>
            </a:r>
            <a:r>
              <a:rPr lang="en-US" altLang="zh-CN" sz="2400" i="1">
                <a:latin typeface="Times New Roman" panose="02020603050405020304" pitchFamily="18" charset="0"/>
                <a:ea typeface="楷体" panose="02010609060101010101" pitchFamily="49" charset="-122"/>
                <a:cs typeface="Times New Roman" panose="02020603050405020304" pitchFamily="18" charset="0"/>
              </a:rPr>
              <a:t>pythom</a:t>
            </a:r>
            <a:r>
              <a:rPr lang="en-US" altLang="zh-CN" sz="240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a:latin typeface="Times New Roman" panose="02020603050405020304" pitchFamily="18" charset="0"/>
                <a:ea typeface="楷体" panose="02010609060101010101" pitchFamily="49" charset="-122"/>
                <a:cs typeface="Times New Roman" panose="02020603050405020304" pitchFamily="18" charset="0"/>
              </a:rPr>
              <a:t>时，系统更倾向于去猜测你可能想输入的词是“</a:t>
            </a:r>
            <a:r>
              <a:rPr lang="en-US" altLang="zh-CN" sz="2400" i="1">
                <a:latin typeface="Times New Roman" panose="02020603050405020304" pitchFamily="18" charset="0"/>
                <a:ea typeface="楷体" panose="02010609060101010101" pitchFamily="49" charset="-122"/>
                <a:cs typeface="Times New Roman" panose="02020603050405020304" pitchFamily="18" charset="0"/>
              </a:rPr>
              <a:t>python</a:t>
            </a:r>
            <a:r>
              <a:rPr lang="en-US" altLang="zh-CN" sz="240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a:latin typeface="Times New Roman" panose="02020603050405020304" pitchFamily="18" charset="0"/>
                <a:ea typeface="楷体" panose="02010609060101010101" pitchFamily="49" charset="-122"/>
                <a:cs typeface="Times New Roman" panose="02020603050405020304" pitchFamily="18" charset="0"/>
              </a:rPr>
              <a:t>，因为“</a:t>
            </a:r>
            <a:r>
              <a:rPr lang="en-US" altLang="zh-CN" sz="2400" i="1">
                <a:latin typeface="Times New Roman" panose="02020603050405020304" pitchFamily="18" charset="0"/>
                <a:ea typeface="楷体" panose="02010609060101010101" pitchFamily="49" charset="-122"/>
                <a:cs typeface="Times New Roman" panose="02020603050405020304" pitchFamily="18" charset="0"/>
              </a:rPr>
              <a:t>python</a:t>
            </a:r>
            <a:r>
              <a:rPr lang="en-US" altLang="zh-CN" sz="240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a:latin typeface="Times New Roman" panose="02020603050405020304" pitchFamily="18" charset="0"/>
                <a:ea typeface="楷体" panose="02010609060101010101" pitchFamily="49" charset="-122"/>
                <a:cs typeface="Times New Roman" panose="02020603050405020304" pitchFamily="18" charset="0"/>
              </a:rPr>
              <a:t>更常见。</a:t>
            </a:r>
          </a:p>
        </p:txBody>
      </p:sp>
      <p:sp>
        <p:nvSpPr>
          <p:cNvPr id="55306" name="矩形 6"/>
          <p:cNvSpPr>
            <a:spLocks noChangeArrowheads="1"/>
          </p:cNvSpPr>
          <p:nvPr/>
        </p:nvSpPr>
        <p:spPr bwMode="auto">
          <a:xfrm>
            <a:off x="1123950" y="4792663"/>
            <a:ext cx="7470775"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127"/>
                <a:ea typeface="-윤체M" panose="020B0604020202020204" charset="-127"/>
              </a:defRPr>
            </a:lvl2pPr>
            <a:lvl3pPr marL="1143000" indent="-228600" latinLnBrk="1">
              <a:spcBef>
                <a:spcPct val="20000"/>
              </a:spcBef>
              <a:buChar char="•"/>
              <a:defRPr kumimoji="1">
                <a:solidFill>
                  <a:schemeClr val="tx1"/>
                </a:solidFill>
                <a:latin typeface="-윤체M" panose="020B0604020202020204" charset="-127"/>
                <a:ea typeface="-윤체M" panose="020B0604020202020204" charset="-127"/>
              </a:defRPr>
            </a:lvl3pPr>
            <a:lvl4pPr marL="1600200" indent="-228600" latinLnBrk="1">
              <a:spcBef>
                <a:spcPct val="20000"/>
              </a:spcBef>
              <a:buChar char="•"/>
              <a:defRPr kumimoji="1" sz="1600">
                <a:solidFill>
                  <a:schemeClr val="tx1"/>
                </a:solidFill>
                <a:latin typeface="-윤체M" panose="020B0604020202020204" charset="-127"/>
                <a:ea typeface="-윤체M" panose="020B0604020202020204" charset="-127"/>
              </a:defRPr>
            </a:lvl4pPr>
            <a:lvl5pPr marL="2057400" indent="-228600" latinLnBrk="1">
              <a:spcBef>
                <a:spcPct val="20000"/>
              </a:spcBef>
              <a:buChar char="•"/>
              <a:defRPr kumimoji="1" sz="1400">
                <a:solidFill>
                  <a:schemeClr val="tx1"/>
                </a:solidFill>
                <a:latin typeface="-윤체M" panose="020B0604020202020204" charset="-127"/>
                <a:ea typeface="-윤체M" panose="020B0604020202020204"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9pPr>
          </a:lstStyle>
          <a:p>
            <a:pPr latinLnBrk="0">
              <a:spcBef>
                <a:spcPct val="0"/>
              </a:spcBef>
              <a:buFontTx/>
              <a:buNone/>
            </a:pPr>
            <a:r>
              <a:rPr lang="zh-CN" altLang="en-US" sz="2400" i="1">
                <a:latin typeface="Times New Roman" panose="02020603050405020304" pitchFamily="18" charset="0"/>
                <a:ea typeface="楷体" panose="02010609060101010101" pitchFamily="49" charset="-122"/>
                <a:cs typeface="Times New Roman" panose="02020603050405020304" pitchFamily="18" charset="0"/>
              </a:rPr>
              <a:t>P</a:t>
            </a:r>
            <a:r>
              <a:rPr lang="zh-CN" altLang="en-US" sz="240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i="1">
                <a:latin typeface="Times New Roman" panose="02020603050405020304" pitchFamily="18" charset="0"/>
                <a:ea typeface="楷体" panose="02010609060101010101" pitchFamily="49" charset="-122"/>
                <a:cs typeface="Times New Roman" panose="02020603050405020304" pitchFamily="18" charset="0"/>
              </a:rPr>
              <a:t>w</a:t>
            </a:r>
            <a:r>
              <a:rPr lang="zh-CN" altLang="en-US" sz="240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i="1">
                <a:latin typeface="Times New Roman" panose="02020603050405020304" pitchFamily="18" charset="0"/>
                <a:ea typeface="楷体" panose="02010609060101010101" pitchFamily="49" charset="-122"/>
                <a:cs typeface="Times New Roman" panose="02020603050405020304" pitchFamily="18" charset="0"/>
              </a:rPr>
              <a:t>c</a:t>
            </a:r>
            <a:r>
              <a:rPr lang="zh-CN" altLang="en-US" sz="2400">
                <a:latin typeface="Times New Roman" panose="02020603050405020304" pitchFamily="18" charset="0"/>
                <a:ea typeface="楷体" panose="02010609060101010101" pitchFamily="49" charset="-122"/>
                <a:cs typeface="Times New Roman" panose="02020603050405020304" pitchFamily="18" charset="0"/>
              </a:rPr>
              <a:t>)表示在试图拼写c的情况下，出现拼写错误w的概率。为了简化问题，假定两个单词在字形上越接近，就有越可能拼错，</a:t>
            </a:r>
            <a:r>
              <a:rPr lang="zh-CN" altLang="en-US" sz="2400" i="1">
                <a:latin typeface="Times New Roman" panose="02020603050405020304" pitchFamily="18" charset="0"/>
                <a:ea typeface="楷体" panose="02010609060101010101" pitchFamily="49" charset="-122"/>
                <a:cs typeface="Times New Roman" panose="02020603050405020304" pitchFamily="18" charset="0"/>
              </a:rPr>
              <a:t>P</a:t>
            </a:r>
            <a:r>
              <a:rPr lang="zh-CN" altLang="en-US" sz="240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i="1">
                <a:latin typeface="Times New Roman" panose="02020603050405020304" pitchFamily="18" charset="0"/>
                <a:ea typeface="楷体" panose="02010609060101010101" pitchFamily="49" charset="-122"/>
                <a:cs typeface="Times New Roman" panose="02020603050405020304" pitchFamily="18" charset="0"/>
              </a:rPr>
              <a:t>w</a:t>
            </a:r>
            <a:r>
              <a:rPr lang="zh-CN" altLang="en-US" sz="240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i="1">
                <a:latin typeface="Times New Roman" panose="02020603050405020304" pitchFamily="18" charset="0"/>
                <a:ea typeface="楷体" panose="02010609060101010101" pitchFamily="49" charset="-122"/>
                <a:cs typeface="Times New Roman" panose="02020603050405020304" pitchFamily="18" charset="0"/>
              </a:rPr>
              <a:t>c</a:t>
            </a:r>
            <a:r>
              <a:rPr lang="zh-CN" altLang="en-US" sz="2400">
                <a:latin typeface="Times New Roman" panose="02020603050405020304" pitchFamily="18" charset="0"/>
                <a:ea typeface="楷体" panose="02010609060101010101" pitchFamily="49" charset="-122"/>
                <a:cs typeface="Times New Roman" panose="02020603050405020304" pitchFamily="18" charset="0"/>
              </a:rPr>
              <a:t>)就越大。一般把这种问题称为“编辑距离”.</a:t>
            </a:r>
          </a:p>
        </p:txBody>
      </p:sp>
    </p:spTree>
    <p:extLst>
      <p:ext uri="{BB962C8B-B14F-4D97-AF65-F5344CB8AC3E}">
        <p14:creationId xmlns:p14="http://schemas.microsoft.com/office/powerpoint/2010/main" val="2151610387"/>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灯片编号占位符 4"/>
          <p:cNvSpPr>
            <a:spLocks noGrp="1"/>
          </p:cNvSpPr>
          <p:nvPr>
            <p:ph type="sldNum" sz="quarter" idx="10"/>
          </p:nvPr>
        </p:nvSpPr>
        <p:spPr>
          <a:noFill/>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127"/>
                <a:ea typeface="-윤체M" panose="020B0604020202020204" charset="-127"/>
              </a:defRPr>
            </a:lvl2pPr>
            <a:lvl3pPr marL="1143000" indent="-228600" latinLnBrk="1">
              <a:spcBef>
                <a:spcPct val="20000"/>
              </a:spcBef>
              <a:buChar char="•"/>
              <a:defRPr kumimoji="1">
                <a:solidFill>
                  <a:schemeClr val="tx1"/>
                </a:solidFill>
                <a:latin typeface="-윤체M" panose="020B0604020202020204" charset="-127"/>
                <a:ea typeface="-윤체M" panose="020B0604020202020204" charset="-127"/>
              </a:defRPr>
            </a:lvl3pPr>
            <a:lvl4pPr marL="1600200" indent="-228600" latinLnBrk="1">
              <a:spcBef>
                <a:spcPct val="20000"/>
              </a:spcBef>
              <a:buChar char="•"/>
              <a:defRPr kumimoji="1" sz="1600">
                <a:solidFill>
                  <a:schemeClr val="tx1"/>
                </a:solidFill>
                <a:latin typeface="-윤체M" panose="020B0604020202020204" charset="-127"/>
                <a:ea typeface="-윤체M" panose="020B0604020202020204" charset="-127"/>
              </a:defRPr>
            </a:lvl4pPr>
            <a:lvl5pPr marL="2057400" indent="-228600" latinLnBrk="1">
              <a:spcBef>
                <a:spcPct val="20000"/>
              </a:spcBef>
              <a:buChar char="•"/>
              <a:defRPr kumimoji="1" sz="1400">
                <a:solidFill>
                  <a:schemeClr val="tx1"/>
                </a:solidFill>
                <a:latin typeface="-윤체M" panose="020B0604020202020204" charset="-127"/>
                <a:ea typeface="-윤체M" panose="020B0604020202020204"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9pPr>
          </a:lstStyle>
          <a:p>
            <a:pPr>
              <a:spcBef>
                <a:spcPct val="0"/>
              </a:spcBef>
              <a:buFontTx/>
              <a:buNone/>
            </a:pPr>
            <a:fld id="{90F92156-FC91-45E2-A245-AE527CA4107E}" type="slidenum">
              <a:rPr lang="zh-CN" altLang="en-US" sz="1400" smtClean="0">
                <a:latin typeface="Gulim" panose="020B0604020202020204" charset="-127"/>
                <a:ea typeface="Gulim" panose="020B0604020202020204" charset="-127"/>
              </a:rPr>
              <a:pPr>
                <a:spcBef>
                  <a:spcPct val="0"/>
                </a:spcBef>
                <a:buFontTx/>
                <a:buNone/>
              </a:pPr>
              <a:t>102</a:t>
            </a:fld>
            <a:endParaRPr lang="en-US" altLang="zh-CN" sz="1400" smtClean="0">
              <a:latin typeface="Gulim" panose="020B0604020202020204" charset="-127"/>
              <a:ea typeface="Gulim" panose="020B0604020202020204" charset="-127"/>
            </a:endParaRPr>
          </a:p>
        </p:txBody>
      </p:sp>
      <p:sp>
        <p:nvSpPr>
          <p:cNvPr id="238594" name="Rectangle 2"/>
          <p:cNvSpPr>
            <a:spLocks noGrp="1" noChangeArrowheads="1"/>
          </p:cNvSpPr>
          <p:nvPr>
            <p:ph type="title"/>
          </p:nvPr>
        </p:nvSpPr>
        <p:spPr/>
        <p:txBody>
          <a:bodyPr/>
          <a:lstStyle/>
          <a:p>
            <a:pPr algn="ctr" eaLnBrk="1" hangingPunct="1">
              <a:defRPr/>
            </a:pPr>
            <a:r>
              <a:rPr lang="zh-CN" altLang="en-US" sz="3200" b="1" dirty="0">
                <a:solidFill>
                  <a:schemeClr val="tx1"/>
                </a:solidFill>
                <a:latin typeface="微软雅黑" panose="020B0503020204020204" pitchFamily="34" charset="-122"/>
                <a:ea typeface="微软雅黑" panose="020B0503020204020204" pitchFamily="34" charset="-122"/>
              </a:rPr>
              <a:t>逆概率</a:t>
            </a:r>
            <a:r>
              <a:rPr lang="zh-CN" altLang="en-US" sz="3200" b="1" dirty="0">
                <a:solidFill>
                  <a:schemeClr val="tx1"/>
                </a:solidFill>
                <a:latin typeface="微软雅黑" panose="020B0503020204020204" pitchFamily="34" charset="-122"/>
                <a:ea typeface="微软雅黑" panose="020B0503020204020204" pitchFamily="34" charset="-122"/>
              </a:rPr>
              <a:t>公式</a:t>
            </a:r>
            <a:r>
              <a:rPr lang="zh-CN" altLang="en-US" sz="3200" b="1" dirty="0">
                <a:solidFill>
                  <a:schemeClr val="tx1"/>
                </a:solidFill>
                <a:latin typeface="微软雅黑" panose="020B0503020204020204" pitchFamily="34" charset="-122"/>
                <a:ea typeface="微软雅黑" panose="020B0503020204020204" pitchFamily="34" charset="-122"/>
              </a:rPr>
              <a:t>方法的例子</a:t>
            </a:r>
            <a:endParaRPr lang="en-US" altLang="zh-CN" sz="3200" b="1" dirty="0">
              <a:solidFill>
                <a:schemeClr val="tx1"/>
              </a:solidFill>
              <a:latin typeface="微软雅黑" panose="020B0503020204020204" pitchFamily="34" charset="-122"/>
              <a:ea typeface="微软雅黑" panose="020B0503020204020204" pitchFamily="34" charset="-122"/>
            </a:endParaRPr>
          </a:p>
        </p:txBody>
      </p:sp>
      <p:sp>
        <p:nvSpPr>
          <p:cNvPr id="238595" name="Rectangle 3"/>
          <p:cNvSpPr>
            <a:spLocks noGrp="1" noChangeArrowheads="1"/>
          </p:cNvSpPr>
          <p:nvPr>
            <p:ph type="body" sz="half" idx="1"/>
          </p:nvPr>
        </p:nvSpPr>
        <p:spPr>
          <a:xfrm>
            <a:off x="250825" y="1484313"/>
            <a:ext cx="8353425" cy="4624387"/>
          </a:xfrm>
        </p:spPr>
        <p:txBody>
          <a:bodyPr/>
          <a:lstStyle/>
          <a:p>
            <a:pPr eaLnBrk="1" hangingPunct="1">
              <a:lnSpc>
                <a:spcPct val="120000"/>
              </a:lnSpc>
            </a:pP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例子：求</a:t>
            </a:r>
            <a:r>
              <a:rPr lang="en-US" altLang="zh-CN" sz="2400" i="1" dirty="0" smtClean="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肺炎</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咳嗽</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可能比较困难，但统计</a:t>
            </a:r>
            <a:r>
              <a:rPr lang="en-US" altLang="zh-CN" sz="2400" i="1" dirty="0" smtClean="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i="1" dirty="0" smtClean="0">
                <a:latin typeface="Times New Roman" panose="02020603050405020304" pitchFamily="18" charset="0"/>
                <a:ea typeface="微软雅黑" panose="020B0503020204020204" pitchFamily="34" charset="-122"/>
                <a:cs typeface="Times New Roman" panose="02020603050405020304" pitchFamily="18" charset="0"/>
              </a:rPr>
              <a:t>咳嗽 </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i="1" dirty="0" smtClean="0">
                <a:latin typeface="Times New Roman" panose="02020603050405020304" pitchFamily="18" charset="0"/>
                <a:ea typeface="微软雅黑" panose="020B0503020204020204" pitchFamily="34" charset="-122"/>
                <a:cs typeface="Times New Roman" panose="02020603050405020304" pitchFamily="18" charset="0"/>
              </a:rPr>
              <a:t>肺炎 </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可能比较容易</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因为要上医院</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假设</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P(</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肺炎</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)=1/10000</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，而</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P(</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咳嗽</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)=1/10</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90%</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的肺炎患者都咳嗽，则</a:t>
            </a:r>
          </a:p>
          <a:p>
            <a:pPr eaLnBrk="1" hangingPunct="1">
              <a:lnSpc>
                <a:spcPct val="120000"/>
              </a:lnSpc>
              <a:buFontTx/>
              <a:buNone/>
            </a:pP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	</a:t>
            </a:r>
          </a:p>
          <a:p>
            <a:pPr eaLnBrk="1" hangingPunct="1">
              <a:lnSpc>
                <a:spcPct val="120000"/>
              </a:lnSpc>
              <a:buFontTx/>
              <a:buNone/>
            </a:pP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P(</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肺炎</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咳嗽</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                                                                          </a:t>
            </a:r>
          </a:p>
        </p:txBody>
      </p:sp>
      <p:graphicFrame>
        <p:nvGraphicFramePr>
          <p:cNvPr id="8" name="Object 5"/>
          <p:cNvGraphicFramePr>
            <a:graphicFrameLocks noChangeAspect="1"/>
          </p:cNvGraphicFramePr>
          <p:nvPr/>
        </p:nvGraphicFramePr>
        <p:xfrm>
          <a:off x="2590800" y="3213100"/>
          <a:ext cx="6210300" cy="863600"/>
        </p:xfrm>
        <a:graphic>
          <a:graphicData uri="http://schemas.openxmlformats.org/presentationml/2006/ole">
            <mc:AlternateContent xmlns:mc="http://schemas.openxmlformats.org/markup-compatibility/2006">
              <mc:Choice xmlns:v="urn:schemas-microsoft-com:vml" Requires="v">
                <p:oleObj spid="_x0000_s21522" name="公式" r:id="rId4" imgW="3038622" imgH="371328" progId="Equation.3">
                  <p:embed/>
                </p:oleObj>
              </mc:Choice>
              <mc:Fallback>
                <p:oleObj name="公式" r:id="rId4" imgW="3038622" imgH="371328"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3213100"/>
                        <a:ext cx="62103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74714088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8595">
                                            <p:txEl>
                                              <p:pRg st="0" end="0"/>
                                            </p:txEl>
                                          </p:spTgt>
                                        </p:tgtEl>
                                        <p:attrNameLst>
                                          <p:attrName>style.visibility</p:attrName>
                                        </p:attrNameLst>
                                      </p:cBhvr>
                                      <p:to>
                                        <p:strVal val="visible"/>
                                      </p:to>
                                    </p:set>
                                    <p:animEffect transition="in" filter="blinds(horizontal)">
                                      <p:cBhvr>
                                        <p:cTn id="7" dur="500"/>
                                        <p:tgtEl>
                                          <p:spTgt spid="23859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38595">
                                            <p:txEl>
                                              <p:pRg st="1" end="1"/>
                                            </p:txEl>
                                          </p:spTgt>
                                        </p:tgtEl>
                                        <p:attrNameLst>
                                          <p:attrName>style.visibility</p:attrName>
                                        </p:attrNameLst>
                                      </p:cBhvr>
                                      <p:to>
                                        <p:strVal val="visible"/>
                                      </p:to>
                                    </p:set>
                                    <p:animEffect transition="in" filter="blinds(horizontal)">
                                      <p:cBhvr>
                                        <p:cTn id="12" dur="500"/>
                                        <p:tgtEl>
                                          <p:spTgt spid="23859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38595">
                                            <p:txEl>
                                              <p:pRg st="2" end="2"/>
                                            </p:txEl>
                                          </p:spTgt>
                                        </p:tgtEl>
                                        <p:attrNameLst>
                                          <p:attrName>style.visibility</p:attrName>
                                        </p:attrNameLst>
                                      </p:cBhvr>
                                      <p:to>
                                        <p:strVal val="visible"/>
                                      </p:to>
                                    </p:set>
                                    <p:animEffect transition="in" filter="blinds(horizontal)">
                                      <p:cBhvr>
                                        <p:cTn id="17" dur="500"/>
                                        <p:tgtEl>
                                          <p:spTgt spid="23859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linds(horizontal)">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8595" grpId="0" build="p"/>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灯片编号占位符 4"/>
          <p:cNvSpPr>
            <a:spLocks noGrp="1"/>
          </p:cNvSpPr>
          <p:nvPr>
            <p:ph type="sldNum" sz="quarter" idx="10"/>
          </p:nvPr>
        </p:nvSpPr>
        <p:spPr>
          <a:noFill/>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127"/>
                <a:ea typeface="-윤체M" panose="020B0604020202020204" charset="-127"/>
              </a:defRPr>
            </a:lvl2pPr>
            <a:lvl3pPr marL="1143000" indent="-228600" latinLnBrk="1">
              <a:spcBef>
                <a:spcPct val="20000"/>
              </a:spcBef>
              <a:buChar char="•"/>
              <a:defRPr kumimoji="1">
                <a:solidFill>
                  <a:schemeClr val="tx1"/>
                </a:solidFill>
                <a:latin typeface="-윤체M" panose="020B0604020202020204" charset="-127"/>
                <a:ea typeface="-윤체M" panose="020B0604020202020204" charset="-127"/>
              </a:defRPr>
            </a:lvl3pPr>
            <a:lvl4pPr marL="1600200" indent="-228600" latinLnBrk="1">
              <a:spcBef>
                <a:spcPct val="20000"/>
              </a:spcBef>
              <a:buChar char="•"/>
              <a:defRPr kumimoji="1" sz="1600">
                <a:solidFill>
                  <a:schemeClr val="tx1"/>
                </a:solidFill>
                <a:latin typeface="-윤체M" panose="020B0604020202020204" charset="-127"/>
                <a:ea typeface="-윤체M" panose="020B0604020202020204" charset="-127"/>
              </a:defRPr>
            </a:lvl4pPr>
            <a:lvl5pPr marL="2057400" indent="-228600" latinLnBrk="1">
              <a:spcBef>
                <a:spcPct val="20000"/>
              </a:spcBef>
              <a:buChar char="•"/>
              <a:defRPr kumimoji="1" sz="1400">
                <a:solidFill>
                  <a:schemeClr val="tx1"/>
                </a:solidFill>
                <a:latin typeface="-윤체M" panose="020B0604020202020204" charset="-127"/>
                <a:ea typeface="-윤체M" panose="020B0604020202020204"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9pPr>
          </a:lstStyle>
          <a:p>
            <a:pPr>
              <a:spcBef>
                <a:spcPct val="0"/>
              </a:spcBef>
              <a:buFontTx/>
              <a:buNone/>
            </a:pPr>
            <a:fld id="{2FAF0B79-5A02-44D7-9191-1C8DFF7939E7}" type="slidenum">
              <a:rPr lang="zh-CN" altLang="en-US" sz="1400" smtClean="0">
                <a:latin typeface="Gulim" panose="020B0604020202020204" charset="-127"/>
                <a:ea typeface="Gulim" panose="020B0604020202020204" charset="-127"/>
              </a:rPr>
              <a:pPr>
                <a:spcBef>
                  <a:spcPct val="0"/>
                </a:spcBef>
                <a:buFontTx/>
                <a:buNone/>
              </a:pPr>
              <a:t>103</a:t>
            </a:fld>
            <a:endParaRPr lang="en-US" altLang="zh-CN" sz="1400" smtClean="0">
              <a:latin typeface="Gulim" panose="020B0604020202020204" charset="-127"/>
              <a:ea typeface="Gulim" panose="020B0604020202020204" charset="-127"/>
            </a:endParaRPr>
          </a:p>
        </p:txBody>
      </p:sp>
      <p:sp>
        <p:nvSpPr>
          <p:cNvPr id="228354" name="Rectangle 2"/>
          <p:cNvSpPr>
            <a:spLocks noGrp="1" noChangeArrowheads="1"/>
          </p:cNvSpPr>
          <p:nvPr>
            <p:ph type="title"/>
          </p:nvPr>
        </p:nvSpPr>
        <p:spPr>
          <a:xfrm>
            <a:off x="684213" y="549275"/>
            <a:ext cx="7772400" cy="731838"/>
          </a:xfrm>
        </p:spPr>
        <p:txBody>
          <a:bodyPr/>
          <a:lstStyle/>
          <a:p>
            <a:pPr algn="ctr" eaLnBrk="1" hangingPunct="1">
              <a:defRPr/>
            </a:pPr>
            <a:r>
              <a:rPr lang="zh-CN" altLang="en-US" sz="3200" b="1" dirty="0">
                <a:solidFill>
                  <a:schemeClr val="tx1"/>
                </a:solidFill>
                <a:latin typeface="微软雅黑" panose="020B0503020204020204" pitchFamily="34" charset="-122"/>
                <a:ea typeface="微软雅黑" panose="020B0503020204020204" pitchFamily="34" charset="-122"/>
              </a:rPr>
              <a:t>修正</a:t>
            </a:r>
            <a:r>
              <a:rPr lang="zh-CN" altLang="en-US" sz="3200" b="1" dirty="0">
                <a:solidFill>
                  <a:schemeClr val="tx1"/>
                </a:solidFill>
                <a:latin typeface="微软雅黑" panose="020B0503020204020204" pitchFamily="34" charset="-122"/>
                <a:ea typeface="微软雅黑" panose="020B0503020204020204" pitchFamily="34" charset="-122"/>
              </a:rPr>
              <a:t>因子</a:t>
            </a:r>
            <a:endParaRPr lang="en-US" altLang="zh-CN" sz="3200" b="1" dirty="0">
              <a:solidFill>
                <a:schemeClr val="tx1"/>
              </a:solidFill>
              <a:latin typeface="微软雅黑" panose="020B0503020204020204" pitchFamily="34" charset="-122"/>
              <a:ea typeface="微软雅黑" panose="020B0503020204020204" pitchFamily="34" charset="-122"/>
            </a:endParaRPr>
          </a:p>
        </p:txBody>
      </p:sp>
      <p:sp>
        <p:nvSpPr>
          <p:cNvPr id="228355" name="Rectangle 3"/>
          <p:cNvSpPr>
            <a:spLocks noGrp="1" noChangeArrowheads="1"/>
          </p:cNvSpPr>
          <p:nvPr>
            <p:ph type="body" sz="half" idx="1"/>
          </p:nvPr>
        </p:nvSpPr>
        <p:spPr>
          <a:xfrm>
            <a:off x="698500" y="1557338"/>
            <a:ext cx="7977188" cy="3743325"/>
          </a:xfrm>
        </p:spPr>
        <p:txBody>
          <a:bodyPr/>
          <a:lstStyle/>
          <a:p>
            <a:pPr algn="just" eaLnBrk="1" hangingPunct="1">
              <a:lnSpc>
                <a:spcPct val="110000"/>
              </a:lnSpc>
              <a:spcBef>
                <a:spcPct val="30000"/>
              </a:spcBef>
              <a:spcAft>
                <a:spcPct val="60000"/>
              </a:spcAft>
            </a:pP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可以将前面的逆概率公式写成</a:t>
            </a:r>
          </a:p>
          <a:p>
            <a:pPr algn="just" eaLnBrk="1" hangingPunct="1">
              <a:lnSpc>
                <a:spcPct val="110000"/>
              </a:lnSpc>
              <a:spcBef>
                <a:spcPct val="30000"/>
              </a:spcBef>
              <a:buFontTx/>
              <a:buNone/>
            </a:pP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								</a:t>
            </a:r>
            <a:endPar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endParaRPr>
          </a:p>
          <a:p>
            <a:pPr algn="just" eaLnBrk="1" hangingPunct="1">
              <a:lnSpc>
                <a:spcPct val="110000"/>
              </a:lnSpc>
              <a:spcBef>
                <a:spcPct val="30000"/>
              </a:spcBef>
            </a:pPr>
            <a:endPar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endParaRPr>
          </a:p>
          <a:p>
            <a:pPr algn="just" eaLnBrk="1" hangingPunct="1">
              <a:lnSpc>
                <a:spcPct val="110000"/>
              </a:lnSpc>
              <a:spcBef>
                <a:spcPct val="30000"/>
              </a:spcBef>
            </a:pP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这说明先验概率</a:t>
            </a:r>
            <a:r>
              <a:rPr lang="en-US" altLang="zh-CN" sz="2400" i="1" dirty="0" smtClean="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smtClean="0">
                <a:latin typeface="Times New Roman" panose="02020603050405020304" pitchFamily="18" charset="0"/>
                <a:ea typeface="微软雅黑" panose="020B0503020204020204" pitchFamily="34" charset="-122"/>
                <a:cs typeface="Times New Roman" panose="02020603050405020304" pitchFamily="18" charset="0"/>
              </a:rPr>
              <a:t>H</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可以通过方括号部分</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作为修正因子</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smtClean="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修正为</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后验概率</a:t>
            </a:r>
            <a:r>
              <a:rPr lang="en-US" altLang="zh-CN" sz="2400" i="1" dirty="0" smtClean="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err="1" smtClean="0">
                <a:latin typeface="Times New Roman" panose="02020603050405020304" pitchFamily="18" charset="0"/>
                <a:ea typeface="微软雅黑" panose="020B0503020204020204" pitchFamily="34" charset="-122"/>
                <a:cs typeface="Times New Roman" panose="02020603050405020304" pitchFamily="18" charset="0"/>
              </a:rPr>
              <a:t>H</a:t>
            </a:r>
            <a:r>
              <a:rPr lang="en-US" altLang="zh-CN" sz="2400" dirty="0" err="1" smtClean="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err="1" smtClean="0">
                <a:latin typeface="Times New Roman" panose="02020603050405020304" pitchFamily="18" charset="0"/>
                <a:ea typeface="微软雅黑" panose="020B0503020204020204" pitchFamily="34" charset="-122"/>
                <a:cs typeface="Times New Roman" panose="02020603050405020304" pitchFamily="18" charset="0"/>
              </a:rPr>
              <a:t>E</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证据</a:t>
            </a:r>
            <a:r>
              <a:rPr lang="en-US" altLang="zh-CN" sz="2400" i="1" dirty="0" smtClean="0">
                <a:latin typeface="Times New Roman" panose="02020603050405020304" pitchFamily="18" charset="0"/>
                <a:ea typeface="微软雅黑" panose="020B0503020204020204" pitchFamily="34" charset="-122"/>
                <a:cs typeface="Times New Roman" panose="02020603050405020304" pitchFamily="18" charset="0"/>
              </a:rPr>
              <a:t>E</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为真时</a:t>
            </a:r>
            <a:r>
              <a:rPr lang="en-US" altLang="zh-CN" sz="2400" i="1" dirty="0" smtClean="0">
                <a:latin typeface="Times New Roman" panose="02020603050405020304" pitchFamily="18" charset="0"/>
                <a:ea typeface="微软雅黑" panose="020B0503020204020204" pitchFamily="34" charset="-122"/>
                <a:cs typeface="Times New Roman" panose="02020603050405020304" pitchFamily="18" charset="0"/>
              </a:rPr>
              <a:t>H</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的后验概率</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endParaRPr>
          </a:p>
          <a:p>
            <a:pPr algn="just" eaLnBrk="1" hangingPunct="1">
              <a:lnSpc>
                <a:spcPct val="110000"/>
              </a:lnSpc>
              <a:spcBef>
                <a:spcPct val="30000"/>
              </a:spcBef>
            </a:pP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在上面的例子中，医生认为一个人得肺炎的可能性为万分之一，一旦发现患者咳嗽，就将调整为万分之九</a:t>
            </a:r>
            <a:endPar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endParaRPr>
          </a:p>
          <a:p>
            <a:pPr algn="just" eaLnBrk="1" hangingPunct="1">
              <a:lnSpc>
                <a:spcPct val="110000"/>
              </a:lnSpc>
              <a:spcBef>
                <a:spcPct val="30000"/>
              </a:spcBef>
            </a:pPr>
            <a:endPar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9" name="Object 6"/>
          <p:cNvGraphicFramePr>
            <a:graphicFrameLocks noGrp="1" noChangeAspect="1"/>
          </p:cNvGraphicFramePr>
          <p:nvPr>
            <p:ph sz="half" idx="2"/>
          </p:nvPr>
        </p:nvGraphicFramePr>
        <p:xfrm>
          <a:off x="2339975" y="2133600"/>
          <a:ext cx="3889375" cy="923925"/>
        </p:xfrm>
        <a:graphic>
          <a:graphicData uri="http://schemas.openxmlformats.org/presentationml/2006/ole">
            <mc:AlternateContent xmlns:mc="http://schemas.openxmlformats.org/markup-compatibility/2006">
              <mc:Choice xmlns:v="urn:schemas-microsoft-com:vml" Requires="v">
                <p:oleObj spid="_x0000_s22546" name="公式" r:id="rId4" imgW="1705004" imgH="362036" progId="Equation.3">
                  <p:embed/>
                </p:oleObj>
              </mc:Choice>
              <mc:Fallback>
                <p:oleObj name="公式" r:id="rId4" imgW="1705004" imgH="362036"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39975" y="2133600"/>
                        <a:ext cx="3889375" cy="923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9399" name="矩形 1"/>
          <p:cNvSpPr>
            <a:spLocks noChangeArrowheads="1"/>
          </p:cNvSpPr>
          <p:nvPr/>
        </p:nvSpPr>
        <p:spPr bwMode="auto">
          <a:xfrm>
            <a:off x="892175" y="5300663"/>
            <a:ext cx="7777163" cy="979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楷体" panose="02010609060101010101" pitchFamily="49" charset="-122"/>
                <a:ea typeface="楷体" panose="02010609060101010101" pitchFamily="49" charset="-122"/>
              </a:defRPr>
            </a:lvl1pPr>
            <a:lvl2pPr marL="742950" indent="-285750">
              <a:defRPr kumimoji="1" sz="2400">
                <a:solidFill>
                  <a:schemeClr val="tx1"/>
                </a:solidFill>
                <a:latin typeface="楷体" panose="02010609060101010101" pitchFamily="49" charset="-122"/>
                <a:ea typeface="楷体" panose="02010609060101010101" pitchFamily="49" charset="-122"/>
              </a:defRPr>
            </a:lvl2pPr>
            <a:lvl3pPr marL="1143000" indent="-228600">
              <a:defRPr kumimoji="1" sz="2400">
                <a:solidFill>
                  <a:schemeClr val="tx1"/>
                </a:solidFill>
                <a:latin typeface="楷体" panose="02010609060101010101" pitchFamily="49" charset="-122"/>
                <a:ea typeface="楷体" panose="02010609060101010101" pitchFamily="49" charset="-122"/>
              </a:defRPr>
            </a:lvl3pPr>
            <a:lvl4pPr marL="1600200" indent="-228600">
              <a:defRPr kumimoji="1" sz="2400">
                <a:solidFill>
                  <a:schemeClr val="tx1"/>
                </a:solidFill>
                <a:latin typeface="楷体" panose="02010609060101010101" pitchFamily="49" charset="-122"/>
                <a:ea typeface="楷体" panose="02010609060101010101" pitchFamily="49" charset="-122"/>
              </a:defRPr>
            </a:lvl4pPr>
            <a:lvl5pPr marL="2057400" indent="-228600">
              <a:defRPr kumimoji="1" sz="2400">
                <a:solidFill>
                  <a:schemeClr val="tx1"/>
                </a:solidFill>
                <a:latin typeface="楷体" panose="02010609060101010101" pitchFamily="49" charset="-122"/>
                <a:ea typeface="楷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楷体" panose="02010609060101010101" pitchFamily="49" charset="-122"/>
                <a:ea typeface="楷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楷体" panose="02010609060101010101" pitchFamily="49" charset="-122"/>
                <a:ea typeface="楷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楷体" panose="02010609060101010101" pitchFamily="49" charset="-122"/>
                <a:ea typeface="楷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楷体" panose="02010609060101010101" pitchFamily="49" charset="-122"/>
                <a:ea typeface="楷体" panose="02010609060101010101" pitchFamily="49" charset="-122"/>
              </a:defRPr>
            </a:lvl9pPr>
          </a:lstStyle>
          <a:p>
            <a:pPr>
              <a:lnSpc>
                <a:spcPct val="120000"/>
              </a:lnSpc>
            </a:pPr>
            <a:r>
              <a:rPr lang="zh-CN" altLang="en-US" dirty="0">
                <a:latin typeface="微软雅黑" panose="020B0503020204020204" pitchFamily="34" charset="-122"/>
                <a:ea typeface="微软雅黑" panose="020B0503020204020204" pitchFamily="34" charset="-122"/>
              </a:rPr>
              <a:t>贝叶斯方法：根据先验概率（主观置信度），结合证据，来</a:t>
            </a:r>
            <a:r>
              <a:rPr lang="zh-CN" altLang="en-US" dirty="0">
                <a:solidFill>
                  <a:srgbClr val="FF0000"/>
                </a:solidFill>
                <a:latin typeface="微软雅黑" panose="020B0503020204020204" pitchFamily="34" charset="-122"/>
                <a:ea typeface="微软雅黑" panose="020B0503020204020204" pitchFamily="34" charset="-122"/>
              </a:rPr>
              <a:t>不断调整后验概率</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概率值非固定，是某一分布</a:t>
            </a:r>
            <a:endParaRPr lang="zh-CN" altLang="en-US" dirty="0"/>
          </a:p>
        </p:txBody>
      </p:sp>
    </p:spTree>
    <p:extLst>
      <p:ext uri="{BB962C8B-B14F-4D97-AF65-F5344CB8AC3E}">
        <p14:creationId xmlns:p14="http://schemas.microsoft.com/office/powerpoint/2010/main" val="64907049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28355">
                                            <p:txEl>
                                              <p:pRg st="0" end="0"/>
                                            </p:txEl>
                                          </p:spTgt>
                                        </p:tgtEl>
                                        <p:attrNameLst>
                                          <p:attrName>style.visibility</p:attrName>
                                        </p:attrNameLst>
                                      </p:cBhvr>
                                      <p:to>
                                        <p:strVal val="visible"/>
                                      </p:to>
                                    </p:set>
                                    <p:animEffect transition="in" filter="blinds(horizontal)">
                                      <p:cBhvr>
                                        <p:cTn id="7" dur="500"/>
                                        <p:tgtEl>
                                          <p:spTgt spid="22835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28355">
                                            <p:txEl>
                                              <p:pRg st="3" end="3"/>
                                            </p:txEl>
                                          </p:spTgt>
                                        </p:tgtEl>
                                        <p:attrNameLst>
                                          <p:attrName>style.visibility</p:attrName>
                                        </p:attrNameLst>
                                      </p:cBhvr>
                                      <p:to>
                                        <p:strVal val="visible"/>
                                      </p:to>
                                    </p:set>
                                    <p:animEffect transition="in" filter="blinds(horizontal)">
                                      <p:cBhvr>
                                        <p:cTn id="17" dur="500"/>
                                        <p:tgtEl>
                                          <p:spTgt spid="228355">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28355">
                                            <p:txEl>
                                              <p:pRg st="4" end="4"/>
                                            </p:txEl>
                                          </p:spTgt>
                                        </p:tgtEl>
                                        <p:attrNameLst>
                                          <p:attrName>style.visibility</p:attrName>
                                        </p:attrNameLst>
                                      </p:cBhvr>
                                      <p:to>
                                        <p:strVal val="visible"/>
                                      </p:to>
                                    </p:set>
                                    <p:animEffect transition="in" filter="blinds(horizontal)">
                                      <p:cBhvr>
                                        <p:cTn id="22" dur="500"/>
                                        <p:tgtEl>
                                          <p:spTgt spid="228355">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93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8355" grpId="0" uiExpand="1" build="p"/>
      <p:bldP spid="59399"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灯片编号占位符 5"/>
          <p:cNvSpPr>
            <a:spLocks noGrp="1"/>
          </p:cNvSpPr>
          <p:nvPr>
            <p:ph type="sldNum" sz="quarter" idx="10"/>
          </p:nvPr>
        </p:nvSpPr>
        <p:spPr>
          <a:noFill/>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127"/>
                <a:ea typeface="-윤체M" panose="020B0604020202020204" charset="-127"/>
              </a:defRPr>
            </a:lvl2pPr>
            <a:lvl3pPr marL="1143000" indent="-228600" latinLnBrk="1">
              <a:spcBef>
                <a:spcPct val="20000"/>
              </a:spcBef>
              <a:buChar char="•"/>
              <a:defRPr kumimoji="1">
                <a:solidFill>
                  <a:schemeClr val="tx1"/>
                </a:solidFill>
                <a:latin typeface="-윤체M" panose="020B0604020202020204" charset="-127"/>
                <a:ea typeface="-윤체M" panose="020B0604020202020204" charset="-127"/>
              </a:defRPr>
            </a:lvl3pPr>
            <a:lvl4pPr marL="1600200" indent="-228600" latinLnBrk="1">
              <a:spcBef>
                <a:spcPct val="20000"/>
              </a:spcBef>
              <a:buChar char="•"/>
              <a:defRPr kumimoji="1" sz="1600">
                <a:solidFill>
                  <a:schemeClr val="tx1"/>
                </a:solidFill>
                <a:latin typeface="-윤체M" panose="020B0604020202020204" charset="-127"/>
                <a:ea typeface="-윤체M" panose="020B0604020202020204" charset="-127"/>
              </a:defRPr>
            </a:lvl4pPr>
            <a:lvl5pPr marL="2057400" indent="-228600" latinLnBrk="1">
              <a:spcBef>
                <a:spcPct val="20000"/>
              </a:spcBef>
              <a:buChar char="•"/>
              <a:defRPr kumimoji="1" sz="1400">
                <a:solidFill>
                  <a:schemeClr val="tx1"/>
                </a:solidFill>
                <a:latin typeface="-윤체M" panose="020B0604020202020204" charset="-127"/>
                <a:ea typeface="-윤체M" panose="020B0604020202020204"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9pPr>
          </a:lstStyle>
          <a:p>
            <a:pPr>
              <a:spcBef>
                <a:spcPct val="0"/>
              </a:spcBef>
              <a:buFontTx/>
              <a:buNone/>
            </a:pPr>
            <a:fld id="{7F06D0CF-AD48-48D0-9308-6E74A531BA8A}" type="slidenum">
              <a:rPr lang="zh-CN" altLang="en-US" sz="1400" smtClean="0">
                <a:latin typeface="Gulim" panose="020B0604020202020204" charset="-127"/>
                <a:ea typeface="Gulim" panose="020B0604020202020204" charset="-127"/>
              </a:rPr>
              <a:pPr>
                <a:spcBef>
                  <a:spcPct val="0"/>
                </a:spcBef>
                <a:buFontTx/>
                <a:buNone/>
              </a:pPr>
              <a:t>104</a:t>
            </a:fld>
            <a:endParaRPr lang="en-US" altLang="zh-CN" sz="1400" smtClean="0">
              <a:latin typeface="Gulim" panose="020B0604020202020204" charset="-127"/>
              <a:ea typeface="Gulim" panose="020B0604020202020204" charset="-127"/>
            </a:endParaRPr>
          </a:p>
        </p:txBody>
      </p:sp>
      <p:sp>
        <p:nvSpPr>
          <p:cNvPr id="229378" name="Rectangle 2"/>
          <p:cNvSpPr>
            <a:spLocks noGrp="1" noChangeArrowheads="1"/>
          </p:cNvSpPr>
          <p:nvPr>
            <p:ph type="title"/>
          </p:nvPr>
        </p:nvSpPr>
        <p:spPr>
          <a:xfrm>
            <a:off x="685800" y="476250"/>
            <a:ext cx="7772400" cy="792163"/>
          </a:xfrm>
        </p:spPr>
        <p:txBody>
          <a:bodyPr/>
          <a:lstStyle/>
          <a:p>
            <a:pPr algn="ctr" eaLnBrk="1" hangingPunct="1">
              <a:defRPr/>
            </a:pPr>
            <a:r>
              <a:rPr lang="zh-CN" altLang="en-US" sz="3200" b="1" dirty="0">
                <a:solidFill>
                  <a:schemeClr val="tx1"/>
                </a:solidFill>
                <a:latin typeface="微软雅黑" panose="020B0503020204020204" pitchFamily="34" charset="-122"/>
                <a:ea typeface="微软雅黑" panose="020B0503020204020204" pitchFamily="34" charset="-122"/>
              </a:rPr>
              <a:t>后验概率递</a:t>
            </a:r>
            <a:r>
              <a:rPr lang="zh-CN" altLang="en-US" sz="3200" b="1" dirty="0">
                <a:solidFill>
                  <a:schemeClr val="tx1"/>
                </a:solidFill>
                <a:latin typeface="微软雅黑" panose="020B0503020204020204" pitchFamily="34" charset="-122"/>
                <a:ea typeface="微软雅黑" panose="020B0503020204020204" pitchFamily="34" charset="-122"/>
              </a:rPr>
              <a:t>推公式</a:t>
            </a:r>
            <a:endParaRPr lang="en-US" altLang="zh-CN" sz="3200" b="1" dirty="0">
              <a:solidFill>
                <a:schemeClr val="tx1"/>
              </a:solidFill>
              <a:latin typeface="微软雅黑" panose="020B0503020204020204" pitchFamily="34" charset="-122"/>
              <a:ea typeface="微软雅黑" panose="020B0503020204020204" pitchFamily="34" charset="-122"/>
            </a:endParaRPr>
          </a:p>
        </p:txBody>
      </p:sp>
      <p:sp>
        <p:nvSpPr>
          <p:cNvPr id="229379" name="Rectangle 3"/>
          <p:cNvSpPr>
            <a:spLocks noGrp="1" noChangeArrowheads="1"/>
          </p:cNvSpPr>
          <p:nvPr>
            <p:ph type="body" sz="half" idx="1"/>
          </p:nvPr>
        </p:nvSpPr>
        <p:spPr>
          <a:xfrm>
            <a:off x="714375" y="1392238"/>
            <a:ext cx="7905750" cy="4967287"/>
          </a:xfrm>
        </p:spPr>
        <p:txBody>
          <a:bodyPr/>
          <a:lstStyle/>
          <a:p>
            <a:pPr algn="just" eaLnBrk="1" hangingPunct="1">
              <a:lnSpc>
                <a:spcPct val="120000"/>
              </a:lnSpc>
              <a:spcBef>
                <a:spcPts val="600"/>
              </a:spcBef>
            </a:pPr>
            <a:r>
              <a:rPr lang="zh-CN" altLang="en-US" sz="2400" smtClean="0">
                <a:latin typeface="微软雅黑" panose="020B0503020204020204" pitchFamily="34" charset="-122"/>
                <a:ea typeface="微软雅黑" panose="020B0503020204020204" pitchFamily="34" charset="-122"/>
              </a:rPr>
              <a:t>当有</a:t>
            </a:r>
            <a:r>
              <a:rPr lang="en-US" altLang="zh-CN" sz="2400" smtClean="0">
                <a:latin typeface="微软雅黑" panose="020B0503020204020204" pitchFamily="34" charset="-122"/>
                <a:ea typeface="微软雅黑" panose="020B0503020204020204" pitchFamily="34" charset="-122"/>
              </a:rPr>
              <a:t>n</a:t>
            </a:r>
            <a:r>
              <a:rPr lang="zh-CN" altLang="en-US" sz="2400" smtClean="0">
                <a:latin typeface="微软雅黑" panose="020B0503020204020204" pitchFamily="34" charset="-122"/>
                <a:ea typeface="微软雅黑" panose="020B0503020204020204" pitchFamily="34" charset="-122"/>
              </a:rPr>
              <a:t>个互相独立的证据，则有公式</a:t>
            </a:r>
          </a:p>
          <a:p>
            <a:pPr lvl="2" algn="just" eaLnBrk="1" hangingPunct="1">
              <a:lnSpc>
                <a:spcPct val="120000"/>
              </a:lnSpc>
              <a:spcBef>
                <a:spcPts val="600"/>
              </a:spcBef>
              <a:buFontTx/>
              <a:buNone/>
            </a:pPr>
            <a:r>
              <a:rPr lang="zh-CN" altLang="en-US" sz="2400" smtClean="0">
                <a:latin typeface="微软雅黑" panose="020B0503020204020204" pitchFamily="34" charset="-122"/>
                <a:ea typeface="微软雅黑" panose="020B0503020204020204" pitchFamily="34" charset="-122"/>
              </a:rPr>
              <a:t>							</a:t>
            </a:r>
          </a:p>
          <a:p>
            <a:pPr lvl="2" algn="just" eaLnBrk="1" hangingPunct="1">
              <a:lnSpc>
                <a:spcPct val="120000"/>
              </a:lnSpc>
              <a:spcBef>
                <a:spcPts val="600"/>
              </a:spcBef>
              <a:buFontTx/>
              <a:buNone/>
            </a:pPr>
            <a:r>
              <a:rPr lang="zh-CN" altLang="en-US" sz="2400" smtClean="0">
                <a:latin typeface="微软雅黑" panose="020B0503020204020204" pitchFamily="34" charset="-122"/>
                <a:ea typeface="微软雅黑" panose="020B0503020204020204" pitchFamily="34" charset="-122"/>
              </a:rPr>
              <a:t>							</a:t>
            </a:r>
            <a:endParaRPr lang="en-US" altLang="zh-CN" sz="2400" smtClean="0">
              <a:latin typeface="微软雅黑" panose="020B0503020204020204" pitchFamily="34" charset="-122"/>
              <a:ea typeface="微软雅黑" panose="020B0503020204020204" pitchFamily="34" charset="-122"/>
            </a:endParaRPr>
          </a:p>
          <a:p>
            <a:pPr algn="just" eaLnBrk="1" hangingPunct="1">
              <a:lnSpc>
                <a:spcPct val="120000"/>
              </a:lnSpc>
              <a:spcBef>
                <a:spcPts val="600"/>
              </a:spcBef>
              <a:buFontTx/>
              <a:buNone/>
            </a:pPr>
            <a:endParaRPr lang="en-US" altLang="zh-CN" sz="2400" smtClean="0">
              <a:latin typeface="微软雅黑" panose="020B0503020204020204" pitchFamily="34" charset="-122"/>
              <a:ea typeface="微软雅黑" panose="020B0503020204020204" pitchFamily="34" charset="-122"/>
            </a:endParaRPr>
          </a:p>
          <a:p>
            <a:pPr algn="just" eaLnBrk="1" hangingPunct="1">
              <a:lnSpc>
                <a:spcPct val="120000"/>
              </a:lnSpc>
              <a:spcBef>
                <a:spcPts val="600"/>
              </a:spcBef>
            </a:pPr>
            <a:r>
              <a:rPr kumimoji="0" lang="zh-CN" altLang="en-US" sz="2400" smtClean="0">
                <a:latin typeface="微软雅黑" panose="020B0503020204020204" pitchFamily="34" charset="-122"/>
                <a:ea typeface="微软雅黑" panose="020B0503020204020204" pitchFamily="34" charset="-122"/>
              </a:rPr>
              <a:t>上式</a:t>
            </a:r>
            <a:r>
              <a:rPr lang="zh-CN" altLang="en-US" sz="2400" smtClean="0">
                <a:latin typeface="微软雅黑" panose="020B0503020204020204" pitchFamily="34" charset="-122"/>
                <a:ea typeface="微软雅黑" panose="020B0503020204020204" pitchFamily="34" charset="-122"/>
              </a:rPr>
              <a:t>可以写成递推公式形式：</a:t>
            </a:r>
          </a:p>
          <a:p>
            <a:pPr algn="just" eaLnBrk="1" hangingPunct="1">
              <a:lnSpc>
                <a:spcPct val="120000"/>
              </a:lnSpc>
              <a:spcBef>
                <a:spcPts val="600"/>
              </a:spcBef>
              <a:buFontTx/>
              <a:buNone/>
            </a:pPr>
            <a:endParaRPr lang="zh-CN" altLang="en-US" sz="2400" smtClean="0">
              <a:latin typeface="微软雅黑" panose="020B0503020204020204" pitchFamily="34" charset="-122"/>
              <a:ea typeface="微软雅黑" panose="020B0503020204020204" pitchFamily="34" charset="-122"/>
            </a:endParaRPr>
          </a:p>
          <a:p>
            <a:pPr algn="just" eaLnBrk="1" hangingPunct="1">
              <a:lnSpc>
                <a:spcPct val="120000"/>
              </a:lnSpc>
              <a:spcBef>
                <a:spcPts val="600"/>
              </a:spcBef>
              <a:buFontTx/>
              <a:buNone/>
            </a:pPr>
            <a:r>
              <a:rPr lang="zh-CN" altLang="en-US" sz="2400" smtClean="0">
                <a:latin typeface="微软雅黑" panose="020B0503020204020204" pitchFamily="34" charset="-122"/>
                <a:ea typeface="微软雅黑" panose="020B0503020204020204" pitchFamily="34" charset="-122"/>
              </a:rPr>
              <a:t>								</a:t>
            </a:r>
            <a:endParaRPr lang="en-US" altLang="zh-CN" sz="2400" smtClean="0">
              <a:latin typeface="微软雅黑" panose="020B0503020204020204" pitchFamily="34" charset="-122"/>
              <a:ea typeface="微软雅黑" panose="020B0503020204020204" pitchFamily="34" charset="-122"/>
            </a:endParaRPr>
          </a:p>
          <a:p>
            <a:pPr algn="just" eaLnBrk="1" hangingPunct="1">
              <a:lnSpc>
                <a:spcPct val="120000"/>
              </a:lnSpc>
              <a:spcBef>
                <a:spcPts val="600"/>
              </a:spcBef>
            </a:pPr>
            <a:r>
              <a:rPr lang="zh-CN" altLang="en-US" sz="2400" smtClean="0">
                <a:latin typeface="微软雅黑" panose="020B0503020204020204" pitchFamily="34" charset="-122"/>
                <a:ea typeface="微软雅黑" panose="020B0503020204020204" pitchFamily="34" charset="-122"/>
              </a:rPr>
              <a:t>上式说明：随着新证据的不断获得，从证据少时的后验概率推出证据多时的后验概率，且每一步都是把上一步的后验概率视为新证据到来时的先验概率</a:t>
            </a:r>
          </a:p>
        </p:txBody>
      </p:sp>
      <p:graphicFrame>
        <p:nvGraphicFramePr>
          <p:cNvPr id="229384" name="Object 8"/>
          <p:cNvGraphicFramePr>
            <a:graphicFrameLocks noGrp="1" noChangeAspect="1"/>
          </p:cNvGraphicFramePr>
          <p:nvPr>
            <p:ph sz="quarter" idx="3"/>
          </p:nvPr>
        </p:nvGraphicFramePr>
        <p:xfrm>
          <a:off x="1258888" y="3876675"/>
          <a:ext cx="6769100" cy="766763"/>
        </p:xfrm>
        <a:graphic>
          <a:graphicData uri="http://schemas.openxmlformats.org/presentationml/2006/ole">
            <mc:AlternateContent xmlns:mc="http://schemas.openxmlformats.org/markup-compatibility/2006">
              <mc:Choice xmlns:v="urn:schemas-microsoft-com:vml" Requires="v">
                <p:oleObj spid="_x0000_s23602" name="公式" r:id="rId4" imgW="3514813" imgH="238260" progId="Equation.3">
                  <p:embed/>
                </p:oleObj>
              </mc:Choice>
              <mc:Fallback>
                <p:oleObj name="公式" r:id="rId4" imgW="3514813" imgH="23826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58888" y="3876675"/>
                        <a:ext cx="6769100" cy="766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 name="Object 6"/>
          <p:cNvGraphicFramePr>
            <a:graphicFrameLocks noGrp="1" noChangeAspect="1"/>
          </p:cNvGraphicFramePr>
          <p:nvPr>
            <p:ph sz="quarter" idx="2"/>
          </p:nvPr>
        </p:nvGraphicFramePr>
        <p:xfrm>
          <a:off x="2124075" y="1844675"/>
          <a:ext cx="4883150" cy="1574800"/>
        </p:xfrm>
        <a:graphic>
          <a:graphicData uri="http://schemas.openxmlformats.org/presentationml/2006/ole">
            <mc:AlternateContent xmlns:mc="http://schemas.openxmlformats.org/markup-compatibility/2006">
              <mc:Choice xmlns:v="urn:schemas-microsoft-com:vml" Requires="v">
                <p:oleObj spid="_x0000_s23603" name="公式" r:id="rId6" imgW="2619404" imgH="809686" progId="Equation.3">
                  <p:embed/>
                </p:oleObj>
              </mc:Choice>
              <mc:Fallback>
                <p:oleObj name="公式" r:id="rId6" imgW="2619404" imgH="809686"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24075" y="1844675"/>
                        <a:ext cx="4883150" cy="157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10" name="Object 8"/>
          <p:cNvGraphicFramePr>
            <a:graphicFrameLocks noChangeAspect="1"/>
          </p:cNvGraphicFramePr>
          <p:nvPr/>
        </p:nvGraphicFramePr>
        <p:xfrm>
          <a:off x="1104900" y="3960813"/>
          <a:ext cx="7616825" cy="863600"/>
        </p:xfrm>
        <a:graphic>
          <a:graphicData uri="http://schemas.openxmlformats.org/presentationml/2006/ole">
            <mc:AlternateContent xmlns:mc="http://schemas.openxmlformats.org/markup-compatibility/2006">
              <mc:Choice xmlns:v="urn:schemas-microsoft-com:vml" Requires="v">
                <p:oleObj spid="_x0000_s23604" name="公式" r:id="rId8" imgW="3638609" imgH="362036" progId="Equation.3">
                  <p:embed/>
                </p:oleObj>
              </mc:Choice>
              <mc:Fallback>
                <p:oleObj name="公式" r:id="rId8" imgW="3638609" imgH="362036"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04900" y="3960813"/>
                        <a:ext cx="7616825"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76217454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29379">
                                            <p:txEl>
                                              <p:pRg st="0" end="0"/>
                                            </p:txEl>
                                          </p:spTgt>
                                        </p:tgtEl>
                                        <p:attrNameLst>
                                          <p:attrName>style.visibility</p:attrName>
                                        </p:attrNameLst>
                                      </p:cBhvr>
                                      <p:to>
                                        <p:strVal val="visible"/>
                                      </p:to>
                                    </p:set>
                                    <p:animEffect transition="in" filter="blinds(horizontal)">
                                      <p:cBhvr>
                                        <p:cTn id="7" dur="500"/>
                                        <p:tgtEl>
                                          <p:spTgt spid="22937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29379">
                                            <p:txEl>
                                              <p:pRg st="4" end="4"/>
                                            </p:txEl>
                                          </p:spTgt>
                                        </p:tgtEl>
                                        <p:attrNameLst>
                                          <p:attrName>style.visibility</p:attrName>
                                        </p:attrNameLst>
                                      </p:cBhvr>
                                      <p:to>
                                        <p:strVal val="visible"/>
                                      </p:to>
                                    </p:set>
                                    <p:animEffect transition="in" filter="blinds(horizontal)">
                                      <p:cBhvr>
                                        <p:cTn id="17" dur="500"/>
                                        <p:tgtEl>
                                          <p:spTgt spid="229379">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29384"/>
                                        </p:tgtEl>
                                        <p:attrNameLst>
                                          <p:attrName>style.visibility</p:attrName>
                                        </p:attrNameLst>
                                      </p:cBhvr>
                                      <p:to>
                                        <p:strVal val="visible"/>
                                      </p:to>
                                    </p:set>
                                    <p:animEffect transition="in" filter="blinds(horizontal)">
                                      <p:cBhvr>
                                        <p:cTn id="22" dur="500"/>
                                        <p:tgtEl>
                                          <p:spTgt spid="229384"/>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blinds(horizontal)">
                                      <p:cBhvr>
                                        <p:cTn id="27" dur="500"/>
                                        <p:tgtEl>
                                          <p:spTgt spid="1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29379">
                                            <p:txEl>
                                              <p:pRg st="7" end="7"/>
                                            </p:txEl>
                                          </p:spTgt>
                                        </p:tgtEl>
                                        <p:attrNameLst>
                                          <p:attrName>style.visibility</p:attrName>
                                        </p:attrNameLst>
                                      </p:cBhvr>
                                      <p:to>
                                        <p:strVal val="visible"/>
                                      </p:to>
                                    </p:set>
                                    <p:animEffect transition="in" filter="blinds(horizontal)">
                                      <p:cBhvr>
                                        <p:cTn id="32" dur="500"/>
                                        <p:tgtEl>
                                          <p:spTgt spid="22937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9379" grpId="0" uiExpand="1" build="p"/>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灯片编号占位符 5"/>
          <p:cNvSpPr>
            <a:spLocks noGrp="1"/>
          </p:cNvSpPr>
          <p:nvPr>
            <p:ph type="sldNum" sz="quarter" idx="10"/>
          </p:nvPr>
        </p:nvSpPr>
        <p:spPr>
          <a:noFill/>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127"/>
                <a:ea typeface="-윤체M" panose="020B0604020202020204" charset="-127"/>
              </a:defRPr>
            </a:lvl2pPr>
            <a:lvl3pPr marL="1143000" indent="-228600" latinLnBrk="1">
              <a:spcBef>
                <a:spcPct val="20000"/>
              </a:spcBef>
              <a:buChar char="•"/>
              <a:defRPr kumimoji="1">
                <a:solidFill>
                  <a:schemeClr val="tx1"/>
                </a:solidFill>
                <a:latin typeface="-윤체M" panose="020B0604020202020204" charset="-127"/>
                <a:ea typeface="-윤체M" panose="020B0604020202020204" charset="-127"/>
              </a:defRPr>
            </a:lvl3pPr>
            <a:lvl4pPr marL="1600200" indent="-228600" latinLnBrk="1">
              <a:spcBef>
                <a:spcPct val="20000"/>
              </a:spcBef>
              <a:buChar char="•"/>
              <a:defRPr kumimoji="1" sz="1600">
                <a:solidFill>
                  <a:schemeClr val="tx1"/>
                </a:solidFill>
                <a:latin typeface="-윤체M" panose="020B0604020202020204" charset="-127"/>
                <a:ea typeface="-윤체M" panose="020B0604020202020204" charset="-127"/>
              </a:defRPr>
            </a:lvl4pPr>
            <a:lvl5pPr marL="2057400" indent="-228600" latinLnBrk="1">
              <a:spcBef>
                <a:spcPct val="20000"/>
              </a:spcBef>
              <a:buChar char="•"/>
              <a:defRPr kumimoji="1" sz="1400">
                <a:solidFill>
                  <a:schemeClr val="tx1"/>
                </a:solidFill>
                <a:latin typeface="-윤체M" panose="020B0604020202020204" charset="-127"/>
                <a:ea typeface="-윤체M" panose="020B0604020202020204"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9pPr>
          </a:lstStyle>
          <a:p>
            <a:pPr>
              <a:spcBef>
                <a:spcPct val="0"/>
              </a:spcBef>
              <a:buFontTx/>
              <a:buNone/>
            </a:pPr>
            <a:fld id="{302FB9BA-34F7-4AAA-B754-527F38D6C119}" type="slidenum">
              <a:rPr lang="zh-CN" altLang="en-US" sz="1400" smtClean="0">
                <a:latin typeface="Gulim" panose="020B0604020202020204" charset="-127"/>
                <a:ea typeface="Gulim" panose="020B0604020202020204" charset="-127"/>
              </a:rPr>
              <a:pPr>
                <a:spcBef>
                  <a:spcPct val="0"/>
                </a:spcBef>
                <a:buFontTx/>
                <a:buNone/>
              </a:pPr>
              <a:t>105</a:t>
            </a:fld>
            <a:endParaRPr lang="en-US" altLang="zh-CN" sz="1400" smtClean="0">
              <a:latin typeface="Gulim" panose="020B0604020202020204" charset="-127"/>
              <a:ea typeface="Gulim" panose="020B0604020202020204" charset="-127"/>
            </a:endParaRPr>
          </a:p>
        </p:txBody>
      </p:sp>
      <p:sp>
        <p:nvSpPr>
          <p:cNvPr id="229378" name="Rectangle 2"/>
          <p:cNvSpPr>
            <a:spLocks noGrp="1" noChangeArrowheads="1"/>
          </p:cNvSpPr>
          <p:nvPr>
            <p:ph type="title"/>
          </p:nvPr>
        </p:nvSpPr>
        <p:spPr>
          <a:xfrm>
            <a:off x="685800" y="476250"/>
            <a:ext cx="7772400" cy="792163"/>
          </a:xfrm>
        </p:spPr>
        <p:txBody>
          <a:bodyPr/>
          <a:lstStyle/>
          <a:p>
            <a:pPr algn="ctr" eaLnBrk="1" hangingPunct="1">
              <a:defRPr/>
            </a:pPr>
            <a:r>
              <a:rPr lang="zh-CN" altLang="en-US" sz="3200" b="1" dirty="0">
                <a:solidFill>
                  <a:schemeClr val="tx1"/>
                </a:solidFill>
                <a:latin typeface="微软雅黑" panose="020B0503020204020204" pitchFamily="34" charset="-122"/>
                <a:ea typeface="微软雅黑" panose="020B0503020204020204" pitchFamily="34" charset="-122"/>
              </a:rPr>
              <a:t>总结</a:t>
            </a:r>
            <a:endParaRPr lang="en-US" altLang="zh-CN" sz="3200" b="1" dirty="0">
              <a:solidFill>
                <a:schemeClr val="tx1"/>
              </a:solidFill>
              <a:latin typeface="微软雅黑" panose="020B0503020204020204" pitchFamily="34" charset="-122"/>
              <a:ea typeface="微软雅黑" panose="020B0503020204020204" pitchFamily="34" charset="-122"/>
            </a:endParaRPr>
          </a:p>
        </p:txBody>
      </p:sp>
      <p:sp>
        <p:nvSpPr>
          <p:cNvPr id="229379" name="Rectangle 3"/>
          <p:cNvSpPr>
            <a:spLocks noGrp="1" noChangeArrowheads="1"/>
          </p:cNvSpPr>
          <p:nvPr>
            <p:ph type="body" sz="half" idx="1"/>
          </p:nvPr>
        </p:nvSpPr>
        <p:spPr>
          <a:xfrm>
            <a:off x="685800" y="1412875"/>
            <a:ext cx="8134350" cy="4967288"/>
          </a:xfrm>
        </p:spPr>
        <p:txBody>
          <a:bodyPr/>
          <a:lstStyle/>
          <a:p>
            <a:pPr algn="just" eaLnBrk="1" hangingPunct="1">
              <a:lnSpc>
                <a:spcPct val="120000"/>
              </a:lnSpc>
            </a:pPr>
            <a:r>
              <a:rPr lang="zh-CN" altLang="en-US" sz="2400" b="1" dirty="0" smtClean="0">
                <a:solidFill>
                  <a:srgbClr val="C00000"/>
                </a:solidFill>
                <a:latin typeface="微软雅黑" panose="020B0503020204020204" pitchFamily="34" charset="-122"/>
                <a:ea typeface="微软雅黑" panose="020B0503020204020204" pitchFamily="34" charset="-122"/>
              </a:rPr>
              <a:t>概率方法</a:t>
            </a:r>
            <a:r>
              <a:rPr lang="zh-CN" altLang="en-US" sz="2400" dirty="0" smtClean="0">
                <a:latin typeface="微软雅黑" panose="020B0503020204020204" pitchFamily="34" charset="-122"/>
                <a:ea typeface="微软雅黑" panose="020B0503020204020204" pitchFamily="34" charset="-122"/>
              </a:rPr>
              <a:t>：一个模型中的参数（概率值）是“固定”的，而数据是在分布中随机采样的。</a:t>
            </a:r>
            <a:endParaRPr lang="en-US" altLang="zh-CN" sz="2400" dirty="0" smtClean="0">
              <a:latin typeface="微软雅黑" panose="020B0503020204020204" pitchFamily="34" charset="-122"/>
              <a:ea typeface="微软雅黑" panose="020B0503020204020204" pitchFamily="34" charset="-122"/>
            </a:endParaRPr>
          </a:p>
          <a:p>
            <a:pPr algn="just" eaLnBrk="1" hangingPunct="1">
              <a:lnSpc>
                <a:spcPct val="120000"/>
              </a:lnSpc>
            </a:pPr>
            <a:r>
              <a:rPr lang="zh-CN" altLang="en-US" sz="2400" b="1" dirty="0" smtClean="0">
                <a:solidFill>
                  <a:srgbClr val="C00000"/>
                </a:solidFill>
                <a:latin typeface="微软雅黑" panose="020B0503020204020204" pitchFamily="34" charset="-122"/>
                <a:ea typeface="微软雅黑" panose="020B0503020204020204" pitchFamily="34" charset="-122"/>
              </a:rPr>
              <a:t>贝叶斯方法</a:t>
            </a:r>
            <a:r>
              <a:rPr lang="zh-CN" altLang="en-US" sz="2400" dirty="0" smtClean="0">
                <a:latin typeface="微软雅黑" panose="020B0503020204020204" pitchFamily="34" charset="-122"/>
                <a:ea typeface="微软雅黑" panose="020B0503020204020204" pitchFamily="34" charset="-122"/>
              </a:rPr>
              <a:t>：模型的参数（概率值）非固定值，满足某一分布，而观察到的数据才是“固定”的。</a:t>
            </a:r>
            <a:endParaRPr lang="en-US" altLang="zh-CN" sz="2400" dirty="0" smtClean="0">
              <a:latin typeface="微软雅黑" panose="020B0503020204020204" pitchFamily="34" charset="-122"/>
              <a:ea typeface="微软雅黑" panose="020B0503020204020204" pitchFamily="34" charset="-122"/>
            </a:endParaRPr>
          </a:p>
          <a:p>
            <a:pPr lvl="1" algn="just" eaLnBrk="1" hangingPunct="1">
              <a:lnSpc>
                <a:spcPct val="120000"/>
              </a:lnSpc>
            </a:pPr>
            <a:r>
              <a:rPr lang="zh-CN" altLang="en-US" dirty="0" smtClean="0">
                <a:latin typeface="微软雅黑" panose="020B0503020204020204" pitchFamily="34" charset="-122"/>
                <a:ea typeface="微软雅黑" panose="020B0503020204020204" pitchFamily="34" charset="-122"/>
              </a:rPr>
              <a:t>需要根据先验概率（主观置信度），结合数据，来不断调整模型参数（后验概率），例如</a:t>
            </a:r>
            <a:endParaRPr lang="en-US" altLang="zh-CN" dirty="0" smtClean="0">
              <a:latin typeface="微软雅黑" panose="020B0503020204020204" pitchFamily="34" charset="-122"/>
              <a:ea typeface="微软雅黑" panose="020B0503020204020204" pitchFamily="34" charset="-122"/>
            </a:endParaRPr>
          </a:p>
          <a:p>
            <a:pPr lvl="1" algn="just" eaLnBrk="1" hangingPunct="1">
              <a:lnSpc>
                <a:spcPct val="120000"/>
              </a:lnSpc>
            </a:pPr>
            <a:endParaRPr lang="zh-CN" altLang="en-US" sz="1200" dirty="0" smtClean="0">
              <a:latin typeface="微软雅黑" panose="020B0503020204020204" pitchFamily="34" charset="-122"/>
              <a:ea typeface="微软雅黑" panose="020B0503020204020204" pitchFamily="34" charset="-122"/>
            </a:endParaRPr>
          </a:p>
        </p:txBody>
      </p:sp>
      <p:sp>
        <p:nvSpPr>
          <p:cNvPr id="63494" name="矩形 3"/>
          <p:cNvSpPr>
            <a:spLocks noChangeArrowheads="1"/>
          </p:cNvSpPr>
          <p:nvPr/>
        </p:nvSpPr>
        <p:spPr bwMode="auto">
          <a:xfrm>
            <a:off x="973138" y="5078413"/>
            <a:ext cx="7559675"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127"/>
                <a:ea typeface="-윤체M" panose="020B0604020202020204" charset="-127"/>
              </a:defRPr>
            </a:lvl2pPr>
            <a:lvl3pPr marL="1143000" indent="-228600" latinLnBrk="1">
              <a:spcBef>
                <a:spcPct val="20000"/>
              </a:spcBef>
              <a:buChar char="•"/>
              <a:defRPr kumimoji="1">
                <a:solidFill>
                  <a:schemeClr val="tx1"/>
                </a:solidFill>
                <a:latin typeface="-윤체M" panose="020B0604020202020204" charset="-127"/>
                <a:ea typeface="-윤체M" panose="020B0604020202020204" charset="-127"/>
              </a:defRPr>
            </a:lvl3pPr>
            <a:lvl4pPr marL="1600200" indent="-228600" latinLnBrk="1">
              <a:spcBef>
                <a:spcPct val="20000"/>
              </a:spcBef>
              <a:buChar char="•"/>
              <a:defRPr kumimoji="1" sz="1600">
                <a:solidFill>
                  <a:schemeClr val="tx1"/>
                </a:solidFill>
                <a:latin typeface="-윤체M" panose="020B0604020202020204" charset="-127"/>
                <a:ea typeface="-윤체M" panose="020B0604020202020204" charset="-127"/>
              </a:defRPr>
            </a:lvl4pPr>
            <a:lvl5pPr marL="2057400" indent="-228600" latinLnBrk="1">
              <a:spcBef>
                <a:spcPct val="20000"/>
              </a:spcBef>
              <a:buChar char="•"/>
              <a:defRPr kumimoji="1" sz="1400">
                <a:solidFill>
                  <a:schemeClr val="tx1"/>
                </a:solidFill>
                <a:latin typeface="-윤체M" panose="020B0604020202020204" charset="-127"/>
                <a:ea typeface="-윤체M" panose="020B0604020202020204"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9pPr>
          </a:lstStyle>
          <a:p>
            <a:pPr latinLnBrk="0">
              <a:spcBef>
                <a:spcPct val="0"/>
              </a:spcBef>
              <a:buFontTx/>
              <a:buNone/>
            </a:pPr>
            <a:r>
              <a:rPr lang="zh-CN" altLang="en-US" sz="2400" dirty="0">
                <a:latin typeface="微软雅黑" panose="020B0503020204020204" pitchFamily="34" charset="-122"/>
                <a:ea typeface="微软雅黑" panose="020B0503020204020204" pitchFamily="34" charset="-122"/>
              </a:rPr>
              <a:t>贝叶斯方法更符合自然规律，可解释一些概率悖论，例如三门问题</a:t>
            </a:r>
          </a:p>
        </p:txBody>
      </p:sp>
      <p:graphicFrame>
        <p:nvGraphicFramePr>
          <p:cNvPr id="9" name="Object 6"/>
          <p:cNvGraphicFramePr>
            <a:graphicFrameLocks noGrp="1" noChangeAspect="1"/>
          </p:cNvGraphicFramePr>
          <p:nvPr>
            <p:ph sz="half" idx="2"/>
          </p:nvPr>
        </p:nvGraphicFramePr>
        <p:xfrm>
          <a:off x="2700338" y="4171950"/>
          <a:ext cx="3203575" cy="762000"/>
        </p:xfrm>
        <a:graphic>
          <a:graphicData uri="http://schemas.openxmlformats.org/presentationml/2006/ole">
            <mc:AlternateContent xmlns:mc="http://schemas.openxmlformats.org/markup-compatibility/2006">
              <mc:Choice xmlns:v="urn:schemas-microsoft-com:vml" Requires="v">
                <p:oleObj spid="_x0000_s24594" name="公式" r:id="rId4" imgW="1705004" imgH="362036" progId="Equation.3">
                  <p:embed/>
                </p:oleObj>
              </mc:Choice>
              <mc:Fallback>
                <p:oleObj name="公式" r:id="rId4" imgW="1705004" imgH="362036"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00338" y="4171950"/>
                        <a:ext cx="3203575" cy="76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00763300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29379">
                                            <p:txEl>
                                              <p:pRg st="0" end="0"/>
                                            </p:txEl>
                                          </p:spTgt>
                                        </p:tgtEl>
                                        <p:attrNameLst>
                                          <p:attrName>style.visibility</p:attrName>
                                        </p:attrNameLst>
                                      </p:cBhvr>
                                      <p:to>
                                        <p:strVal val="visible"/>
                                      </p:to>
                                    </p:set>
                                    <p:animEffect transition="in" filter="blinds(horizontal)">
                                      <p:cBhvr>
                                        <p:cTn id="7" dur="500"/>
                                        <p:tgtEl>
                                          <p:spTgt spid="22937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29379">
                                            <p:txEl>
                                              <p:pRg st="1" end="1"/>
                                            </p:txEl>
                                          </p:spTgt>
                                        </p:tgtEl>
                                        <p:attrNameLst>
                                          <p:attrName>style.visibility</p:attrName>
                                        </p:attrNameLst>
                                      </p:cBhvr>
                                      <p:to>
                                        <p:strVal val="visible"/>
                                      </p:to>
                                    </p:set>
                                    <p:animEffect transition="in" filter="blinds(horizontal)">
                                      <p:cBhvr>
                                        <p:cTn id="12" dur="500"/>
                                        <p:tgtEl>
                                          <p:spTgt spid="229379">
                                            <p:txEl>
                                              <p:pRg st="1" end="1"/>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229379">
                                            <p:txEl>
                                              <p:pRg st="2" end="2"/>
                                            </p:txEl>
                                          </p:spTgt>
                                        </p:tgtEl>
                                        <p:attrNameLst>
                                          <p:attrName>style.visibility</p:attrName>
                                        </p:attrNameLst>
                                      </p:cBhvr>
                                      <p:to>
                                        <p:strVal val="visible"/>
                                      </p:to>
                                    </p:set>
                                    <p:animEffect transition="in" filter="blinds(horizontal)">
                                      <p:cBhvr>
                                        <p:cTn id="15" dur="500"/>
                                        <p:tgtEl>
                                          <p:spTgt spid="229379">
                                            <p:txEl>
                                              <p:pRg st="2" end="2"/>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blinds(horizontal)">
                                      <p:cBhvr>
                                        <p:cTn id="20" dur="5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34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9379" grpId="0" build="p"/>
      <p:bldP spid="63494" grpId="0"/>
    </p:bldLst>
  </p:timing>
</p:sld>
</file>

<file path=ppt/slides/slide10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9378" name="Rectangle 2"/>
          <p:cNvSpPr>
            <a:spLocks noGrp="1" noChangeArrowheads="1"/>
          </p:cNvSpPr>
          <p:nvPr>
            <p:ph type="title"/>
          </p:nvPr>
        </p:nvSpPr>
        <p:spPr>
          <a:xfrm>
            <a:off x="2700338" y="53975"/>
            <a:ext cx="5397500" cy="792163"/>
          </a:xfrm>
        </p:spPr>
        <p:txBody>
          <a:bodyPr/>
          <a:lstStyle/>
          <a:p>
            <a:pPr algn="ctr" eaLnBrk="1" hangingPunct="1">
              <a:defRPr/>
            </a:pPr>
            <a:r>
              <a:rPr lang="zh-CN" altLang="en-US" sz="3200" b="1" dirty="0">
                <a:solidFill>
                  <a:schemeClr val="tx1"/>
                </a:solidFill>
                <a:latin typeface="微软雅黑" panose="020B0503020204020204" pitchFamily="34" charset="-122"/>
                <a:ea typeface="微软雅黑" panose="020B0503020204020204" pitchFamily="34" charset="-122"/>
              </a:rPr>
              <a:t>三门</a:t>
            </a:r>
            <a:r>
              <a:rPr lang="zh-CN" altLang="en-US" sz="3200" b="1" dirty="0">
                <a:solidFill>
                  <a:schemeClr val="tx1"/>
                </a:solidFill>
                <a:latin typeface="微软雅黑" panose="020B0503020204020204" pitchFamily="34" charset="-122"/>
                <a:ea typeface="微软雅黑" panose="020B0503020204020204" pitchFamily="34" charset="-122"/>
              </a:rPr>
              <a:t>问题</a:t>
            </a:r>
            <a:endParaRPr lang="en-US" altLang="zh-CN" sz="3200" b="1" dirty="0">
              <a:solidFill>
                <a:schemeClr val="tx1"/>
              </a:solidFill>
              <a:latin typeface="微软雅黑" panose="020B0503020204020204" pitchFamily="34" charset="-122"/>
              <a:ea typeface="微软雅黑" panose="020B0503020204020204" pitchFamily="34" charset="-122"/>
            </a:endParaRPr>
          </a:p>
        </p:txBody>
      </p:sp>
      <p:sp>
        <p:nvSpPr>
          <p:cNvPr id="229379" name="Rectangle 3"/>
          <p:cNvSpPr>
            <a:spLocks noGrp="1" noChangeArrowheads="1"/>
          </p:cNvSpPr>
          <p:nvPr>
            <p:ph type="body" sz="half" idx="1"/>
          </p:nvPr>
        </p:nvSpPr>
        <p:spPr>
          <a:xfrm>
            <a:off x="34925" y="3382963"/>
            <a:ext cx="9001125" cy="1223962"/>
          </a:xfrm>
        </p:spPr>
        <p:txBody>
          <a:bodyPr/>
          <a:lstStyle/>
          <a:p>
            <a:r>
              <a:rPr lang="en-US" altLang="zh-CN" sz="2000" dirty="0" smtClean="0">
                <a:latin typeface="Times New Roman" panose="02020603050405020304" pitchFamily="18" charset="0"/>
                <a:cs typeface="Times New Roman" panose="02020603050405020304" pitchFamily="18" charset="0"/>
              </a:rPr>
              <a:t>1. </a:t>
            </a:r>
            <a:r>
              <a:rPr lang="zh-CN" altLang="en-US" sz="2000" dirty="0" smtClean="0">
                <a:latin typeface="Times New Roman" panose="02020603050405020304" pitchFamily="18" charset="0"/>
                <a:cs typeface="Times New Roman" panose="02020603050405020304" pitchFamily="18" charset="0"/>
              </a:rPr>
              <a:t>当排除掉</a:t>
            </a:r>
            <a:r>
              <a:rPr lang="en-US" altLang="zh-CN" sz="2000" dirty="0" smtClean="0">
                <a:latin typeface="Times New Roman" panose="02020603050405020304" pitchFamily="18" charset="0"/>
                <a:cs typeface="Times New Roman" panose="02020603050405020304" pitchFamily="18" charset="0"/>
              </a:rPr>
              <a:t>B</a:t>
            </a:r>
            <a:r>
              <a:rPr lang="zh-CN" altLang="en-US" sz="2000" dirty="0" smtClean="0">
                <a:latin typeface="Times New Roman" panose="02020603050405020304" pitchFamily="18" charset="0"/>
                <a:cs typeface="Times New Roman" panose="02020603050405020304" pitchFamily="18" charset="0"/>
              </a:rPr>
              <a:t>门后，剩余的两扇门应该概率各</a:t>
            </a:r>
            <a:r>
              <a:rPr lang="en-US" altLang="zh-CN" sz="2000" dirty="0" smtClean="0">
                <a:latin typeface="Times New Roman" panose="02020603050405020304" pitchFamily="18" charset="0"/>
                <a:cs typeface="Times New Roman" panose="02020603050405020304" pitchFamily="18" charset="0"/>
              </a:rPr>
              <a:t>50%</a:t>
            </a:r>
            <a:r>
              <a:rPr lang="zh-CN" altLang="en-US" sz="2000" dirty="0" smtClean="0">
                <a:latin typeface="Times New Roman" panose="02020603050405020304" pitchFamily="18" charset="0"/>
                <a:cs typeface="Times New Roman" panose="02020603050405020304" pitchFamily="18" charset="0"/>
              </a:rPr>
              <a:t>才对。</a:t>
            </a:r>
            <a:endParaRPr lang="en-US" altLang="zh-CN" sz="2000" dirty="0" smtClean="0">
              <a:latin typeface="Times New Roman" panose="02020603050405020304" pitchFamily="18" charset="0"/>
              <a:cs typeface="Times New Roman" panose="02020603050405020304" pitchFamily="18" charset="0"/>
            </a:endParaRPr>
          </a:p>
          <a:p>
            <a:r>
              <a:rPr lang="en-US" altLang="zh-CN" sz="2000" dirty="0" smtClean="0">
                <a:latin typeface="Times New Roman" panose="02020603050405020304" pitchFamily="18" charset="0"/>
                <a:cs typeface="Times New Roman" panose="02020603050405020304" pitchFamily="18" charset="0"/>
              </a:rPr>
              <a:t>2. </a:t>
            </a:r>
            <a:r>
              <a:rPr lang="zh-CN" altLang="en-US" sz="2000" dirty="0" smtClean="0">
                <a:latin typeface="Times New Roman" panose="02020603050405020304" pitchFamily="18" charset="0"/>
                <a:cs typeface="Times New Roman" panose="02020603050405020304" pitchFamily="18" charset="0"/>
              </a:rPr>
              <a:t>假设有一个人迟到后入场，随机选剩余的</a:t>
            </a:r>
            <a:r>
              <a:rPr lang="en-US" altLang="zh-CN" sz="2000" dirty="0" smtClean="0">
                <a:latin typeface="Times New Roman" panose="02020603050405020304" pitchFamily="18" charset="0"/>
                <a:cs typeface="Times New Roman" panose="02020603050405020304" pitchFamily="18" charset="0"/>
              </a:rPr>
              <a:t>A</a:t>
            </a:r>
            <a:r>
              <a:rPr lang="zh-CN" altLang="en-US" sz="2000" dirty="0" smtClean="0">
                <a:latin typeface="Times New Roman" panose="02020603050405020304" pitchFamily="18" charset="0"/>
                <a:cs typeface="Times New Roman" panose="02020603050405020304" pitchFamily="18" charset="0"/>
              </a:rPr>
              <a:t>或</a:t>
            </a:r>
            <a:r>
              <a:rPr lang="en-US" altLang="zh-CN" sz="2000" dirty="0" smtClean="0">
                <a:latin typeface="Times New Roman" panose="02020603050405020304" pitchFamily="18" charset="0"/>
                <a:cs typeface="Times New Roman" panose="02020603050405020304" pitchFamily="18" charset="0"/>
              </a:rPr>
              <a:t>B</a:t>
            </a:r>
            <a:r>
              <a:rPr lang="zh-CN" altLang="en-US" sz="2000" dirty="0" smtClean="0">
                <a:latin typeface="Times New Roman" panose="02020603050405020304" pitchFamily="18" charset="0"/>
                <a:cs typeface="Times New Roman" panose="02020603050405020304" pitchFamily="18" charset="0"/>
              </a:rPr>
              <a:t>，概率是</a:t>
            </a:r>
            <a:r>
              <a:rPr lang="en-US" altLang="zh-CN" sz="2000" dirty="0" smtClean="0">
                <a:latin typeface="Times New Roman" panose="02020603050405020304" pitchFamily="18" charset="0"/>
                <a:cs typeface="Times New Roman" panose="02020603050405020304" pitchFamily="18" charset="0"/>
              </a:rPr>
              <a:t>1/2</a:t>
            </a:r>
            <a:r>
              <a:rPr lang="zh-CN" altLang="en-US" sz="2000" dirty="0" smtClean="0">
                <a:latin typeface="Times New Roman" panose="02020603050405020304" pitchFamily="18" charset="0"/>
                <a:cs typeface="Times New Roman" panose="02020603050405020304" pitchFamily="18" charset="0"/>
              </a:rPr>
              <a:t>。难道对于参赛者的概率是</a:t>
            </a:r>
            <a:r>
              <a:rPr lang="en-US" altLang="zh-CN" sz="2000" dirty="0" smtClean="0">
                <a:latin typeface="Times New Roman" panose="02020603050405020304" pitchFamily="18" charset="0"/>
                <a:cs typeface="Times New Roman" panose="02020603050405020304" pitchFamily="18" charset="0"/>
              </a:rPr>
              <a:t>1/3</a:t>
            </a:r>
            <a:r>
              <a:rPr lang="zh-CN" altLang="en-US" sz="2000" dirty="0" smtClean="0">
                <a:latin typeface="Times New Roman" panose="02020603050405020304" pitchFamily="18" charset="0"/>
                <a:cs typeface="Times New Roman" panose="02020603050405020304" pitchFamily="18" charset="0"/>
              </a:rPr>
              <a:t>和 </a:t>
            </a:r>
            <a:r>
              <a:rPr lang="en-US" altLang="zh-CN" sz="2000" dirty="0" smtClean="0">
                <a:latin typeface="Times New Roman" panose="02020603050405020304" pitchFamily="18" charset="0"/>
                <a:cs typeface="Times New Roman" panose="02020603050405020304" pitchFamily="18" charset="0"/>
              </a:rPr>
              <a:t>2/3</a:t>
            </a:r>
            <a:r>
              <a:rPr lang="zh-CN" altLang="en-US" sz="2000" dirty="0" smtClean="0">
                <a:latin typeface="Times New Roman" panose="02020603050405020304" pitchFamily="18" charset="0"/>
                <a:cs typeface="Times New Roman" panose="02020603050405020304" pitchFamily="18" charset="0"/>
              </a:rPr>
              <a:t>，对于后者却是</a:t>
            </a:r>
            <a:r>
              <a:rPr lang="en-US" altLang="zh-CN" sz="2000" dirty="0" smtClean="0">
                <a:latin typeface="Times New Roman" panose="02020603050405020304" pitchFamily="18" charset="0"/>
                <a:cs typeface="Times New Roman" panose="02020603050405020304" pitchFamily="18" charset="0"/>
              </a:rPr>
              <a:t>1/2</a:t>
            </a:r>
            <a:r>
              <a:rPr lang="zh-CN" altLang="en-US" sz="2000" dirty="0" smtClean="0">
                <a:latin typeface="Times New Roman" panose="02020603050405020304" pitchFamily="18" charset="0"/>
                <a:cs typeface="Times New Roman" panose="02020603050405020304" pitchFamily="18" charset="0"/>
              </a:rPr>
              <a:t>和</a:t>
            </a:r>
            <a:r>
              <a:rPr lang="en-US" altLang="zh-CN" sz="2000" dirty="0" smtClean="0">
                <a:latin typeface="Times New Roman" panose="02020603050405020304" pitchFamily="18" charset="0"/>
                <a:cs typeface="Times New Roman" panose="02020603050405020304" pitchFamily="18" charset="0"/>
              </a:rPr>
              <a:t>1/2</a:t>
            </a:r>
            <a:r>
              <a:rPr lang="zh-CN" altLang="en-US" sz="2000" dirty="0" smtClean="0">
                <a:latin typeface="Times New Roman" panose="02020603050405020304" pitchFamily="18" charset="0"/>
                <a:cs typeface="Times New Roman" panose="02020603050405020304" pitchFamily="18" charset="0"/>
              </a:rPr>
              <a:t>，这不违背概率的客观性吗？</a:t>
            </a:r>
          </a:p>
          <a:p>
            <a:r>
              <a:rPr lang="en-US" altLang="zh-CN" sz="2000" dirty="0" smtClean="0">
                <a:latin typeface="Times New Roman" panose="02020603050405020304" pitchFamily="18" charset="0"/>
                <a:cs typeface="Times New Roman" panose="02020603050405020304" pitchFamily="18" charset="0"/>
              </a:rPr>
              <a:t>3. </a:t>
            </a:r>
            <a:r>
              <a:rPr lang="zh-CN" altLang="en-US" sz="2000" dirty="0" smtClean="0">
                <a:latin typeface="Times New Roman" panose="02020603050405020304" pitchFamily="18" charset="0"/>
                <a:cs typeface="Times New Roman" panose="02020603050405020304" pitchFamily="18" charset="0"/>
              </a:rPr>
              <a:t>有两个参赛者，一个选</a:t>
            </a:r>
            <a:r>
              <a:rPr lang="en-US" altLang="zh-CN" sz="2000" dirty="0" smtClean="0">
                <a:latin typeface="Times New Roman" panose="02020603050405020304" pitchFamily="18" charset="0"/>
                <a:cs typeface="Times New Roman" panose="02020603050405020304" pitchFamily="18" charset="0"/>
              </a:rPr>
              <a:t>A</a:t>
            </a:r>
            <a:r>
              <a:rPr lang="zh-CN" altLang="en-US" sz="2000" dirty="0" smtClean="0">
                <a:latin typeface="Times New Roman" panose="02020603050405020304" pitchFamily="18" charset="0"/>
                <a:cs typeface="Times New Roman" panose="02020603050405020304" pitchFamily="18" charset="0"/>
              </a:rPr>
              <a:t>，一个选</a:t>
            </a:r>
            <a:r>
              <a:rPr lang="en-US" altLang="zh-CN" sz="2000" dirty="0" smtClean="0">
                <a:latin typeface="Times New Roman" panose="02020603050405020304" pitchFamily="18" charset="0"/>
                <a:cs typeface="Times New Roman" panose="02020603050405020304" pitchFamily="18" charset="0"/>
              </a:rPr>
              <a:t>B</a:t>
            </a:r>
            <a:r>
              <a:rPr lang="zh-CN" altLang="en-US" sz="2000" dirty="0" smtClean="0">
                <a:latin typeface="Times New Roman" panose="02020603050405020304" pitchFamily="18" charset="0"/>
                <a:cs typeface="Times New Roman" panose="02020603050405020304" pitchFamily="18" charset="0"/>
              </a:rPr>
              <a:t>，空门</a:t>
            </a:r>
            <a:r>
              <a:rPr lang="en-US" altLang="zh-CN" sz="2000" dirty="0" smtClean="0">
                <a:latin typeface="Times New Roman" panose="02020603050405020304" pitchFamily="18" charset="0"/>
                <a:cs typeface="Times New Roman" panose="02020603050405020304" pitchFamily="18" charset="0"/>
              </a:rPr>
              <a:t>C</a:t>
            </a:r>
            <a:r>
              <a:rPr lang="zh-CN" altLang="en-US" sz="2000" dirty="0" smtClean="0">
                <a:latin typeface="Times New Roman" panose="02020603050405020304" pitchFamily="18" charset="0"/>
                <a:cs typeface="Times New Roman" panose="02020603050405020304" pitchFamily="18" charset="0"/>
              </a:rPr>
              <a:t>打开。如果更改选择会提升概率，那么到底是</a:t>
            </a:r>
            <a:r>
              <a:rPr lang="en-US" altLang="zh-CN" sz="2000" dirty="0" smtClean="0">
                <a:latin typeface="Times New Roman" panose="02020603050405020304" pitchFamily="18" charset="0"/>
                <a:cs typeface="Times New Roman" panose="02020603050405020304" pitchFamily="18" charset="0"/>
              </a:rPr>
              <a:t>A</a:t>
            </a:r>
            <a:r>
              <a:rPr lang="zh-CN" altLang="en-US" sz="2000" dirty="0" smtClean="0">
                <a:latin typeface="Times New Roman" panose="02020603050405020304" pitchFamily="18" charset="0"/>
                <a:cs typeface="Times New Roman" panose="02020603050405020304" pitchFamily="18" charset="0"/>
              </a:rPr>
              <a:t>更好，还是</a:t>
            </a:r>
            <a:r>
              <a:rPr lang="en-US" altLang="zh-CN" sz="2000" dirty="0" smtClean="0">
                <a:latin typeface="Times New Roman" panose="02020603050405020304" pitchFamily="18" charset="0"/>
                <a:cs typeface="Times New Roman" panose="02020603050405020304" pitchFamily="18" charset="0"/>
              </a:rPr>
              <a:t>C</a:t>
            </a:r>
            <a:r>
              <a:rPr lang="zh-CN" altLang="en-US" sz="2000" dirty="0" smtClean="0">
                <a:latin typeface="Times New Roman" panose="02020603050405020304" pitchFamily="18" charset="0"/>
                <a:cs typeface="Times New Roman" panose="02020603050405020304" pitchFamily="18" charset="0"/>
              </a:rPr>
              <a:t>更好呢？这不自相矛盾吗</a:t>
            </a:r>
          </a:p>
        </p:txBody>
      </p:sp>
      <p:pic>
        <p:nvPicPr>
          <p:cNvPr id="65541" name="Picture 2" descr="https://img1.baidu.com/it/u=2932565556,813118829&amp;fm=253&amp;fmt=auto&amp;app=138&amp;f=JPEG?w=1200&amp;h=50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7163" y="1249363"/>
            <a:ext cx="3676650" cy="153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542" name="矩形 3"/>
          <p:cNvSpPr>
            <a:spLocks noChangeArrowheads="1"/>
          </p:cNvSpPr>
          <p:nvPr/>
        </p:nvSpPr>
        <p:spPr bwMode="auto">
          <a:xfrm>
            <a:off x="3954463" y="877888"/>
            <a:ext cx="4897437" cy="224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127"/>
                <a:ea typeface="-윤체M" panose="020B0604020202020204" charset="-127"/>
              </a:defRPr>
            </a:lvl2pPr>
            <a:lvl3pPr marL="1143000" indent="-228600" latinLnBrk="1">
              <a:spcBef>
                <a:spcPct val="20000"/>
              </a:spcBef>
              <a:buChar char="•"/>
              <a:defRPr kumimoji="1">
                <a:solidFill>
                  <a:schemeClr val="tx1"/>
                </a:solidFill>
                <a:latin typeface="-윤체M" panose="020B0604020202020204" charset="-127"/>
                <a:ea typeface="-윤체M" panose="020B0604020202020204" charset="-127"/>
              </a:defRPr>
            </a:lvl3pPr>
            <a:lvl4pPr marL="1600200" indent="-228600" latinLnBrk="1">
              <a:spcBef>
                <a:spcPct val="20000"/>
              </a:spcBef>
              <a:buChar char="•"/>
              <a:defRPr kumimoji="1" sz="1600">
                <a:solidFill>
                  <a:schemeClr val="tx1"/>
                </a:solidFill>
                <a:latin typeface="-윤체M" panose="020B0604020202020204" charset="-127"/>
                <a:ea typeface="-윤체M" panose="020B0604020202020204" charset="-127"/>
              </a:defRPr>
            </a:lvl4pPr>
            <a:lvl5pPr marL="2057400" indent="-228600" latinLnBrk="1">
              <a:spcBef>
                <a:spcPct val="20000"/>
              </a:spcBef>
              <a:buChar char="•"/>
              <a:defRPr kumimoji="1" sz="1400">
                <a:solidFill>
                  <a:schemeClr val="tx1"/>
                </a:solidFill>
                <a:latin typeface="-윤체M" panose="020B0604020202020204" charset="-127"/>
                <a:ea typeface="-윤체M" panose="020B0604020202020204"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9pPr>
          </a:lstStyle>
          <a:p>
            <a:pPr latinLnBrk="0">
              <a:spcBef>
                <a:spcPct val="0"/>
              </a:spcBef>
              <a:buFontTx/>
              <a:buNone/>
            </a:pPr>
            <a:r>
              <a:rPr lang="zh-CN" altLang="en-US" sz="2000" dirty="0">
                <a:solidFill>
                  <a:srgbClr val="222222"/>
                </a:solidFill>
                <a:latin typeface="微软雅黑" panose="020B0503020204020204" pitchFamily="34" charset="-122"/>
                <a:ea typeface="微软雅黑" panose="020B0503020204020204" pitchFamily="34" charset="-122"/>
              </a:rPr>
              <a:t>一个当年很火的美国电视节目，有三扇门，只有其中一扇门后面有跑车大奖。当参赛者随机选一扇门</a:t>
            </a:r>
            <a:r>
              <a:rPr lang="en-US" altLang="zh-CN" sz="2000" dirty="0">
                <a:solidFill>
                  <a:srgbClr val="222222"/>
                </a:solidFill>
                <a:latin typeface="微软雅黑" panose="020B0503020204020204" pitchFamily="34" charset="-122"/>
                <a:ea typeface="微软雅黑" panose="020B0503020204020204" pitchFamily="34" charset="-122"/>
              </a:rPr>
              <a:t>A</a:t>
            </a:r>
            <a:r>
              <a:rPr lang="zh-CN" altLang="en-US" sz="2000" dirty="0">
                <a:solidFill>
                  <a:srgbClr val="222222"/>
                </a:solidFill>
                <a:latin typeface="微软雅黑" panose="020B0503020204020204" pitchFamily="34" charset="-122"/>
                <a:ea typeface="微软雅黑" panose="020B0503020204020204" pitchFamily="34" charset="-122"/>
              </a:rPr>
              <a:t>；主持人会把剩余的一扇空门，比如</a:t>
            </a:r>
            <a:r>
              <a:rPr lang="en-US" altLang="zh-CN" sz="2000" dirty="0">
                <a:solidFill>
                  <a:srgbClr val="222222"/>
                </a:solidFill>
                <a:latin typeface="微软雅黑" panose="020B0503020204020204" pitchFamily="34" charset="-122"/>
                <a:ea typeface="微软雅黑" panose="020B0503020204020204" pitchFamily="34" charset="-122"/>
              </a:rPr>
              <a:t>C</a:t>
            </a:r>
            <a:r>
              <a:rPr lang="zh-CN" altLang="en-US" sz="2000" dirty="0">
                <a:solidFill>
                  <a:srgbClr val="222222"/>
                </a:solidFill>
                <a:latin typeface="微软雅黑" panose="020B0503020204020204" pitchFamily="34" charset="-122"/>
                <a:ea typeface="微软雅黑" panose="020B0503020204020204" pitchFamily="34" charset="-122"/>
              </a:rPr>
              <a:t>门打开；然后问参赛者是否改选</a:t>
            </a:r>
            <a:r>
              <a:rPr lang="en-US" altLang="zh-CN" sz="2000" dirty="0">
                <a:solidFill>
                  <a:srgbClr val="222222"/>
                </a:solidFill>
                <a:latin typeface="微软雅黑" panose="020B0503020204020204" pitchFamily="34" charset="-122"/>
                <a:ea typeface="微软雅黑" panose="020B0503020204020204" pitchFamily="34" charset="-122"/>
              </a:rPr>
              <a:t>B</a:t>
            </a:r>
            <a:r>
              <a:rPr lang="zh-CN" altLang="en-US" sz="2000" dirty="0">
                <a:solidFill>
                  <a:srgbClr val="222222"/>
                </a:solidFill>
                <a:latin typeface="微软雅黑" panose="020B0503020204020204" pitchFamily="34" charset="-122"/>
                <a:ea typeface="微软雅黑" panose="020B0503020204020204" pitchFamily="34" charset="-122"/>
              </a:rPr>
              <a:t>门。正确的数学计算是，若更改为选择</a:t>
            </a:r>
            <a:r>
              <a:rPr lang="en-US" altLang="zh-CN" sz="2000" dirty="0">
                <a:solidFill>
                  <a:srgbClr val="222222"/>
                </a:solidFill>
                <a:latin typeface="微软雅黑" panose="020B0503020204020204" pitchFamily="34" charset="-122"/>
                <a:ea typeface="微软雅黑" panose="020B0503020204020204" pitchFamily="34" charset="-122"/>
              </a:rPr>
              <a:t>B</a:t>
            </a:r>
            <a:r>
              <a:rPr lang="zh-CN" altLang="en-US" sz="2000" dirty="0">
                <a:solidFill>
                  <a:srgbClr val="222222"/>
                </a:solidFill>
                <a:latin typeface="微软雅黑" panose="020B0503020204020204" pitchFamily="34" charset="-122"/>
                <a:ea typeface="微软雅黑" panose="020B0503020204020204" pitchFamily="34" charset="-122"/>
              </a:rPr>
              <a:t>门，概率就会从原来的</a:t>
            </a:r>
            <a:r>
              <a:rPr lang="en-US" altLang="zh-CN" sz="2000" dirty="0">
                <a:solidFill>
                  <a:srgbClr val="222222"/>
                </a:solidFill>
                <a:latin typeface="微软雅黑" panose="020B0503020204020204" pitchFamily="34" charset="-122"/>
                <a:ea typeface="微软雅黑" panose="020B0503020204020204" pitchFamily="34" charset="-122"/>
              </a:rPr>
              <a:t>1 /3</a:t>
            </a:r>
            <a:r>
              <a:rPr lang="zh-CN" altLang="en-US" sz="2000" dirty="0">
                <a:solidFill>
                  <a:srgbClr val="222222"/>
                </a:solidFill>
                <a:latin typeface="微软雅黑" panose="020B0503020204020204" pitchFamily="34" charset="-122"/>
                <a:ea typeface="微软雅黑" panose="020B0503020204020204" pitchFamily="34" charset="-122"/>
              </a:rPr>
              <a:t>提升为</a:t>
            </a:r>
            <a:r>
              <a:rPr lang="en-US" altLang="zh-CN" sz="2000" dirty="0">
                <a:solidFill>
                  <a:srgbClr val="222222"/>
                </a:solidFill>
                <a:latin typeface="微软雅黑" panose="020B0503020204020204" pitchFamily="34" charset="-122"/>
                <a:ea typeface="微软雅黑" panose="020B0503020204020204" pitchFamily="34" charset="-122"/>
              </a:rPr>
              <a:t>2/3</a:t>
            </a:r>
            <a:r>
              <a:rPr lang="zh-CN" altLang="en-US" sz="2000" dirty="0">
                <a:solidFill>
                  <a:srgbClr val="222222"/>
                </a:solidFill>
                <a:latin typeface="微软雅黑" panose="020B0503020204020204" pitchFamily="34" charset="-122"/>
                <a:ea typeface="微软雅黑" panose="020B0503020204020204" pitchFamily="34" charset="-122"/>
              </a:rPr>
              <a:t> （有人用</a:t>
            </a:r>
            <a:r>
              <a:rPr lang="en-US" altLang="zh-CN" sz="2000" dirty="0">
                <a:solidFill>
                  <a:srgbClr val="222222"/>
                </a:solidFill>
                <a:latin typeface="微软雅黑" panose="020B0503020204020204" pitchFamily="34" charset="-122"/>
                <a:ea typeface="微软雅黑" panose="020B0503020204020204" pitchFamily="34" charset="-122"/>
              </a:rPr>
              <a:t>python</a:t>
            </a:r>
            <a:r>
              <a:rPr lang="zh-CN" altLang="en-US" sz="2000" dirty="0">
                <a:solidFill>
                  <a:srgbClr val="222222"/>
                </a:solidFill>
                <a:latin typeface="微软雅黑" panose="020B0503020204020204" pitchFamily="34" charset="-122"/>
                <a:ea typeface="微软雅黑" panose="020B0503020204020204" pitchFamily="34" charset="-122"/>
              </a:rPr>
              <a:t>程序做过验证）</a:t>
            </a:r>
            <a:endParaRPr lang="zh-CN" altLang="en-US" sz="2000" dirty="0">
              <a:latin typeface="微软雅黑" panose="020B0503020204020204" pitchFamily="34" charset="-122"/>
              <a:ea typeface="微软雅黑" panose="020B0503020204020204" pitchFamily="34" charset="-122"/>
            </a:endParaRPr>
          </a:p>
        </p:txBody>
      </p:sp>
      <p:sp>
        <p:nvSpPr>
          <p:cNvPr id="5" name="文本框 4"/>
          <p:cNvSpPr txBox="1">
            <a:spLocks noChangeArrowheads="1"/>
          </p:cNvSpPr>
          <p:nvPr/>
        </p:nvSpPr>
        <p:spPr bwMode="auto">
          <a:xfrm>
            <a:off x="519113" y="2922588"/>
            <a:ext cx="29527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127"/>
                <a:ea typeface="-윤체M" panose="020B0604020202020204" charset="-127"/>
              </a:defRPr>
            </a:lvl2pPr>
            <a:lvl3pPr marL="1143000" indent="-228600" latinLnBrk="1">
              <a:spcBef>
                <a:spcPct val="20000"/>
              </a:spcBef>
              <a:buChar char="•"/>
              <a:defRPr kumimoji="1">
                <a:solidFill>
                  <a:schemeClr val="tx1"/>
                </a:solidFill>
                <a:latin typeface="-윤체M" panose="020B0604020202020204" charset="-127"/>
                <a:ea typeface="-윤체M" panose="020B0604020202020204" charset="-127"/>
              </a:defRPr>
            </a:lvl3pPr>
            <a:lvl4pPr marL="1600200" indent="-228600" latinLnBrk="1">
              <a:spcBef>
                <a:spcPct val="20000"/>
              </a:spcBef>
              <a:buChar char="•"/>
              <a:defRPr kumimoji="1" sz="1600">
                <a:solidFill>
                  <a:schemeClr val="tx1"/>
                </a:solidFill>
                <a:latin typeface="-윤체M" panose="020B0604020202020204" charset="-127"/>
                <a:ea typeface="-윤체M" panose="020B0604020202020204" charset="-127"/>
              </a:defRPr>
            </a:lvl4pPr>
            <a:lvl5pPr marL="2057400" indent="-228600" latinLnBrk="1">
              <a:spcBef>
                <a:spcPct val="20000"/>
              </a:spcBef>
              <a:buChar char="•"/>
              <a:defRPr kumimoji="1" sz="1400">
                <a:solidFill>
                  <a:schemeClr val="tx1"/>
                </a:solidFill>
                <a:latin typeface="-윤체M" panose="020B0604020202020204" charset="-127"/>
                <a:ea typeface="-윤체M" panose="020B0604020202020204"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9pPr>
          </a:lstStyle>
          <a:p>
            <a:pPr latinLnBrk="0">
              <a:spcBef>
                <a:spcPct val="0"/>
              </a:spcBef>
              <a:buFontTx/>
              <a:buNone/>
            </a:pPr>
            <a:r>
              <a:rPr lang="zh-CN" altLang="en-US" sz="2400">
                <a:latin typeface="楷体" panose="02010609060101010101" pitchFamily="49" charset="-122"/>
                <a:ea typeface="楷体" panose="02010609060101010101" pitchFamily="49" charset="-122"/>
              </a:rPr>
              <a:t>概率学派的悖论：</a:t>
            </a:r>
          </a:p>
        </p:txBody>
      </p:sp>
      <p:sp>
        <p:nvSpPr>
          <p:cNvPr id="13" name="文本框 12"/>
          <p:cNvSpPr txBox="1">
            <a:spLocks noChangeArrowheads="1"/>
          </p:cNvSpPr>
          <p:nvPr/>
        </p:nvSpPr>
        <p:spPr bwMode="auto">
          <a:xfrm>
            <a:off x="500063" y="5183188"/>
            <a:ext cx="81041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127"/>
                <a:ea typeface="-윤체M" panose="020B0604020202020204" charset="-127"/>
              </a:defRPr>
            </a:lvl2pPr>
            <a:lvl3pPr marL="1143000" indent="-228600" latinLnBrk="1">
              <a:spcBef>
                <a:spcPct val="20000"/>
              </a:spcBef>
              <a:buChar char="•"/>
              <a:defRPr kumimoji="1">
                <a:solidFill>
                  <a:schemeClr val="tx1"/>
                </a:solidFill>
                <a:latin typeface="-윤체M" panose="020B0604020202020204" charset="-127"/>
                <a:ea typeface="-윤체M" panose="020B0604020202020204" charset="-127"/>
              </a:defRPr>
            </a:lvl3pPr>
            <a:lvl4pPr marL="1600200" indent="-228600" latinLnBrk="1">
              <a:spcBef>
                <a:spcPct val="20000"/>
              </a:spcBef>
              <a:buChar char="•"/>
              <a:defRPr kumimoji="1" sz="1600">
                <a:solidFill>
                  <a:schemeClr val="tx1"/>
                </a:solidFill>
                <a:latin typeface="-윤체M" panose="020B0604020202020204" charset="-127"/>
                <a:ea typeface="-윤체M" panose="020B0604020202020204" charset="-127"/>
              </a:defRPr>
            </a:lvl4pPr>
            <a:lvl5pPr marL="2057400" indent="-228600" latinLnBrk="1">
              <a:spcBef>
                <a:spcPct val="20000"/>
              </a:spcBef>
              <a:buChar char="•"/>
              <a:defRPr kumimoji="1" sz="1400">
                <a:solidFill>
                  <a:schemeClr val="tx1"/>
                </a:solidFill>
                <a:latin typeface="-윤체M" panose="020B0604020202020204" charset="-127"/>
                <a:ea typeface="-윤체M" panose="020B0604020202020204"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9pPr>
          </a:lstStyle>
          <a:p>
            <a:pPr latinLnBrk="0">
              <a:spcBef>
                <a:spcPct val="0"/>
              </a:spcBef>
              <a:buFontTx/>
              <a:buNone/>
            </a:pPr>
            <a:r>
              <a:rPr lang="zh-CN" altLang="en-US" sz="2400" dirty="0">
                <a:latin typeface="楷体" panose="02010609060101010101" pitchFamily="49" charset="-122"/>
                <a:ea typeface="楷体" panose="02010609060101010101" pitchFamily="49" charset="-122"/>
              </a:rPr>
              <a:t>贝叶斯学派的解释：（主持人打开空门</a:t>
            </a:r>
            <a:r>
              <a:rPr lang="en-US" altLang="zh-CN" sz="2400" dirty="0">
                <a:latin typeface="楷体" panose="02010609060101010101" pitchFamily="49" charset="-122"/>
                <a:ea typeface="楷体" panose="02010609060101010101" pitchFamily="49" charset="-122"/>
              </a:rPr>
              <a:t>c</a:t>
            </a:r>
            <a:r>
              <a:rPr lang="zh-CN" altLang="en-US" sz="2400" dirty="0">
                <a:latin typeface="楷体" panose="02010609060101010101" pitchFamily="49" charset="-122"/>
                <a:ea typeface="楷体" panose="02010609060101010101" pitchFamily="49" charset="-122"/>
              </a:rPr>
              <a:t>为概率事件</a:t>
            </a:r>
            <a:r>
              <a:rPr lang="en-US" altLang="zh-CN" sz="2400" dirty="0">
                <a:latin typeface="楷体" panose="02010609060101010101" pitchFamily="49" charset="-122"/>
                <a:ea typeface="楷体" panose="02010609060101010101" pitchFamily="49" charset="-122"/>
              </a:rPr>
              <a:t>h</a:t>
            </a:r>
            <a:r>
              <a:rPr lang="zh-CN" altLang="en-US" sz="2400" dirty="0">
                <a:latin typeface="楷体" panose="02010609060101010101" pitchFamily="49" charset="-122"/>
                <a:ea typeface="楷体" panose="02010609060101010101" pitchFamily="49" charset="-122"/>
              </a:rPr>
              <a:t>）</a:t>
            </a:r>
          </a:p>
        </p:txBody>
      </p:sp>
      <p:sp>
        <p:nvSpPr>
          <p:cNvPr id="6" name="矩形 5"/>
          <p:cNvSpPr>
            <a:spLocks noChangeArrowheads="1"/>
          </p:cNvSpPr>
          <p:nvPr/>
        </p:nvSpPr>
        <p:spPr bwMode="auto">
          <a:xfrm>
            <a:off x="482600" y="5788025"/>
            <a:ext cx="1724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127"/>
                <a:ea typeface="-윤체M" panose="020B0604020202020204" charset="-127"/>
              </a:defRPr>
            </a:lvl2pPr>
            <a:lvl3pPr marL="1143000" indent="-228600" latinLnBrk="1">
              <a:spcBef>
                <a:spcPct val="20000"/>
              </a:spcBef>
              <a:buChar char="•"/>
              <a:defRPr kumimoji="1">
                <a:solidFill>
                  <a:schemeClr val="tx1"/>
                </a:solidFill>
                <a:latin typeface="-윤체M" panose="020B0604020202020204" charset="-127"/>
                <a:ea typeface="-윤체M" panose="020B0604020202020204" charset="-127"/>
              </a:defRPr>
            </a:lvl3pPr>
            <a:lvl4pPr marL="1600200" indent="-228600" latinLnBrk="1">
              <a:spcBef>
                <a:spcPct val="20000"/>
              </a:spcBef>
              <a:buChar char="•"/>
              <a:defRPr kumimoji="1" sz="1600">
                <a:solidFill>
                  <a:schemeClr val="tx1"/>
                </a:solidFill>
                <a:latin typeface="-윤체M" panose="020B0604020202020204" charset="-127"/>
                <a:ea typeface="-윤체M" panose="020B0604020202020204" charset="-127"/>
              </a:defRPr>
            </a:lvl4pPr>
            <a:lvl5pPr marL="2057400" indent="-228600" latinLnBrk="1">
              <a:spcBef>
                <a:spcPct val="20000"/>
              </a:spcBef>
              <a:buChar char="•"/>
              <a:defRPr kumimoji="1" sz="1400">
                <a:solidFill>
                  <a:schemeClr val="tx1"/>
                </a:solidFill>
                <a:latin typeface="-윤체M" panose="020B0604020202020204" charset="-127"/>
                <a:ea typeface="-윤체M" panose="020B0604020202020204"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9pPr>
          </a:lstStyle>
          <a:p>
            <a:pPr latinLnBrk="0">
              <a:spcBef>
                <a:spcPct val="0"/>
              </a:spcBef>
              <a:buFontTx/>
              <a:buNone/>
            </a:pPr>
            <a:r>
              <a:rPr lang="zh-CN" altLang="en-US" sz="2000">
                <a:solidFill>
                  <a:srgbClr val="222222"/>
                </a:solidFill>
                <a:latin typeface="Times New Roman" panose="02020603050405020304" pitchFamily="18" charset="0"/>
                <a:ea typeface="楷体" panose="02010609060101010101" pitchFamily="49" charset="-122"/>
                <a:cs typeface="Times New Roman" panose="02020603050405020304" pitchFamily="18" charset="0"/>
              </a:rPr>
              <a:t>不更改的胜率</a:t>
            </a:r>
            <a:endParaRPr lang="zh-CN" altLang="en-US" sz="200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5" name="矩形 14"/>
          <p:cNvSpPr>
            <a:spLocks noChangeArrowheads="1"/>
          </p:cNvSpPr>
          <p:nvPr/>
        </p:nvSpPr>
        <p:spPr bwMode="auto">
          <a:xfrm>
            <a:off x="2168525" y="5788025"/>
            <a:ext cx="62198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127"/>
                <a:ea typeface="-윤체M" panose="020B0604020202020204" charset="-127"/>
              </a:defRPr>
            </a:lvl2pPr>
            <a:lvl3pPr marL="1143000" indent="-228600" latinLnBrk="1">
              <a:spcBef>
                <a:spcPct val="20000"/>
              </a:spcBef>
              <a:buChar char="•"/>
              <a:defRPr kumimoji="1">
                <a:solidFill>
                  <a:schemeClr val="tx1"/>
                </a:solidFill>
                <a:latin typeface="-윤체M" panose="020B0604020202020204" charset="-127"/>
                <a:ea typeface="-윤체M" panose="020B0604020202020204" charset="-127"/>
              </a:defRPr>
            </a:lvl3pPr>
            <a:lvl4pPr marL="1600200" indent="-228600" latinLnBrk="1">
              <a:spcBef>
                <a:spcPct val="20000"/>
              </a:spcBef>
              <a:buChar char="•"/>
              <a:defRPr kumimoji="1" sz="1600">
                <a:solidFill>
                  <a:schemeClr val="tx1"/>
                </a:solidFill>
                <a:latin typeface="-윤체M" panose="020B0604020202020204" charset="-127"/>
                <a:ea typeface="-윤체M" panose="020B0604020202020204" charset="-127"/>
              </a:defRPr>
            </a:lvl4pPr>
            <a:lvl5pPr marL="2057400" indent="-228600" latinLnBrk="1">
              <a:spcBef>
                <a:spcPct val="20000"/>
              </a:spcBef>
              <a:buChar char="•"/>
              <a:defRPr kumimoji="1" sz="1400">
                <a:solidFill>
                  <a:schemeClr val="tx1"/>
                </a:solidFill>
                <a:latin typeface="-윤체M" panose="020B0604020202020204" charset="-127"/>
                <a:ea typeface="-윤체M" panose="020B0604020202020204"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9pPr>
          </a:lstStyle>
          <a:p>
            <a:pPr latinLnBrk="0">
              <a:spcBef>
                <a:spcPct val="0"/>
              </a:spcBef>
              <a:buFontTx/>
              <a:buNone/>
            </a:pPr>
            <a:r>
              <a:rPr lang="en-US" altLang="zh-CN" sz="2000">
                <a:solidFill>
                  <a:srgbClr val="222222"/>
                </a:solidFill>
                <a:latin typeface="Times New Roman" panose="02020603050405020304" pitchFamily="18" charset="0"/>
                <a:ea typeface="楷体" panose="02010609060101010101" pitchFamily="49" charset="-122"/>
                <a:cs typeface="Times New Roman" panose="02020603050405020304" pitchFamily="18" charset="0"/>
              </a:rPr>
              <a:t>P(a|h)=P(h|a)*P(a)/P(h) = 1/2</a:t>
            </a:r>
            <a:r>
              <a:rPr lang="zh-CN" altLang="en-US" sz="2000">
                <a:solidFill>
                  <a:srgbClr val="222222"/>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a:solidFill>
                  <a:srgbClr val="222222"/>
                </a:solidFill>
                <a:latin typeface="Times New Roman" panose="02020603050405020304" pitchFamily="18" charset="0"/>
                <a:ea typeface="楷体" panose="02010609060101010101" pitchFamily="49" charset="-122"/>
                <a:cs typeface="Times New Roman" panose="02020603050405020304" pitchFamily="18" charset="0"/>
              </a:rPr>
              <a:t>1/3</a:t>
            </a:r>
            <a:r>
              <a:rPr lang="zh-CN" altLang="en-US" sz="2000">
                <a:solidFill>
                  <a:srgbClr val="222222"/>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a:solidFill>
                  <a:srgbClr val="222222"/>
                </a:solidFill>
                <a:latin typeface="Times New Roman" panose="02020603050405020304" pitchFamily="18" charset="0"/>
                <a:ea typeface="楷体" panose="02010609060101010101" pitchFamily="49" charset="-122"/>
                <a:cs typeface="Times New Roman" panose="02020603050405020304" pitchFamily="18" charset="0"/>
              </a:rPr>
              <a:t>1/P(h))</a:t>
            </a:r>
            <a:endParaRPr lang="zh-CN" altLang="en-US" sz="200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6" name="矩形 15"/>
          <p:cNvSpPr>
            <a:spLocks noChangeArrowheads="1"/>
          </p:cNvSpPr>
          <p:nvPr/>
        </p:nvSpPr>
        <p:spPr bwMode="auto">
          <a:xfrm>
            <a:off x="482600" y="6224588"/>
            <a:ext cx="1466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127"/>
                <a:ea typeface="-윤체M" panose="020B0604020202020204" charset="-127"/>
              </a:defRPr>
            </a:lvl2pPr>
            <a:lvl3pPr marL="1143000" indent="-228600" latinLnBrk="1">
              <a:spcBef>
                <a:spcPct val="20000"/>
              </a:spcBef>
              <a:buChar char="•"/>
              <a:defRPr kumimoji="1">
                <a:solidFill>
                  <a:schemeClr val="tx1"/>
                </a:solidFill>
                <a:latin typeface="-윤체M" panose="020B0604020202020204" charset="-127"/>
                <a:ea typeface="-윤체M" panose="020B0604020202020204" charset="-127"/>
              </a:defRPr>
            </a:lvl3pPr>
            <a:lvl4pPr marL="1600200" indent="-228600" latinLnBrk="1">
              <a:spcBef>
                <a:spcPct val="20000"/>
              </a:spcBef>
              <a:buChar char="•"/>
              <a:defRPr kumimoji="1" sz="1600">
                <a:solidFill>
                  <a:schemeClr val="tx1"/>
                </a:solidFill>
                <a:latin typeface="-윤체M" panose="020B0604020202020204" charset="-127"/>
                <a:ea typeface="-윤체M" panose="020B0604020202020204" charset="-127"/>
              </a:defRPr>
            </a:lvl4pPr>
            <a:lvl5pPr marL="2057400" indent="-228600" latinLnBrk="1">
              <a:spcBef>
                <a:spcPct val="20000"/>
              </a:spcBef>
              <a:buChar char="•"/>
              <a:defRPr kumimoji="1" sz="1400">
                <a:solidFill>
                  <a:schemeClr val="tx1"/>
                </a:solidFill>
                <a:latin typeface="-윤체M" panose="020B0604020202020204" charset="-127"/>
                <a:ea typeface="-윤체M" panose="020B0604020202020204"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9pPr>
          </a:lstStyle>
          <a:p>
            <a:pPr latinLnBrk="0">
              <a:spcBef>
                <a:spcPct val="0"/>
              </a:spcBef>
              <a:buFontTx/>
              <a:buNone/>
            </a:pPr>
            <a:r>
              <a:rPr lang="zh-CN" altLang="en-US" sz="2000">
                <a:solidFill>
                  <a:srgbClr val="222222"/>
                </a:solidFill>
                <a:latin typeface="Times New Roman" panose="02020603050405020304" pitchFamily="18" charset="0"/>
                <a:ea typeface="楷体" panose="02010609060101010101" pitchFamily="49" charset="-122"/>
                <a:cs typeface="Times New Roman" panose="02020603050405020304" pitchFamily="18" charset="0"/>
              </a:rPr>
              <a:t>更改的胜率</a:t>
            </a:r>
            <a:endParaRPr lang="zh-CN" altLang="en-US" sz="200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7" name="矩形 16"/>
          <p:cNvSpPr>
            <a:spLocks noChangeArrowheads="1"/>
          </p:cNvSpPr>
          <p:nvPr/>
        </p:nvSpPr>
        <p:spPr bwMode="auto">
          <a:xfrm>
            <a:off x="2168525" y="6205538"/>
            <a:ext cx="55721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127"/>
                <a:ea typeface="-윤체M" panose="020B0604020202020204" charset="-127"/>
              </a:defRPr>
            </a:lvl2pPr>
            <a:lvl3pPr marL="1143000" indent="-228600" latinLnBrk="1">
              <a:spcBef>
                <a:spcPct val="20000"/>
              </a:spcBef>
              <a:buChar char="•"/>
              <a:defRPr kumimoji="1">
                <a:solidFill>
                  <a:schemeClr val="tx1"/>
                </a:solidFill>
                <a:latin typeface="-윤체M" panose="020B0604020202020204" charset="-127"/>
                <a:ea typeface="-윤체M" panose="020B0604020202020204" charset="-127"/>
              </a:defRPr>
            </a:lvl3pPr>
            <a:lvl4pPr marL="1600200" indent="-228600" latinLnBrk="1">
              <a:spcBef>
                <a:spcPct val="20000"/>
              </a:spcBef>
              <a:buChar char="•"/>
              <a:defRPr kumimoji="1" sz="1600">
                <a:solidFill>
                  <a:schemeClr val="tx1"/>
                </a:solidFill>
                <a:latin typeface="-윤체M" panose="020B0604020202020204" charset="-127"/>
                <a:ea typeface="-윤체M" panose="020B0604020202020204" charset="-127"/>
              </a:defRPr>
            </a:lvl4pPr>
            <a:lvl5pPr marL="2057400" indent="-228600" latinLnBrk="1">
              <a:spcBef>
                <a:spcPct val="20000"/>
              </a:spcBef>
              <a:buChar char="•"/>
              <a:defRPr kumimoji="1" sz="1400">
                <a:solidFill>
                  <a:schemeClr val="tx1"/>
                </a:solidFill>
                <a:latin typeface="-윤체M" panose="020B0604020202020204" charset="-127"/>
                <a:ea typeface="-윤체M" panose="020B0604020202020204"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9pPr>
          </a:lstStyle>
          <a:p>
            <a:pPr latinLnBrk="0">
              <a:spcBef>
                <a:spcPct val="0"/>
              </a:spcBef>
              <a:buFontTx/>
              <a:buNone/>
            </a:pPr>
            <a:r>
              <a:rPr lang="en-US" altLang="zh-CN" sz="2000" dirty="0">
                <a:solidFill>
                  <a:srgbClr val="222222"/>
                </a:solidFill>
                <a:latin typeface="Times New Roman" panose="02020603050405020304" pitchFamily="18" charset="0"/>
                <a:ea typeface="楷体" panose="02010609060101010101" pitchFamily="49" charset="-122"/>
                <a:cs typeface="Times New Roman" panose="02020603050405020304" pitchFamily="18" charset="0"/>
              </a:rPr>
              <a:t>P(</a:t>
            </a:r>
            <a:r>
              <a:rPr lang="en-US" altLang="zh-CN" sz="2000" dirty="0" err="1">
                <a:solidFill>
                  <a:srgbClr val="222222"/>
                </a:solidFill>
                <a:latin typeface="Times New Roman" panose="02020603050405020304" pitchFamily="18" charset="0"/>
                <a:ea typeface="楷体" panose="02010609060101010101" pitchFamily="49" charset="-122"/>
                <a:cs typeface="Times New Roman" panose="02020603050405020304" pitchFamily="18" charset="0"/>
              </a:rPr>
              <a:t>b|h</a:t>
            </a:r>
            <a:r>
              <a:rPr lang="en-US" altLang="zh-CN" sz="2000" dirty="0">
                <a:solidFill>
                  <a:srgbClr val="222222"/>
                </a:solidFill>
                <a:latin typeface="Times New Roman" panose="02020603050405020304" pitchFamily="18" charset="0"/>
                <a:ea typeface="楷体" panose="02010609060101010101" pitchFamily="49" charset="-122"/>
                <a:cs typeface="Times New Roman" panose="02020603050405020304" pitchFamily="18" charset="0"/>
              </a:rPr>
              <a:t>)=P(</a:t>
            </a:r>
            <a:r>
              <a:rPr lang="en-US" altLang="zh-CN" sz="2000" dirty="0" err="1">
                <a:solidFill>
                  <a:srgbClr val="222222"/>
                </a:solidFill>
                <a:latin typeface="Times New Roman" panose="02020603050405020304" pitchFamily="18" charset="0"/>
                <a:ea typeface="楷体" panose="02010609060101010101" pitchFamily="49" charset="-122"/>
                <a:cs typeface="Times New Roman" panose="02020603050405020304" pitchFamily="18" charset="0"/>
              </a:rPr>
              <a:t>h|b</a:t>
            </a:r>
            <a:r>
              <a:rPr lang="en-US" altLang="zh-CN" sz="2000" dirty="0">
                <a:solidFill>
                  <a:srgbClr val="222222"/>
                </a:solidFill>
                <a:latin typeface="Times New Roman" panose="02020603050405020304" pitchFamily="18" charset="0"/>
                <a:ea typeface="楷体" panose="02010609060101010101" pitchFamily="49" charset="-122"/>
                <a:cs typeface="Times New Roman" panose="02020603050405020304" pitchFamily="18" charset="0"/>
              </a:rPr>
              <a:t>)*P(b)/P(h) = 1</a:t>
            </a:r>
            <a:r>
              <a:rPr lang="zh-CN" altLang="en-US" sz="2000" dirty="0">
                <a:solidFill>
                  <a:srgbClr val="222222"/>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dirty="0">
                <a:solidFill>
                  <a:srgbClr val="222222"/>
                </a:solidFill>
                <a:latin typeface="Times New Roman" panose="02020603050405020304" pitchFamily="18" charset="0"/>
                <a:ea typeface="楷体" panose="02010609060101010101" pitchFamily="49" charset="-122"/>
                <a:cs typeface="Times New Roman" panose="02020603050405020304" pitchFamily="18" charset="0"/>
              </a:rPr>
              <a:t>1/3</a:t>
            </a:r>
            <a:r>
              <a:rPr lang="zh-CN" altLang="en-US" sz="2000" dirty="0">
                <a:solidFill>
                  <a:srgbClr val="222222"/>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dirty="0">
                <a:solidFill>
                  <a:srgbClr val="222222"/>
                </a:solidFill>
                <a:latin typeface="Times New Roman" panose="02020603050405020304" pitchFamily="18" charset="0"/>
                <a:ea typeface="楷体" panose="02010609060101010101" pitchFamily="49" charset="-122"/>
                <a:cs typeface="Times New Roman" panose="02020603050405020304" pitchFamily="18" charset="0"/>
              </a:rPr>
              <a:t>1/P(h))</a:t>
            </a:r>
            <a:endParaRPr lang="zh-CN" altLang="en-US" sz="2000"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1465574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9379">
                                            <p:txEl>
                                              <p:pRg st="0" end="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9379">
                                            <p:txEl>
                                              <p:pRg st="1" end="1"/>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9379">
                                            <p:txEl>
                                              <p:pRg st="2" end="2"/>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9379" grpId="0" build="p"/>
      <p:bldP spid="5" grpId="0"/>
      <p:bldP spid="13" grpId="0"/>
      <p:bldP spid="6" grpId="0"/>
      <p:bldP spid="15" grpId="0"/>
      <p:bldP spid="16" grpId="0"/>
      <p:bldP spid="17" grpId="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灯片编号占位符 4"/>
          <p:cNvSpPr>
            <a:spLocks noGrp="1"/>
          </p:cNvSpPr>
          <p:nvPr>
            <p:ph type="sldNum" sz="quarter" idx="10"/>
          </p:nvPr>
        </p:nvSpPr>
        <p:spPr>
          <a:noFill/>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127"/>
                <a:ea typeface="-윤체M" panose="020B0604020202020204" charset="-127"/>
              </a:defRPr>
            </a:lvl2pPr>
            <a:lvl3pPr marL="1143000" indent="-228600" latinLnBrk="1">
              <a:spcBef>
                <a:spcPct val="20000"/>
              </a:spcBef>
              <a:buChar char="•"/>
              <a:defRPr kumimoji="1">
                <a:solidFill>
                  <a:schemeClr val="tx1"/>
                </a:solidFill>
                <a:latin typeface="-윤체M" panose="020B0604020202020204" charset="-127"/>
                <a:ea typeface="-윤체M" panose="020B0604020202020204" charset="-127"/>
              </a:defRPr>
            </a:lvl3pPr>
            <a:lvl4pPr marL="1600200" indent="-228600" latinLnBrk="1">
              <a:spcBef>
                <a:spcPct val="20000"/>
              </a:spcBef>
              <a:buChar char="•"/>
              <a:defRPr kumimoji="1" sz="1600">
                <a:solidFill>
                  <a:schemeClr val="tx1"/>
                </a:solidFill>
                <a:latin typeface="-윤체M" panose="020B0604020202020204" charset="-127"/>
                <a:ea typeface="-윤체M" panose="020B0604020202020204" charset="-127"/>
              </a:defRPr>
            </a:lvl4pPr>
            <a:lvl5pPr marL="2057400" indent="-228600" latinLnBrk="1">
              <a:spcBef>
                <a:spcPct val="20000"/>
              </a:spcBef>
              <a:buChar char="•"/>
              <a:defRPr kumimoji="1" sz="1400">
                <a:solidFill>
                  <a:schemeClr val="tx1"/>
                </a:solidFill>
                <a:latin typeface="-윤체M" panose="020B0604020202020204" charset="-127"/>
                <a:ea typeface="-윤체M" panose="020B0604020202020204"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9pPr>
          </a:lstStyle>
          <a:p>
            <a:pPr>
              <a:spcBef>
                <a:spcPct val="0"/>
              </a:spcBef>
              <a:buFontTx/>
              <a:buNone/>
            </a:pPr>
            <a:fld id="{1B654429-6B0A-4309-9150-D839CDB8F501}" type="slidenum">
              <a:rPr lang="zh-CN" altLang="en-US" sz="1400" smtClean="0">
                <a:latin typeface="Gulim" panose="020B0604020202020204" charset="-127"/>
                <a:ea typeface="Gulim" panose="020B0604020202020204" charset="-127"/>
              </a:rPr>
              <a:pPr>
                <a:spcBef>
                  <a:spcPct val="0"/>
                </a:spcBef>
                <a:buFontTx/>
                <a:buNone/>
              </a:pPr>
              <a:t>107</a:t>
            </a:fld>
            <a:endParaRPr lang="en-US" altLang="zh-CN" sz="1400" smtClean="0">
              <a:latin typeface="Gulim" panose="020B0604020202020204" charset="-127"/>
              <a:ea typeface="Gulim" panose="020B0604020202020204" charset="-127"/>
            </a:endParaRPr>
          </a:p>
        </p:txBody>
      </p:sp>
      <p:sp>
        <p:nvSpPr>
          <p:cNvPr id="540674" name="Rectangle 2"/>
          <p:cNvSpPr>
            <a:spLocks noGrp="1" noChangeArrowheads="1"/>
          </p:cNvSpPr>
          <p:nvPr>
            <p:ph type="title"/>
          </p:nvPr>
        </p:nvSpPr>
        <p:spPr>
          <a:xfrm>
            <a:off x="684213" y="549275"/>
            <a:ext cx="7772400" cy="731838"/>
          </a:xfrm>
        </p:spPr>
        <p:txBody>
          <a:bodyPr/>
          <a:lstStyle/>
          <a:p>
            <a:pPr algn="ctr" eaLnBrk="1" hangingPunct="1">
              <a:defRPr/>
            </a:pPr>
            <a:r>
              <a:rPr lang="zh-CN" altLang="en-US" sz="3200" b="1" dirty="0">
                <a:solidFill>
                  <a:schemeClr val="tx1"/>
                </a:solidFill>
                <a:latin typeface="微软雅黑" panose="020B0503020204020204" pitchFamily="34" charset="-122"/>
                <a:ea typeface="微软雅黑" panose="020B0503020204020204" pitchFamily="34" charset="-122"/>
              </a:rPr>
              <a:t>条件独立性下</a:t>
            </a:r>
            <a:r>
              <a:rPr lang="zh-CN" altLang="en-US" sz="3200" b="1" dirty="0">
                <a:solidFill>
                  <a:schemeClr val="tx1"/>
                </a:solidFill>
                <a:latin typeface="微软雅黑" panose="020B0503020204020204" pitchFamily="34" charset="-122"/>
                <a:ea typeface="微软雅黑" panose="020B0503020204020204" pitchFamily="34" charset="-122"/>
              </a:rPr>
              <a:t>的</a:t>
            </a:r>
            <a:r>
              <a:rPr lang="zh-CN" altLang="en-US" sz="3200" b="1" dirty="0">
                <a:solidFill>
                  <a:schemeClr val="tx1"/>
                </a:solidFill>
                <a:latin typeface="微软雅黑" panose="020B0503020204020204" pitchFamily="34" charset="-122"/>
                <a:ea typeface="微软雅黑" panose="020B0503020204020204" pitchFamily="34" charset="-122"/>
              </a:rPr>
              <a:t>贝叶斯方法</a:t>
            </a:r>
          </a:p>
        </p:txBody>
      </p:sp>
      <p:sp>
        <p:nvSpPr>
          <p:cNvPr id="540675" name="Rectangle 3"/>
          <p:cNvSpPr>
            <a:spLocks noGrp="1" noChangeArrowheads="1"/>
          </p:cNvSpPr>
          <p:nvPr>
            <p:ph type="body" sz="half" idx="1"/>
          </p:nvPr>
        </p:nvSpPr>
        <p:spPr>
          <a:xfrm>
            <a:off x="479425" y="1404938"/>
            <a:ext cx="7977188" cy="4679950"/>
          </a:xfrm>
        </p:spPr>
        <p:txBody>
          <a:bodyPr/>
          <a:lstStyle/>
          <a:p>
            <a:pPr algn="just" eaLnBrk="1" hangingPunct="1">
              <a:lnSpc>
                <a:spcPct val="120000"/>
              </a:lnSpc>
              <a:defRPr/>
            </a:pPr>
            <a:r>
              <a:rPr lang="zh-CN" altLang="en-US" sz="2400" dirty="0" smtClean="0">
                <a:latin typeface="Times New Roman" panose="02020603050405020304" pitchFamily="18" charset="0"/>
                <a:ea typeface="楷体" panose="02010609060101010101" pitchFamily="49" charset="-122"/>
              </a:rPr>
              <a:t>朴素贝叶斯模型</a:t>
            </a:r>
            <a:endParaRPr lang="en-US" altLang="zh-CN" sz="2400" dirty="0" smtClean="0">
              <a:latin typeface="Times New Roman" panose="02020603050405020304" pitchFamily="18" charset="0"/>
              <a:ea typeface="楷体" panose="02010609060101010101" pitchFamily="49" charset="-122"/>
            </a:endParaRPr>
          </a:p>
          <a:p>
            <a:pPr lvl="1" algn="just" eaLnBrk="1" hangingPunct="1">
              <a:lnSpc>
                <a:spcPct val="120000"/>
              </a:lnSpc>
              <a:defRPr/>
            </a:pPr>
            <a:r>
              <a:rPr lang="zh-CN" altLang="en-US" sz="2400" dirty="0" smtClean="0">
                <a:latin typeface="Times New Roman" panose="02020603050405020304" pitchFamily="18" charset="0"/>
                <a:ea typeface="楷体" panose="02010609060101010101" pitchFamily="49" charset="-122"/>
              </a:rPr>
              <a:t>样本</a:t>
            </a:r>
            <a:r>
              <a:rPr lang="en-US" altLang="zh-CN" sz="2400" dirty="0" smtClean="0">
                <a:latin typeface="Times New Roman" panose="02020603050405020304" pitchFamily="18" charset="0"/>
                <a:ea typeface="楷体" panose="02010609060101010101" pitchFamily="49" charset="-122"/>
              </a:rPr>
              <a:t>X</a:t>
            </a:r>
            <a:r>
              <a:rPr lang="zh-CN" altLang="en-US" sz="2400" dirty="0" smtClean="0">
                <a:latin typeface="Times New Roman" panose="02020603050405020304" pitchFamily="18" charset="0"/>
                <a:ea typeface="楷体" panose="02010609060101010101" pitchFamily="49" charset="-122"/>
              </a:rPr>
              <a:t>有</a:t>
            </a:r>
            <a:r>
              <a:rPr lang="en-US" altLang="zh-CN" sz="2400" dirty="0" smtClean="0">
                <a:latin typeface="Times New Roman" panose="02020603050405020304" pitchFamily="18" charset="0"/>
                <a:ea typeface="楷体" panose="02010609060101010101" pitchFamily="49" charset="-122"/>
              </a:rPr>
              <a:t>n</a:t>
            </a:r>
            <a:r>
              <a:rPr lang="zh-CN" altLang="en-US" sz="2400" dirty="0" smtClean="0">
                <a:latin typeface="Times New Roman" panose="02020603050405020304" pitchFamily="18" charset="0"/>
                <a:ea typeface="楷体" panose="02010609060101010101" pitchFamily="49" charset="-122"/>
              </a:rPr>
              <a:t>个特征（</a:t>
            </a:r>
            <a:r>
              <a:rPr lang="en-US" altLang="zh-CN" sz="2400" i="1" dirty="0" err="1" smtClean="0">
                <a:latin typeface="Times New Roman" panose="02020603050405020304" pitchFamily="18" charset="0"/>
                <a:ea typeface="楷体" panose="02010609060101010101" pitchFamily="49" charset="-122"/>
              </a:rPr>
              <a:t>e</a:t>
            </a:r>
            <a:r>
              <a:rPr lang="en-US" altLang="zh-CN" sz="2400" baseline="-25000" dirty="0" err="1">
                <a:latin typeface="Times New Roman" panose="02020603050405020304" pitchFamily="18" charset="0"/>
                <a:ea typeface="楷体" panose="02010609060101010101" pitchFamily="49" charset="-122"/>
              </a:rPr>
              <a:t>1</a:t>
            </a:r>
            <a:r>
              <a:rPr lang="en-US" altLang="zh-CN" sz="2400" dirty="0" smtClean="0">
                <a:latin typeface="Times New Roman" panose="02020603050405020304" pitchFamily="18" charset="0"/>
                <a:ea typeface="楷体" panose="02010609060101010101" pitchFamily="49" charset="-122"/>
              </a:rPr>
              <a:t>,…,</a:t>
            </a:r>
            <a:r>
              <a:rPr lang="en-US" altLang="zh-CN" sz="2400" i="1" dirty="0" smtClean="0">
                <a:latin typeface="Times New Roman" panose="02020603050405020304" pitchFamily="18" charset="0"/>
                <a:ea typeface="楷体" panose="02010609060101010101" pitchFamily="49" charset="-122"/>
              </a:rPr>
              <a:t>e</a:t>
            </a:r>
            <a:r>
              <a:rPr lang="en-US" altLang="zh-CN" sz="2400" i="1" baseline="-25000" dirty="0">
                <a:latin typeface="Times New Roman" panose="02020603050405020304" pitchFamily="18" charset="0"/>
                <a:ea typeface="楷体" panose="02010609060101010101" pitchFamily="49" charset="-122"/>
              </a:rPr>
              <a:t>n</a:t>
            </a:r>
            <a:r>
              <a:rPr lang="zh-CN" altLang="en-US" sz="2400" dirty="0" smtClean="0">
                <a:latin typeface="Times New Roman" panose="02020603050405020304" pitchFamily="18" charset="0"/>
                <a:ea typeface="楷体" panose="02010609060101010101" pitchFamily="49" charset="-122"/>
              </a:rPr>
              <a:t>），求它被分类到类别</a:t>
            </a:r>
            <a:r>
              <a:rPr lang="en-US" altLang="zh-CN" sz="2400" i="1" dirty="0" smtClean="0">
                <a:latin typeface="Times New Roman" panose="02020603050405020304" pitchFamily="18" charset="0"/>
                <a:ea typeface="楷体" panose="02010609060101010101" pitchFamily="49" charset="-122"/>
              </a:rPr>
              <a:t>C</a:t>
            </a:r>
            <a:r>
              <a:rPr lang="en-US" altLang="zh-CN" sz="2400" i="1" baseline="-25000" dirty="0">
                <a:latin typeface="Times New Roman" panose="02020603050405020304" pitchFamily="18" charset="0"/>
                <a:ea typeface="楷体" panose="02010609060101010101" pitchFamily="49" charset="-122"/>
              </a:rPr>
              <a:t>i</a:t>
            </a:r>
            <a:r>
              <a:rPr lang="zh-CN" altLang="en-US" sz="2400" dirty="0" smtClean="0">
                <a:latin typeface="Times New Roman" panose="02020603050405020304" pitchFamily="18" charset="0"/>
                <a:ea typeface="楷体" panose="02010609060101010101" pitchFamily="49" charset="-122"/>
              </a:rPr>
              <a:t>的概率</a:t>
            </a:r>
            <a:endParaRPr lang="en-US" altLang="zh-CN" sz="2400" dirty="0" smtClean="0">
              <a:latin typeface="Times New Roman" panose="02020603050405020304" pitchFamily="18" charset="0"/>
              <a:ea typeface="楷体" panose="02010609060101010101" pitchFamily="49" charset="-122"/>
            </a:endParaRPr>
          </a:p>
          <a:p>
            <a:pPr marL="457200" lvl="1" indent="0" algn="just" eaLnBrk="1" hangingPunct="1">
              <a:lnSpc>
                <a:spcPct val="120000"/>
              </a:lnSpc>
              <a:buFontTx/>
              <a:buNone/>
              <a:defRPr/>
            </a:pPr>
            <a:r>
              <a:rPr lang="en-US" altLang="zh-CN" sz="2400" i="1" dirty="0" smtClean="0">
                <a:latin typeface="Times New Roman" panose="02020603050405020304" pitchFamily="18" charset="0"/>
                <a:ea typeface="楷体" panose="02010609060101010101" pitchFamily="49" charset="-122"/>
              </a:rPr>
              <a:t>P</a:t>
            </a:r>
            <a:r>
              <a:rPr lang="en-US" altLang="zh-CN" sz="2400" dirty="0" smtClean="0">
                <a:latin typeface="Times New Roman" panose="02020603050405020304" pitchFamily="18" charset="0"/>
                <a:ea typeface="楷体" panose="02010609060101010101" pitchFamily="49" charset="-122"/>
              </a:rPr>
              <a:t>(</a:t>
            </a:r>
            <a:r>
              <a:rPr lang="en-US" altLang="zh-CN" sz="2400" i="1" dirty="0" err="1" smtClean="0">
                <a:latin typeface="Times New Roman" panose="02020603050405020304" pitchFamily="18" charset="0"/>
                <a:ea typeface="楷体" panose="02010609060101010101" pitchFamily="49" charset="-122"/>
              </a:rPr>
              <a:t>C</a:t>
            </a:r>
            <a:r>
              <a:rPr lang="en-US" altLang="zh-CN" sz="2400" i="1" baseline="-25000" dirty="0" err="1" smtClean="0">
                <a:latin typeface="Times New Roman" panose="02020603050405020304" pitchFamily="18" charset="0"/>
                <a:ea typeface="楷体" panose="02010609060101010101" pitchFamily="49" charset="-122"/>
              </a:rPr>
              <a:t>i</a:t>
            </a:r>
            <a:r>
              <a:rPr lang="en-US" altLang="zh-CN" sz="2400" dirty="0" err="1" smtClean="0">
                <a:latin typeface="Times New Roman" panose="02020603050405020304" pitchFamily="18" charset="0"/>
                <a:ea typeface="楷体" panose="02010609060101010101" pitchFamily="49" charset="-122"/>
              </a:rPr>
              <a:t>|</a:t>
            </a:r>
            <a:r>
              <a:rPr lang="en-US" altLang="zh-CN" sz="2400" i="1" dirty="0" err="1" smtClean="0">
                <a:latin typeface="Times New Roman" panose="02020603050405020304" pitchFamily="18" charset="0"/>
                <a:ea typeface="楷体" panose="02010609060101010101" pitchFamily="49" charset="-122"/>
              </a:rPr>
              <a:t>e</a:t>
            </a:r>
            <a:r>
              <a:rPr lang="en-US" altLang="zh-CN" sz="2400" baseline="-25000" dirty="0" err="1" smtClean="0">
                <a:latin typeface="Times New Roman" panose="02020603050405020304" pitchFamily="18" charset="0"/>
                <a:ea typeface="楷体" panose="02010609060101010101" pitchFamily="49" charset="-122"/>
              </a:rPr>
              <a:t>1</a:t>
            </a:r>
            <a:r>
              <a:rPr lang="en-US" altLang="zh-CN" sz="2400" dirty="0" err="1" smtClean="0">
                <a:latin typeface="Times New Roman" panose="02020603050405020304" pitchFamily="18" charset="0"/>
                <a:ea typeface="楷体" panose="02010609060101010101" pitchFamily="49" charset="-122"/>
              </a:rPr>
              <a:t>,</a:t>
            </a:r>
            <a:r>
              <a:rPr lang="en-US" altLang="zh-CN" sz="2400" i="1" dirty="0" err="1" smtClean="0">
                <a:latin typeface="Times New Roman" panose="02020603050405020304" pitchFamily="18" charset="0"/>
                <a:ea typeface="楷体" panose="02010609060101010101" pitchFamily="49" charset="-122"/>
              </a:rPr>
              <a:t>e</a:t>
            </a:r>
            <a:r>
              <a:rPr lang="en-US" altLang="zh-CN" sz="2400" baseline="-25000" dirty="0" err="1" smtClean="0">
                <a:latin typeface="Times New Roman" panose="02020603050405020304" pitchFamily="18" charset="0"/>
                <a:ea typeface="楷体" panose="02010609060101010101" pitchFamily="49" charset="-122"/>
              </a:rPr>
              <a:t>2</a:t>
            </a:r>
            <a:r>
              <a:rPr lang="en-US" altLang="zh-CN" sz="2400" dirty="0" smtClean="0">
                <a:latin typeface="Times New Roman" panose="02020603050405020304" pitchFamily="18" charset="0"/>
                <a:ea typeface="楷体" panose="02010609060101010101" pitchFamily="49" charset="-122"/>
              </a:rPr>
              <a:t>,…</a:t>
            </a:r>
            <a:r>
              <a:rPr lang="en-US" altLang="zh-CN" sz="2400" i="1" dirty="0" smtClean="0">
                <a:latin typeface="Times New Roman" panose="02020603050405020304" pitchFamily="18" charset="0"/>
                <a:ea typeface="楷体" panose="02010609060101010101" pitchFamily="49" charset="-122"/>
              </a:rPr>
              <a:t>e</a:t>
            </a:r>
            <a:r>
              <a:rPr lang="en-US" altLang="zh-CN" sz="2400" i="1" baseline="-25000" dirty="0">
                <a:latin typeface="Times New Roman" panose="02020603050405020304" pitchFamily="18" charset="0"/>
                <a:ea typeface="楷体" panose="02010609060101010101" pitchFamily="49" charset="-122"/>
              </a:rPr>
              <a:t>n</a:t>
            </a:r>
            <a:r>
              <a:rPr lang="en-US" altLang="zh-CN" sz="2400" dirty="0" smtClean="0">
                <a:latin typeface="Times New Roman" panose="02020603050405020304" pitchFamily="18" charset="0"/>
                <a:ea typeface="楷体" panose="02010609060101010101" pitchFamily="49" charset="-122"/>
              </a:rPr>
              <a:t>) = </a:t>
            </a:r>
            <a:r>
              <a:rPr lang="en-US" altLang="zh-CN" sz="2400" i="1" dirty="0" smtClean="0">
                <a:latin typeface="Times New Roman" panose="02020603050405020304" pitchFamily="18" charset="0"/>
                <a:ea typeface="楷体" panose="02010609060101010101" pitchFamily="49" charset="-122"/>
              </a:rPr>
              <a:t>P</a:t>
            </a:r>
            <a:r>
              <a:rPr lang="en-US" altLang="zh-CN" sz="2400" dirty="0" smtClean="0">
                <a:latin typeface="Times New Roman" panose="02020603050405020304" pitchFamily="18" charset="0"/>
                <a:ea typeface="楷体" panose="02010609060101010101" pitchFamily="49" charset="-122"/>
              </a:rPr>
              <a:t>(</a:t>
            </a:r>
            <a:r>
              <a:rPr lang="en-US" altLang="zh-CN" sz="2400" i="1" dirty="0" err="1" smtClean="0">
                <a:latin typeface="Times New Roman" panose="02020603050405020304" pitchFamily="18" charset="0"/>
                <a:ea typeface="楷体" panose="02010609060101010101" pitchFamily="49" charset="-122"/>
              </a:rPr>
              <a:t>e</a:t>
            </a:r>
            <a:r>
              <a:rPr lang="en-US" altLang="zh-CN" sz="2400" baseline="-25000" dirty="0" err="1" smtClean="0">
                <a:latin typeface="Times New Roman" panose="02020603050405020304" pitchFamily="18" charset="0"/>
                <a:ea typeface="楷体" panose="02010609060101010101" pitchFamily="49" charset="-122"/>
              </a:rPr>
              <a:t>1</a:t>
            </a:r>
            <a:r>
              <a:rPr lang="en-US" altLang="zh-CN" sz="2400" dirty="0" err="1" smtClean="0">
                <a:latin typeface="Times New Roman" panose="02020603050405020304" pitchFamily="18" charset="0"/>
                <a:ea typeface="楷体" panose="02010609060101010101" pitchFamily="49" charset="-122"/>
              </a:rPr>
              <a:t>,</a:t>
            </a:r>
            <a:r>
              <a:rPr lang="en-US" altLang="zh-CN" sz="2400" i="1" dirty="0" err="1" smtClean="0">
                <a:latin typeface="Times New Roman" panose="02020603050405020304" pitchFamily="18" charset="0"/>
                <a:ea typeface="楷体" panose="02010609060101010101" pitchFamily="49" charset="-122"/>
              </a:rPr>
              <a:t>e</a:t>
            </a:r>
            <a:r>
              <a:rPr lang="en-US" altLang="zh-CN" sz="2400" baseline="-25000" dirty="0" err="1" smtClean="0">
                <a:latin typeface="Times New Roman" panose="02020603050405020304" pitchFamily="18" charset="0"/>
                <a:ea typeface="楷体" panose="02010609060101010101" pitchFamily="49" charset="-122"/>
              </a:rPr>
              <a:t>2</a:t>
            </a:r>
            <a:r>
              <a:rPr lang="en-US" altLang="zh-CN" sz="2400" dirty="0" smtClean="0">
                <a:latin typeface="Times New Roman" panose="02020603050405020304" pitchFamily="18" charset="0"/>
                <a:ea typeface="楷体" panose="02010609060101010101" pitchFamily="49" charset="-122"/>
              </a:rPr>
              <a:t>,…</a:t>
            </a:r>
            <a:r>
              <a:rPr lang="en-US" altLang="zh-CN" sz="2400" i="1" dirty="0" err="1" smtClean="0">
                <a:latin typeface="Times New Roman" panose="02020603050405020304" pitchFamily="18" charset="0"/>
                <a:ea typeface="楷体" panose="02010609060101010101" pitchFamily="49" charset="-122"/>
              </a:rPr>
              <a:t>e</a:t>
            </a:r>
            <a:r>
              <a:rPr lang="en-US" altLang="zh-CN" sz="2400" i="1" baseline="-25000" dirty="0" err="1">
                <a:latin typeface="Times New Roman" panose="02020603050405020304" pitchFamily="18" charset="0"/>
                <a:ea typeface="楷体" panose="02010609060101010101" pitchFamily="49" charset="-122"/>
              </a:rPr>
              <a:t>n</a:t>
            </a:r>
            <a:r>
              <a:rPr lang="en-US" altLang="zh-CN" sz="2400" dirty="0" err="1" smtClean="0">
                <a:latin typeface="Times New Roman" panose="02020603050405020304" pitchFamily="18" charset="0"/>
                <a:ea typeface="楷体" panose="02010609060101010101" pitchFamily="49" charset="-122"/>
              </a:rPr>
              <a:t>|</a:t>
            </a:r>
            <a:r>
              <a:rPr lang="en-US" altLang="zh-CN" sz="2400" i="1" dirty="0" err="1" smtClean="0">
                <a:latin typeface="Times New Roman" panose="02020603050405020304" pitchFamily="18" charset="0"/>
                <a:ea typeface="楷体" panose="02010609060101010101" pitchFamily="49" charset="-122"/>
              </a:rPr>
              <a:t>C</a:t>
            </a:r>
            <a:r>
              <a:rPr lang="en-US" altLang="zh-CN" sz="2400" i="1" baseline="-25000" dirty="0" err="1">
                <a:latin typeface="Times New Roman" panose="02020603050405020304" pitchFamily="18" charset="0"/>
                <a:ea typeface="楷体" panose="02010609060101010101" pitchFamily="49" charset="-122"/>
              </a:rPr>
              <a:t>i</a:t>
            </a:r>
            <a:r>
              <a:rPr lang="en-US" altLang="zh-CN" sz="2400" dirty="0" smtClean="0">
                <a:latin typeface="Times New Roman" panose="02020603050405020304" pitchFamily="18" charset="0"/>
                <a:ea typeface="楷体" panose="02010609060101010101" pitchFamily="49" charset="-122"/>
              </a:rPr>
              <a:t>)*</a:t>
            </a:r>
            <a:r>
              <a:rPr lang="en-US" altLang="zh-CN" sz="2400" i="1" dirty="0" smtClean="0">
                <a:latin typeface="Times New Roman" panose="02020603050405020304" pitchFamily="18" charset="0"/>
                <a:ea typeface="楷体" panose="02010609060101010101" pitchFamily="49" charset="-122"/>
              </a:rPr>
              <a:t>P</a:t>
            </a:r>
            <a:r>
              <a:rPr lang="en-US" altLang="zh-CN" sz="2400" dirty="0" smtClean="0">
                <a:latin typeface="Times New Roman" panose="02020603050405020304" pitchFamily="18" charset="0"/>
                <a:ea typeface="楷体" panose="02010609060101010101" pitchFamily="49" charset="-122"/>
              </a:rPr>
              <a:t>(</a:t>
            </a:r>
            <a:r>
              <a:rPr lang="en-US" altLang="zh-CN" sz="2400" i="1" dirty="0" smtClean="0">
                <a:latin typeface="Times New Roman" panose="02020603050405020304" pitchFamily="18" charset="0"/>
                <a:ea typeface="楷体" panose="02010609060101010101" pitchFamily="49" charset="-122"/>
              </a:rPr>
              <a:t>C</a:t>
            </a:r>
            <a:r>
              <a:rPr lang="en-US" altLang="zh-CN" sz="2400" i="1" baseline="-25000" dirty="0">
                <a:latin typeface="Times New Roman" panose="02020603050405020304" pitchFamily="18" charset="0"/>
                <a:ea typeface="楷体" panose="02010609060101010101" pitchFamily="49" charset="-122"/>
              </a:rPr>
              <a:t>i</a:t>
            </a:r>
            <a:r>
              <a:rPr lang="en-US" altLang="zh-CN" sz="2400" dirty="0" smtClean="0">
                <a:latin typeface="Times New Roman" panose="02020603050405020304" pitchFamily="18" charset="0"/>
                <a:ea typeface="楷体" panose="02010609060101010101" pitchFamily="49" charset="-122"/>
              </a:rPr>
              <a:t>) / </a:t>
            </a:r>
            <a:r>
              <a:rPr lang="en-US" altLang="zh-CN" sz="2400" i="1" dirty="0" smtClean="0">
                <a:latin typeface="Times New Roman" panose="02020603050405020304" pitchFamily="18" charset="0"/>
                <a:ea typeface="楷体" panose="02010609060101010101" pitchFamily="49" charset="-122"/>
              </a:rPr>
              <a:t>P</a:t>
            </a:r>
            <a:r>
              <a:rPr lang="en-US" altLang="zh-CN" sz="2400" dirty="0" smtClean="0">
                <a:latin typeface="Times New Roman" panose="02020603050405020304" pitchFamily="18" charset="0"/>
                <a:ea typeface="楷体" panose="02010609060101010101" pitchFamily="49" charset="-122"/>
              </a:rPr>
              <a:t>(</a:t>
            </a:r>
            <a:r>
              <a:rPr lang="en-US" altLang="zh-CN" sz="2400" i="1" dirty="0" err="1" smtClean="0">
                <a:latin typeface="Times New Roman" panose="02020603050405020304" pitchFamily="18" charset="0"/>
                <a:ea typeface="楷体" panose="02010609060101010101" pitchFamily="49" charset="-122"/>
              </a:rPr>
              <a:t>e</a:t>
            </a:r>
            <a:r>
              <a:rPr lang="en-US" altLang="zh-CN" sz="2400" baseline="-25000" dirty="0" err="1">
                <a:latin typeface="Times New Roman" panose="02020603050405020304" pitchFamily="18" charset="0"/>
                <a:ea typeface="楷体" panose="02010609060101010101" pitchFamily="49" charset="-122"/>
              </a:rPr>
              <a:t>1</a:t>
            </a:r>
            <a:r>
              <a:rPr lang="en-US" altLang="zh-CN" sz="2400" dirty="0" err="1" smtClean="0">
                <a:latin typeface="Times New Roman" panose="02020603050405020304" pitchFamily="18" charset="0"/>
                <a:ea typeface="楷体" panose="02010609060101010101" pitchFamily="49" charset="-122"/>
              </a:rPr>
              <a:t>,</a:t>
            </a:r>
            <a:r>
              <a:rPr lang="en-US" altLang="zh-CN" sz="2400" i="1" dirty="0" err="1" smtClean="0">
                <a:latin typeface="Times New Roman" panose="02020603050405020304" pitchFamily="18" charset="0"/>
                <a:ea typeface="楷体" panose="02010609060101010101" pitchFamily="49" charset="-122"/>
              </a:rPr>
              <a:t>e</a:t>
            </a:r>
            <a:r>
              <a:rPr lang="en-US" altLang="zh-CN" sz="2400" baseline="-25000" dirty="0" err="1">
                <a:latin typeface="Times New Roman" panose="02020603050405020304" pitchFamily="18" charset="0"/>
                <a:ea typeface="楷体" panose="02010609060101010101" pitchFamily="49" charset="-122"/>
              </a:rPr>
              <a:t>2</a:t>
            </a:r>
            <a:r>
              <a:rPr lang="en-US" altLang="zh-CN" sz="2400" dirty="0" smtClean="0">
                <a:latin typeface="Times New Roman" panose="02020603050405020304" pitchFamily="18" charset="0"/>
                <a:ea typeface="楷体" panose="02010609060101010101" pitchFamily="49" charset="-122"/>
              </a:rPr>
              <a:t>,…</a:t>
            </a:r>
            <a:r>
              <a:rPr lang="en-US" altLang="zh-CN" sz="2400" i="1" dirty="0" smtClean="0">
                <a:latin typeface="Times New Roman" panose="02020603050405020304" pitchFamily="18" charset="0"/>
                <a:ea typeface="楷体" panose="02010609060101010101" pitchFamily="49" charset="-122"/>
              </a:rPr>
              <a:t>e</a:t>
            </a:r>
            <a:r>
              <a:rPr lang="en-US" altLang="zh-CN" sz="2400" i="1" baseline="-25000" dirty="0">
                <a:latin typeface="Times New Roman" panose="02020603050405020304" pitchFamily="18" charset="0"/>
                <a:ea typeface="楷体" panose="02010609060101010101" pitchFamily="49" charset="-122"/>
              </a:rPr>
              <a:t>n</a:t>
            </a:r>
            <a:r>
              <a:rPr lang="en-US" altLang="zh-CN" sz="2400" dirty="0" smtClean="0">
                <a:latin typeface="Times New Roman" panose="02020603050405020304" pitchFamily="18" charset="0"/>
                <a:ea typeface="楷体" panose="02010609060101010101" pitchFamily="49" charset="-122"/>
              </a:rPr>
              <a:t>)</a:t>
            </a:r>
          </a:p>
          <a:p>
            <a:pPr algn="just" eaLnBrk="1" hangingPunct="1">
              <a:lnSpc>
                <a:spcPct val="120000"/>
              </a:lnSpc>
              <a:defRPr/>
            </a:pPr>
            <a:r>
              <a:rPr lang="zh-CN" altLang="en-US" sz="2400" dirty="0" smtClean="0">
                <a:latin typeface="Times New Roman" panose="02020603050405020304" pitchFamily="18" charset="0"/>
                <a:ea typeface="楷体" panose="02010609060101010101" pitchFamily="49" charset="-122"/>
              </a:rPr>
              <a:t>如何计算</a:t>
            </a:r>
            <a:r>
              <a:rPr lang="en-US" altLang="zh-CN" sz="2400" i="1" dirty="0">
                <a:latin typeface="Times New Roman" panose="02020603050405020304" pitchFamily="18" charset="0"/>
                <a:ea typeface="楷体" panose="02010609060101010101" pitchFamily="49" charset="-122"/>
              </a:rPr>
              <a:t>P</a:t>
            </a:r>
            <a:r>
              <a:rPr lang="en-US" altLang="zh-CN" sz="2400" dirty="0">
                <a:latin typeface="Times New Roman" panose="02020603050405020304" pitchFamily="18" charset="0"/>
                <a:ea typeface="楷体" panose="02010609060101010101" pitchFamily="49" charset="-122"/>
              </a:rPr>
              <a:t>(</a:t>
            </a:r>
            <a:r>
              <a:rPr lang="en-US" altLang="zh-CN" sz="2400" i="1" dirty="0" err="1">
                <a:latin typeface="Times New Roman" panose="02020603050405020304" pitchFamily="18" charset="0"/>
                <a:ea typeface="楷体" panose="02010609060101010101" pitchFamily="49" charset="-122"/>
              </a:rPr>
              <a:t>e</a:t>
            </a:r>
            <a:r>
              <a:rPr lang="en-US" altLang="zh-CN" sz="2400" baseline="-25000" dirty="0" err="1">
                <a:latin typeface="Times New Roman" panose="02020603050405020304" pitchFamily="18" charset="0"/>
                <a:ea typeface="楷体" panose="02010609060101010101" pitchFamily="49" charset="-122"/>
              </a:rPr>
              <a:t>1</a:t>
            </a:r>
            <a:r>
              <a:rPr lang="en-US" altLang="zh-CN" sz="2400" dirty="0" err="1">
                <a:latin typeface="Times New Roman" panose="02020603050405020304" pitchFamily="18" charset="0"/>
                <a:ea typeface="楷体" panose="02010609060101010101" pitchFamily="49" charset="-122"/>
              </a:rPr>
              <a:t>,</a:t>
            </a:r>
            <a:r>
              <a:rPr lang="en-US" altLang="zh-CN" sz="2400" i="1" dirty="0" err="1">
                <a:latin typeface="Times New Roman" panose="02020603050405020304" pitchFamily="18" charset="0"/>
                <a:ea typeface="楷体" panose="02010609060101010101" pitchFamily="49" charset="-122"/>
              </a:rPr>
              <a:t>e</a:t>
            </a:r>
            <a:r>
              <a:rPr lang="en-US" altLang="zh-CN" sz="2400" baseline="-25000" dirty="0" err="1">
                <a:latin typeface="Times New Roman" panose="02020603050405020304" pitchFamily="18" charset="0"/>
                <a:ea typeface="楷体" panose="02010609060101010101" pitchFamily="49" charset="-122"/>
              </a:rPr>
              <a:t>2</a:t>
            </a:r>
            <a:r>
              <a:rPr lang="en-US" altLang="zh-CN" sz="2400" dirty="0">
                <a:latin typeface="Times New Roman" panose="02020603050405020304" pitchFamily="18" charset="0"/>
                <a:ea typeface="楷体" panose="02010609060101010101" pitchFamily="49" charset="-122"/>
              </a:rPr>
              <a:t>,…</a:t>
            </a:r>
            <a:r>
              <a:rPr lang="en-US" altLang="zh-CN" sz="2400" i="1" dirty="0" err="1">
                <a:latin typeface="Times New Roman" panose="02020603050405020304" pitchFamily="18" charset="0"/>
                <a:ea typeface="楷体" panose="02010609060101010101" pitchFamily="49" charset="-122"/>
              </a:rPr>
              <a:t>e</a:t>
            </a:r>
            <a:r>
              <a:rPr lang="en-US" altLang="zh-CN" sz="2400" i="1" baseline="-25000" dirty="0" err="1">
                <a:latin typeface="Times New Roman" panose="02020603050405020304" pitchFamily="18" charset="0"/>
                <a:ea typeface="楷体" panose="02010609060101010101" pitchFamily="49" charset="-122"/>
              </a:rPr>
              <a:t>n</a:t>
            </a:r>
            <a:r>
              <a:rPr lang="en-US" altLang="zh-CN" sz="2400" dirty="0" err="1">
                <a:latin typeface="Times New Roman" panose="02020603050405020304" pitchFamily="18" charset="0"/>
                <a:ea typeface="楷体" panose="02010609060101010101" pitchFamily="49" charset="-122"/>
              </a:rPr>
              <a:t>|</a:t>
            </a:r>
            <a:r>
              <a:rPr lang="en-US" altLang="zh-CN" sz="2400" i="1" dirty="0" err="1">
                <a:latin typeface="Times New Roman" panose="02020603050405020304" pitchFamily="18" charset="0"/>
                <a:ea typeface="楷体" panose="02010609060101010101" pitchFamily="49" charset="-122"/>
              </a:rPr>
              <a:t>C</a:t>
            </a:r>
            <a:r>
              <a:rPr lang="en-US" altLang="zh-CN" sz="2400" i="1" baseline="-25000" dirty="0" err="1">
                <a:latin typeface="Times New Roman" panose="02020603050405020304" pitchFamily="18" charset="0"/>
                <a:ea typeface="楷体" panose="02010609060101010101" pitchFamily="49" charset="-122"/>
              </a:rPr>
              <a:t>i</a:t>
            </a:r>
            <a:r>
              <a:rPr lang="en-US" altLang="zh-CN" sz="2400" dirty="0">
                <a:latin typeface="Times New Roman" panose="02020603050405020304" pitchFamily="18" charset="0"/>
                <a:ea typeface="楷体" panose="02010609060101010101" pitchFamily="49" charset="-122"/>
              </a:rPr>
              <a:t>)</a:t>
            </a:r>
            <a:r>
              <a:rPr lang="zh-CN" altLang="en-US" sz="2400" dirty="0" smtClean="0">
                <a:latin typeface="Times New Roman" panose="02020603050405020304" pitchFamily="18" charset="0"/>
                <a:ea typeface="楷体" panose="02010609060101010101" pitchFamily="49" charset="-122"/>
              </a:rPr>
              <a:t>？引入条件独立性</a:t>
            </a:r>
          </a:p>
          <a:p>
            <a:pPr lvl="1" algn="just" eaLnBrk="1" hangingPunct="1">
              <a:lnSpc>
                <a:spcPct val="120000"/>
              </a:lnSpc>
              <a:defRPr/>
            </a:pPr>
            <a:endParaRPr lang="en-US" altLang="zh-CN" sz="2400" dirty="0" smtClean="0">
              <a:latin typeface="Times New Roman" panose="02020603050405020304" pitchFamily="18" charset="0"/>
              <a:ea typeface="楷体" panose="02010609060101010101" pitchFamily="49" charset="-122"/>
            </a:endParaRPr>
          </a:p>
          <a:p>
            <a:pPr lvl="1" algn="just" eaLnBrk="1" hangingPunct="1">
              <a:lnSpc>
                <a:spcPct val="120000"/>
              </a:lnSpc>
              <a:defRPr/>
            </a:pPr>
            <a:endParaRPr lang="en-US" altLang="zh-CN" sz="2400" dirty="0">
              <a:latin typeface="Times New Roman" panose="02020603050405020304" pitchFamily="18" charset="0"/>
              <a:ea typeface="楷体" panose="02010609060101010101" pitchFamily="49" charset="-122"/>
            </a:endParaRPr>
          </a:p>
          <a:p>
            <a:pPr lvl="1" algn="just" eaLnBrk="1" hangingPunct="1">
              <a:lnSpc>
                <a:spcPct val="120000"/>
              </a:lnSpc>
              <a:defRPr/>
            </a:pPr>
            <a:endParaRPr lang="en-US" altLang="zh-CN" sz="2400" dirty="0" smtClean="0">
              <a:latin typeface="Times New Roman" panose="02020603050405020304" pitchFamily="18" charset="0"/>
              <a:ea typeface="楷体" panose="02010609060101010101" pitchFamily="49" charset="-122"/>
            </a:endParaRPr>
          </a:p>
          <a:p>
            <a:pPr lvl="1" algn="just" eaLnBrk="1" hangingPunct="1">
              <a:lnSpc>
                <a:spcPct val="120000"/>
              </a:lnSpc>
              <a:defRPr/>
            </a:pPr>
            <a:endParaRPr lang="en-US" altLang="zh-CN" sz="2400" dirty="0" smtClean="0">
              <a:latin typeface="Times New Roman" panose="02020603050405020304" pitchFamily="18" charset="0"/>
              <a:ea typeface="楷体" panose="02010609060101010101" pitchFamily="49" charset="-122"/>
            </a:endParaRPr>
          </a:p>
        </p:txBody>
      </p:sp>
      <p:grpSp>
        <p:nvGrpSpPr>
          <p:cNvPr id="20" name="组合 19"/>
          <p:cNvGrpSpPr>
            <a:grpSpLocks/>
          </p:cNvGrpSpPr>
          <p:nvPr/>
        </p:nvGrpSpPr>
        <p:grpSpPr bwMode="auto">
          <a:xfrm>
            <a:off x="749300" y="4221163"/>
            <a:ext cx="3613150" cy="1543050"/>
            <a:chOff x="2700003" y="3816623"/>
            <a:chExt cx="3612113" cy="1542626"/>
          </a:xfrm>
        </p:grpSpPr>
        <p:sp>
          <p:nvSpPr>
            <p:cNvPr id="67592" name="椭圆 1"/>
            <p:cNvSpPr>
              <a:spLocks noChangeArrowheads="1"/>
            </p:cNvSpPr>
            <p:nvPr/>
          </p:nvSpPr>
          <p:spPr bwMode="auto">
            <a:xfrm>
              <a:off x="4210373" y="3933056"/>
              <a:ext cx="360040" cy="288032"/>
            </a:xfrm>
            <a:prstGeom prst="ellipse">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127"/>
                  <a:ea typeface="-윤체M" panose="020B0604020202020204" charset="-127"/>
                </a:defRPr>
              </a:lvl2pPr>
              <a:lvl3pPr marL="1143000" indent="-228600" latinLnBrk="1">
                <a:spcBef>
                  <a:spcPct val="20000"/>
                </a:spcBef>
                <a:buChar char="•"/>
                <a:defRPr kumimoji="1">
                  <a:solidFill>
                    <a:schemeClr val="tx1"/>
                  </a:solidFill>
                  <a:latin typeface="-윤체M" panose="020B0604020202020204" charset="-127"/>
                  <a:ea typeface="-윤체M" panose="020B0604020202020204" charset="-127"/>
                </a:defRPr>
              </a:lvl3pPr>
              <a:lvl4pPr marL="1600200" indent="-228600" latinLnBrk="1">
                <a:spcBef>
                  <a:spcPct val="20000"/>
                </a:spcBef>
                <a:buChar char="•"/>
                <a:defRPr kumimoji="1" sz="1600">
                  <a:solidFill>
                    <a:schemeClr val="tx1"/>
                  </a:solidFill>
                  <a:latin typeface="-윤체M" panose="020B0604020202020204" charset="-127"/>
                  <a:ea typeface="-윤체M" panose="020B0604020202020204" charset="-127"/>
                </a:defRPr>
              </a:lvl4pPr>
              <a:lvl5pPr marL="2057400" indent="-228600" latinLnBrk="1">
                <a:spcBef>
                  <a:spcPct val="20000"/>
                </a:spcBef>
                <a:buChar char="•"/>
                <a:defRPr kumimoji="1" sz="1400">
                  <a:solidFill>
                    <a:schemeClr val="tx1"/>
                  </a:solidFill>
                  <a:latin typeface="-윤체M" panose="020B0604020202020204" charset="-127"/>
                  <a:ea typeface="-윤체M" panose="020B0604020202020204"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9pPr>
            </a:lstStyle>
            <a:p>
              <a:pPr eaLnBrk="1" hangingPunct="1">
                <a:spcBef>
                  <a:spcPct val="0"/>
                </a:spcBef>
                <a:buFontTx/>
                <a:buNone/>
              </a:pPr>
              <a:endParaRPr lang="zh-CN" altLang="en-US" sz="2400">
                <a:latin typeface="楷体" panose="02010609060101010101" pitchFamily="49" charset="-122"/>
                <a:ea typeface="楷体" panose="02010609060101010101" pitchFamily="49" charset="-122"/>
              </a:endParaRPr>
            </a:p>
          </p:txBody>
        </p:sp>
        <p:sp>
          <p:nvSpPr>
            <p:cNvPr id="67593" name="椭圆 6"/>
            <p:cNvSpPr>
              <a:spLocks noChangeArrowheads="1"/>
            </p:cNvSpPr>
            <p:nvPr/>
          </p:nvSpPr>
          <p:spPr bwMode="auto">
            <a:xfrm>
              <a:off x="2771800" y="4656149"/>
              <a:ext cx="360040" cy="288032"/>
            </a:xfrm>
            <a:prstGeom prst="ellipse">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127"/>
                  <a:ea typeface="-윤체M" panose="020B0604020202020204" charset="-127"/>
                </a:defRPr>
              </a:lvl2pPr>
              <a:lvl3pPr marL="1143000" indent="-228600" latinLnBrk="1">
                <a:spcBef>
                  <a:spcPct val="20000"/>
                </a:spcBef>
                <a:buChar char="•"/>
                <a:defRPr kumimoji="1">
                  <a:solidFill>
                    <a:schemeClr val="tx1"/>
                  </a:solidFill>
                  <a:latin typeface="-윤체M" panose="020B0604020202020204" charset="-127"/>
                  <a:ea typeface="-윤체M" panose="020B0604020202020204" charset="-127"/>
                </a:defRPr>
              </a:lvl3pPr>
              <a:lvl4pPr marL="1600200" indent="-228600" latinLnBrk="1">
                <a:spcBef>
                  <a:spcPct val="20000"/>
                </a:spcBef>
                <a:buChar char="•"/>
                <a:defRPr kumimoji="1" sz="1600">
                  <a:solidFill>
                    <a:schemeClr val="tx1"/>
                  </a:solidFill>
                  <a:latin typeface="-윤체M" panose="020B0604020202020204" charset="-127"/>
                  <a:ea typeface="-윤체M" panose="020B0604020202020204" charset="-127"/>
                </a:defRPr>
              </a:lvl4pPr>
              <a:lvl5pPr marL="2057400" indent="-228600" latinLnBrk="1">
                <a:spcBef>
                  <a:spcPct val="20000"/>
                </a:spcBef>
                <a:buChar char="•"/>
                <a:defRPr kumimoji="1" sz="1400">
                  <a:solidFill>
                    <a:schemeClr val="tx1"/>
                  </a:solidFill>
                  <a:latin typeface="-윤체M" panose="020B0604020202020204" charset="-127"/>
                  <a:ea typeface="-윤체M" panose="020B0604020202020204"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9pPr>
            </a:lstStyle>
            <a:p>
              <a:pPr eaLnBrk="1" hangingPunct="1">
                <a:spcBef>
                  <a:spcPct val="0"/>
                </a:spcBef>
                <a:buFontTx/>
                <a:buNone/>
              </a:pPr>
              <a:endParaRPr lang="zh-CN" altLang="en-US" sz="2400">
                <a:latin typeface="楷体" panose="02010609060101010101" pitchFamily="49" charset="-122"/>
                <a:ea typeface="楷体" panose="02010609060101010101" pitchFamily="49" charset="-122"/>
              </a:endParaRPr>
            </a:p>
          </p:txBody>
        </p:sp>
        <p:sp>
          <p:nvSpPr>
            <p:cNvPr id="67594" name="椭圆 7"/>
            <p:cNvSpPr>
              <a:spLocks noChangeArrowheads="1"/>
            </p:cNvSpPr>
            <p:nvPr/>
          </p:nvSpPr>
          <p:spPr bwMode="auto">
            <a:xfrm>
              <a:off x="3291285" y="4653136"/>
              <a:ext cx="360040" cy="288032"/>
            </a:xfrm>
            <a:prstGeom prst="ellipse">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127"/>
                  <a:ea typeface="-윤체M" panose="020B0604020202020204" charset="-127"/>
                </a:defRPr>
              </a:lvl2pPr>
              <a:lvl3pPr marL="1143000" indent="-228600" latinLnBrk="1">
                <a:spcBef>
                  <a:spcPct val="20000"/>
                </a:spcBef>
                <a:buChar char="•"/>
                <a:defRPr kumimoji="1">
                  <a:solidFill>
                    <a:schemeClr val="tx1"/>
                  </a:solidFill>
                  <a:latin typeface="-윤체M" panose="020B0604020202020204" charset="-127"/>
                  <a:ea typeface="-윤체M" panose="020B0604020202020204" charset="-127"/>
                </a:defRPr>
              </a:lvl3pPr>
              <a:lvl4pPr marL="1600200" indent="-228600" latinLnBrk="1">
                <a:spcBef>
                  <a:spcPct val="20000"/>
                </a:spcBef>
                <a:buChar char="•"/>
                <a:defRPr kumimoji="1" sz="1600">
                  <a:solidFill>
                    <a:schemeClr val="tx1"/>
                  </a:solidFill>
                  <a:latin typeface="-윤체M" panose="020B0604020202020204" charset="-127"/>
                  <a:ea typeface="-윤체M" panose="020B0604020202020204" charset="-127"/>
                </a:defRPr>
              </a:lvl4pPr>
              <a:lvl5pPr marL="2057400" indent="-228600" latinLnBrk="1">
                <a:spcBef>
                  <a:spcPct val="20000"/>
                </a:spcBef>
                <a:buChar char="•"/>
                <a:defRPr kumimoji="1" sz="1400">
                  <a:solidFill>
                    <a:schemeClr val="tx1"/>
                  </a:solidFill>
                  <a:latin typeface="-윤체M" panose="020B0604020202020204" charset="-127"/>
                  <a:ea typeface="-윤체M" panose="020B0604020202020204"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9pPr>
            </a:lstStyle>
            <a:p>
              <a:pPr eaLnBrk="1" hangingPunct="1">
                <a:spcBef>
                  <a:spcPct val="0"/>
                </a:spcBef>
                <a:buFontTx/>
                <a:buNone/>
              </a:pPr>
              <a:endParaRPr lang="zh-CN" altLang="en-US" sz="2400">
                <a:latin typeface="楷体" panose="02010609060101010101" pitchFamily="49" charset="-122"/>
                <a:ea typeface="楷体" panose="02010609060101010101" pitchFamily="49" charset="-122"/>
              </a:endParaRPr>
            </a:p>
          </p:txBody>
        </p:sp>
        <p:sp>
          <p:nvSpPr>
            <p:cNvPr id="67595" name="椭圆 8"/>
            <p:cNvSpPr>
              <a:spLocks noChangeArrowheads="1"/>
            </p:cNvSpPr>
            <p:nvPr/>
          </p:nvSpPr>
          <p:spPr bwMode="auto">
            <a:xfrm>
              <a:off x="3836876" y="4653136"/>
              <a:ext cx="360040" cy="288032"/>
            </a:xfrm>
            <a:prstGeom prst="ellipse">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127"/>
                  <a:ea typeface="-윤체M" panose="020B0604020202020204" charset="-127"/>
                </a:defRPr>
              </a:lvl2pPr>
              <a:lvl3pPr marL="1143000" indent="-228600" latinLnBrk="1">
                <a:spcBef>
                  <a:spcPct val="20000"/>
                </a:spcBef>
                <a:buChar char="•"/>
                <a:defRPr kumimoji="1">
                  <a:solidFill>
                    <a:schemeClr val="tx1"/>
                  </a:solidFill>
                  <a:latin typeface="-윤체M" panose="020B0604020202020204" charset="-127"/>
                  <a:ea typeface="-윤체M" panose="020B0604020202020204" charset="-127"/>
                </a:defRPr>
              </a:lvl3pPr>
              <a:lvl4pPr marL="1600200" indent="-228600" latinLnBrk="1">
                <a:spcBef>
                  <a:spcPct val="20000"/>
                </a:spcBef>
                <a:buChar char="•"/>
                <a:defRPr kumimoji="1" sz="1600">
                  <a:solidFill>
                    <a:schemeClr val="tx1"/>
                  </a:solidFill>
                  <a:latin typeface="-윤체M" panose="020B0604020202020204" charset="-127"/>
                  <a:ea typeface="-윤체M" panose="020B0604020202020204" charset="-127"/>
                </a:defRPr>
              </a:lvl4pPr>
              <a:lvl5pPr marL="2057400" indent="-228600" latinLnBrk="1">
                <a:spcBef>
                  <a:spcPct val="20000"/>
                </a:spcBef>
                <a:buChar char="•"/>
                <a:defRPr kumimoji="1" sz="1400">
                  <a:solidFill>
                    <a:schemeClr val="tx1"/>
                  </a:solidFill>
                  <a:latin typeface="-윤체M" panose="020B0604020202020204" charset="-127"/>
                  <a:ea typeface="-윤체M" panose="020B0604020202020204"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9pPr>
            </a:lstStyle>
            <a:p>
              <a:pPr eaLnBrk="1" hangingPunct="1">
                <a:spcBef>
                  <a:spcPct val="0"/>
                </a:spcBef>
                <a:buFontTx/>
                <a:buNone/>
              </a:pPr>
              <a:endParaRPr lang="zh-CN" altLang="en-US" sz="2400">
                <a:latin typeface="楷体" panose="02010609060101010101" pitchFamily="49" charset="-122"/>
                <a:ea typeface="楷体" panose="02010609060101010101" pitchFamily="49" charset="-122"/>
              </a:endParaRPr>
            </a:p>
          </p:txBody>
        </p:sp>
        <p:sp>
          <p:nvSpPr>
            <p:cNvPr id="67596" name="椭圆 9"/>
            <p:cNvSpPr>
              <a:spLocks noChangeArrowheads="1"/>
            </p:cNvSpPr>
            <p:nvPr/>
          </p:nvSpPr>
          <p:spPr bwMode="auto">
            <a:xfrm>
              <a:off x="5087503" y="4653136"/>
              <a:ext cx="360040" cy="288032"/>
            </a:xfrm>
            <a:prstGeom prst="ellipse">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127"/>
                  <a:ea typeface="-윤체M" panose="020B0604020202020204" charset="-127"/>
                </a:defRPr>
              </a:lvl2pPr>
              <a:lvl3pPr marL="1143000" indent="-228600" latinLnBrk="1">
                <a:spcBef>
                  <a:spcPct val="20000"/>
                </a:spcBef>
                <a:buChar char="•"/>
                <a:defRPr kumimoji="1">
                  <a:solidFill>
                    <a:schemeClr val="tx1"/>
                  </a:solidFill>
                  <a:latin typeface="-윤체M" panose="020B0604020202020204" charset="-127"/>
                  <a:ea typeface="-윤체M" panose="020B0604020202020204" charset="-127"/>
                </a:defRPr>
              </a:lvl3pPr>
              <a:lvl4pPr marL="1600200" indent="-228600" latinLnBrk="1">
                <a:spcBef>
                  <a:spcPct val="20000"/>
                </a:spcBef>
                <a:buChar char="•"/>
                <a:defRPr kumimoji="1" sz="1600">
                  <a:solidFill>
                    <a:schemeClr val="tx1"/>
                  </a:solidFill>
                  <a:latin typeface="-윤체M" panose="020B0604020202020204" charset="-127"/>
                  <a:ea typeface="-윤체M" panose="020B0604020202020204" charset="-127"/>
                </a:defRPr>
              </a:lvl4pPr>
              <a:lvl5pPr marL="2057400" indent="-228600" latinLnBrk="1">
                <a:spcBef>
                  <a:spcPct val="20000"/>
                </a:spcBef>
                <a:buChar char="•"/>
                <a:defRPr kumimoji="1" sz="1400">
                  <a:solidFill>
                    <a:schemeClr val="tx1"/>
                  </a:solidFill>
                  <a:latin typeface="-윤체M" panose="020B0604020202020204" charset="-127"/>
                  <a:ea typeface="-윤체M" panose="020B0604020202020204"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9pPr>
            </a:lstStyle>
            <a:p>
              <a:pPr eaLnBrk="1" hangingPunct="1">
                <a:spcBef>
                  <a:spcPct val="0"/>
                </a:spcBef>
                <a:buFontTx/>
                <a:buNone/>
              </a:pPr>
              <a:endParaRPr lang="zh-CN" altLang="en-US" sz="2400">
                <a:latin typeface="楷体" panose="02010609060101010101" pitchFamily="49" charset="-122"/>
                <a:ea typeface="楷体" panose="02010609060101010101" pitchFamily="49" charset="-122"/>
              </a:endParaRPr>
            </a:p>
          </p:txBody>
        </p:sp>
        <p:sp>
          <p:nvSpPr>
            <p:cNvPr id="67597" name="椭圆 10"/>
            <p:cNvSpPr>
              <a:spLocks noChangeArrowheads="1"/>
            </p:cNvSpPr>
            <p:nvPr/>
          </p:nvSpPr>
          <p:spPr bwMode="auto">
            <a:xfrm>
              <a:off x="5543724" y="4653136"/>
              <a:ext cx="360040" cy="288032"/>
            </a:xfrm>
            <a:prstGeom prst="ellipse">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127"/>
                  <a:ea typeface="-윤체M" panose="020B0604020202020204" charset="-127"/>
                </a:defRPr>
              </a:lvl2pPr>
              <a:lvl3pPr marL="1143000" indent="-228600" latinLnBrk="1">
                <a:spcBef>
                  <a:spcPct val="20000"/>
                </a:spcBef>
                <a:buChar char="•"/>
                <a:defRPr kumimoji="1">
                  <a:solidFill>
                    <a:schemeClr val="tx1"/>
                  </a:solidFill>
                  <a:latin typeface="-윤체M" panose="020B0604020202020204" charset="-127"/>
                  <a:ea typeface="-윤체M" panose="020B0604020202020204" charset="-127"/>
                </a:defRPr>
              </a:lvl3pPr>
              <a:lvl4pPr marL="1600200" indent="-228600" latinLnBrk="1">
                <a:spcBef>
                  <a:spcPct val="20000"/>
                </a:spcBef>
                <a:buChar char="•"/>
                <a:defRPr kumimoji="1" sz="1600">
                  <a:solidFill>
                    <a:schemeClr val="tx1"/>
                  </a:solidFill>
                  <a:latin typeface="-윤체M" panose="020B0604020202020204" charset="-127"/>
                  <a:ea typeface="-윤체M" panose="020B0604020202020204" charset="-127"/>
                </a:defRPr>
              </a:lvl4pPr>
              <a:lvl5pPr marL="2057400" indent="-228600" latinLnBrk="1">
                <a:spcBef>
                  <a:spcPct val="20000"/>
                </a:spcBef>
                <a:buChar char="•"/>
                <a:defRPr kumimoji="1" sz="1400">
                  <a:solidFill>
                    <a:schemeClr val="tx1"/>
                  </a:solidFill>
                  <a:latin typeface="-윤체M" panose="020B0604020202020204" charset="-127"/>
                  <a:ea typeface="-윤체M" panose="020B0604020202020204"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9pPr>
            </a:lstStyle>
            <a:p>
              <a:pPr eaLnBrk="1" hangingPunct="1">
                <a:spcBef>
                  <a:spcPct val="0"/>
                </a:spcBef>
                <a:buFontTx/>
                <a:buNone/>
              </a:pPr>
              <a:endParaRPr lang="zh-CN" altLang="en-US" sz="2400">
                <a:latin typeface="楷体" panose="02010609060101010101" pitchFamily="49" charset="-122"/>
                <a:ea typeface="楷体" panose="02010609060101010101" pitchFamily="49" charset="-122"/>
              </a:endParaRPr>
            </a:p>
          </p:txBody>
        </p:sp>
        <p:cxnSp>
          <p:nvCxnSpPr>
            <p:cNvPr id="67598" name="直接箭头连接符 3"/>
            <p:cNvCxnSpPr>
              <a:cxnSpLocks noChangeShapeType="1"/>
              <a:stCxn id="67592" idx="4"/>
              <a:endCxn id="67593" idx="0"/>
            </p:cNvCxnSpPr>
            <p:nvPr/>
          </p:nvCxnSpPr>
          <p:spPr bwMode="auto">
            <a:xfrm flipH="1">
              <a:off x="2951820" y="4221088"/>
              <a:ext cx="1438573" cy="435061"/>
            </a:xfrm>
            <a:prstGeom prst="straightConnector1">
              <a:avLst/>
            </a:prstGeom>
            <a:noFill/>
            <a:ln w="9525"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7599" name="直接箭头连接符 5"/>
            <p:cNvCxnSpPr>
              <a:cxnSpLocks noChangeShapeType="1"/>
              <a:stCxn id="67592" idx="4"/>
              <a:endCxn id="67594" idx="0"/>
            </p:cNvCxnSpPr>
            <p:nvPr/>
          </p:nvCxnSpPr>
          <p:spPr bwMode="auto">
            <a:xfrm flipH="1">
              <a:off x="3471305" y="4221088"/>
              <a:ext cx="919088" cy="432048"/>
            </a:xfrm>
            <a:prstGeom prst="straightConnector1">
              <a:avLst/>
            </a:prstGeom>
            <a:noFill/>
            <a:ln w="9525"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7600" name="直接箭头连接符 12"/>
            <p:cNvCxnSpPr>
              <a:cxnSpLocks noChangeShapeType="1"/>
              <a:endCxn id="67595" idx="0"/>
            </p:cNvCxnSpPr>
            <p:nvPr/>
          </p:nvCxnSpPr>
          <p:spPr bwMode="auto">
            <a:xfrm flipH="1">
              <a:off x="4016896" y="4221088"/>
              <a:ext cx="373497" cy="432048"/>
            </a:xfrm>
            <a:prstGeom prst="straightConnector1">
              <a:avLst/>
            </a:prstGeom>
            <a:noFill/>
            <a:ln w="9525"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7601" name="直接箭头连接符 14"/>
            <p:cNvCxnSpPr>
              <a:cxnSpLocks noChangeShapeType="1"/>
              <a:stCxn id="67592" idx="4"/>
              <a:endCxn id="67596" idx="0"/>
            </p:cNvCxnSpPr>
            <p:nvPr/>
          </p:nvCxnSpPr>
          <p:spPr bwMode="auto">
            <a:xfrm>
              <a:off x="4390393" y="4221088"/>
              <a:ext cx="877130" cy="432048"/>
            </a:xfrm>
            <a:prstGeom prst="straightConnector1">
              <a:avLst/>
            </a:prstGeom>
            <a:noFill/>
            <a:ln w="9525"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7602" name="直接箭头连接符 16"/>
            <p:cNvCxnSpPr>
              <a:cxnSpLocks noChangeShapeType="1"/>
              <a:stCxn id="67592" idx="4"/>
              <a:endCxn id="67597" idx="0"/>
            </p:cNvCxnSpPr>
            <p:nvPr/>
          </p:nvCxnSpPr>
          <p:spPr bwMode="auto">
            <a:xfrm>
              <a:off x="4390393" y="4221088"/>
              <a:ext cx="1333351" cy="432048"/>
            </a:xfrm>
            <a:prstGeom prst="straightConnector1">
              <a:avLst/>
            </a:prstGeom>
            <a:noFill/>
            <a:ln w="9525"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7603" name="文本框 17"/>
            <p:cNvSpPr txBox="1">
              <a:spLocks noChangeArrowheads="1"/>
            </p:cNvSpPr>
            <p:nvPr/>
          </p:nvSpPr>
          <p:spPr bwMode="auto">
            <a:xfrm>
              <a:off x="4665954" y="3816623"/>
              <a:ext cx="69157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127"/>
                  <a:ea typeface="-윤체M" panose="020B0604020202020204" charset="-127"/>
                </a:defRPr>
              </a:lvl2pPr>
              <a:lvl3pPr marL="1143000" indent="-228600" latinLnBrk="1">
                <a:spcBef>
                  <a:spcPct val="20000"/>
                </a:spcBef>
                <a:buChar char="•"/>
                <a:defRPr kumimoji="1">
                  <a:solidFill>
                    <a:schemeClr val="tx1"/>
                  </a:solidFill>
                  <a:latin typeface="-윤체M" panose="020B0604020202020204" charset="-127"/>
                  <a:ea typeface="-윤체M" panose="020B0604020202020204" charset="-127"/>
                </a:defRPr>
              </a:lvl3pPr>
              <a:lvl4pPr marL="1600200" indent="-228600" latinLnBrk="1">
                <a:spcBef>
                  <a:spcPct val="20000"/>
                </a:spcBef>
                <a:buChar char="•"/>
                <a:defRPr kumimoji="1" sz="1600">
                  <a:solidFill>
                    <a:schemeClr val="tx1"/>
                  </a:solidFill>
                  <a:latin typeface="-윤체M" panose="020B0604020202020204" charset="-127"/>
                  <a:ea typeface="-윤체M" panose="020B0604020202020204" charset="-127"/>
                </a:defRPr>
              </a:lvl4pPr>
              <a:lvl5pPr marL="2057400" indent="-228600" latinLnBrk="1">
                <a:spcBef>
                  <a:spcPct val="20000"/>
                </a:spcBef>
                <a:buChar char="•"/>
                <a:defRPr kumimoji="1" sz="1400">
                  <a:solidFill>
                    <a:schemeClr val="tx1"/>
                  </a:solidFill>
                  <a:latin typeface="-윤체M" panose="020B0604020202020204" charset="-127"/>
                  <a:ea typeface="-윤체M" panose="020B0604020202020204"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9pPr>
            </a:lstStyle>
            <a:p>
              <a:pPr latinLnBrk="0">
                <a:spcBef>
                  <a:spcPct val="0"/>
                </a:spcBef>
                <a:buFontTx/>
                <a:buNone/>
              </a:pPr>
              <a:r>
                <a:rPr lang="en-US" altLang="zh-CN" sz="2400" i="1">
                  <a:latin typeface="Times New Roman" panose="02020603050405020304" pitchFamily="18" charset="0"/>
                  <a:ea typeface="楷体" panose="02010609060101010101" pitchFamily="49" charset="-122"/>
                  <a:cs typeface="Times New Roman" panose="02020603050405020304" pitchFamily="18" charset="0"/>
                </a:rPr>
                <a:t>C</a:t>
              </a:r>
              <a:r>
                <a:rPr lang="en-US" altLang="zh-CN" sz="2400" i="1" baseline="-25000">
                  <a:latin typeface="Times New Roman" panose="02020603050405020304" pitchFamily="18" charset="0"/>
                  <a:ea typeface="楷体" panose="02010609060101010101" pitchFamily="49" charset="-122"/>
                  <a:cs typeface="Times New Roman" panose="02020603050405020304" pitchFamily="18" charset="0"/>
                </a:rPr>
                <a:t>i</a:t>
              </a:r>
              <a:endParaRPr lang="zh-CN" altLang="en-US" sz="2400" i="1" baseline="-2500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7604" name="文本框 22"/>
            <p:cNvSpPr txBox="1">
              <a:spLocks noChangeArrowheads="1"/>
            </p:cNvSpPr>
            <p:nvPr/>
          </p:nvSpPr>
          <p:spPr bwMode="auto">
            <a:xfrm>
              <a:off x="2700003" y="4830749"/>
              <a:ext cx="69157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127"/>
                  <a:ea typeface="-윤체M" panose="020B0604020202020204" charset="-127"/>
                </a:defRPr>
              </a:lvl2pPr>
              <a:lvl3pPr marL="1143000" indent="-228600" latinLnBrk="1">
                <a:spcBef>
                  <a:spcPct val="20000"/>
                </a:spcBef>
                <a:buChar char="•"/>
                <a:defRPr kumimoji="1">
                  <a:solidFill>
                    <a:schemeClr val="tx1"/>
                  </a:solidFill>
                  <a:latin typeface="-윤체M" panose="020B0604020202020204" charset="-127"/>
                  <a:ea typeface="-윤체M" panose="020B0604020202020204" charset="-127"/>
                </a:defRPr>
              </a:lvl3pPr>
              <a:lvl4pPr marL="1600200" indent="-228600" latinLnBrk="1">
                <a:spcBef>
                  <a:spcPct val="20000"/>
                </a:spcBef>
                <a:buChar char="•"/>
                <a:defRPr kumimoji="1" sz="1600">
                  <a:solidFill>
                    <a:schemeClr val="tx1"/>
                  </a:solidFill>
                  <a:latin typeface="-윤체M" panose="020B0604020202020204" charset="-127"/>
                  <a:ea typeface="-윤체M" panose="020B0604020202020204" charset="-127"/>
                </a:defRPr>
              </a:lvl4pPr>
              <a:lvl5pPr marL="2057400" indent="-228600" latinLnBrk="1">
                <a:spcBef>
                  <a:spcPct val="20000"/>
                </a:spcBef>
                <a:buChar char="•"/>
                <a:defRPr kumimoji="1" sz="1400">
                  <a:solidFill>
                    <a:schemeClr val="tx1"/>
                  </a:solidFill>
                  <a:latin typeface="-윤체M" panose="020B0604020202020204" charset="-127"/>
                  <a:ea typeface="-윤체M" panose="020B0604020202020204"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9pPr>
            </a:lstStyle>
            <a:p>
              <a:pPr latinLnBrk="0">
                <a:spcBef>
                  <a:spcPct val="0"/>
                </a:spcBef>
                <a:buFontTx/>
                <a:buNone/>
              </a:pPr>
              <a:r>
                <a:rPr lang="en-US" altLang="zh-CN" sz="2400" i="1">
                  <a:latin typeface="Times New Roman" panose="02020603050405020304" pitchFamily="18" charset="0"/>
                  <a:ea typeface="楷体" panose="02010609060101010101" pitchFamily="49" charset="-122"/>
                  <a:cs typeface="Times New Roman" panose="02020603050405020304" pitchFamily="18" charset="0"/>
                </a:rPr>
                <a:t>e</a:t>
              </a:r>
              <a:r>
                <a:rPr lang="en-US" altLang="zh-CN" sz="2400" i="1" baseline="-25000">
                  <a:latin typeface="Times New Roman" panose="02020603050405020304" pitchFamily="18" charset="0"/>
                  <a:ea typeface="楷体" panose="02010609060101010101" pitchFamily="49" charset="-122"/>
                  <a:cs typeface="Times New Roman" panose="02020603050405020304" pitchFamily="18" charset="0"/>
                </a:rPr>
                <a:t>1</a:t>
              </a:r>
              <a:endParaRPr lang="zh-CN" altLang="en-US" sz="2400" i="1" baseline="-2500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7605" name="文本框 23"/>
            <p:cNvSpPr txBox="1">
              <a:spLocks noChangeArrowheads="1"/>
            </p:cNvSpPr>
            <p:nvPr/>
          </p:nvSpPr>
          <p:spPr bwMode="auto">
            <a:xfrm>
              <a:off x="3263355" y="4839543"/>
              <a:ext cx="69157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127"/>
                  <a:ea typeface="-윤체M" panose="020B0604020202020204" charset="-127"/>
                </a:defRPr>
              </a:lvl2pPr>
              <a:lvl3pPr marL="1143000" indent="-228600" latinLnBrk="1">
                <a:spcBef>
                  <a:spcPct val="20000"/>
                </a:spcBef>
                <a:buChar char="•"/>
                <a:defRPr kumimoji="1">
                  <a:solidFill>
                    <a:schemeClr val="tx1"/>
                  </a:solidFill>
                  <a:latin typeface="-윤체M" panose="020B0604020202020204" charset="-127"/>
                  <a:ea typeface="-윤체M" panose="020B0604020202020204" charset="-127"/>
                </a:defRPr>
              </a:lvl3pPr>
              <a:lvl4pPr marL="1600200" indent="-228600" latinLnBrk="1">
                <a:spcBef>
                  <a:spcPct val="20000"/>
                </a:spcBef>
                <a:buChar char="•"/>
                <a:defRPr kumimoji="1" sz="1600">
                  <a:solidFill>
                    <a:schemeClr val="tx1"/>
                  </a:solidFill>
                  <a:latin typeface="-윤체M" panose="020B0604020202020204" charset="-127"/>
                  <a:ea typeface="-윤체M" panose="020B0604020202020204" charset="-127"/>
                </a:defRPr>
              </a:lvl4pPr>
              <a:lvl5pPr marL="2057400" indent="-228600" latinLnBrk="1">
                <a:spcBef>
                  <a:spcPct val="20000"/>
                </a:spcBef>
                <a:buChar char="•"/>
                <a:defRPr kumimoji="1" sz="1400">
                  <a:solidFill>
                    <a:schemeClr val="tx1"/>
                  </a:solidFill>
                  <a:latin typeface="-윤체M" panose="020B0604020202020204" charset="-127"/>
                  <a:ea typeface="-윤체M" panose="020B0604020202020204"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9pPr>
            </a:lstStyle>
            <a:p>
              <a:pPr latinLnBrk="0">
                <a:spcBef>
                  <a:spcPct val="0"/>
                </a:spcBef>
                <a:buFontTx/>
                <a:buNone/>
              </a:pPr>
              <a:r>
                <a:rPr lang="en-US" altLang="zh-CN" sz="2400" i="1">
                  <a:latin typeface="Times New Roman" panose="02020603050405020304" pitchFamily="18" charset="0"/>
                  <a:ea typeface="楷体" panose="02010609060101010101" pitchFamily="49" charset="-122"/>
                  <a:cs typeface="Times New Roman" panose="02020603050405020304" pitchFamily="18" charset="0"/>
                </a:rPr>
                <a:t>e</a:t>
              </a:r>
              <a:r>
                <a:rPr lang="en-US" altLang="zh-CN" sz="2400" i="1" baseline="-25000">
                  <a:latin typeface="Times New Roman" panose="02020603050405020304" pitchFamily="18" charset="0"/>
                  <a:ea typeface="楷体" panose="02010609060101010101" pitchFamily="49" charset="-122"/>
                  <a:cs typeface="Times New Roman" panose="02020603050405020304" pitchFamily="18" charset="0"/>
                </a:rPr>
                <a:t>2</a:t>
              </a:r>
              <a:endParaRPr lang="zh-CN" altLang="en-US" sz="2400" i="1" baseline="-2500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7606" name="文本框 24"/>
            <p:cNvSpPr txBox="1">
              <a:spLocks noChangeArrowheads="1"/>
            </p:cNvSpPr>
            <p:nvPr/>
          </p:nvSpPr>
          <p:spPr bwMode="auto">
            <a:xfrm>
              <a:off x="3862341" y="4839531"/>
              <a:ext cx="69157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127"/>
                  <a:ea typeface="-윤체M" panose="020B0604020202020204" charset="-127"/>
                </a:defRPr>
              </a:lvl2pPr>
              <a:lvl3pPr marL="1143000" indent="-228600" latinLnBrk="1">
                <a:spcBef>
                  <a:spcPct val="20000"/>
                </a:spcBef>
                <a:buChar char="•"/>
                <a:defRPr kumimoji="1">
                  <a:solidFill>
                    <a:schemeClr val="tx1"/>
                  </a:solidFill>
                  <a:latin typeface="-윤체M" panose="020B0604020202020204" charset="-127"/>
                  <a:ea typeface="-윤체M" panose="020B0604020202020204" charset="-127"/>
                </a:defRPr>
              </a:lvl3pPr>
              <a:lvl4pPr marL="1600200" indent="-228600" latinLnBrk="1">
                <a:spcBef>
                  <a:spcPct val="20000"/>
                </a:spcBef>
                <a:buChar char="•"/>
                <a:defRPr kumimoji="1" sz="1600">
                  <a:solidFill>
                    <a:schemeClr val="tx1"/>
                  </a:solidFill>
                  <a:latin typeface="-윤체M" panose="020B0604020202020204" charset="-127"/>
                  <a:ea typeface="-윤체M" panose="020B0604020202020204" charset="-127"/>
                </a:defRPr>
              </a:lvl4pPr>
              <a:lvl5pPr marL="2057400" indent="-228600" latinLnBrk="1">
                <a:spcBef>
                  <a:spcPct val="20000"/>
                </a:spcBef>
                <a:buChar char="•"/>
                <a:defRPr kumimoji="1" sz="1400">
                  <a:solidFill>
                    <a:schemeClr val="tx1"/>
                  </a:solidFill>
                  <a:latin typeface="-윤체M" panose="020B0604020202020204" charset="-127"/>
                  <a:ea typeface="-윤체M" panose="020B0604020202020204"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9pPr>
            </a:lstStyle>
            <a:p>
              <a:pPr latinLnBrk="0">
                <a:spcBef>
                  <a:spcPct val="0"/>
                </a:spcBef>
                <a:buFontTx/>
                <a:buNone/>
              </a:pPr>
              <a:r>
                <a:rPr lang="en-US" altLang="zh-CN" sz="2400" i="1">
                  <a:latin typeface="Times New Roman" panose="02020603050405020304" pitchFamily="18" charset="0"/>
                  <a:ea typeface="楷体" panose="02010609060101010101" pitchFamily="49" charset="-122"/>
                  <a:cs typeface="Times New Roman" panose="02020603050405020304" pitchFamily="18" charset="0"/>
                </a:rPr>
                <a:t>e</a:t>
              </a:r>
              <a:r>
                <a:rPr lang="en-US" altLang="zh-CN" sz="2400" i="1" baseline="-25000">
                  <a:latin typeface="Times New Roman" panose="02020603050405020304" pitchFamily="18" charset="0"/>
                  <a:ea typeface="楷体" panose="02010609060101010101" pitchFamily="49" charset="-122"/>
                  <a:cs typeface="Times New Roman" panose="02020603050405020304" pitchFamily="18" charset="0"/>
                </a:rPr>
                <a:t>3</a:t>
              </a:r>
              <a:endParaRPr lang="zh-CN" altLang="en-US" sz="2400" i="1" baseline="-2500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7607" name="文本框 25"/>
            <p:cNvSpPr txBox="1">
              <a:spLocks noChangeArrowheads="1"/>
            </p:cNvSpPr>
            <p:nvPr/>
          </p:nvSpPr>
          <p:spPr bwMode="auto">
            <a:xfrm>
              <a:off x="5021551" y="4897584"/>
              <a:ext cx="69157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127"/>
                  <a:ea typeface="-윤체M" panose="020B0604020202020204" charset="-127"/>
                </a:defRPr>
              </a:lvl2pPr>
              <a:lvl3pPr marL="1143000" indent="-228600" latinLnBrk="1">
                <a:spcBef>
                  <a:spcPct val="20000"/>
                </a:spcBef>
                <a:buChar char="•"/>
                <a:defRPr kumimoji="1">
                  <a:solidFill>
                    <a:schemeClr val="tx1"/>
                  </a:solidFill>
                  <a:latin typeface="-윤체M" panose="020B0604020202020204" charset="-127"/>
                  <a:ea typeface="-윤체M" panose="020B0604020202020204" charset="-127"/>
                </a:defRPr>
              </a:lvl3pPr>
              <a:lvl4pPr marL="1600200" indent="-228600" latinLnBrk="1">
                <a:spcBef>
                  <a:spcPct val="20000"/>
                </a:spcBef>
                <a:buChar char="•"/>
                <a:defRPr kumimoji="1" sz="1600">
                  <a:solidFill>
                    <a:schemeClr val="tx1"/>
                  </a:solidFill>
                  <a:latin typeface="-윤체M" panose="020B0604020202020204" charset="-127"/>
                  <a:ea typeface="-윤체M" panose="020B0604020202020204" charset="-127"/>
                </a:defRPr>
              </a:lvl4pPr>
              <a:lvl5pPr marL="2057400" indent="-228600" latinLnBrk="1">
                <a:spcBef>
                  <a:spcPct val="20000"/>
                </a:spcBef>
                <a:buChar char="•"/>
                <a:defRPr kumimoji="1" sz="1400">
                  <a:solidFill>
                    <a:schemeClr val="tx1"/>
                  </a:solidFill>
                  <a:latin typeface="-윤체M" panose="020B0604020202020204" charset="-127"/>
                  <a:ea typeface="-윤체M" panose="020B0604020202020204"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9pPr>
            </a:lstStyle>
            <a:p>
              <a:pPr latinLnBrk="0">
                <a:spcBef>
                  <a:spcPct val="0"/>
                </a:spcBef>
                <a:buFontTx/>
                <a:buNone/>
              </a:pPr>
              <a:r>
                <a:rPr lang="en-US" altLang="zh-CN" sz="2400" i="1">
                  <a:latin typeface="Times New Roman" panose="02020603050405020304" pitchFamily="18" charset="0"/>
                  <a:ea typeface="楷体" panose="02010609060101010101" pitchFamily="49" charset="-122"/>
                  <a:cs typeface="Times New Roman" panose="02020603050405020304" pitchFamily="18" charset="0"/>
                </a:rPr>
                <a:t>e</a:t>
              </a:r>
              <a:r>
                <a:rPr lang="en-US" altLang="zh-CN" sz="2400" i="1" baseline="-25000">
                  <a:latin typeface="Times New Roman" panose="02020603050405020304" pitchFamily="18" charset="0"/>
                  <a:ea typeface="楷体" panose="02010609060101010101" pitchFamily="49" charset="-122"/>
                  <a:cs typeface="Times New Roman" panose="02020603050405020304" pitchFamily="18" charset="0"/>
                </a:rPr>
                <a:t>n-1</a:t>
              </a:r>
              <a:endParaRPr lang="zh-CN" altLang="en-US" sz="2400" i="1" baseline="-2500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7608" name="文本框 26"/>
            <p:cNvSpPr txBox="1">
              <a:spLocks noChangeArrowheads="1"/>
            </p:cNvSpPr>
            <p:nvPr/>
          </p:nvSpPr>
          <p:spPr bwMode="auto">
            <a:xfrm>
              <a:off x="5620537" y="4854351"/>
              <a:ext cx="69157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127"/>
                  <a:ea typeface="-윤체M" panose="020B0604020202020204" charset="-127"/>
                </a:defRPr>
              </a:lvl2pPr>
              <a:lvl3pPr marL="1143000" indent="-228600" latinLnBrk="1">
                <a:spcBef>
                  <a:spcPct val="20000"/>
                </a:spcBef>
                <a:buChar char="•"/>
                <a:defRPr kumimoji="1">
                  <a:solidFill>
                    <a:schemeClr val="tx1"/>
                  </a:solidFill>
                  <a:latin typeface="-윤체M" panose="020B0604020202020204" charset="-127"/>
                  <a:ea typeface="-윤체M" panose="020B0604020202020204" charset="-127"/>
                </a:defRPr>
              </a:lvl3pPr>
              <a:lvl4pPr marL="1600200" indent="-228600" latinLnBrk="1">
                <a:spcBef>
                  <a:spcPct val="20000"/>
                </a:spcBef>
                <a:buChar char="•"/>
                <a:defRPr kumimoji="1" sz="1600">
                  <a:solidFill>
                    <a:schemeClr val="tx1"/>
                  </a:solidFill>
                  <a:latin typeface="-윤체M" panose="020B0604020202020204" charset="-127"/>
                  <a:ea typeface="-윤체M" panose="020B0604020202020204" charset="-127"/>
                </a:defRPr>
              </a:lvl4pPr>
              <a:lvl5pPr marL="2057400" indent="-228600" latinLnBrk="1">
                <a:spcBef>
                  <a:spcPct val="20000"/>
                </a:spcBef>
                <a:buChar char="•"/>
                <a:defRPr kumimoji="1" sz="1400">
                  <a:solidFill>
                    <a:schemeClr val="tx1"/>
                  </a:solidFill>
                  <a:latin typeface="-윤체M" panose="020B0604020202020204" charset="-127"/>
                  <a:ea typeface="-윤체M" panose="020B0604020202020204"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9pPr>
            </a:lstStyle>
            <a:p>
              <a:pPr latinLnBrk="0">
                <a:spcBef>
                  <a:spcPct val="0"/>
                </a:spcBef>
                <a:buFontTx/>
                <a:buNone/>
              </a:pPr>
              <a:r>
                <a:rPr lang="en-US" altLang="zh-CN" sz="2400" i="1">
                  <a:latin typeface="Times New Roman" panose="02020603050405020304" pitchFamily="18" charset="0"/>
                  <a:ea typeface="楷体" panose="02010609060101010101" pitchFamily="49" charset="-122"/>
                  <a:cs typeface="Times New Roman" panose="02020603050405020304" pitchFamily="18" charset="0"/>
                </a:rPr>
                <a:t>e</a:t>
              </a:r>
              <a:r>
                <a:rPr lang="en-US" altLang="zh-CN" sz="2400" i="1" baseline="-25000">
                  <a:latin typeface="Times New Roman" panose="02020603050405020304" pitchFamily="18" charset="0"/>
                  <a:ea typeface="楷体" panose="02010609060101010101" pitchFamily="49" charset="-122"/>
                  <a:cs typeface="Times New Roman" panose="02020603050405020304" pitchFamily="18" charset="0"/>
                </a:rPr>
                <a:t>n</a:t>
              </a:r>
              <a:endParaRPr lang="zh-CN" altLang="en-US" sz="2400" i="1" baseline="-2500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7609" name="文本框 27"/>
            <p:cNvSpPr txBox="1">
              <a:spLocks noChangeArrowheads="1"/>
            </p:cNvSpPr>
            <p:nvPr/>
          </p:nvSpPr>
          <p:spPr bwMode="auto">
            <a:xfrm>
              <a:off x="4333361" y="4619717"/>
              <a:ext cx="69157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127"/>
                  <a:ea typeface="-윤체M" panose="020B0604020202020204" charset="-127"/>
                </a:defRPr>
              </a:lvl2pPr>
              <a:lvl3pPr marL="1143000" indent="-228600" latinLnBrk="1">
                <a:spcBef>
                  <a:spcPct val="20000"/>
                </a:spcBef>
                <a:buChar char="•"/>
                <a:defRPr kumimoji="1">
                  <a:solidFill>
                    <a:schemeClr val="tx1"/>
                  </a:solidFill>
                  <a:latin typeface="-윤체M" panose="020B0604020202020204" charset="-127"/>
                  <a:ea typeface="-윤체M" panose="020B0604020202020204" charset="-127"/>
                </a:defRPr>
              </a:lvl3pPr>
              <a:lvl4pPr marL="1600200" indent="-228600" latinLnBrk="1">
                <a:spcBef>
                  <a:spcPct val="20000"/>
                </a:spcBef>
                <a:buChar char="•"/>
                <a:defRPr kumimoji="1" sz="1600">
                  <a:solidFill>
                    <a:schemeClr val="tx1"/>
                  </a:solidFill>
                  <a:latin typeface="-윤체M" panose="020B0604020202020204" charset="-127"/>
                  <a:ea typeface="-윤체M" panose="020B0604020202020204" charset="-127"/>
                </a:defRPr>
              </a:lvl4pPr>
              <a:lvl5pPr marL="2057400" indent="-228600" latinLnBrk="1">
                <a:spcBef>
                  <a:spcPct val="20000"/>
                </a:spcBef>
                <a:buChar char="•"/>
                <a:defRPr kumimoji="1" sz="1400">
                  <a:solidFill>
                    <a:schemeClr val="tx1"/>
                  </a:solidFill>
                  <a:latin typeface="-윤체M" panose="020B0604020202020204" charset="-127"/>
                  <a:ea typeface="-윤체M" panose="020B0604020202020204"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9pPr>
            </a:lstStyle>
            <a:p>
              <a:pPr latinLnBrk="0">
                <a:spcBef>
                  <a:spcPct val="0"/>
                </a:spcBef>
                <a:buFontTx/>
                <a:buNone/>
              </a:pPr>
              <a:r>
                <a:rPr lang="en-US" altLang="zh-CN" sz="2400" b="1" i="1" baseline="-25000">
                  <a:latin typeface="Times New Roman" panose="02020603050405020304" pitchFamily="18" charset="0"/>
                  <a:ea typeface="楷体" panose="02010609060101010101" pitchFamily="49" charset="-122"/>
                  <a:cs typeface="Times New Roman" panose="02020603050405020304" pitchFamily="18" charset="0"/>
                </a:rPr>
                <a:t>……</a:t>
              </a:r>
              <a:endParaRPr lang="zh-CN" altLang="en-US" sz="2400" b="1" i="1" baseline="-25000">
                <a:latin typeface="Times New Roman" panose="02020603050405020304" pitchFamily="18" charset="0"/>
                <a:ea typeface="楷体" panose="02010609060101010101" pitchFamily="49" charset="-122"/>
                <a:cs typeface="Times New Roman" panose="02020603050405020304" pitchFamily="18" charset="0"/>
              </a:endParaRPr>
            </a:p>
          </p:txBody>
        </p:sp>
      </p:grpSp>
      <p:sp>
        <p:nvSpPr>
          <p:cNvPr id="21" name="矩形 20"/>
          <p:cNvSpPr>
            <a:spLocks noChangeArrowheads="1"/>
          </p:cNvSpPr>
          <p:nvPr/>
        </p:nvSpPr>
        <p:spPr bwMode="auto">
          <a:xfrm>
            <a:off x="4216400" y="4643438"/>
            <a:ext cx="4179888"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latinLnBrk="1">
              <a:spcBef>
                <a:spcPct val="20000"/>
              </a:spcBef>
              <a:buChar char="•"/>
              <a:defRPr kumimoji="1" sz="2000">
                <a:solidFill>
                  <a:schemeClr val="tx1"/>
                </a:solidFill>
                <a:latin typeface="-윤체M" panose="020B0604020202020204" charset="-127"/>
                <a:ea typeface="-윤체M" panose="020B0604020202020204" charset="-127"/>
              </a:defRPr>
            </a:lvl2pPr>
            <a:lvl3pPr marL="1143000" indent="-228600" latinLnBrk="1">
              <a:spcBef>
                <a:spcPct val="20000"/>
              </a:spcBef>
              <a:buChar char="•"/>
              <a:defRPr kumimoji="1">
                <a:solidFill>
                  <a:schemeClr val="tx1"/>
                </a:solidFill>
                <a:latin typeface="-윤체M" panose="020B0604020202020204" charset="-127"/>
                <a:ea typeface="-윤체M" panose="020B0604020202020204" charset="-127"/>
              </a:defRPr>
            </a:lvl3pPr>
            <a:lvl4pPr marL="1600200" indent="-228600" latinLnBrk="1">
              <a:spcBef>
                <a:spcPct val="20000"/>
              </a:spcBef>
              <a:buChar char="•"/>
              <a:defRPr kumimoji="1" sz="1600">
                <a:solidFill>
                  <a:schemeClr val="tx1"/>
                </a:solidFill>
                <a:latin typeface="-윤체M" panose="020B0604020202020204" charset="-127"/>
                <a:ea typeface="-윤체M" panose="020B0604020202020204" charset="-127"/>
              </a:defRPr>
            </a:lvl4pPr>
            <a:lvl5pPr marL="2057400" indent="-228600" latinLnBrk="1">
              <a:spcBef>
                <a:spcPct val="20000"/>
              </a:spcBef>
              <a:buChar char="•"/>
              <a:defRPr kumimoji="1" sz="1400">
                <a:solidFill>
                  <a:schemeClr val="tx1"/>
                </a:solidFill>
                <a:latin typeface="-윤체M" panose="020B0604020202020204" charset="-127"/>
                <a:ea typeface="-윤체M" panose="020B0604020202020204"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9pPr>
          </a:lstStyle>
          <a:p>
            <a:pPr lvl="1" algn="ctr" eaLnBrk="1" latinLnBrk="0" hangingPunct="1">
              <a:lnSpc>
                <a:spcPct val="120000"/>
              </a:lnSpc>
              <a:spcBef>
                <a:spcPct val="0"/>
              </a:spcBef>
              <a:buFontTx/>
              <a:buNone/>
            </a:pPr>
            <a:r>
              <a:rPr lang="en-US" altLang="zh-CN" sz="2400" i="1">
                <a:latin typeface="Times New Roman" panose="02020603050405020304" pitchFamily="18" charset="0"/>
                <a:ea typeface="楷体" panose="02010609060101010101" pitchFamily="49" charset="-122"/>
              </a:rPr>
              <a:t>P</a:t>
            </a:r>
            <a:r>
              <a:rPr lang="en-US" altLang="zh-CN" sz="2400">
                <a:latin typeface="Times New Roman" panose="02020603050405020304" pitchFamily="18" charset="0"/>
                <a:ea typeface="楷体" panose="02010609060101010101" pitchFamily="49" charset="-122"/>
              </a:rPr>
              <a:t>(</a:t>
            </a:r>
            <a:r>
              <a:rPr lang="en-US" altLang="zh-CN" sz="2400" i="1">
                <a:latin typeface="Times New Roman" panose="02020603050405020304" pitchFamily="18" charset="0"/>
                <a:ea typeface="楷体" panose="02010609060101010101" pitchFamily="49" charset="-122"/>
              </a:rPr>
              <a:t>e</a:t>
            </a:r>
            <a:r>
              <a:rPr lang="en-US" altLang="zh-CN" sz="2400" baseline="-25000">
                <a:latin typeface="Times New Roman" panose="02020603050405020304" pitchFamily="18" charset="0"/>
                <a:ea typeface="楷体" panose="02010609060101010101" pitchFamily="49" charset="-122"/>
              </a:rPr>
              <a:t>1</a:t>
            </a:r>
            <a:r>
              <a:rPr lang="en-US" altLang="zh-CN" sz="2400">
                <a:latin typeface="Times New Roman" panose="02020603050405020304" pitchFamily="18" charset="0"/>
                <a:ea typeface="楷体" panose="02010609060101010101" pitchFamily="49" charset="-122"/>
              </a:rPr>
              <a:t>,</a:t>
            </a:r>
            <a:r>
              <a:rPr lang="en-US" altLang="zh-CN" sz="2400" i="1">
                <a:latin typeface="Times New Roman" panose="02020603050405020304" pitchFamily="18" charset="0"/>
                <a:ea typeface="楷体" panose="02010609060101010101" pitchFamily="49" charset="-122"/>
              </a:rPr>
              <a:t>e</a:t>
            </a:r>
            <a:r>
              <a:rPr lang="en-US" altLang="zh-CN" sz="2400" baseline="-25000">
                <a:latin typeface="Times New Roman" panose="02020603050405020304" pitchFamily="18" charset="0"/>
                <a:ea typeface="楷体" panose="02010609060101010101" pitchFamily="49" charset="-122"/>
              </a:rPr>
              <a:t>2</a:t>
            </a:r>
            <a:r>
              <a:rPr lang="en-US" altLang="zh-CN" sz="2400">
                <a:latin typeface="Times New Roman" panose="02020603050405020304" pitchFamily="18" charset="0"/>
                <a:ea typeface="楷体" panose="02010609060101010101" pitchFamily="49" charset="-122"/>
              </a:rPr>
              <a:t>,…</a:t>
            </a:r>
            <a:r>
              <a:rPr lang="en-US" altLang="zh-CN" sz="2400" i="1">
                <a:latin typeface="Times New Roman" panose="02020603050405020304" pitchFamily="18" charset="0"/>
                <a:ea typeface="楷体" panose="02010609060101010101" pitchFamily="49" charset="-122"/>
              </a:rPr>
              <a:t>e</a:t>
            </a:r>
            <a:r>
              <a:rPr lang="en-US" altLang="zh-CN" sz="2400" i="1" baseline="-25000">
                <a:latin typeface="Times New Roman" panose="02020603050405020304" pitchFamily="18" charset="0"/>
                <a:ea typeface="楷体" panose="02010609060101010101" pitchFamily="49" charset="-122"/>
              </a:rPr>
              <a:t>n</a:t>
            </a:r>
            <a:r>
              <a:rPr lang="en-US" altLang="zh-CN" sz="2400">
                <a:latin typeface="Times New Roman" panose="02020603050405020304" pitchFamily="18" charset="0"/>
                <a:ea typeface="楷体" panose="02010609060101010101" pitchFamily="49" charset="-122"/>
              </a:rPr>
              <a:t>|</a:t>
            </a:r>
            <a:r>
              <a:rPr lang="en-US" altLang="zh-CN" sz="2400" i="1">
                <a:latin typeface="Times New Roman" panose="02020603050405020304" pitchFamily="18" charset="0"/>
                <a:ea typeface="楷体" panose="02010609060101010101" pitchFamily="49" charset="-122"/>
              </a:rPr>
              <a:t>C</a:t>
            </a:r>
            <a:r>
              <a:rPr lang="en-US" altLang="zh-CN" sz="2400" i="1" baseline="-25000">
                <a:latin typeface="Times New Roman" panose="02020603050405020304" pitchFamily="18" charset="0"/>
                <a:ea typeface="楷体" panose="02010609060101010101" pitchFamily="49" charset="-122"/>
              </a:rPr>
              <a:t>i</a:t>
            </a:r>
            <a:r>
              <a:rPr lang="en-US" altLang="zh-CN" sz="2400">
                <a:latin typeface="Times New Roman" panose="02020603050405020304" pitchFamily="18" charset="0"/>
                <a:ea typeface="楷体" panose="02010609060101010101" pitchFamily="49" charset="-122"/>
              </a:rPr>
              <a:t>)= ∏ </a:t>
            </a:r>
            <a:r>
              <a:rPr lang="en-US" altLang="zh-CN" sz="2400" i="1">
                <a:latin typeface="Times New Roman" panose="02020603050405020304" pitchFamily="18" charset="0"/>
                <a:ea typeface="楷体" panose="02010609060101010101" pitchFamily="49" charset="-122"/>
              </a:rPr>
              <a:t>P</a:t>
            </a:r>
            <a:r>
              <a:rPr lang="en-US" altLang="zh-CN" sz="2400">
                <a:latin typeface="Times New Roman" panose="02020603050405020304" pitchFamily="18" charset="0"/>
                <a:ea typeface="楷体" panose="02010609060101010101" pitchFamily="49" charset="-122"/>
              </a:rPr>
              <a:t>(</a:t>
            </a:r>
            <a:r>
              <a:rPr lang="en-US" altLang="zh-CN" sz="2400" i="1">
                <a:latin typeface="Times New Roman" panose="02020603050405020304" pitchFamily="18" charset="0"/>
                <a:ea typeface="楷体" panose="02010609060101010101" pitchFamily="49" charset="-122"/>
              </a:rPr>
              <a:t>e</a:t>
            </a:r>
            <a:r>
              <a:rPr lang="en-US" altLang="zh-CN" sz="2400" i="1" baseline="-25000">
                <a:latin typeface="Times New Roman" panose="02020603050405020304" pitchFamily="18" charset="0"/>
                <a:ea typeface="楷体" panose="02010609060101010101" pitchFamily="49" charset="-122"/>
              </a:rPr>
              <a:t>k</a:t>
            </a:r>
            <a:r>
              <a:rPr lang="en-US" altLang="zh-CN" sz="2400">
                <a:latin typeface="Times New Roman" panose="02020603050405020304" pitchFamily="18" charset="0"/>
                <a:ea typeface="楷体" panose="02010609060101010101" pitchFamily="49" charset="-122"/>
              </a:rPr>
              <a:t>|</a:t>
            </a:r>
            <a:r>
              <a:rPr lang="en-US" altLang="zh-CN" sz="2400" i="1">
                <a:latin typeface="Times New Roman" panose="02020603050405020304" pitchFamily="18" charset="0"/>
                <a:ea typeface="楷体" panose="02010609060101010101" pitchFamily="49" charset="-122"/>
              </a:rPr>
              <a:t>C</a:t>
            </a:r>
            <a:r>
              <a:rPr lang="en-US" altLang="zh-CN" sz="2400" i="1" baseline="-25000">
                <a:latin typeface="Times New Roman" panose="02020603050405020304" pitchFamily="18" charset="0"/>
                <a:ea typeface="楷体" panose="02010609060101010101" pitchFamily="49" charset="-122"/>
              </a:rPr>
              <a:t>i</a:t>
            </a:r>
            <a:r>
              <a:rPr lang="en-US" altLang="zh-CN" sz="2400">
                <a:latin typeface="Times New Roman" panose="02020603050405020304" pitchFamily="18" charset="0"/>
                <a:ea typeface="楷体" panose="02010609060101010101" pitchFamily="49" charset="-122"/>
              </a:rPr>
              <a:t>))</a:t>
            </a:r>
          </a:p>
        </p:txBody>
      </p:sp>
    </p:spTree>
    <p:extLst>
      <p:ext uri="{BB962C8B-B14F-4D97-AF65-F5344CB8AC3E}">
        <p14:creationId xmlns:p14="http://schemas.microsoft.com/office/powerpoint/2010/main" val="223435595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067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4067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40675">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40675">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0675" grpId="0" build="p"/>
      <p:bldP spid="21" grpId="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灯片编号占位符 3"/>
          <p:cNvSpPr>
            <a:spLocks noGrp="1"/>
          </p:cNvSpPr>
          <p:nvPr>
            <p:ph type="sldNum" sz="quarter" idx="10"/>
          </p:nvPr>
        </p:nvSpPr>
        <p:spPr>
          <a:noFill/>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127"/>
                <a:ea typeface="-윤체M" panose="020B0604020202020204" charset="-127"/>
              </a:defRPr>
            </a:lvl2pPr>
            <a:lvl3pPr marL="1143000" indent="-228600" latinLnBrk="1">
              <a:spcBef>
                <a:spcPct val="20000"/>
              </a:spcBef>
              <a:buChar char="•"/>
              <a:defRPr kumimoji="1">
                <a:solidFill>
                  <a:schemeClr val="tx1"/>
                </a:solidFill>
                <a:latin typeface="-윤체M" panose="020B0604020202020204" charset="-127"/>
                <a:ea typeface="-윤체M" panose="020B0604020202020204" charset="-127"/>
              </a:defRPr>
            </a:lvl3pPr>
            <a:lvl4pPr marL="1600200" indent="-228600" latinLnBrk="1">
              <a:spcBef>
                <a:spcPct val="20000"/>
              </a:spcBef>
              <a:buChar char="•"/>
              <a:defRPr kumimoji="1" sz="1600">
                <a:solidFill>
                  <a:schemeClr val="tx1"/>
                </a:solidFill>
                <a:latin typeface="-윤체M" panose="020B0604020202020204" charset="-127"/>
                <a:ea typeface="-윤체M" panose="020B0604020202020204" charset="-127"/>
              </a:defRPr>
            </a:lvl4pPr>
            <a:lvl5pPr marL="2057400" indent="-228600" latinLnBrk="1">
              <a:spcBef>
                <a:spcPct val="20000"/>
              </a:spcBef>
              <a:buChar char="•"/>
              <a:defRPr kumimoji="1" sz="1400">
                <a:solidFill>
                  <a:schemeClr val="tx1"/>
                </a:solidFill>
                <a:latin typeface="-윤체M" panose="020B0604020202020204" charset="-127"/>
                <a:ea typeface="-윤체M" panose="020B0604020202020204"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9pPr>
          </a:lstStyle>
          <a:p>
            <a:pPr>
              <a:spcBef>
                <a:spcPct val="0"/>
              </a:spcBef>
              <a:buFontTx/>
              <a:buNone/>
            </a:pPr>
            <a:fld id="{4AB5B7CF-0D93-476A-9553-ABF9F386F9F7}" type="slidenum">
              <a:rPr lang="zh-CN" altLang="en-US" sz="1400" smtClean="0">
                <a:latin typeface="Gulim" panose="020B0604020202020204" charset="-127"/>
                <a:ea typeface="Gulim" panose="020B0604020202020204" charset="-127"/>
              </a:rPr>
              <a:pPr>
                <a:spcBef>
                  <a:spcPct val="0"/>
                </a:spcBef>
                <a:buFontTx/>
                <a:buNone/>
              </a:pPr>
              <a:t>108</a:t>
            </a:fld>
            <a:endParaRPr lang="en-US" altLang="zh-CN" sz="1400" smtClean="0">
              <a:latin typeface="Gulim" panose="020B0604020202020204" charset="-127"/>
              <a:ea typeface="Gulim" panose="020B0604020202020204" charset="-127"/>
            </a:endParaRPr>
          </a:p>
        </p:txBody>
      </p:sp>
      <p:sp>
        <p:nvSpPr>
          <p:cNvPr id="71683" name="Rectangle 2"/>
          <p:cNvSpPr>
            <a:spLocks noGrp="1" noChangeArrowheads="1"/>
          </p:cNvSpPr>
          <p:nvPr>
            <p:ph type="title"/>
          </p:nvPr>
        </p:nvSpPr>
        <p:spPr/>
        <p:txBody>
          <a:bodyPr/>
          <a:lstStyle/>
          <a:p>
            <a:pPr marL="838200" indent="-838200" eaLnBrk="1" hangingPunct="1"/>
            <a:r>
              <a:rPr lang="en-US" altLang="zh-CN" sz="3200" b="1" dirty="0">
                <a:solidFill>
                  <a:schemeClr val="tx1"/>
                </a:solidFill>
                <a:latin typeface="微软雅黑" panose="020B0503020204020204" pitchFamily="34" charset="-122"/>
                <a:ea typeface="微软雅黑" panose="020B0503020204020204" pitchFamily="34" charset="-122"/>
              </a:rPr>
              <a:t>3.4.4</a:t>
            </a:r>
            <a:r>
              <a:rPr lang="zh-CN" altLang="en-US" sz="3200" b="1" dirty="0">
                <a:solidFill>
                  <a:schemeClr val="tx1"/>
                </a:solidFill>
                <a:latin typeface="微软雅黑" panose="020B0503020204020204" pitchFamily="34" charset="-122"/>
                <a:ea typeface="微软雅黑" panose="020B0503020204020204" pitchFamily="34" charset="-122"/>
              </a:rPr>
              <a:t>贝叶斯</a:t>
            </a:r>
            <a:r>
              <a:rPr lang="zh-CN" altLang="en-US" sz="3200" b="1" dirty="0">
                <a:solidFill>
                  <a:schemeClr val="tx1"/>
                </a:solidFill>
                <a:latin typeface="微软雅黑" panose="020B0503020204020204" pitchFamily="34" charset="-122"/>
                <a:ea typeface="微软雅黑" panose="020B0503020204020204" pitchFamily="34" charset="-122"/>
              </a:rPr>
              <a:t>网络</a:t>
            </a:r>
          </a:p>
        </p:txBody>
      </p:sp>
      <p:sp>
        <p:nvSpPr>
          <p:cNvPr id="711683" name="Rectangle 3"/>
          <p:cNvSpPr>
            <a:spLocks noGrp="1" noChangeArrowheads="1"/>
          </p:cNvSpPr>
          <p:nvPr>
            <p:ph type="body" idx="1"/>
          </p:nvPr>
        </p:nvSpPr>
        <p:spPr>
          <a:xfrm>
            <a:off x="900113" y="1557338"/>
            <a:ext cx="7343775" cy="4235450"/>
          </a:xfrm>
        </p:spPr>
        <p:txBody>
          <a:bodyPr/>
          <a:lstStyle/>
          <a:p>
            <a:pPr eaLnBrk="1" hangingPunct="1">
              <a:lnSpc>
                <a:spcPct val="120000"/>
              </a:lnSpc>
            </a:pPr>
            <a:r>
              <a:rPr lang="zh-CN" altLang="en-US" sz="2800" dirty="0" smtClean="0">
                <a:latin typeface="微软雅黑" panose="020B0503020204020204" pitchFamily="34" charset="-122"/>
                <a:ea typeface="微软雅黑" panose="020B0503020204020204" pitchFamily="34" charset="-122"/>
              </a:rPr>
              <a:t>全联合概率计算复杂性十分巨大</a:t>
            </a:r>
          </a:p>
          <a:p>
            <a:pPr eaLnBrk="1" hangingPunct="1">
              <a:lnSpc>
                <a:spcPct val="120000"/>
              </a:lnSpc>
            </a:pPr>
            <a:r>
              <a:rPr lang="zh-CN" altLang="en-US" sz="2800" dirty="0" smtClean="0">
                <a:latin typeface="微软雅黑" panose="020B0503020204020204" pitchFamily="34" charset="-122"/>
                <a:ea typeface="微软雅黑" panose="020B0503020204020204" pitchFamily="34" charset="-122"/>
              </a:rPr>
              <a:t>变量之间的独立性和条件独立性可大大减少为了定义全联合概率分布所需的概率数目</a:t>
            </a:r>
          </a:p>
          <a:p>
            <a:pPr eaLnBrk="1" hangingPunct="1">
              <a:lnSpc>
                <a:spcPct val="120000"/>
              </a:lnSpc>
            </a:pPr>
            <a:r>
              <a:rPr lang="zh-CN" altLang="en-US" sz="2800" dirty="0" smtClean="0">
                <a:latin typeface="微软雅黑" panose="020B0503020204020204" pitchFamily="34" charset="-122"/>
                <a:ea typeface="微软雅黑" panose="020B0503020204020204" pitchFamily="34" charset="-122"/>
              </a:rPr>
              <a:t>朴素贝叶斯太过简单</a:t>
            </a:r>
          </a:p>
          <a:p>
            <a:pPr algn="just" eaLnBrk="1" hangingPunct="1">
              <a:lnSpc>
                <a:spcPct val="120000"/>
              </a:lnSpc>
            </a:pPr>
            <a:r>
              <a:rPr lang="zh-CN" altLang="en-US" sz="2800" dirty="0" smtClean="0">
                <a:latin typeface="微软雅黑" panose="020B0503020204020204" pitchFamily="34" charset="-122"/>
                <a:ea typeface="微软雅黑" panose="020B0503020204020204" pitchFamily="34" charset="-122"/>
              </a:rPr>
              <a:t>现实需要一种自然、有效的方式来捕捉变量之间的条件独立性关系和利用这种不确定性知识来进行推理</a:t>
            </a:r>
          </a:p>
        </p:txBody>
      </p:sp>
    </p:spTree>
    <p:extLst>
      <p:ext uri="{BB962C8B-B14F-4D97-AF65-F5344CB8AC3E}">
        <p14:creationId xmlns:p14="http://schemas.microsoft.com/office/powerpoint/2010/main" val="416617818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11683">
                                            <p:txEl>
                                              <p:pRg st="0" end="0"/>
                                            </p:txEl>
                                          </p:spTgt>
                                        </p:tgtEl>
                                        <p:attrNameLst>
                                          <p:attrName>style.visibility</p:attrName>
                                        </p:attrNameLst>
                                      </p:cBhvr>
                                      <p:to>
                                        <p:strVal val="visible"/>
                                      </p:to>
                                    </p:set>
                                    <p:animEffect transition="in" filter="blinds(horizontal)">
                                      <p:cBhvr>
                                        <p:cTn id="7" dur="500"/>
                                        <p:tgtEl>
                                          <p:spTgt spid="71168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11683">
                                            <p:txEl>
                                              <p:pRg st="1" end="1"/>
                                            </p:txEl>
                                          </p:spTgt>
                                        </p:tgtEl>
                                        <p:attrNameLst>
                                          <p:attrName>style.visibility</p:attrName>
                                        </p:attrNameLst>
                                      </p:cBhvr>
                                      <p:to>
                                        <p:strVal val="visible"/>
                                      </p:to>
                                    </p:set>
                                    <p:animEffect transition="in" filter="blinds(horizontal)">
                                      <p:cBhvr>
                                        <p:cTn id="12" dur="500"/>
                                        <p:tgtEl>
                                          <p:spTgt spid="71168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11683">
                                            <p:txEl>
                                              <p:pRg st="2" end="2"/>
                                            </p:txEl>
                                          </p:spTgt>
                                        </p:tgtEl>
                                        <p:attrNameLst>
                                          <p:attrName>style.visibility</p:attrName>
                                        </p:attrNameLst>
                                      </p:cBhvr>
                                      <p:to>
                                        <p:strVal val="visible"/>
                                      </p:to>
                                    </p:set>
                                    <p:animEffect transition="in" filter="blinds(horizontal)">
                                      <p:cBhvr>
                                        <p:cTn id="17" dur="500"/>
                                        <p:tgtEl>
                                          <p:spTgt spid="71168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11683">
                                            <p:txEl>
                                              <p:pRg st="3" end="3"/>
                                            </p:txEl>
                                          </p:spTgt>
                                        </p:tgtEl>
                                        <p:attrNameLst>
                                          <p:attrName>style.visibility</p:attrName>
                                        </p:attrNameLst>
                                      </p:cBhvr>
                                      <p:to>
                                        <p:strVal val="visible"/>
                                      </p:to>
                                    </p:set>
                                    <p:animEffect transition="in" filter="blinds(horizontal)">
                                      <p:cBhvr>
                                        <p:cTn id="22" dur="500"/>
                                        <p:tgtEl>
                                          <p:spTgt spid="71168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1683" grpId="0" build="p"/>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灯片编号占位符 3"/>
          <p:cNvSpPr>
            <a:spLocks noGrp="1"/>
          </p:cNvSpPr>
          <p:nvPr>
            <p:ph type="sldNum" sz="quarter" idx="10"/>
          </p:nvPr>
        </p:nvSpPr>
        <p:spPr>
          <a:noFill/>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127"/>
                <a:ea typeface="-윤체M" panose="020B0604020202020204" charset="-127"/>
              </a:defRPr>
            </a:lvl2pPr>
            <a:lvl3pPr marL="1143000" indent="-228600" latinLnBrk="1">
              <a:spcBef>
                <a:spcPct val="20000"/>
              </a:spcBef>
              <a:buChar char="•"/>
              <a:defRPr kumimoji="1">
                <a:solidFill>
                  <a:schemeClr val="tx1"/>
                </a:solidFill>
                <a:latin typeface="-윤체M" panose="020B0604020202020204" charset="-127"/>
                <a:ea typeface="-윤체M" panose="020B0604020202020204" charset="-127"/>
              </a:defRPr>
            </a:lvl3pPr>
            <a:lvl4pPr marL="1600200" indent="-228600" latinLnBrk="1">
              <a:spcBef>
                <a:spcPct val="20000"/>
              </a:spcBef>
              <a:buChar char="•"/>
              <a:defRPr kumimoji="1" sz="1600">
                <a:solidFill>
                  <a:schemeClr val="tx1"/>
                </a:solidFill>
                <a:latin typeface="-윤체M" panose="020B0604020202020204" charset="-127"/>
                <a:ea typeface="-윤체M" panose="020B0604020202020204" charset="-127"/>
              </a:defRPr>
            </a:lvl4pPr>
            <a:lvl5pPr marL="2057400" indent="-228600" latinLnBrk="1">
              <a:spcBef>
                <a:spcPct val="20000"/>
              </a:spcBef>
              <a:buChar char="•"/>
              <a:defRPr kumimoji="1" sz="1400">
                <a:solidFill>
                  <a:schemeClr val="tx1"/>
                </a:solidFill>
                <a:latin typeface="-윤체M" panose="020B0604020202020204" charset="-127"/>
                <a:ea typeface="-윤체M" panose="020B0604020202020204"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9pPr>
          </a:lstStyle>
          <a:p>
            <a:pPr>
              <a:spcBef>
                <a:spcPct val="0"/>
              </a:spcBef>
              <a:buFontTx/>
              <a:buNone/>
            </a:pPr>
            <a:fld id="{8F889AA3-8D0C-475B-98DD-40BC24EAF952}" type="slidenum">
              <a:rPr lang="zh-CN" altLang="en-US" sz="1400" smtClean="0">
                <a:latin typeface="Gulim" panose="020B0604020202020204" charset="-127"/>
                <a:ea typeface="Gulim" panose="020B0604020202020204" charset="-127"/>
              </a:rPr>
              <a:pPr>
                <a:spcBef>
                  <a:spcPct val="0"/>
                </a:spcBef>
                <a:buFontTx/>
                <a:buNone/>
              </a:pPr>
              <a:t>109</a:t>
            </a:fld>
            <a:endParaRPr lang="en-US" altLang="zh-CN" sz="1400" smtClean="0">
              <a:latin typeface="Gulim" panose="020B0604020202020204" charset="-127"/>
              <a:ea typeface="Gulim" panose="020B0604020202020204" charset="-127"/>
            </a:endParaRPr>
          </a:p>
        </p:txBody>
      </p:sp>
      <p:sp>
        <p:nvSpPr>
          <p:cNvPr id="72707" name="Rectangle 2"/>
          <p:cNvSpPr>
            <a:spLocks noGrp="1" noChangeArrowheads="1"/>
          </p:cNvSpPr>
          <p:nvPr>
            <p:ph type="title"/>
          </p:nvPr>
        </p:nvSpPr>
        <p:spPr>
          <a:xfrm>
            <a:off x="685800" y="428625"/>
            <a:ext cx="7772400" cy="731838"/>
          </a:xfrm>
        </p:spPr>
        <p:txBody>
          <a:bodyPr/>
          <a:lstStyle/>
          <a:p>
            <a:pPr marL="838200" indent="-838200" eaLnBrk="1" hangingPunct="1"/>
            <a:r>
              <a:rPr lang="en-US" altLang="zh-CN" sz="3200" b="1" dirty="0">
                <a:solidFill>
                  <a:schemeClr val="tx1"/>
                </a:solidFill>
                <a:latin typeface="微软雅黑" panose="020B0503020204020204" pitchFamily="34" charset="-122"/>
                <a:ea typeface="微软雅黑" panose="020B0503020204020204" pitchFamily="34" charset="-122"/>
              </a:rPr>
              <a:t>3.4.4</a:t>
            </a:r>
            <a:r>
              <a:rPr lang="zh-CN" altLang="en-US" sz="3200" b="1" dirty="0">
                <a:solidFill>
                  <a:schemeClr val="tx1"/>
                </a:solidFill>
                <a:latin typeface="微软雅黑" panose="020B0503020204020204" pitchFamily="34" charset="-122"/>
                <a:ea typeface="微软雅黑" panose="020B0503020204020204" pitchFamily="34" charset="-122"/>
              </a:rPr>
              <a:t>贝叶斯</a:t>
            </a:r>
            <a:r>
              <a:rPr lang="zh-CN" altLang="en-US" sz="3200" b="1" dirty="0">
                <a:solidFill>
                  <a:schemeClr val="tx1"/>
                </a:solidFill>
                <a:latin typeface="微软雅黑" panose="020B0503020204020204" pitchFamily="34" charset="-122"/>
                <a:ea typeface="微软雅黑" panose="020B0503020204020204" pitchFamily="34" charset="-122"/>
              </a:rPr>
              <a:t>网络</a:t>
            </a:r>
          </a:p>
        </p:txBody>
      </p:sp>
      <p:sp>
        <p:nvSpPr>
          <p:cNvPr id="4" name="Rectangle 3"/>
          <p:cNvSpPr>
            <a:spLocks noChangeArrowheads="1"/>
          </p:cNvSpPr>
          <p:nvPr/>
        </p:nvSpPr>
        <p:spPr bwMode="auto">
          <a:xfrm>
            <a:off x="541338" y="1341438"/>
            <a:ext cx="7918450" cy="2017712"/>
          </a:xfrm>
          <a:prstGeom prst="rect">
            <a:avLst/>
          </a:prstGeom>
          <a:solidFill>
            <a:srgbClr val="FFFFFF"/>
          </a:solidFill>
          <a:ln>
            <a:noFill/>
          </a:ln>
          <a:effectLst/>
          <a:extLst>
            <a:ext uri="{91240B29-F687-4F45-9708-019B960494DF}">
              <a14:hiddenLine xmlns:a14="http://schemas.microsoft.com/office/drawing/2010/main" w="9525"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157163">
              <a:defRPr kumimoji="1" sz="2400">
                <a:solidFill>
                  <a:schemeClr val="tx1"/>
                </a:solidFill>
                <a:latin typeface="楷体" panose="02010609060101010101" pitchFamily="49" charset="-122"/>
                <a:ea typeface="楷体" panose="02010609060101010101" pitchFamily="49" charset="-122"/>
              </a:defRPr>
            </a:lvl1pPr>
            <a:lvl2pPr>
              <a:defRPr kumimoji="1" sz="2400">
                <a:solidFill>
                  <a:schemeClr val="tx1"/>
                </a:solidFill>
                <a:latin typeface="楷体" panose="02010609060101010101" pitchFamily="49" charset="-122"/>
                <a:ea typeface="楷体" panose="02010609060101010101" pitchFamily="49" charset="-122"/>
              </a:defRPr>
            </a:lvl2pPr>
            <a:lvl3pPr>
              <a:defRPr kumimoji="1" sz="2400">
                <a:solidFill>
                  <a:schemeClr val="tx1"/>
                </a:solidFill>
                <a:latin typeface="楷体" panose="02010609060101010101" pitchFamily="49" charset="-122"/>
                <a:ea typeface="楷体" panose="02010609060101010101" pitchFamily="49" charset="-122"/>
              </a:defRPr>
            </a:lvl3pPr>
            <a:lvl4pPr>
              <a:defRPr kumimoji="1" sz="2400">
                <a:solidFill>
                  <a:schemeClr val="tx1"/>
                </a:solidFill>
                <a:latin typeface="楷体" panose="02010609060101010101" pitchFamily="49" charset="-122"/>
                <a:ea typeface="楷体" panose="02010609060101010101" pitchFamily="49" charset="-122"/>
              </a:defRPr>
            </a:lvl4pPr>
            <a:lvl5pPr>
              <a:defRPr kumimoji="1" sz="2400">
                <a:solidFill>
                  <a:schemeClr val="tx1"/>
                </a:solidFill>
                <a:latin typeface="楷体" panose="02010609060101010101" pitchFamily="49" charset="-122"/>
                <a:ea typeface="楷体" panose="02010609060101010101" pitchFamily="49" charset="-122"/>
              </a:defRPr>
            </a:lvl5pPr>
            <a:lvl6pPr eaLnBrk="0" fontAlgn="base" hangingPunct="0">
              <a:spcBef>
                <a:spcPct val="0"/>
              </a:spcBef>
              <a:spcAft>
                <a:spcPct val="0"/>
              </a:spcAft>
              <a:defRPr kumimoji="1" sz="2400">
                <a:solidFill>
                  <a:schemeClr val="tx1"/>
                </a:solidFill>
                <a:latin typeface="楷体" panose="02010609060101010101" pitchFamily="49" charset="-122"/>
                <a:ea typeface="楷体" panose="02010609060101010101" pitchFamily="49" charset="-122"/>
              </a:defRPr>
            </a:lvl6pPr>
            <a:lvl7pPr eaLnBrk="0" fontAlgn="base" hangingPunct="0">
              <a:spcBef>
                <a:spcPct val="0"/>
              </a:spcBef>
              <a:spcAft>
                <a:spcPct val="0"/>
              </a:spcAft>
              <a:defRPr kumimoji="1" sz="2400">
                <a:solidFill>
                  <a:schemeClr val="tx1"/>
                </a:solidFill>
                <a:latin typeface="楷体" panose="02010609060101010101" pitchFamily="49" charset="-122"/>
                <a:ea typeface="楷体" panose="02010609060101010101" pitchFamily="49" charset="-122"/>
              </a:defRPr>
            </a:lvl7pPr>
            <a:lvl8pPr eaLnBrk="0" fontAlgn="base" hangingPunct="0">
              <a:spcBef>
                <a:spcPct val="0"/>
              </a:spcBef>
              <a:spcAft>
                <a:spcPct val="0"/>
              </a:spcAft>
              <a:defRPr kumimoji="1" sz="2400">
                <a:solidFill>
                  <a:schemeClr val="tx1"/>
                </a:solidFill>
                <a:latin typeface="楷体" panose="02010609060101010101" pitchFamily="49" charset="-122"/>
                <a:ea typeface="楷体" panose="02010609060101010101" pitchFamily="49" charset="-122"/>
              </a:defRPr>
            </a:lvl8pPr>
            <a:lvl9pPr eaLnBrk="0" fontAlgn="base" hangingPunct="0">
              <a:spcBef>
                <a:spcPct val="0"/>
              </a:spcBef>
              <a:spcAft>
                <a:spcPct val="0"/>
              </a:spcAft>
              <a:defRPr kumimoji="1" sz="2400">
                <a:solidFill>
                  <a:schemeClr val="tx1"/>
                </a:solidFill>
                <a:latin typeface="楷体" panose="02010609060101010101" pitchFamily="49" charset="-122"/>
                <a:ea typeface="楷体" panose="02010609060101010101" pitchFamily="49" charset="-122"/>
              </a:defRPr>
            </a:lvl9pPr>
          </a:lstStyle>
          <a:p>
            <a:pPr indent="0">
              <a:lnSpc>
                <a:spcPct val="120000"/>
              </a:lnSpc>
              <a:spcBef>
                <a:spcPts val="600"/>
              </a:spcBef>
              <a:spcAft>
                <a:spcPts val="600"/>
              </a:spcAft>
              <a:defRPr/>
            </a:pPr>
            <a:r>
              <a:rPr lang="ko-KR" altLang="zh-CN" dirty="0" smtClean="0">
                <a:latin typeface="Times New Roman" panose="02020603050405020304" pitchFamily="18" charset="0"/>
                <a:ea typeface="微软雅黑" panose="020B0503020204020204" pitchFamily="34" charset="-122"/>
                <a:cs typeface="Times New Roman" panose="02020603050405020304" pitchFamily="18" charset="0"/>
              </a:rPr>
              <a:t>假设节点</a:t>
            </a:r>
            <a:r>
              <a:rPr lang="zh-CN" altLang="ko-KR" dirty="0" smtClean="0">
                <a:latin typeface="Times New Roman" panose="02020603050405020304" pitchFamily="18" charset="0"/>
                <a:ea typeface="微软雅黑" panose="020B0503020204020204" pitchFamily="34" charset="-122"/>
                <a:cs typeface="Times New Roman" panose="02020603050405020304" pitchFamily="18" charset="0"/>
              </a:rPr>
              <a:t>E</a:t>
            </a:r>
            <a:r>
              <a:rPr lang="ko-KR" altLang="zh-CN" dirty="0" smtClean="0">
                <a:latin typeface="Times New Roman" panose="02020603050405020304" pitchFamily="18" charset="0"/>
                <a:ea typeface="微软雅黑" panose="020B0503020204020204" pitchFamily="34" charset="-122"/>
                <a:cs typeface="Times New Roman" panose="02020603050405020304" pitchFamily="18" charset="0"/>
              </a:rPr>
              <a:t>直接影响到节点</a:t>
            </a:r>
            <a:r>
              <a:rPr lang="zh-CN" altLang="ko-KR" dirty="0" smtClean="0">
                <a:latin typeface="Times New Roman" panose="02020603050405020304" pitchFamily="18" charset="0"/>
                <a:ea typeface="微软雅黑" panose="020B0503020204020204" pitchFamily="34" charset="-122"/>
                <a:cs typeface="Times New Roman" panose="02020603050405020304" pitchFamily="18" charset="0"/>
              </a:rPr>
              <a:t>H</a:t>
            </a:r>
            <a:r>
              <a:rPr lang="ko-KR" altLang="zh-CN" dirty="0" smtClean="0">
                <a:latin typeface="Times New Roman" panose="02020603050405020304" pitchFamily="18" charset="0"/>
                <a:ea typeface="微软雅黑" panose="020B0503020204020204" pitchFamily="34" charset="-122"/>
                <a:cs typeface="Times New Roman" panose="02020603050405020304" pitchFamily="18" charset="0"/>
              </a:rPr>
              <a:t>，即</a:t>
            </a:r>
            <a:r>
              <a:rPr lang="zh-CN" altLang="ko-KR" dirty="0" smtClean="0">
                <a:latin typeface="Times New Roman" panose="02020603050405020304" pitchFamily="18" charset="0"/>
                <a:ea typeface="微软雅黑" panose="020B0503020204020204" pitchFamily="34" charset="-122"/>
                <a:cs typeface="Times New Roman" panose="02020603050405020304" pitchFamily="18" charset="0"/>
              </a:rPr>
              <a:t>E→H</a:t>
            </a:r>
            <a:r>
              <a:rPr lang="ko-KR" altLang="zh-CN" dirty="0" smtClean="0">
                <a:latin typeface="Times New Roman" panose="02020603050405020304" pitchFamily="18" charset="0"/>
                <a:ea typeface="微软雅黑" panose="020B0503020204020204" pitchFamily="34" charset="-122"/>
                <a:cs typeface="Times New Roman" panose="02020603050405020304" pitchFamily="18" charset="0"/>
              </a:rPr>
              <a:t>，则用从</a:t>
            </a:r>
            <a:r>
              <a:rPr lang="zh-CN" altLang="ko-KR" dirty="0" smtClean="0">
                <a:latin typeface="Times New Roman" panose="02020603050405020304" pitchFamily="18" charset="0"/>
                <a:ea typeface="微软雅黑" panose="020B0503020204020204" pitchFamily="34" charset="-122"/>
                <a:cs typeface="Times New Roman" panose="02020603050405020304" pitchFamily="18" charset="0"/>
              </a:rPr>
              <a:t>E</a:t>
            </a:r>
            <a:r>
              <a:rPr lang="ko-KR" altLang="zh-CN" dirty="0" smtClean="0">
                <a:latin typeface="Times New Roman" panose="02020603050405020304" pitchFamily="18" charset="0"/>
                <a:ea typeface="微软雅黑" panose="020B0503020204020204" pitchFamily="34" charset="-122"/>
                <a:cs typeface="Times New Roman" panose="02020603050405020304" pitchFamily="18" charset="0"/>
              </a:rPr>
              <a:t>指向</a:t>
            </a:r>
            <a:r>
              <a:rPr lang="zh-CN" altLang="ko-KR" dirty="0" smtClean="0">
                <a:latin typeface="Times New Roman" panose="02020603050405020304" pitchFamily="18" charset="0"/>
                <a:ea typeface="微软雅黑" panose="020B0503020204020204" pitchFamily="34" charset="-122"/>
                <a:cs typeface="Times New Roman" panose="02020603050405020304" pitchFamily="18" charset="0"/>
              </a:rPr>
              <a:t>H</a:t>
            </a:r>
            <a:r>
              <a:rPr lang="ko-KR" altLang="zh-CN" dirty="0" smtClean="0">
                <a:latin typeface="Times New Roman" panose="02020603050405020304" pitchFamily="18" charset="0"/>
                <a:ea typeface="微软雅黑" panose="020B0503020204020204" pitchFamily="34" charset="-122"/>
                <a:cs typeface="Times New Roman" panose="02020603050405020304" pitchFamily="18" charset="0"/>
              </a:rPr>
              <a:t>的箭头建立结点</a:t>
            </a:r>
            <a:r>
              <a:rPr lang="zh-CN" altLang="ko-KR" dirty="0" smtClean="0">
                <a:latin typeface="Times New Roman" panose="02020603050405020304" pitchFamily="18" charset="0"/>
                <a:ea typeface="微软雅黑" panose="020B0503020204020204" pitchFamily="34" charset="-122"/>
                <a:cs typeface="Times New Roman" panose="02020603050405020304" pitchFamily="18" charset="0"/>
              </a:rPr>
              <a:t>E</a:t>
            </a:r>
            <a:r>
              <a:rPr lang="ko-KR" altLang="zh-CN" dirty="0" smtClean="0">
                <a:latin typeface="Times New Roman" panose="02020603050405020304" pitchFamily="18" charset="0"/>
                <a:ea typeface="微软雅黑" panose="020B0503020204020204" pitchFamily="34" charset="-122"/>
                <a:cs typeface="Times New Roman" panose="02020603050405020304" pitchFamily="18" charset="0"/>
              </a:rPr>
              <a:t>到结点</a:t>
            </a:r>
            <a:r>
              <a:rPr lang="zh-CN" altLang="ko-KR" dirty="0" smtClean="0">
                <a:latin typeface="Times New Roman" panose="02020603050405020304" pitchFamily="18" charset="0"/>
                <a:ea typeface="微软雅黑" panose="020B0503020204020204" pitchFamily="34" charset="-122"/>
                <a:cs typeface="Times New Roman" panose="02020603050405020304" pitchFamily="18" charset="0"/>
              </a:rPr>
              <a:t>H</a:t>
            </a:r>
            <a:r>
              <a:rPr lang="ko-KR" altLang="zh-CN" dirty="0" smtClean="0">
                <a:latin typeface="Times New Roman" panose="02020603050405020304" pitchFamily="18" charset="0"/>
                <a:ea typeface="微软雅黑" panose="020B0503020204020204" pitchFamily="34" charset="-122"/>
                <a:cs typeface="Times New Roman" panose="02020603050405020304" pitchFamily="18" charset="0"/>
              </a:rPr>
              <a:t>的有向弧</a:t>
            </a:r>
            <a:r>
              <a:rPr lang="zh-CN" altLang="ko-KR" dirty="0" smtClean="0">
                <a:latin typeface="Times New Roman" panose="02020603050405020304" pitchFamily="18" charset="0"/>
                <a:ea typeface="微软雅黑" panose="020B0503020204020204" pitchFamily="34" charset="-122"/>
                <a:cs typeface="Times New Roman" panose="02020603050405020304" pitchFamily="18" charset="0"/>
              </a:rPr>
              <a:t>(E,H)</a:t>
            </a:r>
            <a:r>
              <a:rPr lang="ko-KR" altLang="zh-CN" dirty="0" smtClean="0">
                <a:latin typeface="Times New Roman" panose="02020603050405020304" pitchFamily="18" charset="0"/>
                <a:ea typeface="微软雅黑" panose="020B0503020204020204" pitchFamily="34" charset="-122"/>
                <a:cs typeface="Times New Roman" panose="02020603050405020304" pitchFamily="18" charset="0"/>
              </a:rPr>
              <a:t>，权值</a:t>
            </a:r>
            <a:r>
              <a:rPr lang="zh-CN" altLang="ko-KR" dirty="0" smtClean="0">
                <a:latin typeface="Times New Roman" panose="02020603050405020304" pitchFamily="18" charset="0"/>
                <a:ea typeface="微软雅黑" panose="020B0503020204020204" pitchFamily="34" charset="-122"/>
                <a:cs typeface="Times New Roman" panose="02020603050405020304" pitchFamily="18" charset="0"/>
              </a:rPr>
              <a:t>(</a:t>
            </a:r>
            <a:r>
              <a:rPr lang="ko-KR" altLang="zh-CN" dirty="0" smtClean="0">
                <a:latin typeface="Times New Roman" panose="02020603050405020304" pitchFamily="18" charset="0"/>
                <a:ea typeface="微软雅黑" panose="020B0503020204020204" pitchFamily="34" charset="-122"/>
                <a:cs typeface="Times New Roman" panose="02020603050405020304" pitchFamily="18" charset="0"/>
              </a:rPr>
              <a:t>即连接强度</a:t>
            </a:r>
            <a:r>
              <a:rPr lang="zh-CN" altLang="ko-KR" dirty="0" smtClean="0">
                <a:latin typeface="Times New Roman" panose="02020603050405020304" pitchFamily="18" charset="0"/>
                <a:ea typeface="微软雅黑" panose="020B0503020204020204" pitchFamily="34" charset="-122"/>
                <a:cs typeface="Times New Roman" panose="02020603050405020304" pitchFamily="18" charset="0"/>
              </a:rPr>
              <a:t>)</a:t>
            </a:r>
            <a:r>
              <a:rPr lang="ko-KR" altLang="zh-CN" dirty="0" smtClean="0">
                <a:latin typeface="Times New Roman" panose="02020603050405020304" pitchFamily="18" charset="0"/>
                <a:ea typeface="微软雅黑" panose="020B0503020204020204" pitchFamily="34" charset="-122"/>
                <a:cs typeface="Times New Roman" panose="02020603050405020304" pitchFamily="18" charset="0"/>
              </a:rPr>
              <a:t>用条件概率</a:t>
            </a:r>
            <a:r>
              <a:rPr lang="zh-CN" altLang="ko-KR" dirty="0" smtClean="0">
                <a:latin typeface="Times New Roman" panose="02020603050405020304" pitchFamily="18" charset="0"/>
                <a:ea typeface="微软雅黑" panose="020B0503020204020204" pitchFamily="34" charset="-122"/>
                <a:cs typeface="Times New Roman" panose="02020603050405020304" pitchFamily="18" charset="0"/>
              </a:rPr>
              <a:t>P(H|E)</a:t>
            </a:r>
            <a:r>
              <a:rPr lang="ko-KR" altLang="zh-CN" dirty="0" smtClean="0">
                <a:latin typeface="Times New Roman" panose="02020603050405020304" pitchFamily="18" charset="0"/>
                <a:ea typeface="微软雅黑" panose="020B0503020204020204" pitchFamily="34" charset="-122"/>
                <a:cs typeface="Times New Roman" panose="02020603050405020304" pitchFamily="18" charset="0"/>
              </a:rPr>
              <a:t>来表示，如下图所示：</a:t>
            </a:r>
          </a:p>
          <a:p>
            <a:pPr>
              <a:lnSpc>
                <a:spcPct val="120000"/>
              </a:lnSpc>
              <a:spcBef>
                <a:spcPts val="600"/>
              </a:spcBef>
              <a:spcAft>
                <a:spcPts val="600"/>
              </a:spcAft>
              <a:defRPr/>
            </a:pPr>
            <a:r>
              <a:rPr lang="ko-KR" altLang="zh-CN" dirty="0" smtClean="0">
                <a:latin typeface="Times New Roman" panose="02020603050405020304" pitchFamily="18" charset="0"/>
                <a:ea typeface="微软雅黑" panose="020B0503020204020204" pitchFamily="34" charset="-122"/>
                <a:cs typeface="Times New Roman" panose="02020603050405020304" pitchFamily="18" charset="0"/>
              </a:rPr>
              <a:t>  </a:t>
            </a:r>
          </a:p>
        </p:txBody>
      </p:sp>
      <p:pic>
        <p:nvPicPr>
          <p:cNvPr id="72709" name="Picture 4" descr="https://img-blog.csdn.net/2014111118020046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5875" y="2886075"/>
            <a:ext cx="3095625" cy="947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710" name="矩形 4"/>
          <p:cNvSpPr>
            <a:spLocks noChangeArrowheads="1"/>
          </p:cNvSpPr>
          <p:nvPr/>
        </p:nvSpPr>
        <p:spPr bwMode="auto">
          <a:xfrm>
            <a:off x="685800" y="3860800"/>
            <a:ext cx="7210425" cy="941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127"/>
                <a:ea typeface="-윤체M" panose="020B0604020202020204" charset="-127"/>
              </a:defRPr>
            </a:lvl2pPr>
            <a:lvl3pPr marL="1143000" indent="-228600" latinLnBrk="1">
              <a:spcBef>
                <a:spcPct val="20000"/>
              </a:spcBef>
              <a:buChar char="•"/>
              <a:defRPr kumimoji="1">
                <a:solidFill>
                  <a:schemeClr val="tx1"/>
                </a:solidFill>
                <a:latin typeface="-윤체M" panose="020B0604020202020204" charset="-127"/>
                <a:ea typeface="-윤체M" panose="020B0604020202020204" charset="-127"/>
              </a:defRPr>
            </a:lvl3pPr>
            <a:lvl4pPr marL="1600200" indent="-228600" latinLnBrk="1">
              <a:spcBef>
                <a:spcPct val="20000"/>
              </a:spcBef>
              <a:buChar char="•"/>
              <a:defRPr kumimoji="1" sz="1600">
                <a:solidFill>
                  <a:schemeClr val="tx1"/>
                </a:solidFill>
                <a:latin typeface="-윤체M" panose="020B0604020202020204" charset="-127"/>
                <a:ea typeface="-윤체M" panose="020B0604020202020204" charset="-127"/>
              </a:defRPr>
            </a:lvl4pPr>
            <a:lvl5pPr marL="2057400" indent="-228600" latinLnBrk="1">
              <a:spcBef>
                <a:spcPct val="20000"/>
              </a:spcBef>
              <a:buChar char="•"/>
              <a:defRPr kumimoji="1" sz="1400">
                <a:solidFill>
                  <a:schemeClr val="tx1"/>
                </a:solidFill>
                <a:latin typeface="-윤체M" panose="020B0604020202020204" charset="-127"/>
                <a:ea typeface="-윤체M" panose="020B0604020202020204"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9pPr>
          </a:lstStyle>
          <a:p>
            <a:pPr latinLnBrk="0">
              <a:lnSpc>
                <a:spcPct val="120000"/>
              </a:lnSpc>
              <a:spcBef>
                <a:spcPts val="600"/>
              </a:spcBef>
              <a:spcAft>
                <a:spcPts val="600"/>
              </a:spcAft>
              <a:buFontTx/>
              <a:buNone/>
            </a:pPr>
            <a:r>
              <a:rPr lang="ko-KR" altLang="zh-CN" sz="2400">
                <a:latin typeface="Times New Roman" panose="02020603050405020304" pitchFamily="18" charset="0"/>
                <a:ea typeface="微软雅黑" panose="020B0503020204020204" pitchFamily="34" charset="-122"/>
                <a:cs typeface="Times New Roman" panose="02020603050405020304" pitchFamily="18" charset="0"/>
              </a:rPr>
              <a:t>把某个系统中涉及的随机变量，根据是否条件独立绘制在一个有向图中，就形成了贝叶斯网络。</a:t>
            </a:r>
          </a:p>
        </p:txBody>
      </p:sp>
      <p:sp>
        <p:nvSpPr>
          <p:cNvPr id="72711" name="矩形 5"/>
          <p:cNvSpPr>
            <a:spLocks noChangeArrowheads="1"/>
          </p:cNvSpPr>
          <p:nvPr/>
        </p:nvSpPr>
        <p:spPr bwMode="auto">
          <a:xfrm>
            <a:off x="684213" y="4862513"/>
            <a:ext cx="7488237" cy="1201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127"/>
                <a:ea typeface="-윤체M" panose="020B0604020202020204" charset="-127"/>
              </a:defRPr>
            </a:lvl2pPr>
            <a:lvl3pPr marL="1143000" indent="-228600" latinLnBrk="1">
              <a:spcBef>
                <a:spcPct val="20000"/>
              </a:spcBef>
              <a:buChar char="•"/>
              <a:defRPr kumimoji="1">
                <a:solidFill>
                  <a:schemeClr val="tx1"/>
                </a:solidFill>
                <a:latin typeface="-윤체M" panose="020B0604020202020204" charset="-127"/>
                <a:ea typeface="-윤체M" panose="020B0604020202020204" charset="-127"/>
              </a:defRPr>
            </a:lvl3pPr>
            <a:lvl4pPr marL="1600200" indent="-228600" latinLnBrk="1">
              <a:spcBef>
                <a:spcPct val="20000"/>
              </a:spcBef>
              <a:buChar char="•"/>
              <a:defRPr kumimoji="1" sz="1600">
                <a:solidFill>
                  <a:schemeClr val="tx1"/>
                </a:solidFill>
                <a:latin typeface="-윤체M" panose="020B0604020202020204" charset="-127"/>
                <a:ea typeface="-윤체M" panose="020B0604020202020204" charset="-127"/>
              </a:defRPr>
            </a:lvl4pPr>
            <a:lvl5pPr marL="2057400" indent="-228600" latinLnBrk="1">
              <a:spcBef>
                <a:spcPct val="20000"/>
              </a:spcBef>
              <a:buChar char="•"/>
              <a:defRPr kumimoji="1" sz="1400">
                <a:solidFill>
                  <a:schemeClr val="tx1"/>
                </a:solidFill>
                <a:latin typeface="-윤체M" panose="020B0604020202020204" charset="-127"/>
                <a:ea typeface="-윤체M" panose="020B0604020202020204"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9pPr>
          </a:lstStyle>
          <a:p>
            <a:pPr latinLnBrk="0">
              <a:spcBef>
                <a:spcPct val="0"/>
              </a:spcBef>
              <a:buFontTx/>
              <a:buNone/>
            </a:pPr>
            <a:r>
              <a:rPr lang="zh-CN" altLang="en-US" sz="2400">
                <a:latin typeface="Times New Roman" panose="02020603050405020304" pitchFamily="18" charset="0"/>
                <a:ea typeface="微软雅黑" panose="020B0503020204020204" pitchFamily="34" charset="-122"/>
                <a:cs typeface="Times New Roman" panose="02020603050405020304" pitchFamily="18" charset="0"/>
              </a:rPr>
              <a:t>其主要用来描述随机变量之间的条件依赖，圆圈表示随机变量</a:t>
            </a:r>
            <a:r>
              <a:rPr lang="en-US" altLang="zh-CN" sz="2400">
                <a:latin typeface="Times New Roman" panose="02020603050405020304" pitchFamily="18" charset="0"/>
                <a:ea typeface="微软雅黑" panose="020B0503020204020204" pitchFamily="34" charset="-122"/>
                <a:cs typeface="Times New Roman" panose="02020603050405020304" pitchFamily="18" charset="0"/>
              </a:rPr>
              <a:t>(random variables)</a:t>
            </a:r>
            <a:r>
              <a:rPr lang="zh-CN" altLang="en-US" sz="2400">
                <a:latin typeface="Times New Roman" panose="02020603050405020304" pitchFamily="18" charset="0"/>
                <a:ea typeface="微软雅黑" panose="020B0503020204020204" pitchFamily="34" charset="-122"/>
                <a:cs typeface="Times New Roman" panose="02020603050405020304" pitchFamily="18" charset="0"/>
              </a:rPr>
              <a:t>，箭头表示条件依赖</a:t>
            </a:r>
            <a:r>
              <a:rPr lang="en-US" altLang="zh-CN" sz="2400">
                <a:latin typeface="Times New Roman" panose="02020603050405020304" pitchFamily="18" charset="0"/>
                <a:ea typeface="微软雅黑" panose="020B0503020204020204" pitchFamily="34" charset="-122"/>
                <a:cs typeface="Times New Roman" panose="02020603050405020304" pitchFamily="18" charset="0"/>
              </a:rPr>
              <a:t>(conditional dependencies)</a:t>
            </a:r>
            <a:r>
              <a:rPr lang="zh-CN" altLang="en-US" sz="2400">
                <a:latin typeface="Times New Roman" panose="02020603050405020304" pitchFamily="18" charset="0"/>
                <a:ea typeface="微软雅黑" panose="020B0503020204020204" pitchFamily="34" charset="-122"/>
                <a:cs typeface="Times New Roman" panose="02020603050405020304" pitchFamily="18" charset="0"/>
              </a:rPr>
              <a:t>。</a:t>
            </a:r>
          </a:p>
        </p:txBody>
      </p:sp>
    </p:spTree>
    <p:extLst>
      <p:ext uri="{BB962C8B-B14F-4D97-AF65-F5344CB8AC3E}">
        <p14:creationId xmlns:p14="http://schemas.microsoft.com/office/powerpoint/2010/main" val="2654886328"/>
      </p:ext>
    </p:extLst>
  </p:cSld>
  <p:clrMapOvr>
    <a:masterClrMapping/>
  </p:clrMapOvr>
  <p:transition/>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灯片编号占位符 3"/>
          <p:cNvSpPr>
            <a:spLocks noGrp="1"/>
          </p:cNvSpPr>
          <p:nvPr>
            <p:ph type="sldNum" sz="quarter" idx="10"/>
          </p:nvPr>
        </p:nvSpPr>
        <p:spPr>
          <a:noFill/>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127"/>
                <a:ea typeface="-윤체M" panose="020B0604020202020204" charset="-127"/>
              </a:defRPr>
            </a:lvl2pPr>
            <a:lvl3pPr marL="1143000" indent="-228600" latinLnBrk="1">
              <a:spcBef>
                <a:spcPct val="20000"/>
              </a:spcBef>
              <a:buChar char="•"/>
              <a:defRPr kumimoji="1">
                <a:solidFill>
                  <a:schemeClr val="tx1"/>
                </a:solidFill>
                <a:latin typeface="-윤체M" panose="020B0604020202020204" charset="-127"/>
                <a:ea typeface="-윤체M" panose="020B0604020202020204" charset="-127"/>
              </a:defRPr>
            </a:lvl3pPr>
            <a:lvl4pPr marL="1600200" indent="-228600" latinLnBrk="1">
              <a:spcBef>
                <a:spcPct val="20000"/>
              </a:spcBef>
              <a:buChar char="•"/>
              <a:defRPr kumimoji="1" sz="1600">
                <a:solidFill>
                  <a:schemeClr val="tx1"/>
                </a:solidFill>
                <a:latin typeface="-윤체M" panose="020B0604020202020204" charset="-127"/>
                <a:ea typeface="-윤체M" panose="020B0604020202020204" charset="-127"/>
              </a:defRPr>
            </a:lvl4pPr>
            <a:lvl5pPr marL="2057400" indent="-228600" latinLnBrk="1">
              <a:spcBef>
                <a:spcPct val="20000"/>
              </a:spcBef>
              <a:buChar char="•"/>
              <a:defRPr kumimoji="1" sz="1400">
                <a:solidFill>
                  <a:schemeClr val="tx1"/>
                </a:solidFill>
                <a:latin typeface="-윤체M" panose="020B0604020202020204" charset="-127"/>
                <a:ea typeface="-윤체M" panose="020B0604020202020204"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9pPr>
          </a:lstStyle>
          <a:p>
            <a:pPr>
              <a:spcBef>
                <a:spcPct val="0"/>
              </a:spcBef>
              <a:buFontTx/>
              <a:buNone/>
            </a:pPr>
            <a:fld id="{1EBCD624-93FC-4628-8FBE-1DF0383787EF}" type="slidenum">
              <a:rPr lang="zh-CN" altLang="en-US" sz="1400" smtClean="0">
                <a:latin typeface="Gulim" panose="020B0604020202020204" charset="-127"/>
                <a:ea typeface="Gulim" panose="020B0604020202020204" charset="-127"/>
              </a:rPr>
              <a:pPr>
                <a:spcBef>
                  <a:spcPct val="0"/>
                </a:spcBef>
                <a:buFontTx/>
                <a:buNone/>
              </a:pPr>
              <a:t>110</a:t>
            </a:fld>
            <a:endParaRPr lang="en-US" altLang="zh-CN" sz="1400" smtClean="0">
              <a:latin typeface="Gulim" panose="020B0604020202020204" charset="-127"/>
              <a:ea typeface="Gulim" panose="020B0604020202020204" charset="-127"/>
            </a:endParaRPr>
          </a:p>
        </p:txBody>
      </p:sp>
      <p:sp>
        <p:nvSpPr>
          <p:cNvPr id="272386" name="Rectangle 2"/>
          <p:cNvSpPr>
            <a:spLocks noGrp="1" noChangeArrowheads="1"/>
          </p:cNvSpPr>
          <p:nvPr>
            <p:ph type="title"/>
          </p:nvPr>
        </p:nvSpPr>
        <p:spPr>
          <a:xfrm>
            <a:off x="709613" y="523875"/>
            <a:ext cx="7772400" cy="731838"/>
          </a:xfrm>
        </p:spPr>
        <p:txBody>
          <a:bodyPr/>
          <a:lstStyle/>
          <a:p>
            <a:pPr algn="ctr" eaLnBrk="1" hangingPunct="1">
              <a:defRPr/>
            </a:pPr>
            <a:r>
              <a:rPr lang="zh-CN" altLang="en-US" sz="3200" b="1" dirty="0">
                <a:solidFill>
                  <a:schemeClr val="tx1"/>
                </a:solidFill>
                <a:latin typeface="微软雅黑" panose="020B0503020204020204" pitchFamily="34" charset="-122"/>
                <a:ea typeface="微软雅黑" panose="020B0503020204020204" pitchFamily="34" charset="-122"/>
              </a:rPr>
              <a:t>贝叶斯</a:t>
            </a:r>
            <a:r>
              <a:rPr lang="zh-CN" altLang="en-US" sz="3200" b="1" dirty="0">
                <a:solidFill>
                  <a:schemeClr val="tx1"/>
                </a:solidFill>
                <a:latin typeface="微软雅黑" panose="020B0503020204020204" pitchFamily="34" charset="-122"/>
                <a:ea typeface="微软雅黑" panose="020B0503020204020204" pitchFamily="34" charset="-122"/>
              </a:rPr>
              <a:t>网络的表示</a:t>
            </a:r>
            <a:endParaRPr lang="en-US" altLang="zh-CN" sz="3200" b="1" dirty="0">
              <a:solidFill>
                <a:schemeClr val="tx1"/>
              </a:solidFill>
              <a:latin typeface="微软雅黑" panose="020B0503020204020204" pitchFamily="34" charset="-122"/>
              <a:ea typeface="微软雅黑" panose="020B0503020204020204" pitchFamily="34" charset="-122"/>
            </a:endParaRPr>
          </a:p>
        </p:txBody>
      </p:sp>
      <p:sp>
        <p:nvSpPr>
          <p:cNvPr id="75780" name="Rectangle 3"/>
          <p:cNvSpPr>
            <a:spLocks noGrp="1" noChangeArrowheads="1"/>
          </p:cNvSpPr>
          <p:nvPr>
            <p:ph type="body" idx="1"/>
          </p:nvPr>
        </p:nvSpPr>
        <p:spPr>
          <a:xfrm>
            <a:off x="136525" y="1284288"/>
            <a:ext cx="7772400" cy="576262"/>
          </a:xfrm>
        </p:spPr>
        <p:txBody>
          <a:bodyPr/>
          <a:lstStyle/>
          <a:p>
            <a:pPr algn="just" eaLnBrk="1" hangingPunct="1">
              <a:lnSpc>
                <a:spcPct val="90000"/>
              </a:lnSpc>
            </a:pPr>
            <a:r>
              <a:rPr lang="zh-CN" altLang="en-US" sz="2400" smtClean="0">
                <a:latin typeface="宋体" panose="02010600030101010101" pitchFamily="2" charset="-122"/>
              </a:rPr>
              <a:t>从一个例子</a:t>
            </a:r>
            <a:r>
              <a:rPr lang="en-US" altLang="zh-CN" sz="2400" smtClean="0">
                <a:latin typeface="宋体" panose="02010600030101010101" pitchFamily="2" charset="-122"/>
              </a:rPr>
              <a:t>(</a:t>
            </a:r>
            <a:r>
              <a:rPr lang="zh-CN" altLang="en-US" sz="2400" smtClean="0">
                <a:latin typeface="宋体" panose="02010600030101010101" pitchFamily="2" charset="-122"/>
              </a:rPr>
              <a:t>防盗网</a:t>
            </a:r>
            <a:r>
              <a:rPr lang="en-US" altLang="zh-CN" sz="2400" smtClean="0">
                <a:latin typeface="宋体" panose="02010600030101010101" pitchFamily="2" charset="-122"/>
              </a:rPr>
              <a:t>)</a:t>
            </a:r>
            <a:r>
              <a:rPr lang="zh-CN" altLang="en-US" sz="2400" smtClean="0">
                <a:latin typeface="宋体" panose="02010600030101010101" pitchFamily="2" charset="-122"/>
              </a:rPr>
              <a:t>开始</a:t>
            </a:r>
            <a:endParaRPr lang="en-US" altLang="zh-CN" sz="2400" smtClean="0">
              <a:latin typeface="宋体" panose="02010600030101010101" pitchFamily="2" charset="-122"/>
            </a:endParaRPr>
          </a:p>
        </p:txBody>
      </p:sp>
      <p:sp>
        <p:nvSpPr>
          <p:cNvPr id="75782" name="AutoShape 6"/>
          <p:cNvSpPr>
            <a:spLocks noChangeAspect="1" noChangeArrowheads="1"/>
          </p:cNvSpPr>
          <p:nvPr/>
        </p:nvSpPr>
        <p:spPr bwMode="auto">
          <a:xfrm>
            <a:off x="900113" y="2060575"/>
            <a:ext cx="6913562" cy="427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127"/>
                <a:ea typeface="-윤체M" panose="020B0604020202020204" charset="-127"/>
              </a:defRPr>
            </a:lvl2pPr>
            <a:lvl3pPr marL="1143000" indent="-228600" latinLnBrk="1">
              <a:spcBef>
                <a:spcPct val="20000"/>
              </a:spcBef>
              <a:buChar char="•"/>
              <a:defRPr kumimoji="1">
                <a:solidFill>
                  <a:schemeClr val="tx1"/>
                </a:solidFill>
                <a:latin typeface="-윤체M" panose="020B0604020202020204" charset="-127"/>
                <a:ea typeface="-윤체M" panose="020B0604020202020204" charset="-127"/>
              </a:defRPr>
            </a:lvl3pPr>
            <a:lvl4pPr marL="1600200" indent="-228600" latinLnBrk="1">
              <a:spcBef>
                <a:spcPct val="20000"/>
              </a:spcBef>
              <a:buChar char="•"/>
              <a:defRPr kumimoji="1" sz="1600">
                <a:solidFill>
                  <a:schemeClr val="tx1"/>
                </a:solidFill>
                <a:latin typeface="-윤체M" panose="020B0604020202020204" charset="-127"/>
                <a:ea typeface="-윤체M" panose="020B0604020202020204" charset="-127"/>
              </a:defRPr>
            </a:lvl4pPr>
            <a:lvl5pPr marL="2057400" indent="-228600" latinLnBrk="1">
              <a:spcBef>
                <a:spcPct val="20000"/>
              </a:spcBef>
              <a:buChar char="•"/>
              <a:defRPr kumimoji="1" sz="1400">
                <a:solidFill>
                  <a:schemeClr val="tx1"/>
                </a:solidFill>
                <a:latin typeface="-윤체M" panose="020B0604020202020204" charset="-127"/>
                <a:ea typeface="-윤체M" panose="020B0604020202020204"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9pPr>
          </a:lstStyle>
          <a:p>
            <a:pPr eaLnBrk="1" hangingPunct="1">
              <a:spcBef>
                <a:spcPct val="0"/>
              </a:spcBef>
              <a:buFontTx/>
              <a:buNone/>
            </a:pPr>
            <a:endParaRPr lang="zh-CN" altLang="en-US" sz="2400">
              <a:latin typeface="楷体" panose="02010609060101010101" pitchFamily="49" charset="-122"/>
              <a:ea typeface="楷体" panose="02010609060101010101" pitchFamily="49" charset="-122"/>
            </a:endParaRPr>
          </a:p>
        </p:txBody>
      </p:sp>
      <p:grpSp>
        <p:nvGrpSpPr>
          <p:cNvPr id="75783" name="Group 29"/>
          <p:cNvGrpSpPr>
            <a:grpSpLocks/>
          </p:cNvGrpSpPr>
          <p:nvPr/>
        </p:nvGrpSpPr>
        <p:grpSpPr bwMode="auto">
          <a:xfrm>
            <a:off x="136525" y="2611438"/>
            <a:ext cx="5575300" cy="3416300"/>
            <a:chOff x="716" y="1388"/>
            <a:chExt cx="4147" cy="2516"/>
          </a:xfrm>
        </p:grpSpPr>
        <p:sp>
          <p:nvSpPr>
            <p:cNvPr id="75787" name="Oval 7"/>
            <p:cNvSpPr>
              <a:spLocks noChangeArrowheads="1"/>
            </p:cNvSpPr>
            <p:nvPr/>
          </p:nvSpPr>
          <p:spPr bwMode="auto">
            <a:xfrm>
              <a:off x="716" y="1388"/>
              <a:ext cx="1037" cy="359"/>
            </a:xfrm>
            <a:prstGeom prst="ellipse">
              <a:avLst/>
            </a:prstGeom>
            <a:solidFill>
              <a:srgbClr val="FFFFFF"/>
            </a:solidFill>
            <a:ln w="9525">
              <a:solidFill>
                <a:srgbClr val="000000"/>
              </a:solidFill>
              <a:round/>
              <a:headEnd/>
              <a:tailEnd/>
            </a:ln>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127"/>
                  <a:ea typeface="-윤체M" panose="020B0604020202020204" charset="-127"/>
                </a:defRPr>
              </a:lvl2pPr>
              <a:lvl3pPr marL="1143000" indent="-228600" latinLnBrk="1">
                <a:spcBef>
                  <a:spcPct val="20000"/>
                </a:spcBef>
                <a:buChar char="•"/>
                <a:defRPr kumimoji="1">
                  <a:solidFill>
                    <a:schemeClr val="tx1"/>
                  </a:solidFill>
                  <a:latin typeface="-윤체M" panose="020B0604020202020204" charset="-127"/>
                  <a:ea typeface="-윤체M" panose="020B0604020202020204" charset="-127"/>
                </a:defRPr>
              </a:lvl3pPr>
              <a:lvl4pPr marL="1600200" indent="-228600" latinLnBrk="1">
                <a:spcBef>
                  <a:spcPct val="20000"/>
                </a:spcBef>
                <a:buChar char="•"/>
                <a:defRPr kumimoji="1" sz="1600">
                  <a:solidFill>
                    <a:schemeClr val="tx1"/>
                  </a:solidFill>
                  <a:latin typeface="-윤체M" panose="020B0604020202020204" charset="-127"/>
                  <a:ea typeface="-윤체M" panose="020B0604020202020204" charset="-127"/>
                </a:defRPr>
              </a:lvl4pPr>
              <a:lvl5pPr marL="2057400" indent="-228600" latinLnBrk="1">
                <a:spcBef>
                  <a:spcPct val="20000"/>
                </a:spcBef>
                <a:buChar char="•"/>
                <a:defRPr kumimoji="1" sz="1400">
                  <a:solidFill>
                    <a:schemeClr val="tx1"/>
                  </a:solidFill>
                  <a:latin typeface="-윤체M" panose="020B0604020202020204" charset="-127"/>
                  <a:ea typeface="-윤체M" panose="020B0604020202020204"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9pPr>
            </a:lstStyle>
            <a:p>
              <a:pPr algn="ctr" eaLnBrk="1" hangingPunct="1">
                <a:spcBef>
                  <a:spcPct val="0"/>
                </a:spcBef>
                <a:buFontTx/>
                <a:buNone/>
              </a:pPr>
              <a:r>
                <a:rPr lang="zh-CN" altLang="en-US" sz="1400" b="1">
                  <a:latin typeface="Times New Roman" panose="02020603050405020304" pitchFamily="18" charset="0"/>
                  <a:ea typeface="宋体" panose="02010600030101010101" pitchFamily="2" charset="-122"/>
                </a:rPr>
                <a:t>盗贼闯入</a:t>
              </a:r>
              <a:endParaRPr lang="en-US" altLang="zh-CN" sz="2800">
                <a:latin typeface="Gulim" panose="020B0604020202020204" charset="-127"/>
                <a:ea typeface="Gulim" panose="020B0604020202020204" charset="-127"/>
              </a:endParaRPr>
            </a:p>
          </p:txBody>
        </p:sp>
        <p:sp>
          <p:nvSpPr>
            <p:cNvPr id="75788" name="Oval 8"/>
            <p:cNvSpPr>
              <a:spLocks noChangeArrowheads="1"/>
            </p:cNvSpPr>
            <p:nvPr/>
          </p:nvSpPr>
          <p:spPr bwMode="auto">
            <a:xfrm>
              <a:off x="2790" y="1388"/>
              <a:ext cx="1244" cy="359"/>
            </a:xfrm>
            <a:prstGeom prst="ellipse">
              <a:avLst/>
            </a:prstGeom>
            <a:solidFill>
              <a:srgbClr val="FFFFFF"/>
            </a:solidFill>
            <a:ln w="9525">
              <a:solidFill>
                <a:srgbClr val="000000"/>
              </a:solidFill>
              <a:round/>
              <a:headEnd/>
              <a:tailEnd/>
            </a:ln>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127"/>
                  <a:ea typeface="-윤체M" panose="020B0604020202020204" charset="-127"/>
                </a:defRPr>
              </a:lvl2pPr>
              <a:lvl3pPr marL="1143000" indent="-228600" latinLnBrk="1">
                <a:spcBef>
                  <a:spcPct val="20000"/>
                </a:spcBef>
                <a:buChar char="•"/>
                <a:defRPr kumimoji="1">
                  <a:solidFill>
                    <a:schemeClr val="tx1"/>
                  </a:solidFill>
                  <a:latin typeface="-윤체M" panose="020B0604020202020204" charset="-127"/>
                  <a:ea typeface="-윤체M" panose="020B0604020202020204" charset="-127"/>
                </a:defRPr>
              </a:lvl3pPr>
              <a:lvl4pPr marL="1600200" indent="-228600" latinLnBrk="1">
                <a:spcBef>
                  <a:spcPct val="20000"/>
                </a:spcBef>
                <a:buChar char="•"/>
                <a:defRPr kumimoji="1" sz="1600">
                  <a:solidFill>
                    <a:schemeClr val="tx1"/>
                  </a:solidFill>
                  <a:latin typeface="-윤체M" panose="020B0604020202020204" charset="-127"/>
                  <a:ea typeface="-윤체M" panose="020B0604020202020204" charset="-127"/>
                </a:defRPr>
              </a:lvl4pPr>
              <a:lvl5pPr marL="2057400" indent="-228600" latinLnBrk="1">
                <a:spcBef>
                  <a:spcPct val="20000"/>
                </a:spcBef>
                <a:buChar char="•"/>
                <a:defRPr kumimoji="1" sz="1400">
                  <a:solidFill>
                    <a:schemeClr val="tx1"/>
                  </a:solidFill>
                  <a:latin typeface="-윤체M" panose="020B0604020202020204" charset="-127"/>
                  <a:ea typeface="-윤체M" panose="020B0604020202020204"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9pPr>
            </a:lstStyle>
            <a:p>
              <a:pPr algn="ctr" eaLnBrk="1" hangingPunct="1">
                <a:spcBef>
                  <a:spcPct val="0"/>
                </a:spcBef>
                <a:buFontTx/>
                <a:buNone/>
              </a:pPr>
              <a:r>
                <a:rPr lang="zh-CN" altLang="en-US" sz="1400" b="1">
                  <a:latin typeface="Times New Roman" panose="02020603050405020304" pitchFamily="18" charset="0"/>
                  <a:ea typeface="宋体" panose="02010600030101010101" pitchFamily="2" charset="-122"/>
                </a:rPr>
                <a:t>地震</a:t>
              </a:r>
              <a:endParaRPr lang="en-US" altLang="zh-CN" sz="2800">
                <a:latin typeface="Gulim" panose="020B0604020202020204" charset="-127"/>
                <a:ea typeface="Gulim" panose="020B0604020202020204" charset="-127"/>
              </a:endParaRPr>
            </a:p>
          </p:txBody>
        </p:sp>
        <p:sp>
          <p:nvSpPr>
            <p:cNvPr id="75789" name="Oval 9"/>
            <p:cNvSpPr>
              <a:spLocks noChangeArrowheads="1"/>
            </p:cNvSpPr>
            <p:nvPr/>
          </p:nvSpPr>
          <p:spPr bwMode="auto">
            <a:xfrm>
              <a:off x="1856" y="2556"/>
              <a:ext cx="1038" cy="361"/>
            </a:xfrm>
            <a:prstGeom prst="ellipse">
              <a:avLst/>
            </a:prstGeom>
            <a:solidFill>
              <a:srgbClr val="FFFFFF"/>
            </a:solidFill>
            <a:ln w="9525">
              <a:solidFill>
                <a:srgbClr val="000000"/>
              </a:solidFill>
              <a:round/>
              <a:headEnd/>
              <a:tailEnd/>
            </a:ln>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127"/>
                  <a:ea typeface="-윤체M" panose="020B0604020202020204" charset="-127"/>
                </a:defRPr>
              </a:lvl2pPr>
              <a:lvl3pPr marL="1143000" indent="-228600" latinLnBrk="1">
                <a:spcBef>
                  <a:spcPct val="20000"/>
                </a:spcBef>
                <a:buChar char="•"/>
                <a:defRPr kumimoji="1">
                  <a:solidFill>
                    <a:schemeClr val="tx1"/>
                  </a:solidFill>
                  <a:latin typeface="-윤체M" panose="020B0604020202020204" charset="-127"/>
                  <a:ea typeface="-윤체M" panose="020B0604020202020204" charset="-127"/>
                </a:defRPr>
              </a:lvl3pPr>
              <a:lvl4pPr marL="1600200" indent="-228600" latinLnBrk="1">
                <a:spcBef>
                  <a:spcPct val="20000"/>
                </a:spcBef>
                <a:buChar char="•"/>
                <a:defRPr kumimoji="1" sz="1600">
                  <a:solidFill>
                    <a:schemeClr val="tx1"/>
                  </a:solidFill>
                  <a:latin typeface="-윤체M" panose="020B0604020202020204" charset="-127"/>
                  <a:ea typeface="-윤체M" panose="020B0604020202020204" charset="-127"/>
                </a:defRPr>
              </a:lvl4pPr>
              <a:lvl5pPr marL="2057400" indent="-228600" latinLnBrk="1">
                <a:spcBef>
                  <a:spcPct val="20000"/>
                </a:spcBef>
                <a:buChar char="•"/>
                <a:defRPr kumimoji="1" sz="1400">
                  <a:solidFill>
                    <a:schemeClr val="tx1"/>
                  </a:solidFill>
                  <a:latin typeface="-윤체M" panose="020B0604020202020204" charset="-127"/>
                  <a:ea typeface="-윤체M" panose="020B0604020202020204"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9pPr>
            </a:lstStyle>
            <a:p>
              <a:pPr algn="ctr" eaLnBrk="1" hangingPunct="1">
                <a:spcBef>
                  <a:spcPct val="0"/>
                </a:spcBef>
                <a:buFontTx/>
                <a:buNone/>
              </a:pPr>
              <a:r>
                <a:rPr lang="zh-CN" altLang="en-US" sz="1400" b="1">
                  <a:latin typeface="Times New Roman" panose="02020603050405020304" pitchFamily="18" charset="0"/>
                  <a:ea typeface="宋体" panose="02010600030101010101" pitchFamily="2" charset="-122"/>
                </a:rPr>
                <a:t>警报器响</a:t>
              </a:r>
              <a:endParaRPr lang="en-US" altLang="zh-CN" sz="3600">
                <a:latin typeface="Gulim" panose="020B0604020202020204" charset="-127"/>
                <a:ea typeface="Gulim" panose="020B0604020202020204" charset="-127"/>
              </a:endParaRPr>
            </a:p>
          </p:txBody>
        </p:sp>
        <p:sp>
          <p:nvSpPr>
            <p:cNvPr id="75790" name="Oval 10"/>
            <p:cNvSpPr>
              <a:spLocks noChangeArrowheads="1"/>
            </p:cNvSpPr>
            <p:nvPr/>
          </p:nvSpPr>
          <p:spPr bwMode="auto">
            <a:xfrm>
              <a:off x="716" y="3545"/>
              <a:ext cx="1037" cy="359"/>
            </a:xfrm>
            <a:prstGeom prst="ellipse">
              <a:avLst/>
            </a:prstGeom>
            <a:solidFill>
              <a:srgbClr val="FFFFFF"/>
            </a:solidFill>
            <a:ln w="9525">
              <a:solidFill>
                <a:srgbClr val="000000"/>
              </a:solidFill>
              <a:round/>
              <a:headEnd/>
              <a:tailEnd/>
            </a:ln>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127"/>
                  <a:ea typeface="-윤체M" panose="020B0604020202020204" charset="-127"/>
                </a:defRPr>
              </a:lvl2pPr>
              <a:lvl3pPr marL="1143000" indent="-228600" latinLnBrk="1">
                <a:spcBef>
                  <a:spcPct val="20000"/>
                </a:spcBef>
                <a:buChar char="•"/>
                <a:defRPr kumimoji="1">
                  <a:solidFill>
                    <a:schemeClr val="tx1"/>
                  </a:solidFill>
                  <a:latin typeface="-윤체M" panose="020B0604020202020204" charset="-127"/>
                  <a:ea typeface="-윤체M" panose="020B0604020202020204" charset="-127"/>
                </a:defRPr>
              </a:lvl3pPr>
              <a:lvl4pPr marL="1600200" indent="-228600" latinLnBrk="1">
                <a:spcBef>
                  <a:spcPct val="20000"/>
                </a:spcBef>
                <a:buChar char="•"/>
                <a:defRPr kumimoji="1" sz="1600">
                  <a:solidFill>
                    <a:schemeClr val="tx1"/>
                  </a:solidFill>
                  <a:latin typeface="-윤체M" panose="020B0604020202020204" charset="-127"/>
                  <a:ea typeface="-윤체M" panose="020B0604020202020204" charset="-127"/>
                </a:defRPr>
              </a:lvl4pPr>
              <a:lvl5pPr marL="2057400" indent="-228600" latinLnBrk="1">
                <a:spcBef>
                  <a:spcPct val="20000"/>
                </a:spcBef>
                <a:buChar char="•"/>
                <a:defRPr kumimoji="1" sz="1400">
                  <a:solidFill>
                    <a:schemeClr val="tx1"/>
                  </a:solidFill>
                  <a:latin typeface="-윤체M" panose="020B0604020202020204" charset="-127"/>
                  <a:ea typeface="-윤체M" panose="020B0604020202020204"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9pPr>
            </a:lstStyle>
            <a:p>
              <a:pPr algn="ctr" eaLnBrk="1" hangingPunct="1">
                <a:spcBef>
                  <a:spcPct val="0"/>
                </a:spcBef>
                <a:buFontTx/>
                <a:buNone/>
              </a:pPr>
              <a:r>
                <a:rPr lang="zh-CN" altLang="en-US" sz="1400">
                  <a:latin typeface="Gulim" panose="020B0604020202020204" charset="-127"/>
                  <a:ea typeface="Gulim" panose="020B0604020202020204" charset="-127"/>
                </a:rPr>
                <a:t>约翰报警</a:t>
              </a:r>
              <a:endParaRPr lang="en-US" altLang="zh-CN" sz="1400">
                <a:latin typeface="Gulim" panose="020B0604020202020204" charset="-127"/>
                <a:ea typeface="Gulim" panose="020B0604020202020204" charset="-127"/>
              </a:endParaRPr>
            </a:p>
          </p:txBody>
        </p:sp>
        <p:sp>
          <p:nvSpPr>
            <p:cNvPr id="75791" name="Oval 11"/>
            <p:cNvSpPr>
              <a:spLocks noChangeArrowheads="1"/>
            </p:cNvSpPr>
            <p:nvPr/>
          </p:nvSpPr>
          <p:spPr bwMode="auto">
            <a:xfrm>
              <a:off x="2894" y="3545"/>
              <a:ext cx="1036" cy="359"/>
            </a:xfrm>
            <a:prstGeom prst="ellipse">
              <a:avLst/>
            </a:prstGeom>
            <a:solidFill>
              <a:srgbClr val="FFFFFF"/>
            </a:solidFill>
            <a:ln w="9525">
              <a:solidFill>
                <a:srgbClr val="000000"/>
              </a:solidFill>
              <a:round/>
              <a:headEnd/>
              <a:tailEnd/>
            </a:ln>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127"/>
                  <a:ea typeface="-윤체M" panose="020B0604020202020204" charset="-127"/>
                </a:defRPr>
              </a:lvl2pPr>
              <a:lvl3pPr marL="1143000" indent="-228600" latinLnBrk="1">
                <a:spcBef>
                  <a:spcPct val="20000"/>
                </a:spcBef>
                <a:buChar char="•"/>
                <a:defRPr kumimoji="1">
                  <a:solidFill>
                    <a:schemeClr val="tx1"/>
                  </a:solidFill>
                  <a:latin typeface="-윤체M" panose="020B0604020202020204" charset="-127"/>
                  <a:ea typeface="-윤체M" panose="020B0604020202020204" charset="-127"/>
                </a:defRPr>
              </a:lvl3pPr>
              <a:lvl4pPr marL="1600200" indent="-228600" latinLnBrk="1">
                <a:spcBef>
                  <a:spcPct val="20000"/>
                </a:spcBef>
                <a:buChar char="•"/>
                <a:defRPr kumimoji="1" sz="1600">
                  <a:solidFill>
                    <a:schemeClr val="tx1"/>
                  </a:solidFill>
                  <a:latin typeface="-윤체M" panose="020B0604020202020204" charset="-127"/>
                  <a:ea typeface="-윤체M" panose="020B0604020202020204" charset="-127"/>
                </a:defRPr>
              </a:lvl4pPr>
              <a:lvl5pPr marL="2057400" indent="-228600" latinLnBrk="1">
                <a:spcBef>
                  <a:spcPct val="20000"/>
                </a:spcBef>
                <a:buChar char="•"/>
                <a:defRPr kumimoji="1" sz="1400">
                  <a:solidFill>
                    <a:schemeClr val="tx1"/>
                  </a:solidFill>
                  <a:latin typeface="-윤체M" panose="020B0604020202020204" charset="-127"/>
                  <a:ea typeface="-윤체M" panose="020B0604020202020204"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9pPr>
            </a:lstStyle>
            <a:p>
              <a:pPr algn="ctr" eaLnBrk="1" hangingPunct="1">
                <a:spcBef>
                  <a:spcPct val="0"/>
                </a:spcBef>
                <a:buFontTx/>
                <a:buNone/>
              </a:pPr>
              <a:r>
                <a:rPr lang="zh-CN" altLang="en-US" sz="1400" b="1">
                  <a:latin typeface="Times New Roman" panose="02020603050405020304" pitchFamily="18" charset="0"/>
                  <a:ea typeface="宋体" panose="02010600030101010101" pitchFamily="2" charset="-122"/>
                </a:rPr>
                <a:t>玛丽报警</a:t>
              </a:r>
              <a:endParaRPr lang="en-US" altLang="zh-CN" sz="3600">
                <a:latin typeface="Gulim" panose="020B0604020202020204" charset="-127"/>
                <a:ea typeface="Gulim" panose="020B0604020202020204" charset="-127"/>
              </a:endParaRPr>
            </a:p>
          </p:txBody>
        </p:sp>
        <p:sp>
          <p:nvSpPr>
            <p:cNvPr id="75792" name="Line 12"/>
            <p:cNvSpPr>
              <a:spLocks noChangeShapeType="1"/>
            </p:cNvSpPr>
            <p:nvPr/>
          </p:nvSpPr>
          <p:spPr bwMode="auto">
            <a:xfrm>
              <a:off x="1338" y="1747"/>
              <a:ext cx="933" cy="809"/>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793" name="Line 13"/>
            <p:cNvSpPr>
              <a:spLocks noChangeShapeType="1"/>
            </p:cNvSpPr>
            <p:nvPr/>
          </p:nvSpPr>
          <p:spPr bwMode="auto">
            <a:xfrm flipH="1">
              <a:off x="2478" y="1747"/>
              <a:ext cx="934" cy="809"/>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794" name="Line 14"/>
            <p:cNvSpPr>
              <a:spLocks noChangeShapeType="1"/>
            </p:cNvSpPr>
            <p:nvPr/>
          </p:nvSpPr>
          <p:spPr bwMode="auto">
            <a:xfrm flipH="1">
              <a:off x="1234" y="2916"/>
              <a:ext cx="933" cy="629"/>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795" name="Line 15"/>
            <p:cNvSpPr>
              <a:spLocks noChangeShapeType="1"/>
            </p:cNvSpPr>
            <p:nvPr/>
          </p:nvSpPr>
          <p:spPr bwMode="auto">
            <a:xfrm>
              <a:off x="2478" y="2916"/>
              <a:ext cx="934" cy="629"/>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796" name="Text Box 16"/>
            <p:cNvSpPr txBox="1">
              <a:spLocks noChangeArrowheads="1"/>
            </p:cNvSpPr>
            <p:nvPr/>
          </p:nvSpPr>
          <p:spPr bwMode="auto">
            <a:xfrm>
              <a:off x="1856" y="1388"/>
              <a:ext cx="622" cy="449"/>
            </a:xfrm>
            <a:prstGeom prst="rect">
              <a:avLst/>
            </a:prstGeom>
            <a:solidFill>
              <a:srgbClr val="FFFFFF"/>
            </a:solidFill>
            <a:ln w="9525">
              <a:solidFill>
                <a:srgbClr val="000000"/>
              </a:solidFill>
              <a:miter lim="800000"/>
              <a:headEnd/>
              <a:tailEnd/>
            </a:ln>
          </p:spPr>
          <p:txBody>
            <a:bodyPr lIns="0" tIns="0" rIns="0" bIns="0"/>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127"/>
                  <a:ea typeface="-윤체M" panose="020B0604020202020204" charset="-127"/>
                </a:defRPr>
              </a:lvl2pPr>
              <a:lvl3pPr marL="1143000" indent="-228600" latinLnBrk="1">
                <a:spcBef>
                  <a:spcPct val="20000"/>
                </a:spcBef>
                <a:buChar char="•"/>
                <a:defRPr kumimoji="1">
                  <a:solidFill>
                    <a:schemeClr val="tx1"/>
                  </a:solidFill>
                  <a:latin typeface="-윤체M" panose="020B0604020202020204" charset="-127"/>
                  <a:ea typeface="-윤체M" panose="020B0604020202020204" charset="-127"/>
                </a:defRPr>
              </a:lvl3pPr>
              <a:lvl4pPr marL="1600200" indent="-228600" latinLnBrk="1">
                <a:spcBef>
                  <a:spcPct val="20000"/>
                </a:spcBef>
                <a:buChar char="•"/>
                <a:defRPr kumimoji="1" sz="1600">
                  <a:solidFill>
                    <a:schemeClr val="tx1"/>
                  </a:solidFill>
                  <a:latin typeface="-윤체M" panose="020B0604020202020204" charset="-127"/>
                  <a:ea typeface="-윤체M" panose="020B0604020202020204" charset="-127"/>
                </a:defRPr>
              </a:lvl4pPr>
              <a:lvl5pPr marL="2057400" indent="-228600" latinLnBrk="1">
                <a:spcBef>
                  <a:spcPct val="20000"/>
                </a:spcBef>
                <a:buChar char="•"/>
                <a:defRPr kumimoji="1" sz="1400">
                  <a:solidFill>
                    <a:schemeClr val="tx1"/>
                  </a:solidFill>
                  <a:latin typeface="-윤체M" panose="020B0604020202020204" charset="-127"/>
                  <a:ea typeface="-윤체M" panose="020B0604020202020204"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9pPr>
            </a:lstStyle>
            <a:p>
              <a:pPr algn="ctr" eaLnBrk="1" hangingPunct="1">
                <a:spcBef>
                  <a:spcPct val="0"/>
                </a:spcBef>
                <a:spcAft>
                  <a:spcPts val="775"/>
                </a:spcAft>
                <a:buFontTx/>
                <a:buNone/>
              </a:pPr>
              <a:r>
                <a:rPr lang="en-US" altLang="zh-CN" sz="1600" b="1">
                  <a:latin typeface="Times New Roman" panose="02020603050405020304" pitchFamily="18" charset="0"/>
                  <a:ea typeface="宋体" panose="02010600030101010101" pitchFamily="2" charset="-122"/>
                </a:rPr>
                <a:t>P(B)</a:t>
              </a:r>
            </a:p>
            <a:p>
              <a:pPr algn="ctr" eaLnBrk="1" hangingPunct="1">
                <a:spcBef>
                  <a:spcPct val="0"/>
                </a:spcBef>
                <a:buFontTx/>
                <a:buNone/>
              </a:pPr>
              <a:r>
                <a:rPr lang="en-US" altLang="zh-CN" sz="1600" b="1">
                  <a:latin typeface="Times New Roman" panose="02020603050405020304" pitchFamily="18" charset="0"/>
                  <a:ea typeface="宋体" panose="02010600030101010101" pitchFamily="2" charset="-122"/>
                </a:rPr>
                <a:t>.001</a:t>
              </a:r>
              <a:endParaRPr lang="en-US" altLang="zh-CN" sz="3600" b="1">
                <a:latin typeface="Gulim" panose="020B0604020202020204" charset="-127"/>
                <a:ea typeface="Gulim" panose="020B0604020202020204" charset="-127"/>
              </a:endParaRPr>
            </a:p>
          </p:txBody>
        </p:sp>
        <p:sp>
          <p:nvSpPr>
            <p:cNvPr id="75797" name="Line 17"/>
            <p:cNvSpPr>
              <a:spLocks noChangeShapeType="1"/>
            </p:cNvSpPr>
            <p:nvPr/>
          </p:nvSpPr>
          <p:spPr bwMode="auto">
            <a:xfrm>
              <a:off x="1856" y="1616"/>
              <a:ext cx="62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798" name="Text Box 18"/>
            <p:cNvSpPr txBox="1">
              <a:spLocks noChangeArrowheads="1"/>
            </p:cNvSpPr>
            <p:nvPr/>
          </p:nvSpPr>
          <p:spPr bwMode="auto">
            <a:xfrm>
              <a:off x="4241" y="1388"/>
              <a:ext cx="622" cy="449"/>
            </a:xfrm>
            <a:prstGeom prst="rect">
              <a:avLst/>
            </a:prstGeom>
            <a:solidFill>
              <a:srgbClr val="FFFFFF"/>
            </a:solidFill>
            <a:ln w="9525">
              <a:solidFill>
                <a:srgbClr val="000000"/>
              </a:solidFill>
              <a:miter lim="800000"/>
              <a:headEnd/>
              <a:tailEnd/>
            </a:ln>
          </p:spPr>
          <p:txBody>
            <a:bodyPr lIns="0" tIns="0" rIns="0" bIns="0"/>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127"/>
                  <a:ea typeface="-윤체M" panose="020B0604020202020204" charset="-127"/>
                </a:defRPr>
              </a:lvl2pPr>
              <a:lvl3pPr marL="1143000" indent="-228600" latinLnBrk="1">
                <a:spcBef>
                  <a:spcPct val="20000"/>
                </a:spcBef>
                <a:buChar char="•"/>
                <a:defRPr kumimoji="1">
                  <a:solidFill>
                    <a:schemeClr val="tx1"/>
                  </a:solidFill>
                  <a:latin typeface="-윤체M" panose="020B0604020202020204" charset="-127"/>
                  <a:ea typeface="-윤체M" panose="020B0604020202020204" charset="-127"/>
                </a:defRPr>
              </a:lvl3pPr>
              <a:lvl4pPr marL="1600200" indent="-228600" latinLnBrk="1">
                <a:spcBef>
                  <a:spcPct val="20000"/>
                </a:spcBef>
                <a:buChar char="•"/>
                <a:defRPr kumimoji="1" sz="1600">
                  <a:solidFill>
                    <a:schemeClr val="tx1"/>
                  </a:solidFill>
                  <a:latin typeface="-윤체M" panose="020B0604020202020204" charset="-127"/>
                  <a:ea typeface="-윤체M" panose="020B0604020202020204" charset="-127"/>
                </a:defRPr>
              </a:lvl4pPr>
              <a:lvl5pPr marL="2057400" indent="-228600" latinLnBrk="1">
                <a:spcBef>
                  <a:spcPct val="20000"/>
                </a:spcBef>
                <a:buChar char="•"/>
                <a:defRPr kumimoji="1" sz="1400">
                  <a:solidFill>
                    <a:schemeClr val="tx1"/>
                  </a:solidFill>
                  <a:latin typeface="-윤체M" panose="020B0604020202020204" charset="-127"/>
                  <a:ea typeface="-윤체M" panose="020B0604020202020204"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9pPr>
            </a:lstStyle>
            <a:p>
              <a:pPr algn="ctr" eaLnBrk="1" hangingPunct="1">
                <a:spcBef>
                  <a:spcPct val="0"/>
                </a:spcBef>
                <a:spcAft>
                  <a:spcPts val="775"/>
                </a:spcAft>
                <a:buFontTx/>
                <a:buNone/>
              </a:pPr>
              <a:r>
                <a:rPr lang="en-US" altLang="zh-CN" sz="1600" b="1">
                  <a:latin typeface="Times New Roman" panose="02020603050405020304" pitchFamily="18" charset="0"/>
                  <a:ea typeface="宋体" panose="02010600030101010101" pitchFamily="2" charset="-122"/>
                </a:rPr>
                <a:t>P(E)</a:t>
              </a:r>
            </a:p>
            <a:p>
              <a:pPr algn="ctr" eaLnBrk="1" hangingPunct="1">
                <a:spcBef>
                  <a:spcPct val="0"/>
                </a:spcBef>
                <a:buFontTx/>
                <a:buNone/>
              </a:pPr>
              <a:r>
                <a:rPr lang="en-US" altLang="zh-CN" sz="1600" b="1">
                  <a:latin typeface="Times New Roman" panose="02020603050405020304" pitchFamily="18" charset="0"/>
                  <a:ea typeface="宋体" panose="02010600030101010101" pitchFamily="2" charset="-122"/>
                </a:rPr>
                <a:t>.002</a:t>
              </a:r>
              <a:endParaRPr lang="en-US" altLang="zh-CN" sz="3600" b="1">
                <a:latin typeface="Gulim" panose="020B0604020202020204" charset="-127"/>
                <a:ea typeface="Gulim" panose="020B0604020202020204" charset="-127"/>
              </a:endParaRPr>
            </a:p>
          </p:txBody>
        </p:sp>
        <p:sp>
          <p:nvSpPr>
            <p:cNvPr id="75799" name="Line 19"/>
            <p:cNvSpPr>
              <a:spLocks noChangeShapeType="1"/>
            </p:cNvSpPr>
            <p:nvPr/>
          </p:nvSpPr>
          <p:spPr bwMode="auto">
            <a:xfrm>
              <a:off x="4241" y="1568"/>
              <a:ext cx="62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00" name="Text Box 20"/>
            <p:cNvSpPr txBox="1">
              <a:spLocks noChangeArrowheads="1"/>
            </p:cNvSpPr>
            <p:nvPr/>
          </p:nvSpPr>
          <p:spPr bwMode="auto">
            <a:xfrm>
              <a:off x="2997" y="2197"/>
              <a:ext cx="1036" cy="988"/>
            </a:xfrm>
            <a:prstGeom prst="rect">
              <a:avLst/>
            </a:prstGeom>
            <a:solidFill>
              <a:srgbClr val="FFFFFF"/>
            </a:solidFill>
            <a:ln w="9525">
              <a:solidFill>
                <a:srgbClr val="000000"/>
              </a:solidFill>
              <a:miter lim="800000"/>
              <a:headEnd/>
              <a:tailEnd/>
            </a:ln>
          </p:spPr>
          <p:txBody>
            <a:bodyPr lIns="0" tIns="0" rIns="0" bIns="0"/>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127"/>
                  <a:ea typeface="-윤체M" panose="020B0604020202020204" charset="-127"/>
                </a:defRPr>
              </a:lvl2pPr>
              <a:lvl3pPr marL="1143000" indent="-228600" latinLnBrk="1">
                <a:spcBef>
                  <a:spcPct val="20000"/>
                </a:spcBef>
                <a:buChar char="•"/>
                <a:defRPr kumimoji="1">
                  <a:solidFill>
                    <a:schemeClr val="tx1"/>
                  </a:solidFill>
                  <a:latin typeface="-윤체M" panose="020B0604020202020204" charset="-127"/>
                  <a:ea typeface="-윤체M" panose="020B0604020202020204" charset="-127"/>
                </a:defRPr>
              </a:lvl3pPr>
              <a:lvl4pPr marL="1600200" indent="-228600" latinLnBrk="1">
                <a:spcBef>
                  <a:spcPct val="20000"/>
                </a:spcBef>
                <a:buChar char="•"/>
                <a:defRPr kumimoji="1" sz="1600">
                  <a:solidFill>
                    <a:schemeClr val="tx1"/>
                  </a:solidFill>
                  <a:latin typeface="-윤체M" panose="020B0604020202020204" charset="-127"/>
                  <a:ea typeface="-윤체M" panose="020B0604020202020204" charset="-127"/>
                </a:defRPr>
              </a:lvl4pPr>
              <a:lvl5pPr marL="2057400" indent="-228600" latinLnBrk="1">
                <a:spcBef>
                  <a:spcPct val="20000"/>
                </a:spcBef>
                <a:buChar char="•"/>
                <a:defRPr kumimoji="1" sz="1400">
                  <a:solidFill>
                    <a:schemeClr val="tx1"/>
                  </a:solidFill>
                  <a:latin typeface="-윤체M" panose="020B0604020202020204" charset="-127"/>
                  <a:ea typeface="-윤체M" panose="020B0604020202020204"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9pPr>
            </a:lstStyle>
            <a:p>
              <a:pPr algn="just" eaLnBrk="1" hangingPunct="1">
                <a:spcBef>
                  <a:spcPct val="0"/>
                </a:spcBef>
                <a:buFontTx/>
                <a:buNone/>
              </a:pPr>
              <a:r>
                <a:rPr lang="en-US" altLang="zh-CN" sz="1600" b="1">
                  <a:latin typeface="Times New Roman" panose="02020603050405020304" pitchFamily="18" charset="0"/>
                  <a:ea typeface="宋体" panose="02010600030101010101" pitchFamily="2" charset="-122"/>
                </a:rPr>
                <a:t>     B  E	  P(A)</a:t>
              </a:r>
            </a:p>
            <a:p>
              <a:pPr algn="just" eaLnBrk="1" hangingPunct="1">
                <a:spcBef>
                  <a:spcPct val="0"/>
                </a:spcBef>
                <a:buFontTx/>
                <a:buNone/>
              </a:pPr>
              <a:r>
                <a:rPr lang="en-US" altLang="zh-CN" sz="1600" b="1">
                  <a:latin typeface="Times New Roman" panose="02020603050405020304" pitchFamily="18" charset="0"/>
                  <a:ea typeface="宋体" panose="02010600030101010101" pitchFamily="2" charset="-122"/>
                </a:rPr>
                <a:t>     T  T	  .95</a:t>
              </a:r>
            </a:p>
            <a:p>
              <a:pPr algn="just" eaLnBrk="1" hangingPunct="1">
                <a:spcBef>
                  <a:spcPct val="0"/>
                </a:spcBef>
                <a:buFontTx/>
                <a:buNone/>
              </a:pPr>
              <a:r>
                <a:rPr lang="en-US" altLang="zh-CN" sz="1600" b="1">
                  <a:latin typeface="Times New Roman" panose="02020603050405020304" pitchFamily="18" charset="0"/>
                  <a:ea typeface="宋体" panose="02010600030101010101" pitchFamily="2" charset="-122"/>
                </a:rPr>
                <a:t>     T  F	  .94</a:t>
              </a:r>
            </a:p>
            <a:p>
              <a:pPr algn="just" eaLnBrk="1" hangingPunct="1">
                <a:spcBef>
                  <a:spcPct val="0"/>
                </a:spcBef>
                <a:buFontTx/>
                <a:buNone/>
              </a:pPr>
              <a:r>
                <a:rPr lang="en-US" altLang="zh-CN" sz="1600" b="1">
                  <a:latin typeface="Times New Roman" panose="02020603050405020304" pitchFamily="18" charset="0"/>
                  <a:ea typeface="宋体" panose="02010600030101010101" pitchFamily="2" charset="-122"/>
                </a:rPr>
                <a:t>     F  T	  .29</a:t>
              </a:r>
            </a:p>
            <a:p>
              <a:pPr algn="just" eaLnBrk="1" hangingPunct="1">
                <a:spcBef>
                  <a:spcPct val="0"/>
                </a:spcBef>
                <a:buFontTx/>
                <a:buNone/>
              </a:pPr>
              <a:r>
                <a:rPr lang="en-US" altLang="zh-CN" sz="1600" b="1">
                  <a:latin typeface="Times New Roman" panose="02020603050405020304" pitchFamily="18" charset="0"/>
                  <a:ea typeface="宋体" panose="02010600030101010101" pitchFamily="2" charset="-122"/>
                </a:rPr>
                <a:t>     F  F	  .001</a:t>
              </a:r>
              <a:endParaRPr lang="en-US" altLang="zh-CN" sz="3600" b="1">
                <a:latin typeface="Gulim" panose="020B0604020202020204" charset="-127"/>
                <a:ea typeface="Gulim" panose="020B0604020202020204" charset="-127"/>
              </a:endParaRPr>
            </a:p>
          </p:txBody>
        </p:sp>
        <p:sp>
          <p:nvSpPr>
            <p:cNvPr id="75801" name="Line 21"/>
            <p:cNvSpPr>
              <a:spLocks noChangeShapeType="1"/>
            </p:cNvSpPr>
            <p:nvPr/>
          </p:nvSpPr>
          <p:spPr bwMode="auto">
            <a:xfrm>
              <a:off x="2997" y="2376"/>
              <a:ext cx="103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02" name="Line 22"/>
            <p:cNvSpPr>
              <a:spLocks noChangeShapeType="1"/>
            </p:cNvSpPr>
            <p:nvPr/>
          </p:nvSpPr>
          <p:spPr bwMode="auto">
            <a:xfrm>
              <a:off x="3606" y="2197"/>
              <a:ext cx="0" cy="98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03" name="Text Box 23"/>
            <p:cNvSpPr txBox="1">
              <a:spLocks noChangeArrowheads="1"/>
            </p:cNvSpPr>
            <p:nvPr/>
          </p:nvSpPr>
          <p:spPr bwMode="auto">
            <a:xfrm>
              <a:off x="1856" y="3275"/>
              <a:ext cx="726" cy="539"/>
            </a:xfrm>
            <a:prstGeom prst="rect">
              <a:avLst/>
            </a:prstGeom>
            <a:solidFill>
              <a:srgbClr val="FFFFFF"/>
            </a:solidFill>
            <a:ln w="9525">
              <a:solidFill>
                <a:srgbClr val="000000"/>
              </a:solidFill>
              <a:miter lim="800000"/>
              <a:headEnd/>
              <a:tailEnd/>
            </a:ln>
          </p:spPr>
          <p:txBody>
            <a:bodyPr lIns="0" tIns="0" rIns="0" bIns="0"/>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127"/>
                  <a:ea typeface="-윤체M" panose="020B0604020202020204" charset="-127"/>
                </a:defRPr>
              </a:lvl2pPr>
              <a:lvl3pPr marL="1143000" indent="-228600" latinLnBrk="1">
                <a:spcBef>
                  <a:spcPct val="20000"/>
                </a:spcBef>
                <a:buChar char="•"/>
                <a:defRPr kumimoji="1">
                  <a:solidFill>
                    <a:schemeClr val="tx1"/>
                  </a:solidFill>
                  <a:latin typeface="-윤체M" panose="020B0604020202020204" charset="-127"/>
                  <a:ea typeface="-윤체M" panose="020B0604020202020204" charset="-127"/>
                </a:defRPr>
              </a:lvl3pPr>
              <a:lvl4pPr marL="1600200" indent="-228600" latinLnBrk="1">
                <a:spcBef>
                  <a:spcPct val="20000"/>
                </a:spcBef>
                <a:buChar char="•"/>
                <a:defRPr kumimoji="1" sz="1600">
                  <a:solidFill>
                    <a:schemeClr val="tx1"/>
                  </a:solidFill>
                  <a:latin typeface="-윤체M" panose="020B0604020202020204" charset="-127"/>
                  <a:ea typeface="-윤체M" panose="020B0604020202020204" charset="-127"/>
                </a:defRPr>
              </a:lvl4pPr>
              <a:lvl5pPr marL="2057400" indent="-228600" latinLnBrk="1">
                <a:spcBef>
                  <a:spcPct val="20000"/>
                </a:spcBef>
                <a:buChar char="•"/>
                <a:defRPr kumimoji="1" sz="1400">
                  <a:solidFill>
                    <a:schemeClr val="tx1"/>
                  </a:solidFill>
                  <a:latin typeface="-윤체M" panose="020B0604020202020204" charset="-127"/>
                  <a:ea typeface="-윤체M" panose="020B0604020202020204"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9pPr>
            </a:lstStyle>
            <a:p>
              <a:pPr algn="just" eaLnBrk="1" hangingPunct="1">
                <a:spcBef>
                  <a:spcPct val="0"/>
                </a:spcBef>
                <a:buFontTx/>
                <a:buNone/>
              </a:pPr>
              <a:r>
                <a:rPr lang="zh-CN" altLang="en-US" sz="1000">
                  <a:latin typeface="Times New Roman" panose="02020603050405020304" pitchFamily="18" charset="0"/>
                  <a:ea typeface="宋体" panose="02010600030101010101" pitchFamily="2" charset="-122"/>
                </a:rPr>
                <a:t> </a:t>
              </a:r>
              <a:r>
                <a:rPr lang="en-US" altLang="zh-CN" sz="1600">
                  <a:latin typeface="Times New Roman" panose="02020603050405020304" pitchFamily="18" charset="0"/>
                  <a:ea typeface="宋体" panose="02010600030101010101" pitchFamily="2" charset="-122"/>
                </a:rPr>
                <a:t>A    P(J)</a:t>
              </a:r>
            </a:p>
            <a:p>
              <a:pPr algn="just" eaLnBrk="1" hangingPunct="1">
                <a:spcBef>
                  <a:spcPct val="0"/>
                </a:spcBef>
                <a:buFontTx/>
                <a:buNone/>
              </a:pPr>
              <a:r>
                <a:rPr lang="en-US" altLang="zh-CN" sz="1600">
                  <a:latin typeface="Times New Roman" panose="02020603050405020304" pitchFamily="18" charset="0"/>
                  <a:ea typeface="宋体" panose="02010600030101010101" pitchFamily="2" charset="-122"/>
                </a:rPr>
                <a:t> T    .90</a:t>
              </a:r>
            </a:p>
            <a:p>
              <a:pPr algn="just" eaLnBrk="1" hangingPunct="1">
                <a:spcBef>
                  <a:spcPct val="0"/>
                </a:spcBef>
                <a:buFontTx/>
                <a:buNone/>
              </a:pPr>
              <a:r>
                <a:rPr lang="en-US" altLang="zh-CN" sz="1600">
                  <a:latin typeface="Times New Roman" panose="02020603050405020304" pitchFamily="18" charset="0"/>
                  <a:ea typeface="宋体" panose="02010600030101010101" pitchFamily="2" charset="-122"/>
                </a:rPr>
                <a:t> F    .05</a:t>
              </a:r>
              <a:endParaRPr lang="en-US" altLang="zh-CN" sz="3600">
                <a:latin typeface="Gulim" panose="020B0604020202020204" charset="-127"/>
                <a:ea typeface="Gulim" panose="020B0604020202020204" charset="-127"/>
              </a:endParaRPr>
            </a:p>
          </p:txBody>
        </p:sp>
        <p:sp>
          <p:nvSpPr>
            <p:cNvPr id="75804" name="Line 24"/>
            <p:cNvSpPr>
              <a:spLocks noChangeShapeType="1"/>
            </p:cNvSpPr>
            <p:nvPr/>
          </p:nvSpPr>
          <p:spPr bwMode="auto">
            <a:xfrm>
              <a:off x="1856" y="3455"/>
              <a:ext cx="72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05" name="Line 25"/>
            <p:cNvSpPr>
              <a:spLocks noChangeShapeType="1"/>
            </p:cNvSpPr>
            <p:nvPr/>
          </p:nvSpPr>
          <p:spPr bwMode="auto">
            <a:xfrm>
              <a:off x="2064" y="3275"/>
              <a:ext cx="0" cy="53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06" name="Text Box 26"/>
            <p:cNvSpPr txBox="1">
              <a:spLocks noChangeArrowheads="1"/>
            </p:cNvSpPr>
            <p:nvPr/>
          </p:nvSpPr>
          <p:spPr bwMode="auto">
            <a:xfrm>
              <a:off x="4034" y="3275"/>
              <a:ext cx="725" cy="539"/>
            </a:xfrm>
            <a:prstGeom prst="rect">
              <a:avLst/>
            </a:prstGeom>
            <a:solidFill>
              <a:srgbClr val="FFFFFF"/>
            </a:solidFill>
            <a:ln w="9525">
              <a:solidFill>
                <a:srgbClr val="000000"/>
              </a:solidFill>
              <a:miter lim="800000"/>
              <a:headEnd/>
              <a:tailEnd/>
            </a:ln>
          </p:spPr>
          <p:txBody>
            <a:bodyPr lIns="0" tIns="0" rIns="0" bIns="0"/>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127"/>
                  <a:ea typeface="-윤체M" panose="020B0604020202020204" charset="-127"/>
                </a:defRPr>
              </a:lvl2pPr>
              <a:lvl3pPr marL="1143000" indent="-228600" latinLnBrk="1">
                <a:spcBef>
                  <a:spcPct val="20000"/>
                </a:spcBef>
                <a:buChar char="•"/>
                <a:defRPr kumimoji="1">
                  <a:solidFill>
                    <a:schemeClr val="tx1"/>
                  </a:solidFill>
                  <a:latin typeface="-윤체M" panose="020B0604020202020204" charset="-127"/>
                  <a:ea typeface="-윤체M" panose="020B0604020202020204" charset="-127"/>
                </a:defRPr>
              </a:lvl3pPr>
              <a:lvl4pPr marL="1600200" indent="-228600" latinLnBrk="1">
                <a:spcBef>
                  <a:spcPct val="20000"/>
                </a:spcBef>
                <a:buChar char="•"/>
                <a:defRPr kumimoji="1" sz="1600">
                  <a:solidFill>
                    <a:schemeClr val="tx1"/>
                  </a:solidFill>
                  <a:latin typeface="-윤체M" panose="020B0604020202020204" charset="-127"/>
                  <a:ea typeface="-윤체M" panose="020B0604020202020204" charset="-127"/>
                </a:defRPr>
              </a:lvl4pPr>
              <a:lvl5pPr marL="2057400" indent="-228600" latinLnBrk="1">
                <a:spcBef>
                  <a:spcPct val="20000"/>
                </a:spcBef>
                <a:buChar char="•"/>
                <a:defRPr kumimoji="1" sz="1400">
                  <a:solidFill>
                    <a:schemeClr val="tx1"/>
                  </a:solidFill>
                  <a:latin typeface="-윤체M" panose="020B0604020202020204" charset="-127"/>
                  <a:ea typeface="-윤체M" panose="020B0604020202020204"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9pPr>
            </a:lstStyle>
            <a:p>
              <a:pPr algn="just" eaLnBrk="1" hangingPunct="1">
                <a:spcBef>
                  <a:spcPct val="0"/>
                </a:spcBef>
                <a:buFontTx/>
                <a:buNone/>
              </a:pPr>
              <a:r>
                <a:rPr lang="zh-CN" altLang="en-US" sz="1000">
                  <a:latin typeface="Times New Roman" panose="02020603050405020304" pitchFamily="18" charset="0"/>
                  <a:ea typeface="宋体" panose="02010600030101010101" pitchFamily="2" charset="-122"/>
                </a:rPr>
                <a:t> </a:t>
              </a:r>
              <a:r>
                <a:rPr lang="en-US" altLang="zh-CN" sz="1600">
                  <a:latin typeface="Times New Roman" panose="02020603050405020304" pitchFamily="18" charset="0"/>
                  <a:ea typeface="宋体" panose="02010600030101010101" pitchFamily="2" charset="-122"/>
                </a:rPr>
                <a:t>A    P(M)</a:t>
              </a:r>
            </a:p>
            <a:p>
              <a:pPr algn="just" eaLnBrk="1" hangingPunct="1">
                <a:spcBef>
                  <a:spcPct val="0"/>
                </a:spcBef>
                <a:buFontTx/>
                <a:buNone/>
              </a:pPr>
              <a:r>
                <a:rPr lang="en-US" altLang="zh-CN" sz="1600">
                  <a:latin typeface="Times New Roman" panose="02020603050405020304" pitchFamily="18" charset="0"/>
                  <a:ea typeface="宋体" panose="02010600030101010101" pitchFamily="2" charset="-122"/>
                </a:rPr>
                <a:t> T    .70</a:t>
              </a:r>
            </a:p>
            <a:p>
              <a:pPr algn="just" eaLnBrk="1" hangingPunct="1">
                <a:spcBef>
                  <a:spcPct val="0"/>
                </a:spcBef>
                <a:buFontTx/>
                <a:buNone/>
              </a:pPr>
              <a:r>
                <a:rPr lang="en-US" altLang="zh-CN" sz="1600">
                  <a:latin typeface="Times New Roman" panose="02020603050405020304" pitchFamily="18" charset="0"/>
                  <a:ea typeface="宋体" panose="02010600030101010101" pitchFamily="2" charset="-122"/>
                </a:rPr>
                <a:t> F    .01</a:t>
              </a:r>
              <a:endParaRPr lang="en-US" altLang="zh-CN" sz="3600">
                <a:latin typeface="Gulim" panose="020B0604020202020204" charset="-127"/>
                <a:ea typeface="Gulim" panose="020B0604020202020204" charset="-127"/>
              </a:endParaRPr>
            </a:p>
          </p:txBody>
        </p:sp>
        <p:sp>
          <p:nvSpPr>
            <p:cNvPr id="75807" name="Line 27"/>
            <p:cNvSpPr>
              <a:spLocks noChangeShapeType="1"/>
            </p:cNvSpPr>
            <p:nvPr/>
          </p:nvSpPr>
          <p:spPr bwMode="auto">
            <a:xfrm>
              <a:off x="4034" y="3455"/>
              <a:ext cx="72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08" name="Line 28"/>
            <p:cNvSpPr>
              <a:spLocks noChangeShapeType="1"/>
            </p:cNvSpPr>
            <p:nvPr/>
          </p:nvSpPr>
          <p:spPr bwMode="auto">
            <a:xfrm flipH="1">
              <a:off x="4241" y="3275"/>
              <a:ext cx="1" cy="53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 name="矩形 1"/>
          <p:cNvSpPr/>
          <p:nvPr/>
        </p:nvSpPr>
        <p:spPr>
          <a:xfrm>
            <a:off x="5756275" y="2447925"/>
            <a:ext cx="2626040" cy="400110"/>
          </a:xfrm>
          <a:prstGeom prst="rect">
            <a:avLst/>
          </a:prstGeom>
          <a:solidFill>
            <a:schemeClr val="accent5">
              <a:lumMod val="20000"/>
              <a:lumOff val="80000"/>
            </a:schemeClr>
          </a:solidFill>
        </p:spPr>
        <p:txBody>
          <a:bodyPr wrap="none">
            <a:spAutoFit/>
          </a:bodyPr>
          <a:lstStyle/>
          <a:p>
            <a:pPr>
              <a:defRPr/>
            </a:pPr>
            <a:r>
              <a:rPr lang="zh-CN" altLang="en-US" sz="2000" dirty="0">
                <a:latin typeface="微软雅黑" panose="020B0503020204020204" pitchFamily="34" charset="-122"/>
                <a:ea typeface="微软雅黑" panose="020B0503020204020204" pitchFamily="34" charset="-122"/>
              </a:rPr>
              <a:t>条件概率表</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简称</a:t>
            </a:r>
            <a:r>
              <a:rPr lang="en-US" altLang="zh-CN" sz="2000" dirty="0" err="1">
                <a:latin typeface="微软雅黑" panose="020B0503020204020204" pitchFamily="34" charset="-122"/>
                <a:ea typeface="微软雅黑" panose="020B0503020204020204" pitchFamily="34" charset="-122"/>
              </a:rPr>
              <a:t>CPT</a:t>
            </a:r>
            <a:r>
              <a:rPr lang="en-US" altLang="zh-CN" sz="2000" dirty="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p:txBody>
      </p:sp>
      <p:sp>
        <p:nvSpPr>
          <p:cNvPr id="3" name="矩形 2"/>
          <p:cNvSpPr/>
          <p:nvPr/>
        </p:nvSpPr>
        <p:spPr>
          <a:xfrm>
            <a:off x="4752975" y="3363913"/>
            <a:ext cx="4259263" cy="1523494"/>
          </a:xfrm>
          <a:prstGeom prst="rect">
            <a:avLst/>
          </a:prstGeom>
          <a:solidFill>
            <a:schemeClr val="accent5">
              <a:lumMod val="20000"/>
              <a:lumOff val="80000"/>
            </a:schemeClr>
          </a:solidFill>
        </p:spPr>
        <p:txBody>
          <a:bodyPr>
            <a:spAutoFit/>
          </a:bodyPr>
          <a:lstStyle/>
          <a:p>
            <a:pPr marL="0" lvl="1" algn="just" eaLnBrk="1" hangingPunct="1">
              <a:lnSpc>
                <a:spcPct val="110000"/>
              </a:lnSpc>
              <a:spcBef>
                <a:spcPct val="25000"/>
              </a:spcBef>
              <a:defRPr/>
            </a:pPr>
            <a:r>
              <a:rPr lang="zh-CN" altLang="en-US" sz="2000" dirty="0">
                <a:latin typeface="微软雅黑" panose="020B0503020204020204" pitchFamily="34" charset="-122"/>
                <a:ea typeface="微软雅黑" panose="020B0503020204020204" pitchFamily="34" charset="-122"/>
              </a:rPr>
              <a:t>条件事件是父节点取值的一个可能组合（</a:t>
            </a:r>
            <a:r>
              <a:rPr lang="en-US" altLang="zh-CN" sz="2000" dirty="0">
                <a:latin typeface="微软雅黑" panose="020B0503020204020204" pitchFamily="34" charset="-122"/>
                <a:ea typeface="微软雅黑" panose="020B0503020204020204" pitchFamily="34" charset="-122"/>
              </a:rPr>
              <a:t>k</a:t>
            </a:r>
            <a:r>
              <a:rPr lang="zh-CN" altLang="en-US" sz="2000" dirty="0">
                <a:latin typeface="微软雅黑" panose="020B0503020204020204" pitchFamily="34" charset="-122"/>
                <a:ea typeface="微软雅黑" panose="020B0503020204020204" pitchFamily="34" charset="-122"/>
              </a:rPr>
              <a:t>个布尔父节点，有</a:t>
            </a:r>
            <a:r>
              <a:rPr lang="en-US" altLang="zh-CN" sz="2000" dirty="0" err="1">
                <a:latin typeface="微软雅黑" panose="020B0503020204020204" pitchFamily="34" charset="-122"/>
                <a:ea typeface="微软雅黑" panose="020B0503020204020204" pitchFamily="34" charset="-122"/>
              </a:rPr>
              <a:t>2</a:t>
            </a:r>
            <a:r>
              <a:rPr lang="en-US" altLang="zh-CN" sz="2000" baseline="30000" dirty="0" err="1">
                <a:latin typeface="微软雅黑" panose="020B0503020204020204" pitchFamily="34" charset="-122"/>
                <a:ea typeface="微软雅黑" panose="020B0503020204020204" pitchFamily="34" charset="-122"/>
              </a:rPr>
              <a:t>k</a:t>
            </a:r>
            <a:r>
              <a:rPr lang="zh-CN" altLang="en-US" sz="2000" dirty="0">
                <a:latin typeface="微软雅黑" panose="020B0503020204020204" pitchFamily="34" charset="-122"/>
                <a:ea typeface="微软雅黑" panose="020B0503020204020204" pitchFamily="34" charset="-122"/>
              </a:rPr>
              <a:t>个独立的可指定的概率）</a:t>
            </a:r>
          </a:p>
          <a:p>
            <a:pPr marL="0" lvl="1" algn="just" eaLnBrk="1" hangingPunct="1">
              <a:lnSpc>
                <a:spcPct val="110000"/>
              </a:lnSpc>
              <a:spcBef>
                <a:spcPct val="25000"/>
              </a:spcBef>
              <a:defRPr/>
            </a:pPr>
            <a:r>
              <a:rPr lang="zh-CN" altLang="en-US" sz="2000" dirty="0">
                <a:latin typeface="微软雅黑" panose="020B0503020204020204" pitchFamily="34" charset="-122"/>
                <a:ea typeface="微软雅黑" panose="020B0503020204020204" pitchFamily="34" charset="-122"/>
              </a:rPr>
              <a:t>每行的概率之和应该为</a:t>
            </a:r>
            <a:r>
              <a:rPr lang="en-US" altLang="zh-CN" sz="2000" dirty="0">
                <a:latin typeface="微软雅黑" panose="020B0503020204020204" pitchFamily="34" charset="-122"/>
                <a:ea typeface="微软雅黑" panose="020B0503020204020204" pitchFamily="34" charset="-122"/>
              </a:rPr>
              <a:t>1</a:t>
            </a:r>
            <a:endParaRPr lang="zh-CN" altLang="en-US" sz="2000" dirty="0">
              <a:latin typeface="微软雅黑" panose="020B0503020204020204" pitchFamily="34" charset="-122"/>
              <a:ea typeface="微软雅黑" panose="020B0503020204020204" pitchFamily="34" charset="-122"/>
            </a:endParaRPr>
          </a:p>
        </p:txBody>
      </p:sp>
      <p:sp>
        <p:nvSpPr>
          <p:cNvPr id="4" name="矩形 3"/>
          <p:cNvSpPr/>
          <p:nvPr/>
        </p:nvSpPr>
        <p:spPr>
          <a:xfrm>
            <a:off x="171450" y="2051050"/>
            <a:ext cx="5167313" cy="407291"/>
          </a:xfrm>
          <a:prstGeom prst="rect">
            <a:avLst/>
          </a:prstGeom>
          <a:solidFill>
            <a:schemeClr val="accent5">
              <a:lumMod val="20000"/>
              <a:lumOff val="80000"/>
            </a:schemeClr>
          </a:solidFill>
        </p:spPr>
        <p:txBody>
          <a:bodyPr>
            <a:spAutoFit/>
          </a:bodyPr>
          <a:lstStyle/>
          <a:p>
            <a:pPr marL="90488" lvl="1" algn="just" eaLnBrk="1" hangingPunct="1">
              <a:lnSpc>
                <a:spcPct val="110000"/>
              </a:lnSpc>
              <a:spcBef>
                <a:spcPct val="25000"/>
              </a:spcBef>
              <a:defRPr/>
            </a:pPr>
            <a:r>
              <a:rPr lang="zh-CN" altLang="en-US" sz="2000" dirty="0">
                <a:latin typeface="微软雅黑" panose="020B0503020204020204" pitchFamily="34" charset="-122"/>
                <a:ea typeface="微软雅黑" panose="020B0503020204020204" pitchFamily="34" charset="-122"/>
              </a:rPr>
              <a:t>根节点的概率只有</a:t>
            </a: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行，为先验概率</a:t>
            </a:r>
            <a:endParaRPr lang="en-US" altLang="zh-CN"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0102612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灯片编号占位符 4"/>
          <p:cNvSpPr>
            <a:spLocks noGrp="1"/>
          </p:cNvSpPr>
          <p:nvPr>
            <p:ph type="sldNum" sz="quarter" idx="10"/>
          </p:nvPr>
        </p:nvSpPr>
        <p:spPr>
          <a:noFill/>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127"/>
                <a:ea typeface="-윤체M" panose="020B0604020202020204" charset="-127"/>
              </a:defRPr>
            </a:lvl2pPr>
            <a:lvl3pPr marL="1143000" indent="-228600" latinLnBrk="1">
              <a:spcBef>
                <a:spcPct val="20000"/>
              </a:spcBef>
              <a:buChar char="•"/>
              <a:defRPr kumimoji="1">
                <a:solidFill>
                  <a:schemeClr val="tx1"/>
                </a:solidFill>
                <a:latin typeface="-윤체M" panose="020B0604020202020204" charset="-127"/>
                <a:ea typeface="-윤체M" panose="020B0604020202020204" charset="-127"/>
              </a:defRPr>
            </a:lvl3pPr>
            <a:lvl4pPr marL="1600200" indent="-228600" latinLnBrk="1">
              <a:spcBef>
                <a:spcPct val="20000"/>
              </a:spcBef>
              <a:buChar char="•"/>
              <a:defRPr kumimoji="1" sz="1600">
                <a:solidFill>
                  <a:schemeClr val="tx1"/>
                </a:solidFill>
                <a:latin typeface="-윤체M" panose="020B0604020202020204" charset="-127"/>
                <a:ea typeface="-윤체M" panose="020B0604020202020204" charset="-127"/>
              </a:defRPr>
            </a:lvl4pPr>
            <a:lvl5pPr marL="2057400" indent="-228600" latinLnBrk="1">
              <a:spcBef>
                <a:spcPct val="20000"/>
              </a:spcBef>
              <a:buChar char="•"/>
              <a:defRPr kumimoji="1" sz="1400">
                <a:solidFill>
                  <a:schemeClr val="tx1"/>
                </a:solidFill>
                <a:latin typeface="-윤체M" panose="020B0604020202020204" charset="-127"/>
                <a:ea typeface="-윤체M" panose="020B0604020202020204"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9pPr>
          </a:lstStyle>
          <a:p>
            <a:pPr>
              <a:spcBef>
                <a:spcPct val="0"/>
              </a:spcBef>
              <a:buFontTx/>
              <a:buNone/>
            </a:pPr>
            <a:fld id="{6C1DBF8B-4306-401C-84DC-7A3575AC4B85}" type="slidenum">
              <a:rPr lang="zh-CN" altLang="en-US" sz="1400" smtClean="0">
                <a:latin typeface="Gulim" panose="020B0604020202020204" charset="-127"/>
                <a:ea typeface="Gulim" panose="020B0604020202020204" charset="-127"/>
              </a:rPr>
              <a:pPr>
                <a:spcBef>
                  <a:spcPct val="0"/>
                </a:spcBef>
                <a:buFontTx/>
                <a:buNone/>
              </a:pPr>
              <a:t>111</a:t>
            </a:fld>
            <a:endParaRPr lang="en-US" altLang="zh-CN" sz="1400" smtClean="0">
              <a:latin typeface="Gulim" panose="020B0604020202020204" charset="-127"/>
              <a:ea typeface="Gulim" panose="020B0604020202020204" charset="-127"/>
            </a:endParaRPr>
          </a:p>
        </p:txBody>
      </p:sp>
      <p:sp>
        <p:nvSpPr>
          <p:cNvPr id="274434" name="Rectangle 2"/>
          <p:cNvSpPr>
            <a:spLocks noGrp="1" noChangeArrowheads="1"/>
          </p:cNvSpPr>
          <p:nvPr>
            <p:ph type="title"/>
          </p:nvPr>
        </p:nvSpPr>
        <p:spPr>
          <a:xfrm>
            <a:off x="684213" y="549275"/>
            <a:ext cx="7772400" cy="719138"/>
          </a:xfrm>
        </p:spPr>
        <p:txBody>
          <a:bodyPr/>
          <a:lstStyle/>
          <a:p>
            <a:pPr algn="ctr" eaLnBrk="1" hangingPunct="1">
              <a:defRPr/>
            </a:pPr>
            <a:r>
              <a:rPr lang="zh-CN" altLang="en-US" sz="3200" b="1" dirty="0">
                <a:solidFill>
                  <a:schemeClr val="tx1"/>
                </a:solidFill>
                <a:latin typeface="微软雅黑" panose="020B0503020204020204" pitchFamily="34" charset="-122"/>
                <a:ea typeface="微软雅黑" panose="020B0503020204020204" pitchFamily="34" charset="-122"/>
              </a:rPr>
              <a:t>贝叶斯网络</a:t>
            </a:r>
            <a:r>
              <a:rPr lang="zh-CN" altLang="en-US" sz="3200" b="1" dirty="0">
                <a:solidFill>
                  <a:schemeClr val="tx1"/>
                </a:solidFill>
                <a:latin typeface="微软雅黑" panose="020B0503020204020204" pitchFamily="34" charset="-122"/>
                <a:ea typeface="微软雅黑" panose="020B0503020204020204" pitchFamily="34" charset="-122"/>
              </a:rPr>
              <a:t>语义</a:t>
            </a:r>
            <a:r>
              <a:rPr lang="zh-CN" altLang="en-US" sz="3200" b="1" dirty="0">
                <a:solidFill>
                  <a:schemeClr val="tx1"/>
                </a:solidFill>
                <a:latin typeface="微软雅黑" panose="020B0503020204020204" pitchFamily="34" charset="-122"/>
                <a:ea typeface="微软雅黑" panose="020B0503020204020204" pitchFamily="34" charset="-122"/>
              </a:rPr>
              <a:t>：全联合概率分布</a:t>
            </a:r>
            <a:endParaRPr lang="en-US" altLang="zh-CN" sz="3200" b="1" dirty="0">
              <a:solidFill>
                <a:schemeClr val="tx1"/>
              </a:solidFill>
              <a:latin typeface="微软雅黑" panose="020B0503020204020204" pitchFamily="34" charset="-122"/>
              <a:ea typeface="微软雅黑" panose="020B0503020204020204" pitchFamily="34" charset="-122"/>
            </a:endParaRPr>
          </a:p>
        </p:txBody>
      </p:sp>
      <p:sp>
        <p:nvSpPr>
          <p:cNvPr id="77828" name="Rectangle 3"/>
          <p:cNvSpPr>
            <a:spLocks noGrp="1" noChangeArrowheads="1"/>
          </p:cNvSpPr>
          <p:nvPr>
            <p:ph type="body" sz="half" idx="1"/>
          </p:nvPr>
        </p:nvSpPr>
        <p:spPr>
          <a:xfrm>
            <a:off x="698500" y="1484313"/>
            <a:ext cx="7761288" cy="2449512"/>
          </a:xfrm>
        </p:spPr>
        <p:txBody>
          <a:bodyPr/>
          <a:lstStyle/>
          <a:p>
            <a:pPr algn="just" eaLnBrk="1" hangingPunct="1"/>
            <a:r>
              <a:rPr lang="zh-CN" altLang="en-US" sz="2400" smtClean="0">
                <a:latin typeface="微软雅黑" panose="020B0503020204020204" pitchFamily="34" charset="-122"/>
                <a:ea typeface="微软雅黑" panose="020B0503020204020204" pitchFamily="34" charset="-122"/>
              </a:rPr>
              <a:t>全联合概率分布的每个条目都可以通过贝叶斯网络的信息计算出来：</a:t>
            </a:r>
            <a:endParaRPr lang="en-US" altLang="zh-CN" sz="2400" smtClean="0">
              <a:latin typeface="微软雅黑" panose="020B0503020204020204" pitchFamily="34" charset="-122"/>
              <a:ea typeface="微软雅黑" panose="020B0503020204020204" pitchFamily="34" charset="-122"/>
            </a:endParaRPr>
          </a:p>
          <a:p>
            <a:pPr lvl="1" algn="just" eaLnBrk="1" hangingPunct="1"/>
            <a:endParaRPr lang="zh-CN" altLang="en-US" sz="2800" smtClean="0">
              <a:latin typeface="微软雅黑" panose="020B0503020204020204" pitchFamily="34" charset="-122"/>
              <a:ea typeface="微软雅黑" panose="020B0503020204020204" pitchFamily="34" charset="-122"/>
            </a:endParaRPr>
          </a:p>
        </p:txBody>
      </p:sp>
      <p:graphicFrame>
        <p:nvGraphicFramePr>
          <p:cNvPr id="77830" name="Object 5"/>
          <p:cNvGraphicFramePr>
            <a:graphicFrameLocks noGrp="1" noChangeAspect="1"/>
          </p:cNvGraphicFramePr>
          <p:nvPr>
            <p:ph sz="half" idx="2"/>
          </p:nvPr>
        </p:nvGraphicFramePr>
        <p:xfrm>
          <a:off x="1257300" y="2395538"/>
          <a:ext cx="7092950" cy="868362"/>
        </p:xfrm>
        <a:graphic>
          <a:graphicData uri="http://schemas.openxmlformats.org/presentationml/2006/ole">
            <mc:AlternateContent xmlns:mc="http://schemas.openxmlformats.org/markup-compatibility/2006">
              <mc:Choice xmlns:v="urn:schemas-microsoft-com:vml" Requires="v">
                <p:oleObj spid="_x0000_s25634" name="公式" r:id="rId4" imgW="3530600" imgH="431800" progId="Equation.3">
                  <p:embed/>
                </p:oleObj>
              </mc:Choice>
              <mc:Fallback>
                <p:oleObj name="公式" r:id="rId4" imgW="3530600" imgH="4318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57300" y="2395538"/>
                        <a:ext cx="7092950" cy="8683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2" name="矩形 1"/>
          <p:cNvSpPr>
            <a:spLocks noChangeArrowheads="1"/>
          </p:cNvSpPr>
          <p:nvPr/>
        </p:nvSpPr>
        <p:spPr bwMode="auto">
          <a:xfrm>
            <a:off x="471488" y="3517900"/>
            <a:ext cx="1728787" cy="830263"/>
          </a:xfrm>
          <a:prstGeom prst="rect">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kumimoji="1" sz="2400">
                <a:solidFill>
                  <a:schemeClr val="tx1"/>
                </a:solidFill>
                <a:latin typeface="楷体" panose="02010609060101010101" pitchFamily="49" charset="-122"/>
                <a:ea typeface="楷体" panose="02010609060101010101" pitchFamily="49" charset="-122"/>
              </a:defRPr>
            </a:lvl1pPr>
            <a:lvl2pPr>
              <a:defRPr kumimoji="1" sz="2400">
                <a:solidFill>
                  <a:schemeClr val="tx1"/>
                </a:solidFill>
                <a:latin typeface="楷体" panose="02010609060101010101" pitchFamily="49" charset="-122"/>
                <a:ea typeface="楷体" panose="02010609060101010101" pitchFamily="49" charset="-122"/>
              </a:defRPr>
            </a:lvl2pPr>
            <a:lvl3pPr marL="1143000" indent="-228600">
              <a:defRPr kumimoji="1" sz="2400">
                <a:solidFill>
                  <a:schemeClr val="tx1"/>
                </a:solidFill>
                <a:latin typeface="楷体" panose="02010609060101010101" pitchFamily="49" charset="-122"/>
                <a:ea typeface="楷体" panose="02010609060101010101" pitchFamily="49" charset="-122"/>
              </a:defRPr>
            </a:lvl3pPr>
            <a:lvl4pPr marL="1600200" indent="-228600">
              <a:defRPr kumimoji="1" sz="2400">
                <a:solidFill>
                  <a:schemeClr val="tx1"/>
                </a:solidFill>
                <a:latin typeface="楷体" panose="02010609060101010101" pitchFamily="49" charset="-122"/>
                <a:ea typeface="楷体" panose="02010609060101010101" pitchFamily="49" charset="-122"/>
              </a:defRPr>
            </a:lvl4pPr>
            <a:lvl5pPr marL="2057400" indent="-228600">
              <a:defRPr kumimoji="1" sz="2400">
                <a:solidFill>
                  <a:schemeClr val="tx1"/>
                </a:solidFill>
                <a:latin typeface="楷体" panose="02010609060101010101" pitchFamily="49" charset="-122"/>
                <a:ea typeface="楷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楷体" panose="02010609060101010101" pitchFamily="49" charset="-122"/>
                <a:ea typeface="楷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楷体" panose="02010609060101010101" pitchFamily="49" charset="-122"/>
                <a:ea typeface="楷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楷体" panose="02010609060101010101" pitchFamily="49" charset="-122"/>
                <a:ea typeface="楷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楷体" panose="02010609060101010101" pitchFamily="49" charset="-122"/>
                <a:ea typeface="楷体" panose="02010609060101010101" pitchFamily="49" charset="-122"/>
              </a:defRPr>
            </a:lvl9pPr>
          </a:lstStyle>
          <a:p>
            <a:pPr marL="0" lvl="1" eaLnBrk="1" hangingPunct="1"/>
            <a:r>
              <a:rPr lang="zh-CN" altLang="en-US">
                <a:latin typeface="微软雅黑" panose="020B0503020204020204" pitchFamily="34" charset="-122"/>
                <a:ea typeface="微软雅黑" panose="020B0503020204020204" pitchFamily="34" charset="-122"/>
              </a:rPr>
              <a:t>证明，根据链式法则：</a:t>
            </a:r>
            <a:endParaRPr lang="en-US" altLang="zh-CN">
              <a:latin typeface="微软雅黑" panose="020B0503020204020204" pitchFamily="34" charset="-122"/>
              <a:ea typeface="微软雅黑" panose="020B0503020204020204" pitchFamily="34" charset="-122"/>
            </a:endParaRPr>
          </a:p>
        </p:txBody>
      </p:sp>
      <p:graphicFrame>
        <p:nvGraphicFramePr>
          <p:cNvPr id="8" name="Object 5"/>
          <p:cNvGraphicFramePr>
            <a:graphicFrameLocks noChangeAspect="1"/>
          </p:cNvGraphicFramePr>
          <p:nvPr/>
        </p:nvGraphicFramePr>
        <p:xfrm>
          <a:off x="2928938" y="3432175"/>
          <a:ext cx="5400675" cy="1833563"/>
        </p:xfrm>
        <a:graphic>
          <a:graphicData uri="http://schemas.openxmlformats.org/presentationml/2006/ole">
            <mc:AlternateContent xmlns:mc="http://schemas.openxmlformats.org/markup-compatibility/2006">
              <mc:Choice xmlns:v="urn:schemas-microsoft-com:vml" Requires="v">
                <p:oleObj spid="_x0000_s25635" name="Equation" r:id="rId6" imgW="3225800" imgH="901700" progId="Equation.DSMT4">
                  <p:embed/>
                </p:oleObj>
              </mc:Choice>
              <mc:Fallback>
                <p:oleObj name="Equation" r:id="rId6" imgW="3225800" imgH="90170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28938" y="3432175"/>
                        <a:ext cx="5400675" cy="183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矩形 2"/>
          <p:cNvSpPr>
            <a:spLocks noChangeArrowheads="1"/>
          </p:cNvSpPr>
          <p:nvPr/>
        </p:nvSpPr>
        <p:spPr bwMode="auto">
          <a:xfrm>
            <a:off x="250825" y="5287963"/>
            <a:ext cx="7881938" cy="757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楷体" panose="02010609060101010101" pitchFamily="49" charset="-122"/>
                <a:ea typeface="楷体" panose="02010609060101010101" pitchFamily="49" charset="-122"/>
              </a:defRPr>
            </a:lvl1pPr>
            <a:lvl2pPr marL="742950" indent="-285750">
              <a:defRPr kumimoji="1" sz="2400">
                <a:solidFill>
                  <a:schemeClr val="tx1"/>
                </a:solidFill>
                <a:latin typeface="楷体" panose="02010609060101010101" pitchFamily="49" charset="-122"/>
                <a:ea typeface="楷体" panose="02010609060101010101" pitchFamily="49" charset="-122"/>
              </a:defRPr>
            </a:lvl2pPr>
            <a:lvl3pPr marL="1143000" indent="-228600">
              <a:defRPr kumimoji="1" sz="2400">
                <a:solidFill>
                  <a:schemeClr val="tx1"/>
                </a:solidFill>
                <a:latin typeface="楷体" panose="02010609060101010101" pitchFamily="49" charset="-122"/>
                <a:ea typeface="楷体" panose="02010609060101010101" pitchFamily="49" charset="-122"/>
              </a:defRPr>
            </a:lvl3pPr>
            <a:lvl4pPr marL="1600200" indent="-228600">
              <a:defRPr kumimoji="1" sz="2400">
                <a:solidFill>
                  <a:schemeClr val="tx1"/>
                </a:solidFill>
                <a:latin typeface="楷体" panose="02010609060101010101" pitchFamily="49" charset="-122"/>
                <a:ea typeface="楷体" panose="02010609060101010101" pitchFamily="49" charset="-122"/>
              </a:defRPr>
            </a:lvl4pPr>
            <a:lvl5pPr marL="2057400" indent="-228600">
              <a:defRPr kumimoji="1" sz="2400">
                <a:solidFill>
                  <a:schemeClr val="tx1"/>
                </a:solidFill>
                <a:latin typeface="楷体" panose="02010609060101010101" pitchFamily="49" charset="-122"/>
                <a:ea typeface="楷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楷体" panose="02010609060101010101" pitchFamily="49" charset="-122"/>
                <a:ea typeface="楷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楷体" panose="02010609060101010101" pitchFamily="49" charset="-122"/>
                <a:ea typeface="楷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楷体" panose="02010609060101010101" pitchFamily="49" charset="-122"/>
                <a:ea typeface="楷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楷体" panose="02010609060101010101" pitchFamily="49" charset="-122"/>
                <a:ea typeface="楷体" panose="02010609060101010101" pitchFamily="49" charset="-122"/>
              </a:defRPr>
            </a:lvl9pPr>
          </a:lstStyle>
          <a:p>
            <a:pPr eaLnBrk="1" hangingPunct="1">
              <a:lnSpc>
                <a:spcPct val="90000"/>
              </a:lnSpc>
            </a:pPr>
            <a:r>
              <a:rPr lang="zh-CN" altLang="en-US">
                <a:latin typeface="Times New Roman" panose="02020603050405020304" pitchFamily="18" charset="0"/>
              </a:rPr>
              <a:t>贝叶斯网络中，子节点只与父节点相关，与其他节点具有条件独立性，因此有：</a:t>
            </a:r>
            <a:endParaRPr lang="en-US" altLang="zh-CN">
              <a:latin typeface="Times New Roman" panose="02020603050405020304" pitchFamily="18" charset="0"/>
            </a:endParaRPr>
          </a:p>
        </p:txBody>
      </p:sp>
      <p:sp>
        <p:nvSpPr>
          <p:cNvPr id="4" name="矩形 3"/>
          <p:cNvSpPr>
            <a:spLocks noChangeArrowheads="1"/>
          </p:cNvSpPr>
          <p:nvPr/>
        </p:nvSpPr>
        <p:spPr bwMode="auto">
          <a:xfrm>
            <a:off x="3276600" y="5919788"/>
            <a:ext cx="44291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楷体" panose="02010609060101010101" pitchFamily="49" charset="-122"/>
                <a:ea typeface="楷体" panose="02010609060101010101" pitchFamily="49" charset="-122"/>
              </a:defRPr>
            </a:lvl1pPr>
            <a:lvl2pPr marL="742950" indent="-285750">
              <a:defRPr kumimoji="1" sz="2400">
                <a:solidFill>
                  <a:schemeClr val="tx1"/>
                </a:solidFill>
                <a:latin typeface="楷体" panose="02010609060101010101" pitchFamily="49" charset="-122"/>
                <a:ea typeface="楷体" panose="02010609060101010101" pitchFamily="49" charset="-122"/>
              </a:defRPr>
            </a:lvl2pPr>
            <a:lvl3pPr marL="1143000" indent="-228600">
              <a:defRPr kumimoji="1" sz="2400">
                <a:solidFill>
                  <a:schemeClr val="tx1"/>
                </a:solidFill>
                <a:latin typeface="楷体" panose="02010609060101010101" pitchFamily="49" charset="-122"/>
                <a:ea typeface="楷体" panose="02010609060101010101" pitchFamily="49" charset="-122"/>
              </a:defRPr>
            </a:lvl3pPr>
            <a:lvl4pPr marL="1600200" indent="-228600">
              <a:defRPr kumimoji="1" sz="2400">
                <a:solidFill>
                  <a:schemeClr val="tx1"/>
                </a:solidFill>
                <a:latin typeface="楷体" panose="02010609060101010101" pitchFamily="49" charset="-122"/>
                <a:ea typeface="楷体" panose="02010609060101010101" pitchFamily="49" charset="-122"/>
              </a:defRPr>
            </a:lvl4pPr>
            <a:lvl5pPr marL="2057400" indent="-228600">
              <a:defRPr kumimoji="1" sz="2400">
                <a:solidFill>
                  <a:schemeClr val="tx1"/>
                </a:solidFill>
                <a:latin typeface="楷体" panose="02010609060101010101" pitchFamily="49" charset="-122"/>
                <a:ea typeface="楷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楷体" panose="02010609060101010101" pitchFamily="49" charset="-122"/>
                <a:ea typeface="楷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楷体" panose="02010609060101010101" pitchFamily="49" charset="-122"/>
                <a:ea typeface="楷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楷体" panose="02010609060101010101" pitchFamily="49" charset="-122"/>
                <a:ea typeface="楷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楷体" panose="02010609060101010101" pitchFamily="49" charset="-122"/>
                <a:ea typeface="楷体" panose="02010609060101010101" pitchFamily="49" charset="-122"/>
              </a:defRPr>
            </a:lvl9pPr>
          </a:lstStyle>
          <a:p>
            <a:r>
              <a:rPr lang="en-US" altLang="zh-CN" i="1">
                <a:latin typeface="Times New Roman" panose="02020603050405020304" pitchFamily="18" charset="0"/>
              </a:rPr>
              <a:t>P</a:t>
            </a:r>
            <a:r>
              <a:rPr lang="en-US" altLang="zh-CN">
                <a:latin typeface="Times New Roman" panose="02020603050405020304" pitchFamily="18" charset="0"/>
              </a:rPr>
              <a:t>(</a:t>
            </a:r>
            <a:r>
              <a:rPr lang="en-US" altLang="zh-CN" i="1">
                <a:latin typeface="Times New Roman" panose="02020603050405020304" pitchFamily="18" charset="0"/>
              </a:rPr>
              <a:t>x</a:t>
            </a:r>
            <a:r>
              <a:rPr lang="en-US" altLang="zh-CN" i="1" baseline="-25000">
                <a:latin typeface="Times New Roman" panose="02020603050405020304" pitchFamily="18" charset="0"/>
              </a:rPr>
              <a:t>i</a:t>
            </a:r>
            <a:r>
              <a:rPr lang="en-US" altLang="zh-CN" i="1">
                <a:latin typeface="Times New Roman" panose="02020603050405020304" pitchFamily="18" charset="0"/>
              </a:rPr>
              <a:t>|x</a:t>
            </a:r>
            <a:r>
              <a:rPr lang="en-US" altLang="zh-CN" i="1" baseline="-25000">
                <a:latin typeface="Times New Roman" panose="02020603050405020304" pitchFamily="18" charset="0"/>
              </a:rPr>
              <a:t>i-1</a:t>
            </a:r>
            <a:r>
              <a:rPr lang="en-US" altLang="zh-CN" i="1">
                <a:latin typeface="Times New Roman" panose="02020603050405020304" pitchFamily="18" charset="0"/>
              </a:rPr>
              <a:t>,…,x</a:t>
            </a:r>
            <a:r>
              <a:rPr lang="en-US" altLang="zh-CN" i="1" baseline="-25000">
                <a:latin typeface="Times New Roman" panose="02020603050405020304" pitchFamily="18" charset="0"/>
              </a:rPr>
              <a:t>1</a:t>
            </a:r>
            <a:r>
              <a:rPr lang="en-US" altLang="zh-CN">
                <a:latin typeface="Times New Roman" panose="02020603050405020304" pitchFamily="18" charset="0"/>
              </a:rPr>
              <a:t>) </a:t>
            </a:r>
            <a:r>
              <a:rPr lang="en-US" altLang="zh-CN" i="1">
                <a:latin typeface="Times New Roman" panose="02020603050405020304" pitchFamily="18" charset="0"/>
              </a:rPr>
              <a:t>= P</a:t>
            </a:r>
            <a:r>
              <a:rPr lang="en-US" altLang="zh-CN">
                <a:latin typeface="Times New Roman" panose="02020603050405020304" pitchFamily="18" charset="0"/>
              </a:rPr>
              <a:t>(</a:t>
            </a:r>
            <a:r>
              <a:rPr lang="en-US" altLang="zh-CN" i="1">
                <a:latin typeface="Times New Roman" panose="02020603050405020304" pitchFamily="18" charset="0"/>
              </a:rPr>
              <a:t>x</a:t>
            </a:r>
            <a:r>
              <a:rPr lang="en-US" altLang="zh-CN" i="1" baseline="-25000">
                <a:latin typeface="Times New Roman" panose="02020603050405020304" pitchFamily="18" charset="0"/>
              </a:rPr>
              <a:t>i </a:t>
            </a:r>
            <a:r>
              <a:rPr lang="en-US" altLang="zh-CN" i="1">
                <a:latin typeface="Times New Roman" panose="02020603050405020304" pitchFamily="18" charset="0"/>
              </a:rPr>
              <a:t>| Parent </a:t>
            </a:r>
            <a:r>
              <a:rPr lang="en-US" altLang="zh-CN">
                <a:latin typeface="Times New Roman" panose="02020603050405020304" pitchFamily="18" charset="0"/>
              </a:rPr>
              <a:t>(</a:t>
            </a:r>
            <a:r>
              <a:rPr lang="en-US" altLang="zh-CN" i="1">
                <a:latin typeface="Times New Roman" panose="02020603050405020304" pitchFamily="18" charset="0"/>
              </a:rPr>
              <a:t>x</a:t>
            </a:r>
            <a:r>
              <a:rPr lang="en-US" altLang="zh-CN" i="1" baseline="-25000">
                <a:latin typeface="Times New Roman" panose="02020603050405020304" pitchFamily="18" charset="0"/>
              </a:rPr>
              <a:t>i</a:t>
            </a:r>
            <a:r>
              <a:rPr lang="en-US" altLang="zh-CN">
                <a:latin typeface="Times New Roman" panose="02020603050405020304" pitchFamily="18" charset="0"/>
              </a:rPr>
              <a:t>)) </a:t>
            </a:r>
            <a:endParaRPr lang="zh-CN" altLang="en-US"/>
          </a:p>
        </p:txBody>
      </p:sp>
      <p:cxnSp>
        <p:nvCxnSpPr>
          <p:cNvPr id="6" name="直接连接符 5"/>
          <p:cNvCxnSpPr>
            <a:cxnSpLocks noChangeShapeType="1"/>
          </p:cNvCxnSpPr>
          <p:nvPr/>
        </p:nvCxnSpPr>
        <p:spPr bwMode="auto">
          <a:xfrm>
            <a:off x="250825" y="3341688"/>
            <a:ext cx="8435975" cy="0"/>
          </a:xfrm>
          <a:prstGeom prst="line">
            <a:avLst/>
          </a:prstGeom>
          <a:noFill/>
          <a:ln w="28575" algn="ctr">
            <a:solidFill>
              <a:schemeClr val="accent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584637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4"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19088" y="168275"/>
            <a:ext cx="7772400" cy="731838"/>
          </a:xfrm>
        </p:spPr>
        <p:txBody>
          <a:bodyPr/>
          <a:lstStyle/>
          <a:p>
            <a:pPr>
              <a:defRPr/>
            </a:pPr>
            <a:r>
              <a:rPr lang="zh-CN" altLang="en-US" sz="2400" dirty="0" smtClean="0">
                <a:solidFill>
                  <a:schemeClr val="tx1"/>
                </a:solidFill>
                <a:latin typeface="+mn-ea"/>
                <a:ea typeface="+mn-ea"/>
              </a:rPr>
              <a:t>例：对如下的贝叶斯网络</a:t>
            </a:r>
            <a:endParaRPr lang="zh-CN" altLang="en-US" sz="2400" dirty="0">
              <a:solidFill>
                <a:schemeClr val="tx1"/>
              </a:solidFill>
              <a:latin typeface="+mn-ea"/>
              <a:ea typeface="+mn-ea"/>
            </a:endParaRPr>
          </a:p>
        </p:txBody>
      </p:sp>
      <p:sp>
        <p:nvSpPr>
          <p:cNvPr id="79875" name="灯片编号占位符 4"/>
          <p:cNvSpPr>
            <a:spLocks noGrp="1"/>
          </p:cNvSpPr>
          <p:nvPr>
            <p:ph type="sldNum" sz="quarter" idx="10"/>
          </p:nvPr>
        </p:nvSpPr>
        <p:spPr>
          <a:noFill/>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127"/>
                <a:ea typeface="-윤체M" panose="020B0604020202020204" charset="-127"/>
              </a:defRPr>
            </a:lvl2pPr>
            <a:lvl3pPr marL="1143000" indent="-228600" latinLnBrk="1">
              <a:spcBef>
                <a:spcPct val="20000"/>
              </a:spcBef>
              <a:buChar char="•"/>
              <a:defRPr kumimoji="1">
                <a:solidFill>
                  <a:schemeClr val="tx1"/>
                </a:solidFill>
                <a:latin typeface="-윤체M" panose="020B0604020202020204" charset="-127"/>
                <a:ea typeface="-윤체M" panose="020B0604020202020204" charset="-127"/>
              </a:defRPr>
            </a:lvl3pPr>
            <a:lvl4pPr marL="1600200" indent="-228600" latinLnBrk="1">
              <a:spcBef>
                <a:spcPct val="20000"/>
              </a:spcBef>
              <a:buChar char="•"/>
              <a:defRPr kumimoji="1" sz="1600">
                <a:solidFill>
                  <a:schemeClr val="tx1"/>
                </a:solidFill>
                <a:latin typeface="-윤체M" panose="020B0604020202020204" charset="-127"/>
                <a:ea typeface="-윤체M" panose="020B0604020202020204" charset="-127"/>
              </a:defRPr>
            </a:lvl4pPr>
            <a:lvl5pPr marL="2057400" indent="-228600" latinLnBrk="1">
              <a:spcBef>
                <a:spcPct val="20000"/>
              </a:spcBef>
              <a:buChar char="•"/>
              <a:defRPr kumimoji="1" sz="1400">
                <a:solidFill>
                  <a:schemeClr val="tx1"/>
                </a:solidFill>
                <a:latin typeface="-윤체M" panose="020B0604020202020204" charset="-127"/>
                <a:ea typeface="-윤체M" panose="020B0604020202020204"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9pPr>
          </a:lstStyle>
          <a:p>
            <a:pPr>
              <a:spcBef>
                <a:spcPct val="0"/>
              </a:spcBef>
              <a:buFontTx/>
              <a:buNone/>
            </a:pPr>
            <a:fld id="{A23CAB3D-CAD5-40F9-9067-D691707369AF}" type="slidenum">
              <a:rPr lang="zh-CN" altLang="en-US" sz="1400" smtClean="0">
                <a:latin typeface="Gulim" panose="020B0604020202020204" charset="-127"/>
                <a:ea typeface="Gulim" panose="020B0604020202020204" charset="-127"/>
              </a:rPr>
              <a:pPr>
                <a:spcBef>
                  <a:spcPct val="0"/>
                </a:spcBef>
                <a:buFontTx/>
                <a:buNone/>
              </a:pPr>
              <a:t>112</a:t>
            </a:fld>
            <a:endParaRPr lang="en-US" altLang="zh-CN" sz="1400" smtClean="0">
              <a:latin typeface="Gulim" panose="020B0604020202020204" charset="-127"/>
              <a:ea typeface="Gulim" panose="020B0604020202020204" charset="-127"/>
            </a:endParaRPr>
          </a:p>
        </p:txBody>
      </p:sp>
      <p:pic>
        <p:nvPicPr>
          <p:cNvPr id="79876" name="Picture 2" descr="https://img-blog.csdn.net/2014111022131935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83113" y="33338"/>
            <a:ext cx="2476500" cy="241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p:cNvSpPr txBox="1">
            <a:spLocks noRot="1" noChangeAspect="1" noMove="1" noResize="1" noEditPoints="1" noAdjustHandles="1" noChangeArrowheads="1" noChangeShapeType="1" noTextEdit="1"/>
          </p:cNvSpPr>
          <p:nvPr/>
        </p:nvSpPr>
        <p:spPr>
          <a:xfrm>
            <a:off x="539552" y="1664524"/>
            <a:ext cx="4352410" cy="369332"/>
          </a:xfrm>
          <a:prstGeom prst="rect">
            <a:avLst/>
          </a:prstGeom>
          <a:blipFill rotWithShape="0">
            <a:blip r:embed="rId3"/>
            <a:stretch>
              <a:fillRect l="-281" r="-1122" b="-37705"/>
            </a:stretch>
          </a:blipFill>
        </p:spPr>
        <p:txBody>
          <a:bodyPr/>
          <a:lstStyle/>
          <a:p>
            <a:pPr>
              <a:defRPr/>
            </a:pPr>
            <a:r>
              <a:rPr lang="zh-CN" altLang="en-US">
                <a:noFill/>
              </a:rPr>
              <a:t> </a:t>
            </a:r>
          </a:p>
        </p:txBody>
      </p:sp>
      <p:sp>
        <p:nvSpPr>
          <p:cNvPr id="10" name="标题 1"/>
          <p:cNvSpPr txBox="1">
            <a:spLocks/>
          </p:cNvSpPr>
          <p:nvPr/>
        </p:nvSpPr>
        <p:spPr bwMode="auto">
          <a:xfrm>
            <a:off x="1187450" y="877888"/>
            <a:ext cx="2709863" cy="731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127"/>
                <a:ea typeface="-윤체M" panose="020B0604020202020204" charset="-127"/>
              </a:defRPr>
            </a:lvl2pPr>
            <a:lvl3pPr marL="1143000" indent="-228600" latinLnBrk="1">
              <a:spcBef>
                <a:spcPct val="20000"/>
              </a:spcBef>
              <a:buChar char="•"/>
              <a:defRPr kumimoji="1">
                <a:solidFill>
                  <a:schemeClr val="tx1"/>
                </a:solidFill>
                <a:latin typeface="-윤체M" panose="020B0604020202020204" charset="-127"/>
                <a:ea typeface="-윤체M" panose="020B0604020202020204" charset="-127"/>
              </a:defRPr>
            </a:lvl3pPr>
            <a:lvl4pPr marL="1600200" indent="-228600" latinLnBrk="1">
              <a:spcBef>
                <a:spcPct val="20000"/>
              </a:spcBef>
              <a:buChar char="•"/>
              <a:defRPr kumimoji="1" sz="1600">
                <a:solidFill>
                  <a:schemeClr val="tx1"/>
                </a:solidFill>
                <a:latin typeface="-윤체M" panose="020B0604020202020204" charset="-127"/>
                <a:ea typeface="-윤체M" panose="020B0604020202020204" charset="-127"/>
              </a:defRPr>
            </a:lvl4pPr>
            <a:lvl5pPr marL="2057400" indent="-228600" latinLnBrk="1">
              <a:spcBef>
                <a:spcPct val="20000"/>
              </a:spcBef>
              <a:buChar char="•"/>
              <a:defRPr kumimoji="1" sz="1400">
                <a:solidFill>
                  <a:schemeClr val="tx1"/>
                </a:solidFill>
                <a:latin typeface="-윤체M" panose="020B0604020202020204" charset="-127"/>
                <a:ea typeface="-윤체M" panose="020B0604020202020204"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9pPr>
          </a:lstStyle>
          <a:p>
            <a:pPr>
              <a:spcBef>
                <a:spcPct val="0"/>
              </a:spcBef>
              <a:buFontTx/>
              <a:buNone/>
            </a:pPr>
            <a:r>
              <a:rPr lang="en-US" altLang="zh-CN" sz="2400">
                <a:latin typeface="Times New Roman" panose="02020603050405020304" pitchFamily="18" charset="0"/>
                <a:ea typeface="微软雅黑" panose="020B0503020204020204" pitchFamily="34" charset="-122"/>
                <a:cs typeface="Times New Roman" panose="02020603050405020304" pitchFamily="18" charset="0"/>
              </a:rPr>
              <a:t>c </a:t>
            </a:r>
            <a:r>
              <a:rPr lang="zh-CN" altLang="en-US" sz="2400">
                <a:latin typeface="Times New Roman" panose="02020603050405020304" pitchFamily="18" charset="0"/>
                <a:ea typeface="微软雅黑" panose="020B0503020204020204" pitchFamily="34" charset="-122"/>
                <a:cs typeface="Times New Roman" panose="02020603050405020304" pitchFamily="18" charset="0"/>
              </a:rPr>
              <a:t>有父节点</a:t>
            </a:r>
            <a:r>
              <a:rPr lang="en-US" altLang="zh-CN" sz="2400">
                <a:latin typeface="Times New Roman" panose="02020603050405020304" pitchFamily="18" charset="0"/>
                <a:ea typeface="微软雅黑" panose="020B0503020204020204" pitchFamily="34" charset="-122"/>
                <a:cs typeface="Times New Roman" panose="02020603050405020304" pitchFamily="18" charset="0"/>
              </a:rPr>
              <a:t>a,b</a:t>
            </a:r>
          </a:p>
          <a:p>
            <a:pPr>
              <a:spcBef>
                <a:spcPct val="0"/>
              </a:spcBef>
              <a:buFontTx/>
              <a:buNone/>
            </a:pPr>
            <a:r>
              <a:rPr lang="en-US" altLang="zh-CN" sz="2400">
                <a:latin typeface="Times New Roman" panose="02020603050405020304" pitchFamily="18" charset="0"/>
                <a:ea typeface="微软雅黑" panose="020B0503020204020204" pitchFamily="34" charset="-122"/>
                <a:cs typeface="Times New Roman" panose="02020603050405020304" pitchFamily="18" charset="0"/>
              </a:rPr>
              <a:t>b </a:t>
            </a:r>
            <a:r>
              <a:rPr lang="zh-CN" altLang="en-US" sz="2400">
                <a:latin typeface="Times New Roman" panose="02020603050405020304" pitchFamily="18" charset="0"/>
                <a:ea typeface="微软雅黑" panose="020B0503020204020204" pitchFamily="34" charset="-122"/>
                <a:cs typeface="Times New Roman" panose="02020603050405020304" pitchFamily="18" charset="0"/>
              </a:rPr>
              <a:t>有父节点</a:t>
            </a:r>
            <a:r>
              <a:rPr lang="en-US" altLang="zh-CN" sz="2400">
                <a:latin typeface="Times New Roman" panose="02020603050405020304" pitchFamily="18" charset="0"/>
                <a:ea typeface="微软雅黑" panose="020B0503020204020204" pitchFamily="34" charset="-122"/>
                <a:cs typeface="Times New Roman" panose="02020603050405020304" pitchFamily="18" charset="0"/>
              </a:rPr>
              <a:t>a</a:t>
            </a:r>
          </a:p>
        </p:txBody>
      </p:sp>
      <p:sp>
        <p:nvSpPr>
          <p:cNvPr id="11" name="标题 1"/>
          <p:cNvSpPr txBox="1">
            <a:spLocks/>
          </p:cNvSpPr>
          <p:nvPr/>
        </p:nvSpPr>
        <p:spPr bwMode="auto">
          <a:xfrm>
            <a:off x="481013" y="2755900"/>
            <a:ext cx="8205787" cy="731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127"/>
                <a:ea typeface="-윤체M" panose="020B0604020202020204" charset="-127"/>
              </a:defRPr>
            </a:lvl2pPr>
            <a:lvl3pPr marL="1143000" indent="-228600" latinLnBrk="1">
              <a:spcBef>
                <a:spcPct val="20000"/>
              </a:spcBef>
              <a:buChar char="•"/>
              <a:defRPr kumimoji="1">
                <a:solidFill>
                  <a:schemeClr val="tx1"/>
                </a:solidFill>
                <a:latin typeface="-윤체M" panose="020B0604020202020204" charset="-127"/>
                <a:ea typeface="-윤체M" panose="020B0604020202020204" charset="-127"/>
              </a:defRPr>
            </a:lvl3pPr>
            <a:lvl4pPr marL="1600200" indent="-228600" latinLnBrk="1">
              <a:spcBef>
                <a:spcPct val="20000"/>
              </a:spcBef>
              <a:buChar char="•"/>
              <a:defRPr kumimoji="1" sz="1600">
                <a:solidFill>
                  <a:schemeClr val="tx1"/>
                </a:solidFill>
                <a:latin typeface="-윤체M" panose="020B0604020202020204" charset="-127"/>
                <a:ea typeface="-윤체M" panose="020B0604020202020204" charset="-127"/>
              </a:defRPr>
            </a:lvl4pPr>
            <a:lvl5pPr marL="2057400" indent="-228600" latinLnBrk="1">
              <a:spcBef>
                <a:spcPct val="20000"/>
              </a:spcBef>
              <a:buChar char="•"/>
              <a:defRPr kumimoji="1" sz="1400">
                <a:solidFill>
                  <a:schemeClr val="tx1"/>
                </a:solidFill>
                <a:latin typeface="-윤체M" panose="020B0604020202020204" charset="-127"/>
                <a:ea typeface="-윤체M" panose="020B0604020202020204"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9pPr>
          </a:lstStyle>
          <a:p>
            <a:pPr>
              <a:spcBef>
                <a:spcPct val="0"/>
              </a:spcBef>
              <a:buFontTx/>
              <a:buNone/>
            </a:pPr>
            <a:r>
              <a:rPr lang="zh-CN" altLang="en-US" sz="2400">
                <a:latin typeface="Times New Roman" panose="02020603050405020304" pitchFamily="18" charset="0"/>
                <a:ea typeface="微软雅黑" panose="020B0503020204020204" pitchFamily="34" charset="-122"/>
                <a:cs typeface="Times New Roman" panose="02020603050405020304" pitchFamily="18" charset="0"/>
              </a:rPr>
              <a:t>例：试计算：报警器响了，但既没有盗贼闯入，也没有发生地震，同时</a:t>
            </a:r>
            <a:r>
              <a:rPr lang="en-US" altLang="zh-CN" sz="2400">
                <a:latin typeface="Times New Roman" panose="02020603050405020304" pitchFamily="18" charset="0"/>
                <a:ea typeface="微软雅黑" panose="020B0503020204020204" pitchFamily="34" charset="-122"/>
                <a:cs typeface="Times New Roman" panose="02020603050405020304" pitchFamily="18" charset="0"/>
              </a:rPr>
              <a:t>John</a:t>
            </a:r>
            <a:r>
              <a:rPr lang="zh-CN" altLang="en-US" sz="2400">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2400">
                <a:latin typeface="Times New Roman" panose="02020603050405020304" pitchFamily="18" charset="0"/>
                <a:ea typeface="微软雅黑" panose="020B0503020204020204" pitchFamily="34" charset="-122"/>
                <a:cs typeface="Times New Roman" panose="02020603050405020304" pitchFamily="18" charset="0"/>
              </a:rPr>
              <a:t>Mary</a:t>
            </a:r>
            <a:r>
              <a:rPr lang="zh-CN" altLang="en-US" sz="2400">
                <a:latin typeface="Times New Roman" panose="02020603050405020304" pitchFamily="18" charset="0"/>
                <a:ea typeface="微软雅黑" panose="020B0503020204020204" pitchFamily="34" charset="-122"/>
                <a:cs typeface="Times New Roman" panose="02020603050405020304" pitchFamily="18" charset="0"/>
              </a:rPr>
              <a:t>都给你打电话的概率。</a:t>
            </a:r>
            <a:endParaRPr lang="zh-CN" altLang="en-US">
              <a:latin typeface="Times New Roman" panose="02020603050405020304" pitchFamily="18" charset="0"/>
              <a:ea typeface="微软雅黑" panose="020B0503020204020204" pitchFamily="34" charset="-122"/>
              <a:cs typeface="Times New Roman" panose="02020603050405020304" pitchFamily="18" charset="0"/>
            </a:endParaRPr>
          </a:p>
          <a:p>
            <a:pPr>
              <a:spcBef>
                <a:spcPct val="0"/>
              </a:spcBef>
              <a:buFontTx/>
              <a:buNone/>
            </a:pPr>
            <a:endParaRPr lang="zh-CN" altLang="en-US">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1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3411538"/>
            <a:ext cx="4892675" cy="302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a:spLocks noChangeArrowheads="1"/>
          </p:cNvSpPr>
          <p:nvPr/>
        </p:nvSpPr>
        <p:spPr bwMode="auto">
          <a:xfrm>
            <a:off x="4667250" y="3497263"/>
            <a:ext cx="4945063" cy="86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127"/>
                <a:ea typeface="-윤체M" panose="020B0604020202020204" charset="-127"/>
              </a:defRPr>
            </a:lvl2pPr>
            <a:lvl3pPr marL="1143000" indent="-228600" latinLnBrk="1">
              <a:spcBef>
                <a:spcPct val="20000"/>
              </a:spcBef>
              <a:buChar char="•"/>
              <a:defRPr kumimoji="1">
                <a:solidFill>
                  <a:schemeClr val="tx1"/>
                </a:solidFill>
                <a:latin typeface="-윤체M" panose="020B0604020202020204" charset="-127"/>
                <a:ea typeface="-윤체M" panose="020B0604020202020204" charset="-127"/>
              </a:defRPr>
            </a:lvl3pPr>
            <a:lvl4pPr marL="1600200" indent="-228600" latinLnBrk="1">
              <a:spcBef>
                <a:spcPct val="20000"/>
              </a:spcBef>
              <a:buChar char="•"/>
              <a:defRPr kumimoji="1" sz="1600">
                <a:solidFill>
                  <a:schemeClr val="tx1"/>
                </a:solidFill>
                <a:latin typeface="-윤체M" panose="020B0604020202020204" charset="-127"/>
                <a:ea typeface="-윤체M" panose="020B0604020202020204" charset="-127"/>
              </a:defRPr>
            </a:lvl4pPr>
            <a:lvl5pPr marL="2057400" indent="-228600" latinLnBrk="1">
              <a:spcBef>
                <a:spcPct val="20000"/>
              </a:spcBef>
              <a:buChar char="•"/>
              <a:defRPr kumimoji="1" sz="1400">
                <a:solidFill>
                  <a:schemeClr val="tx1"/>
                </a:solidFill>
                <a:latin typeface="-윤체M" panose="020B0604020202020204" charset="-127"/>
                <a:ea typeface="-윤체M" panose="020B0604020202020204"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9pPr>
          </a:lstStyle>
          <a:p>
            <a:pPr eaLnBrk="1" latinLnBrk="0" hangingPunct="1">
              <a:lnSpc>
                <a:spcPct val="120000"/>
              </a:lnSpc>
              <a:spcBef>
                <a:spcPct val="0"/>
              </a:spcBef>
              <a:buFontTx/>
              <a:buNone/>
            </a:pPr>
            <a:r>
              <a:rPr lang="en-US" altLang="zh-CN" sz="2200" i="1">
                <a:latin typeface="Times New Roman" panose="02020603050405020304" pitchFamily="18" charset="0"/>
                <a:ea typeface="楷体" panose="02010609060101010101" pitchFamily="49" charset="-122"/>
              </a:rPr>
              <a:t>P</a:t>
            </a:r>
            <a:r>
              <a:rPr lang="en-US" altLang="zh-CN" sz="2200">
                <a:latin typeface="Times New Roman" panose="02020603050405020304" pitchFamily="18" charset="0"/>
                <a:ea typeface="楷体" panose="02010609060101010101" pitchFamily="49" charset="-122"/>
              </a:rPr>
              <a:t>(</a:t>
            </a:r>
            <a:r>
              <a:rPr lang="en-US" altLang="zh-CN" sz="2200" i="1">
                <a:latin typeface="Times New Roman" panose="02020603050405020304" pitchFamily="18" charset="0"/>
                <a:ea typeface="楷体" panose="02010609060101010101" pitchFamily="49" charset="-122"/>
              </a:rPr>
              <a:t> j,m,a,~b,~e </a:t>
            </a:r>
            <a:r>
              <a:rPr lang="en-US" altLang="zh-CN" sz="2200">
                <a:latin typeface="Times New Roman" panose="02020603050405020304" pitchFamily="18" charset="0"/>
                <a:ea typeface="楷体" panose="02010609060101010101" pitchFamily="49" charset="-122"/>
              </a:rPr>
              <a:t>)</a:t>
            </a:r>
            <a:r>
              <a:rPr lang="en-US" altLang="zh-CN" sz="2200" i="1">
                <a:latin typeface="Times New Roman" panose="02020603050405020304" pitchFamily="18" charset="0"/>
                <a:ea typeface="楷体" panose="02010609060101010101" pitchFamily="49" charset="-122"/>
              </a:rPr>
              <a:t> </a:t>
            </a:r>
          </a:p>
          <a:p>
            <a:pPr eaLnBrk="1" latinLnBrk="0" hangingPunct="1">
              <a:lnSpc>
                <a:spcPct val="120000"/>
              </a:lnSpc>
              <a:spcBef>
                <a:spcPct val="0"/>
              </a:spcBef>
              <a:buFontTx/>
              <a:buNone/>
            </a:pPr>
            <a:r>
              <a:rPr lang="en-US" altLang="zh-CN" sz="2200" i="1">
                <a:latin typeface="Times New Roman" panose="02020603050405020304" pitchFamily="18" charset="0"/>
                <a:ea typeface="楷体" panose="02010609060101010101" pitchFamily="49" charset="-122"/>
              </a:rPr>
              <a:t>= P</a:t>
            </a:r>
            <a:r>
              <a:rPr lang="en-US" altLang="zh-CN" sz="2200">
                <a:latin typeface="Times New Roman" panose="02020603050405020304" pitchFamily="18" charset="0"/>
                <a:ea typeface="楷体" panose="02010609060101010101" pitchFamily="49" charset="-122"/>
              </a:rPr>
              <a:t>(</a:t>
            </a:r>
            <a:r>
              <a:rPr lang="en-US" altLang="zh-CN" sz="2200" i="1">
                <a:latin typeface="Times New Roman" panose="02020603050405020304" pitchFamily="18" charset="0"/>
                <a:ea typeface="楷体" panose="02010609060101010101" pitchFamily="49" charset="-122"/>
              </a:rPr>
              <a:t>j|a</a:t>
            </a:r>
            <a:r>
              <a:rPr lang="en-US" altLang="zh-CN" sz="2200">
                <a:latin typeface="Times New Roman" panose="02020603050405020304" pitchFamily="18" charset="0"/>
                <a:ea typeface="楷体" panose="02010609060101010101" pitchFamily="49" charset="-122"/>
              </a:rPr>
              <a:t>)</a:t>
            </a:r>
            <a:r>
              <a:rPr lang="en-US" altLang="zh-CN" sz="2200" i="1">
                <a:latin typeface="Times New Roman" panose="02020603050405020304" pitchFamily="18" charset="0"/>
                <a:ea typeface="楷体" panose="02010609060101010101" pitchFamily="49" charset="-122"/>
              </a:rPr>
              <a:t>P</a:t>
            </a:r>
            <a:r>
              <a:rPr lang="en-US" altLang="zh-CN" sz="2200">
                <a:latin typeface="Times New Roman" panose="02020603050405020304" pitchFamily="18" charset="0"/>
                <a:ea typeface="楷体" panose="02010609060101010101" pitchFamily="49" charset="-122"/>
              </a:rPr>
              <a:t>(</a:t>
            </a:r>
            <a:r>
              <a:rPr lang="en-US" altLang="zh-CN" sz="2200" i="1">
                <a:latin typeface="Times New Roman" panose="02020603050405020304" pitchFamily="18" charset="0"/>
                <a:ea typeface="楷体" panose="02010609060101010101" pitchFamily="49" charset="-122"/>
              </a:rPr>
              <a:t>m|a</a:t>
            </a:r>
            <a:r>
              <a:rPr lang="en-US" altLang="zh-CN" sz="2200">
                <a:latin typeface="Times New Roman" panose="02020603050405020304" pitchFamily="18" charset="0"/>
                <a:ea typeface="楷体" panose="02010609060101010101" pitchFamily="49" charset="-122"/>
              </a:rPr>
              <a:t>)</a:t>
            </a:r>
            <a:r>
              <a:rPr lang="en-US" altLang="zh-CN" sz="2200" i="1">
                <a:latin typeface="Times New Roman" panose="02020603050405020304" pitchFamily="18" charset="0"/>
                <a:ea typeface="楷体" panose="02010609060101010101" pitchFamily="49" charset="-122"/>
              </a:rPr>
              <a:t>P</a:t>
            </a:r>
            <a:r>
              <a:rPr lang="en-US" altLang="zh-CN" sz="2200">
                <a:latin typeface="Times New Roman" panose="02020603050405020304" pitchFamily="18" charset="0"/>
                <a:ea typeface="楷体" panose="02010609060101010101" pitchFamily="49" charset="-122"/>
              </a:rPr>
              <a:t>(</a:t>
            </a:r>
            <a:r>
              <a:rPr lang="en-US" altLang="zh-CN" sz="2200" i="1">
                <a:latin typeface="Times New Roman" panose="02020603050405020304" pitchFamily="18" charset="0"/>
                <a:ea typeface="楷体" panose="02010609060101010101" pitchFamily="49" charset="-122"/>
              </a:rPr>
              <a:t>a|~b,~e</a:t>
            </a:r>
            <a:r>
              <a:rPr lang="en-US" altLang="zh-CN" sz="2200">
                <a:latin typeface="Times New Roman" panose="02020603050405020304" pitchFamily="18" charset="0"/>
                <a:ea typeface="楷体" panose="02010609060101010101" pitchFamily="49" charset="-122"/>
              </a:rPr>
              <a:t>)</a:t>
            </a:r>
            <a:r>
              <a:rPr lang="en-US" altLang="zh-CN" sz="2200" i="1">
                <a:latin typeface="Times New Roman" panose="02020603050405020304" pitchFamily="18" charset="0"/>
                <a:ea typeface="楷体" panose="02010609060101010101" pitchFamily="49" charset="-122"/>
              </a:rPr>
              <a:t> P</a:t>
            </a:r>
            <a:r>
              <a:rPr lang="en-US" altLang="zh-CN" sz="2200">
                <a:latin typeface="Times New Roman" panose="02020603050405020304" pitchFamily="18" charset="0"/>
                <a:ea typeface="楷体" panose="02010609060101010101" pitchFamily="49" charset="-122"/>
              </a:rPr>
              <a:t>(</a:t>
            </a:r>
            <a:r>
              <a:rPr lang="en-US" altLang="zh-CN" sz="2200" i="1">
                <a:latin typeface="Times New Roman" panose="02020603050405020304" pitchFamily="18" charset="0"/>
                <a:ea typeface="楷体" panose="02010609060101010101" pitchFamily="49" charset="-122"/>
              </a:rPr>
              <a:t>~b</a:t>
            </a:r>
            <a:r>
              <a:rPr lang="en-US" altLang="zh-CN" sz="2200">
                <a:latin typeface="Times New Roman" panose="02020603050405020304" pitchFamily="18" charset="0"/>
                <a:ea typeface="楷体" panose="02010609060101010101" pitchFamily="49" charset="-122"/>
              </a:rPr>
              <a:t>)</a:t>
            </a:r>
            <a:r>
              <a:rPr lang="en-US" altLang="zh-CN" sz="2200" i="1">
                <a:latin typeface="Times New Roman" panose="02020603050405020304" pitchFamily="18" charset="0"/>
                <a:ea typeface="楷体" panose="02010609060101010101" pitchFamily="49" charset="-122"/>
              </a:rPr>
              <a:t> P</a:t>
            </a:r>
            <a:r>
              <a:rPr lang="en-US" altLang="zh-CN" sz="2200">
                <a:latin typeface="Times New Roman" panose="02020603050405020304" pitchFamily="18" charset="0"/>
                <a:ea typeface="楷体" panose="02010609060101010101" pitchFamily="49" charset="-122"/>
              </a:rPr>
              <a:t>(</a:t>
            </a:r>
            <a:r>
              <a:rPr lang="en-US" altLang="zh-CN" sz="2200" i="1">
                <a:latin typeface="Times New Roman" panose="02020603050405020304" pitchFamily="18" charset="0"/>
                <a:ea typeface="楷体" panose="02010609060101010101" pitchFamily="49" charset="-122"/>
              </a:rPr>
              <a:t>~e</a:t>
            </a:r>
            <a:r>
              <a:rPr lang="en-US" altLang="zh-CN" sz="2200">
                <a:latin typeface="Times New Roman" panose="02020603050405020304" pitchFamily="18" charset="0"/>
                <a:ea typeface="楷体" panose="02010609060101010101" pitchFamily="49" charset="-122"/>
              </a:rPr>
              <a:t>)</a:t>
            </a:r>
            <a:r>
              <a:rPr lang="en-US" altLang="zh-CN" sz="2200" i="1">
                <a:latin typeface="Times New Roman" panose="02020603050405020304" pitchFamily="18" charset="0"/>
                <a:ea typeface="楷体" panose="02010609060101010101" pitchFamily="49" charset="-122"/>
              </a:rPr>
              <a:t>   </a:t>
            </a:r>
          </a:p>
        </p:txBody>
      </p:sp>
      <p:sp>
        <p:nvSpPr>
          <p:cNvPr id="9" name="矩形 8"/>
          <p:cNvSpPr>
            <a:spLocks noChangeArrowheads="1"/>
          </p:cNvSpPr>
          <p:nvPr/>
        </p:nvSpPr>
        <p:spPr bwMode="auto">
          <a:xfrm>
            <a:off x="4716463" y="4365625"/>
            <a:ext cx="457200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127"/>
                <a:ea typeface="-윤체M" panose="020B0604020202020204" charset="-127"/>
              </a:defRPr>
            </a:lvl2pPr>
            <a:lvl3pPr marL="1143000" indent="-228600" latinLnBrk="1">
              <a:spcBef>
                <a:spcPct val="20000"/>
              </a:spcBef>
              <a:buChar char="•"/>
              <a:defRPr kumimoji="1">
                <a:solidFill>
                  <a:schemeClr val="tx1"/>
                </a:solidFill>
                <a:latin typeface="-윤체M" panose="020B0604020202020204" charset="-127"/>
                <a:ea typeface="-윤체M" panose="020B0604020202020204" charset="-127"/>
              </a:defRPr>
            </a:lvl3pPr>
            <a:lvl4pPr marL="1600200" indent="-228600" latinLnBrk="1">
              <a:spcBef>
                <a:spcPct val="20000"/>
              </a:spcBef>
              <a:buChar char="•"/>
              <a:defRPr kumimoji="1" sz="1600">
                <a:solidFill>
                  <a:schemeClr val="tx1"/>
                </a:solidFill>
                <a:latin typeface="-윤체M" panose="020B0604020202020204" charset="-127"/>
                <a:ea typeface="-윤체M" panose="020B0604020202020204" charset="-127"/>
              </a:defRPr>
            </a:lvl4pPr>
            <a:lvl5pPr marL="2057400" indent="-228600" latinLnBrk="1">
              <a:spcBef>
                <a:spcPct val="20000"/>
              </a:spcBef>
              <a:buChar char="•"/>
              <a:defRPr kumimoji="1" sz="1400">
                <a:solidFill>
                  <a:schemeClr val="tx1"/>
                </a:solidFill>
                <a:latin typeface="-윤체M" panose="020B0604020202020204" charset="-127"/>
                <a:ea typeface="-윤체M" panose="020B0604020202020204"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9pPr>
          </a:lstStyle>
          <a:p>
            <a:pPr eaLnBrk="1" latinLnBrk="0" hangingPunct="1">
              <a:lnSpc>
                <a:spcPct val="120000"/>
              </a:lnSpc>
              <a:spcBef>
                <a:spcPct val="0"/>
              </a:spcBef>
              <a:buFontTx/>
              <a:buNone/>
            </a:pPr>
            <a:r>
              <a:rPr lang="en-US" altLang="zh-CN" sz="2200" dirty="0">
                <a:latin typeface="Times New Roman" panose="02020603050405020304" pitchFamily="18" charset="0"/>
                <a:ea typeface="楷体" panose="02010609060101010101" pitchFamily="49" charset="-122"/>
              </a:rPr>
              <a:t>= 0.9×0.7×0.001×0.999×0.998 </a:t>
            </a:r>
          </a:p>
          <a:p>
            <a:pPr eaLnBrk="1" latinLnBrk="0" hangingPunct="1">
              <a:lnSpc>
                <a:spcPct val="120000"/>
              </a:lnSpc>
              <a:spcBef>
                <a:spcPct val="0"/>
              </a:spcBef>
              <a:buFontTx/>
              <a:buNone/>
            </a:pPr>
            <a:r>
              <a:rPr lang="en-US" altLang="zh-CN" sz="2200" dirty="0">
                <a:latin typeface="Times New Roman" panose="02020603050405020304" pitchFamily="18" charset="0"/>
                <a:ea typeface="楷体" panose="02010609060101010101" pitchFamily="49" charset="-122"/>
              </a:rPr>
              <a:t>= 0.00062</a:t>
            </a:r>
          </a:p>
          <a:p>
            <a:pPr eaLnBrk="1" latinLnBrk="0" hangingPunct="1">
              <a:lnSpc>
                <a:spcPct val="120000"/>
              </a:lnSpc>
              <a:spcBef>
                <a:spcPct val="0"/>
              </a:spcBef>
              <a:buFontTx/>
              <a:buNone/>
            </a:pPr>
            <a:r>
              <a:rPr lang="en-US" altLang="zh-CN" sz="2200" dirty="0">
                <a:latin typeface="Times New Roman" panose="02020603050405020304" pitchFamily="18" charset="0"/>
                <a:ea typeface="楷体" panose="02010609060101010101" pitchFamily="49" charset="-122"/>
              </a:rPr>
              <a:t>= 0.062%</a:t>
            </a:r>
          </a:p>
        </p:txBody>
      </p:sp>
    </p:spTree>
    <p:extLst>
      <p:ext uri="{BB962C8B-B14F-4D97-AF65-F5344CB8AC3E}">
        <p14:creationId xmlns:p14="http://schemas.microsoft.com/office/powerpoint/2010/main" val="311953251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8" grpId="0"/>
      <p:bldP spid="9" grpId="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灯片编号占位符 3"/>
          <p:cNvSpPr>
            <a:spLocks noGrp="1"/>
          </p:cNvSpPr>
          <p:nvPr>
            <p:ph type="sldNum" sz="quarter" idx="10"/>
          </p:nvPr>
        </p:nvSpPr>
        <p:spPr>
          <a:noFill/>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a:spcBef>
                <a:spcPct val="0"/>
              </a:spcBef>
              <a:buFontTx/>
              <a:buNone/>
            </a:pPr>
            <a:fld id="{411F4921-5595-4F3F-BB37-1DA7176B6A9A}" type="slidenum">
              <a:rPr lang="zh-CN" altLang="en-US" sz="1400" smtClean="0">
                <a:latin typeface="Gulim" panose="02010600030101010101" charset="-122"/>
                <a:ea typeface="Gulim" panose="02010600030101010101" charset="-122"/>
              </a:rPr>
              <a:pPr>
                <a:spcBef>
                  <a:spcPct val="0"/>
                </a:spcBef>
                <a:buFontTx/>
                <a:buNone/>
              </a:pPr>
              <a:t>113</a:t>
            </a:fld>
            <a:endParaRPr lang="en-US" altLang="zh-CN" sz="1400" smtClean="0">
              <a:latin typeface="Gulim" panose="02010600030101010101" charset="-122"/>
              <a:ea typeface="Gulim" panose="02010600030101010101" charset="-122"/>
            </a:endParaRPr>
          </a:p>
        </p:txBody>
      </p:sp>
      <p:sp>
        <p:nvSpPr>
          <p:cNvPr id="346114" name="Rectangle 2"/>
          <p:cNvSpPr>
            <a:spLocks noGrp="1" noChangeArrowheads="1"/>
          </p:cNvSpPr>
          <p:nvPr>
            <p:ph type="title"/>
          </p:nvPr>
        </p:nvSpPr>
        <p:spPr>
          <a:xfrm>
            <a:off x="684213" y="549275"/>
            <a:ext cx="7772400" cy="731838"/>
          </a:xfrm>
        </p:spPr>
        <p:txBody>
          <a:bodyPr/>
          <a:lstStyle/>
          <a:p>
            <a:pPr algn="ctr" eaLnBrk="1" hangingPunct="1">
              <a:defRPr/>
            </a:pPr>
            <a:r>
              <a:rPr lang="zh-CN" altLang="en-US" sz="3200" b="1" dirty="0">
                <a:solidFill>
                  <a:schemeClr val="tx1"/>
                </a:solidFill>
                <a:latin typeface="微软雅黑" panose="020B0503020204020204" pitchFamily="34" charset="-122"/>
                <a:ea typeface="微软雅黑" panose="020B0503020204020204" pitchFamily="34" charset="-122"/>
              </a:rPr>
              <a:t>贝叶斯</a:t>
            </a:r>
            <a:r>
              <a:rPr lang="zh-CN" altLang="en-US" sz="3200" b="1" dirty="0">
                <a:solidFill>
                  <a:schemeClr val="tx1"/>
                </a:solidFill>
                <a:latin typeface="微软雅黑" panose="020B0503020204020204" pitchFamily="34" charset="-122"/>
                <a:ea typeface="微软雅黑" panose="020B0503020204020204" pitchFamily="34" charset="-122"/>
              </a:rPr>
              <a:t>网络</a:t>
            </a:r>
            <a:r>
              <a:rPr lang="zh-CN" altLang="en-US" sz="3200" b="1" dirty="0">
                <a:solidFill>
                  <a:schemeClr val="tx1"/>
                </a:solidFill>
                <a:latin typeface="微软雅黑" panose="020B0503020204020204" pitchFamily="34" charset="-122"/>
                <a:ea typeface="微软雅黑" panose="020B0503020204020204" pitchFamily="34" charset="-122"/>
              </a:rPr>
              <a:t>中的推理</a:t>
            </a:r>
            <a:endParaRPr lang="en-US" altLang="zh-CN" sz="3200" b="1" dirty="0">
              <a:solidFill>
                <a:schemeClr val="tx1"/>
              </a:solidFill>
              <a:latin typeface="微软雅黑" panose="020B0503020204020204" pitchFamily="34" charset="-122"/>
              <a:ea typeface="微软雅黑" panose="020B0503020204020204" pitchFamily="34" charset="-122"/>
            </a:endParaRPr>
          </a:p>
        </p:txBody>
      </p:sp>
      <p:sp>
        <p:nvSpPr>
          <p:cNvPr id="346115" name="Rectangle 3"/>
          <p:cNvSpPr>
            <a:spLocks noGrp="1" noChangeArrowheads="1"/>
          </p:cNvSpPr>
          <p:nvPr>
            <p:ph type="body" idx="1"/>
          </p:nvPr>
        </p:nvSpPr>
        <p:spPr>
          <a:xfrm>
            <a:off x="684213" y="1484313"/>
            <a:ext cx="7772400" cy="4608512"/>
          </a:xfrm>
        </p:spPr>
        <p:txBody>
          <a:bodyPr/>
          <a:lstStyle/>
          <a:p>
            <a:pPr algn="just" eaLnBrk="1" hangingPunct="1">
              <a:lnSpc>
                <a:spcPct val="120000"/>
              </a:lnSpc>
            </a:pPr>
            <a:r>
              <a:rPr lang="zh-CN" altLang="en-US" sz="2800" dirty="0" smtClean="0">
                <a:latin typeface="Times New Roman" panose="02020603050405020304" pitchFamily="18" charset="0"/>
                <a:ea typeface="微软雅黑" panose="020B0503020204020204" pitchFamily="34" charset="-122"/>
                <a:cs typeface="Times New Roman" panose="02020603050405020304" pitchFamily="18" charset="0"/>
              </a:rPr>
              <a:t>概率推理系统中的基本任务是计算被查询变量的后验概率：</a:t>
            </a:r>
            <a:r>
              <a:rPr lang="en-US" altLang="zh-CN" sz="2800" dirty="0" smtClean="0">
                <a:latin typeface="Times New Roman" panose="02020603050405020304" pitchFamily="18" charset="0"/>
                <a:ea typeface="微软雅黑" panose="020B0503020204020204" pitchFamily="34" charset="-122"/>
                <a:cs typeface="Times New Roman" panose="02020603050405020304" pitchFamily="18" charset="0"/>
              </a:rPr>
              <a:t>P( </a:t>
            </a:r>
            <a:r>
              <a:rPr lang="en-US" altLang="zh-CN" sz="2800" i="1" dirty="0" smtClean="0">
                <a:latin typeface="Times New Roman" panose="02020603050405020304" pitchFamily="18" charset="0"/>
                <a:ea typeface="微软雅黑" panose="020B0503020204020204" pitchFamily="34" charset="-122"/>
                <a:cs typeface="Times New Roman" panose="02020603050405020304" pitchFamily="18" charset="0"/>
              </a:rPr>
              <a:t>X </a:t>
            </a:r>
            <a:r>
              <a:rPr lang="en-US" altLang="zh-CN" sz="2800" dirty="0" smtClean="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800" i="1" dirty="0" smtClean="0">
                <a:latin typeface="Times New Roman" panose="02020603050405020304" pitchFamily="18" charset="0"/>
                <a:ea typeface="微软雅黑" panose="020B0503020204020204" pitchFamily="34" charset="-122"/>
                <a:cs typeface="Times New Roman" panose="02020603050405020304" pitchFamily="18" charset="0"/>
              </a:rPr>
              <a:t>e </a:t>
            </a:r>
            <a:r>
              <a:rPr lang="en-US" altLang="zh-CN" sz="2800" dirty="0" smtClean="0">
                <a:latin typeface="Times New Roman" panose="02020603050405020304" pitchFamily="18" charset="0"/>
                <a:ea typeface="微软雅黑" panose="020B0503020204020204" pitchFamily="34" charset="-122"/>
                <a:cs typeface="Times New Roman" panose="02020603050405020304" pitchFamily="18" charset="0"/>
              </a:rPr>
              <a:t>)</a:t>
            </a:r>
          </a:p>
          <a:p>
            <a:pPr lvl="1" eaLnBrk="1" latinLnBrk="0" hangingPunct="1">
              <a:lnSpc>
                <a:spcPct val="120000"/>
              </a:lnSpc>
            </a:pP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其中</a:t>
            </a:r>
            <a:r>
              <a:rPr lang="en-US" altLang="zh-CN" sz="2400" i="1" dirty="0" smtClean="0">
                <a:latin typeface="Times New Roman" panose="02020603050405020304" pitchFamily="18" charset="0"/>
                <a:ea typeface="微软雅黑" panose="020B0503020204020204" pitchFamily="34" charset="-122"/>
                <a:cs typeface="Times New Roman" panose="02020603050405020304" pitchFamily="18" charset="0"/>
              </a:rPr>
              <a:t>X</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为待查询变量 </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i="1" dirty="0" smtClean="0">
                <a:latin typeface="Times New Roman" panose="02020603050405020304" pitchFamily="18" charset="0"/>
                <a:ea typeface="微软雅黑" panose="020B0503020204020204" pitchFamily="34" charset="-122"/>
                <a:cs typeface="Times New Roman" panose="02020603050405020304" pitchFamily="18" charset="0"/>
              </a:rPr>
              <a:t>e</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为观察到的证据 </a:t>
            </a:r>
            <a:endPar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endParaRPr>
          </a:p>
          <a:p>
            <a:pPr lvl="1" eaLnBrk="1" latinLnBrk="0" hangingPunct="1">
              <a:lnSpc>
                <a:spcPct val="120000"/>
              </a:lnSpc>
            </a:pPr>
            <a:r>
              <a:rPr lang="en-US" altLang="zh-CN" sz="2400" i="1" dirty="0" smtClean="0">
                <a:latin typeface="Times New Roman" panose="02020603050405020304" pitchFamily="18" charset="0"/>
                <a:ea typeface="微软雅黑" panose="020B0503020204020204" pitchFamily="34" charset="-122"/>
                <a:cs typeface="Times New Roman" panose="02020603050405020304" pitchFamily="18" charset="0"/>
              </a:rPr>
              <a:t>Y</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err="1" smtClean="0">
                <a:latin typeface="Times New Roman" panose="02020603050405020304" pitchFamily="18" charset="0"/>
                <a:ea typeface="微软雅黑" panose="020B0503020204020204" pitchFamily="34" charset="-122"/>
                <a:cs typeface="Times New Roman" panose="02020603050405020304" pitchFamily="18" charset="0"/>
              </a:rPr>
              <a:t>Y</a:t>
            </a:r>
            <a:r>
              <a:rPr lang="en-US" altLang="zh-CN" sz="2400" baseline="-25000" dirty="0" err="1" smtClean="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err="1" smtClean="0">
                <a:latin typeface="Times New Roman" panose="02020603050405020304" pitchFamily="18" charset="0"/>
                <a:ea typeface="微软雅黑" panose="020B0503020204020204" pitchFamily="34" charset="-122"/>
                <a:cs typeface="Times New Roman" panose="02020603050405020304" pitchFamily="18" charset="0"/>
              </a:rPr>
              <a:t>Y</a:t>
            </a:r>
            <a:r>
              <a:rPr lang="en-US" altLang="zh-CN" sz="2400" i="1" baseline="-25000" dirty="0" err="1" smtClean="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非证据变量集合</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也称隐变量</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a:t>
            </a:r>
          </a:p>
          <a:p>
            <a:pPr lvl="1" eaLnBrk="1" latinLnBrk="0" hangingPunct="1">
              <a:lnSpc>
                <a:spcPct val="120000"/>
              </a:lnSpc>
            </a:pP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全部变量集合</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smtClean="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err="1" smtClean="0">
                <a:latin typeface="Times New Roman" panose="02020603050405020304" pitchFamily="18" charset="0"/>
                <a:ea typeface="微软雅黑" panose="020B0503020204020204" pitchFamily="34" charset="-122"/>
                <a:cs typeface="Times New Roman" panose="02020603050405020304" pitchFamily="18" charset="0"/>
              </a:rPr>
              <a:t>e</a:t>
            </a:r>
            <a:r>
              <a:rPr lang="en-US" altLang="zh-CN" sz="2400" dirty="0" err="1" smtClean="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err="1" smtClean="0">
                <a:latin typeface="Times New Roman" panose="02020603050405020304" pitchFamily="18" charset="0"/>
                <a:ea typeface="微软雅黑" panose="020B0503020204020204" pitchFamily="34" charset="-122"/>
                <a:cs typeface="Times New Roman" panose="02020603050405020304" pitchFamily="18" charset="0"/>
              </a:rPr>
              <a:t>Y</a:t>
            </a:r>
            <a:endParaRPr lang="en-US" altLang="zh-CN" sz="2400" i="1" dirty="0" smtClean="0">
              <a:latin typeface="Times New Roman" panose="02020603050405020304" pitchFamily="18" charset="0"/>
              <a:ea typeface="微软雅黑" panose="020B0503020204020204" pitchFamily="34" charset="-122"/>
              <a:cs typeface="Times New Roman" panose="02020603050405020304" pitchFamily="18" charset="0"/>
            </a:endParaRPr>
          </a:p>
          <a:p>
            <a:pPr lvl="1" eaLnBrk="1" latinLnBrk="0" hangingPunct="1">
              <a:lnSpc>
                <a:spcPct val="120000"/>
              </a:lnSpc>
            </a:pP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实际上，根据边缘化规则可得</a:t>
            </a:r>
          </a:p>
          <a:p>
            <a:pPr lvl="1" eaLnBrk="1" latinLnBrk="0" hangingPunct="1">
              <a:lnSpc>
                <a:spcPct val="120000"/>
              </a:lnSpc>
              <a:buFontTx/>
              <a:buNone/>
            </a:pP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i="1" dirty="0" smtClean="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err="1" smtClean="0">
                <a:latin typeface="Times New Roman" panose="02020603050405020304" pitchFamily="18" charset="0"/>
                <a:ea typeface="微软雅黑" panose="020B0503020204020204" pitchFamily="34" charset="-122"/>
                <a:cs typeface="Times New Roman" panose="02020603050405020304" pitchFamily="18" charset="0"/>
              </a:rPr>
              <a:t>X|e</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smtClean="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i="1" dirty="0" smtClean="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P</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sz="2400" i="1" dirty="0" err="1" smtClean="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X,e</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sz="2400" i="1" dirty="0" smtClean="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a:t>
            </a:r>
            <a:r>
              <a:rPr lang="en-US" altLang="zh-CN" sz="2400" i="1" dirty="0" smtClean="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baseline="-25000" dirty="0" err="1" smtClean="0">
                <a:latin typeface="Times New Roman" panose="02020603050405020304" pitchFamily="18" charset="0"/>
                <a:ea typeface="微软雅黑" panose="020B0503020204020204" pitchFamily="34" charset="-122"/>
                <a:cs typeface="Times New Roman" panose="02020603050405020304" pitchFamily="18" charset="0"/>
              </a:rPr>
              <a:t>y</a:t>
            </a:r>
            <a:r>
              <a:rPr lang="en-US" altLang="zh-CN" sz="2400" i="1" dirty="0" err="1" smtClean="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err="1" smtClean="0">
                <a:latin typeface="Times New Roman" panose="02020603050405020304" pitchFamily="18" charset="0"/>
                <a:ea typeface="微软雅黑" panose="020B0503020204020204" pitchFamily="34" charset="-122"/>
                <a:cs typeface="Times New Roman" panose="02020603050405020304" pitchFamily="18" charset="0"/>
              </a:rPr>
              <a:t>X,e,y</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2" name="矩形 1"/>
          <p:cNvSpPr>
            <a:spLocks noChangeArrowheads="1"/>
          </p:cNvSpPr>
          <p:nvPr/>
        </p:nvSpPr>
        <p:spPr bwMode="auto">
          <a:xfrm>
            <a:off x="4716463" y="4652963"/>
            <a:ext cx="1223962" cy="504825"/>
          </a:xfrm>
          <a:prstGeom prst="rect">
            <a:avLst/>
          </a:prstGeom>
          <a:noFill/>
          <a:ln w="28575" algn="ctr">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lvl1pPr>
              <a:defRPr kumimoji="1" sz="2400">
                <a:solidFill>
                  <a:schemeClr val="tx1"/>
                </a:solidFill>
                <a:latin typeface="楷体" panose="02010609060101010101" pitchFamily="49" charset="-122"/>
                <a:ea typeface="楷体" panose="02010609060101010101" pitchFamily="49" charset="-122"/>
              </a:defRPr>
            </a:lvl1pPr>
            <a:lvl2pPr marL="742950" indent="-285750">
              <a:defRPr kumimoji="1" sz="2400">
                <a:solidFill>
                  <a:schemeClr val="tx1"/>
                </a:solidFill>
                <a:latin typeface="楷体" panose="02010609060101010101" pitchFamily="49" charset="-122"/>
                <a:ea typeface="楷体" panose="02010609060101010101" pitchFamily="49" charset="-122"/>
              </a:defRPr>
            </a:lvl2pPr>
            <a:lvl3pPr marL="1143000" indent="-228600">
              <a:defRPr kumimoji="1" sz="2400">
                <a:solidFill>
                  <a:schemeClr val="tx1"/>
                </a:solidFill>
                <a:latin typeface="楷体" panose="02010609060101010101" pitchFamily="49" charset="-122"/>
                <a:ea typeface="楷体" panose="02010609060101010101" pitchFamily="49" charset="-122"/>
              </a:defRPr>
            </a:lvl3pPr>
            <a:lvl4pPr marL="1600200" indent="-228600">
              <a:defRPr kumimoji="1" sz="2400">
                <a:solidFill>
                  <a:schemeClr val="tx1"/>
                </a:solidFill>
                <a:latin typeface="楷体" panose="02010609060101010101" pitchFamily="49" charset="-122"/>
                <a:ea typeface="楷体" panose="02010609060101010101" pitchFamily="49" charset="-122"/>
              </a:defRPr>
            </a:lvl4pPr>
            <a:lvl5pPr marL="2057400" indent="-228600">
              <a:defRPr kumimoji="1" sz="2400">
                <a:solidFill>
                  <a:schemeClr val="tx1"/>
                </a:solidFill>
                <a:latin typeface="楷体" panose="02010609060101010101" pitchFamily="49" charset="-122"/>
                <a:ea typeface="楷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楷体" panose="02010609060101010101" pitchFamily="49" charset="-122"/>
                <a:ea typeface="楷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楷体" panose="02010609060101010101" pitchFamily="49" charset="-122"/>
                <a:ea typeface="楷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楷体" panose="02010609060101010101" pitchFamily="49" charset="-122"/>
                <a:ea typeface="楷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楷体" panose="02010609060101010101" pitchFamily="49" charset="-122"/>
                <a:ea typeface="楷体" panose="02010609060101010101" pitchFamily="49" charset="-122"/>
              </a:defRPr>
            </a:lvl9pPr>
          </a:lstStyle>
          <a:p>
            <a:pPr eaLnBrk="1" latinLnBrk="1" hangingPunct="1"/>
            <a:endParaRPr lang="zh-CN" altLang="en-US"/>
          </a:p>
        </p:txBody>
      </p:sp>
      <p:sp>
        <p:nvSpPr>
          <p:cNvPr id="3" name="文本框 2"/>
          <p:cNvSpPr txBox="1">
            <a:spLocks noChangeArrowheads="1"/>
          </p:cNvSpPr>
          <p:nvPr/>
        </p:nvSpPr>
        <p:spPr bwMode="auto">
          <a:xfrm>
            <a:off x="6300788" y="4437063"/>
            <a:ext cx="2447925" cy="1200150"/>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楷体" panose="02010609060101010101" pitchFamily="49" charset="-122"/>
                <a:ea typeface="楷体" panose="02010609060101010101" pitchFamily="49" charset="-122"/>
              </a:defRPr>
            </a:lvl1pPr>
            <a:lvl2pPr marL="742950" indent="-285750">
              <a:defRPr kumimoji="1" sz="2400">
                <a:solidFill>
                  <a:schemeClr val="tx1"/>
                </a:solidFill>
                <a:latin typeface="楷体" panose="02010609060101010101" pitchFamily="49" charset="-122"/>
                <a:ea typeface="楷体" panose="02010609060101010101" pitchFamily="49" charset="-122"/>
              </a:defRPr>
            </a:lvl2pPr>
            <a:lvl3pPr marL="1143000" indent="-228600">
              <a:defRPr kumimoji="1" sz="2400">
                <a:solidFill>
                  <a:schemeClr val="tx1"/>
                </a:solidFill>
                <a:latin typeface="楷体" panose="02010609060101010101" pitchFamily="49" charset="-122"/>
                <a:ea typeface="楷体" panose="02010609060101010101" pitchFamily="49" charset="-122"/>
              </a:defRPr>
            </a:lvl3pPr>
            <a:lvl4pPr marL="1600200" indent="-228600">
              <a:defRPr kumimoji="1" sz="2400">
                <a:solidFill>
                  <a:schemeClr val="tx1"/>
                </a:solidFill>
                <a:latin typeface="楷体" panose="02010609060101010101" pitchFamily="49" charset="-122"/>
                <a:ea typeface="楷体" panose="02010609060101010101" pitchFamily="49" charset="-122"/>
              </a:defRPr>
            </a:lvl4pPr>
            <a:lvl5pPr marL="2057400" indent="-228600">
              <a:defRPr kumimoji="1" sz="2400">
                <a:solidFill>
                  <a:schemeClr val="tx1"/>
                </a:solidFill>
                <a:latin typeface="楷体" panose="02010609060101010101" pitchFamily="49" charset="-122"/>
                <a:ea typeface="楷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楷体" panose="02010609060101010101" pitchFamily="49" charset="-122"/>
                <a:ea typeface="楷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楷体" panose="02010609060101010101" pitchFamily="49" charset="-122"/>
                <a:ea typeface="楷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楷体" panose="02010609060101010101" pitchFamily="49" charset="-122"/>
                <a:ea typeface="楷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楷体" panose="02010609060101010101" pitchFamily="49" charset="-122"/>
                <a:ea typeface="楷体" panose="02010609060101010101" pitchFamily="49" charset="-122"/>
              </a:defRPr>
            </a:lvl9pPr>
          </a:lstStyle>
          <a:p>
            <a:r>
              <a:rPr lang="zh-CN" altLang="en-US"/>
              <a:t>全联合概率，可由贝叶斯网络信息计算得到</a:t>
            </a:r>
          </a:p>
        </p:txBody>
      </p:sp>
    </p:spTree>
    <p:extLst>
      <p:ext uri="{BB962C8B-B14F-4D97-AF65-F5344CB8AC3E}">
        <p14:creationId xmlns:p14="http://schemas.microsoft.com/office/powerpoint/2010/main" val="383097507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46115">
                                            <p:txEl>
                                              <p:pRg st="2" end="2"/>
                                            </p:txEl>
                                          </p:spTgt>
                                        </p:tgtEl>
                                        <p:attrNameLst>
                                          <p:attrName>style.visibility</p:attrName>
                                        </p:attrNameLst>
                                      </p:cBhvr>
                                      <p:to>
                                        <p:strVal val="visible"/>
                                      </p:to>
                                    </p:set>
                                    <p:animEffect transition="in" filter="blinds(horizontal)">
                                      <p:cBhvr>
                                        <p:cTn id="7" dur="500"/>
                                        <p:tgtEl>
                                          <p:spTgt spid="346115">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46115">
                                            <p:txEl>
                                              <p:pRg st="3" end="3"/>
                                            </p:txEl>
                                          </p:spTgt>
                                        </p:tgtEl>
                                        <p:attrNameLst>
                                          <p:attrName>style.visibility</p:attrName>
                                        </p:attrNameLst>
                                      </p:cBhvr>
                                      <p:to>
                                        <p:strVal val="visible"/>
                                      </p:to>
                                    </p:set>
                                    <p:animEffect transition="in" filter="blinds(horizontal)">
                                      <p:cBhvr>
                                        <p:cTn id="12" dur="500"/>
                                        <p:tgtEl>
                                          <p:spTgt spid="346115">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46115">
                                            <p:txEl>
                                              <p:pRg st="4" end="4"/>
                                            </p:txEl>
                                          </p:spTgt>
                                        </p:tgtEl>
                                        <p:attrNameLst>
                                          <p:attrName>style.visibility</p:attrName>
                                        </p:attrNameLst>
                                      </p:cBhvr>
                                      <p:to>
                                        <p:strVal val="visible"/>
                                      </p:to>
                                    </p:set>
                                    <p:animEffect transition="in" filter="blinds(horizontal)">
                                      <p:cBhvr>
                                        <p:cTn id="17" dur="500"/>
                                        <p:tgtEl>
                                          <p:spTgt spid="346115">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46115">
                                            <p:txEl>
                                              <p:pRg st="5" end="5"/>
                                            </p:txEl>
                                          </p:spTgt>
                                        </p:tgtEl>
                                        <p:attrNameLst>
                                          <p:attrName>style.visibility</p:attrName>
                                        </p:attrNameLst>
                                      </p:cBhvr>
                                      <p:to>
                                        <p:strVal val="visible"/>
                                      </p:to>
                                    </p:set>
                                    <p:animEffect transition="in" filter="blinds(horizontal)">
                                      <p:cBhvr>
                                        <p:cTn id="22" dur="500"/>
                                        <p:tgtEl>
                                          <p:spTgt spid="346115">
                                            <p:txEl>
                                              <p:pRg st="5" end="5"/>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灯片编号占位符 3"/>
          <p:cNvSpPr>
            <a:spLocks noGrp="1"/>
          </p:cNvSpPr>
          <p:nvPr>
            <p:ph type="sldNum" sz="quarter" idx="10"/>
          </p:nvPr>
        </p:nvSpPr>
        <p:spPr>
          <a:noFill/>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a:spcBef>
                <a:spcPct val="0"/>
              </a:spcBef>
              <a:buFontTx/>
              <a:buNone/>
            </a:pPr>
            <a:fld id="{2BCDC4DB-9E1B-42D6-9BFE-59E8CD5B76CD}" type="slidenum">
              <a:rPr lang="zh-CN" altLang="en-US" sz="1400" smtClean="0">
                <a:latin typeface="Gulim" panose="02010600030101010101" charset="-122"/>
                <a:ea typeface="Gulim" panose="02010600030101010101" charset="-122"/>
              </a:rPr>
              <a:pPr>
                <a:spcBef>
                  <a:spcPct val="0"/>
                </a:spcBef>
                <a:buFontTx/>
                <a:buNone/>
              </a:pPr>
              <a:t>114</a:t>
            </a:fld>
            <a:endParaRPr lang="en-US" altLang="zh-CN" sz="1400" smtClean="0">
              <a:latin typeface="Gulim" panose="02010600030101010101" charset="-122"/>
              <a:ea typeface="Gulim" panose="02010600030101010101" charset="-122"/>
            </a:endParaRPr>
          </a:p>
        </p:txBody>
      </p:sp>
      <p:sp>
        <p:nvSpPr>
          <p:cNvPr id="350210" name="Rectangle 2"/>
          <p:cNvSpPr>
            <a:spLocks noGrp="1" noChangeArrowheads="1"/>
          </p:cNvSpPr>
          <p:nvPr>
            <p:ph type="title"/>
          </p:nvPr>
        </p:nvSpPr>
        <p:spPr>
          <a:xfrm>
            <a:off x="827088" y="344488"/>
            <a:ext cx="7772400" cy="731837"/>
          </a:xfrm>
        </p:spPr>
        <p:txBody>
          <a:bodyPr/>
          <a:lstStyle/>
          <a:p>
            <a:pPr algn="ctr" eaLnBrk="1" hangingPunct="1">
              <a:defRPr/>
            </a:pPr>
            <a:r>
              <a:rPr lang="zh-CN" altLang="en-US" sz="3200" b="1" dirty="0">
                <a:solidFill>
                  <a:schemeClr val="tx1"/>
                </a:solidFill>
                <a:latin typeface="微软雅黑" panose="020B0503020204020204" pitchFamily="34" charset="-122"/>
                <a:ea typeface="微软雅黑" panose="020B0503020204020204" pitchFamily="34" charset="-122"/>
              </a:rPr>
              <a:t>推理</a:t>
            </a:r>
            <a:r>
              <a:rPr lang="zh-CN" altLang="en-US" sz="3200" b="1" dirty="0">
                <a:solidFill>
                  <a:schemeClr val="tx1"/>
                </a:solidFill>
                <a:latin typeface="微软雅黑" panose="020B0503020204020204" pitchFamily="34" charset="-122"/>
                <a:ea typeface="微软雅黑" panose="020B0503020204020204" pitchFamily="34" charset="-122"/>
              </a:rPr>
              <a:t>实例</a:t>
            </a:r>
            <a:r>
              <a:rPr lang="en-US" altLang="zh-CN" sz="3200" b="1" dirty="0">
                <a:solidFill>
                  <a:schemeClr val="tx1"/>
                </a:solidFill>
                <a:latin typeface="微软雅黑" panose="020B0503020204020204" pitchFamily="34" charset="-122"/>
                <a:ea typeface="微软雅黑" panose="020B0503020204020204" pitchFamily="34" charset="-122"/>
              </a:rPr>
              <a:t>(1)</a:t>
            </a:r>
          </a:p>
        </p:txBody>
      </p:sp>
      <p:sp>
        <p:nvSpPr>
          <p:cNvPr id="350211" name="Rectangle 3"/>
          <p:cNvSpPr>
            <a:spLocks noGrp="1" noChangeArrowheads="1"/>
          </p:cNvSpPr>
          <p:nvPr>
            <p:ph type="body" idx="1"/>
          </p:nvPr>
        </p:nvSpPr>
        <p:spPr>
          <a:xfrm>
            <a:off x="549275" y="1176338"/>
            <a:ext cx="7772400" cy="4897437"/>
          </a:xfrm>
        </p:spPr>
        <p:txBody>
          <a:bodyPr/>
          <a:lstStyle/>
          <a:p>
            <a:pPr marL="0" indent="0" algn="just" eaLnBrk="1" hangingPunct="1">
              <a:buFontTx/>
              <a:buNone/>
              <a:defRPr/>
            </a:pP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以防盗警报为例，查询只有</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John</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打电话而出现盗贼的概率，即求 </a:t>
            </a:r>
            <a:r>
              <a:rPr lang="en-US" altLang="zh-CN" sz="2400" i="1" dirty="0" smtClean="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smtClean="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i="1" dirty="0" err="1" smtClean="0">
                <a:latin typeface="Times New Roman" panose="02020603050405020304" pitchFamily="18" charset="0"/>
                <a:ea typeface="微软雅黑" panose="020B0503020204020204" pitchFamily="34" charset="-122"/>
                <a:cs typeface="Times New Roman" panose="02020603050405020304" pitchFamily="18" charset="0"/>
              </a:rPr>
              <a:t>B|J</a:t>
            </a:r>
            <a:r>
              <a:rPr lang="en-US" altLang="zh-CN" sz="2400" i="1" dirty="0" smtClean="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i="1" dirty="0" err="1" smtClean="0">
                <a:latin typeface="Times New Roman" panose="02020603050405020304" pitchFamily="18" charset="0"/>
                <a:ea typeface="微软雅黑" panose="020B0503020204020204" pitchFamily="34" charset="-122"/>
                <a:cs typeface="Times New Roman" panose="02020603050405020304" pitchFamily="18" charset="0"/>
              </a:rPr>
              <a:t>T,M</a:t>
            </a:r>
            <a:r>
              <a:rPr lang="en-US" altLang="zh-CN" sz="2400" i="1" dirty="0" smtClean="0">
                <a:latin typeface="Times New Roman" panose="02020603050405020304" pitchFamily="18" charset="0"/>
                <a:ea typeface="微软雅黑" panose="020B0503020204020204" pitchFamily="34" charset="-122"/>
                <a:cs typeface="Times New Roman" panose="02020603050405020304" pitchFamily="18" charset="0"/>
              </a:rPr>
              <a:t>=F</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a:t>
            </a:r>
          </a:p>
          <a:p>
            <a:pPr algn="just" eaLnBrk="1" hangingPunct="1">
              <a:defRPr/>
            </a:pPr>
            <a:endPar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endParaRPr>
          </a:p>
          <a:p>
            <a:pPr algn="just" eaLnBrk="1" hangingPunct="1">
              <a:defRPr/>
            </a:pPr>
            <a:endParaRPr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a:p>
            <a:pPr algn="just" eaLnBrk="1" hangingPunct="1">
              <a:defRPr/>
            </a:pPr>
            <a:endPar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endParaRPr>
          </a:p>
          <a:p>
            <a:pPr algn="just" eaLnBrk="1" hangingPunct="1">
              <a:defRPr/>
            </a:pP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用首字母简化式有：</a:t>
            </a:r>
          </a:p>
          <a:p>
            <a:pPr eaLnBrk="1" latinLnBrk="0" hangingPunct="1">
              <a:buFontTx/>
              <a:buNone/>
              <a:defRPr/>
            </a:pP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i="1" dirty="0" smtClean="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err="1" smtClean="0">
                <a:latin typeface="Times New Roman" panose="02020603050405020304" pitchFamily="18" charset="0"/>
                <a:ea typeface="微软雅黑" panose="020B0503020204020204" pitchFamily="34" charset="-122"/>
                <a:cs typeface="Times New Roman" panose="02020603050405020304" pitchFamily="18" charset="0"/>
              </a:rPr>
              <a:t>b|j</a:t>
            </a:r>
            <a:r>
              <a:rPr lang="en-US" altLang="zh-CN" sz="2400" i="1" dirty="0" smtClean="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smtClean="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m</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smtClean="0">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400" i="1" dirty="0" smtClean="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P</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sz="2400" i="1" dirty="0" err="1" smtClean="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b,j,m</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sz="2400" i="1" dirty="0" smtClean="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 </a:t>
            </a:r>
            <a:r>
              <a:rPr lang="en-US" altLang="zh-CN" sz="2400" i="1" dirty="0" smtClean="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baseline="-25000" dirty="0" err="1" smtClean="0">
                <a:latin typeface="Times New Roman" panose="02020603050405020304" pitchFamily="18" charset="0"/>
                <a:ea typeface="微软雅黑" panose="020B0503020204020204" pitchFamily="34" charset="-122"/>
                <a:cs typeface="Times New Roman" panose="02020603050405020304" pitchFamily="18" charset="0"/>
              </a:rPr>
              <a:t>E</a:t>
            </a:r>
            <a:r>
              <a:rPr lang="en-US" altLang="zh-CN" sz="2400" i="1" dirty="0" err="1" smtClean="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baseline="-25000" dirty="0" err="1" smtClean="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400" i="1" dirty="0" err="1" smtClean="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err="1" smtClean="0">
                <a:latin typeface="Times New Roman" panose="02020603050405020304" pitchFamily="18" charset="0"/>
                <a:ea typeface="微软雅黑" panose="020B0503020204020204" pitchFamily="34" charset="-122"/>
                <a:cs typeface="Times New Roman" panose="02020603050405020304" pitchFamily="18" charset="0"/>
              </a:rPr>
              <a:t>b,E,A,j,</a:t>
            </a:r>
            <a:r>
              <a:rPr lang="en-US" altLang="zh-CN" sz="2400" i="1" dirty="0" err="1" smtClean="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sz="2400" i="1" dirty="0" err="1" smtClean="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86021" name="Text Box 4"/>
          <p:cNvSpPr txBox="1">
            <a:spLocks noChangeArrowheads="1"/>
          </p:cNvSpPr>
          <p:nvPr/>
        </p:nvSpPr>
        <p:spPr bwMode="auto">
          <a:xfrm>
            <a:off x="0" y="188913"/>
            <a:ext cx="2555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eaLnBrk="1" hangingPunct="1">
              <a:spcBef>
                <a:spcPct val="50000"/>
              </a:spcBef>
              <a:buFontTx/>
              <a:buNone/>
            </a:pPr>
            <a:r>
              <a:rPr lang="zh-CN" altLang="en-US" sz="2400">
                <a:latin typeface="华文行楷" panose="02010800040101010101" pitchFamily="2" charset="-122"/>
                <a:ea typeface="华文行楷" panose="02010800040101010101" pitchFamily="2" charset="-122"/>
              </a:rPr>
              <a:t>第</a:t>
            </a:r>
            <a:r>
              <a:rPr lang="en-US" altLang="zh-CN" sz="2400">
                <a:latin typeface="华文行楷" panose="02010800040101010101" pitchFamily="2" charset="-122"/>
                <a:ea typeface="华文行楷" panose="02010800040101010101" pitchFamily="2" charset="-122"/>
              </a:rPr>
              <a:t>5</a:t>
            </a:r>
            <a:r>
              <a:rPr lang="zh-CN" altLang="en-US" sz="2400">
                <a:latin typeface="华文行楷" panose="02010800040101010101" pitchFamily="2" charset="-122"/>
                <a:ea typeface="华文行楷" panose="02010800040101010101" pitchFamily="2" charset="-122"/>
              </a:rPr>
              <a:t>章 不精确推理</a:t>
            </a:r>
            <a:endParaRPr lang="en-US" altLang="zh-CN" sz="2400">
              <a:latin typeface="华文行楷" panose="02010800040101010101" pitchFamily="2" charset="-122"/>
              <a:ea typeface="华文行楷" panose="02010800040101010101" pitchFamily="2" charset="-122"/>
            </a:endParaRPr>
          </a:p>
        </p:txBody>
      </p:sp>
      <p:sp>
        <p:nvSpPr>
          <p:cNvPr id="2" name="矩形 1"/>
          <p:cNvSpPr>
            <a:spLocks noChangeArrowheads="1"/>
          </p:cNvSpPr>
          <p:nvPr/>
        </p:nvSpPr>
        <p:spPr bwMode="auto">
          <a:xfrm>
            <a:off x="454025" y="4292600"/>
            <a:ext cx="7921625" cy="979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lvl="1" algn="just" eaLnBrk="1" latinLnBrk="0" hangingPunct="1">
              <a:lnSpc>
                <a:spcPct val="120000"/>
              </a:lnSpc>
              <a:spcBef>
                <a:spcPct val="0"/>
              </a:spcBef>
              <a:buFontTx/>
              <a:buNone/>
            </a:pPr>
            <a:r>
              <a:rPr lang="zh-CN" altLang="en-US" sz="2400">
                <a:latin typeface="Times New Roman" panose="02020603050405020304" pitchFamily="18" charset="0"/>
                <a:ea typeface="楷体" panose="02010609060101010101" pitchFamily="49" charset="-122"/>
              </a:rPr>
              <a:t>利用贝叶斯公式简化全联合概率：</a:t>
            </a:r>
            <a:endParaRPr lang="en-US" altLang="zh-CN" sz="2400">
              <a:latin typeface="Times New Roman" panose="02020603050405020304" pitchFamily="18" charset="0"/>
              <a:ea typeface="楷体" panose="02010609060101010101" pitchFamily="49" charset="-122"/>
            </a:endParaRPr>
          </a:p>
          <a:p>
            <a:pPr lvl="1" algn="just" eaLnBrk="1" latinLnBrk="0" hangingPunct="1">
              <a:lnSpc>
                <a:spcPct val="120000"/>
              </a:lnSpc>
              <a:spcBef>
                <a:spcPct val="0"/>
              </a:spcBef>
              <a:buFontTx/>
              <a:buNone/>
            </a:pPr>
            <a:r>
              <a:rPr lang="en-US" altLang="zh-CN" sz="2400" i="1">
                <a:latin typeface="Times New Roman" panose="02020603050405020304" pitchFamily="18" charset="0"/>
                <a:ea typeface="楷体" panose="02010609060101010101" pitchFamily="49" charset="-122"/>
              </a:rPr>
              <a:t>P</a:t>
            </a:r>
            <a:r>
              <a:rPr lang="en-US" altLang="zh-CN" sz="2400">
                <a:latin typeface="Times New Roman" panose="02020603050405020304" pitchFamily="18" charset="0"/>
                <a:ea typeface="楷体" panose="02010609060101010101" pitchFamily="49" charset="-122"/>
              </a:rPr>
              <a:t>(</a:t>
            </a:r>
            <a:r>
              <a:rPr lang="en-US" altLang="zh-CN" sz="2400" i="1">
                <a:latin typeface="Times New Roman" panose="02020603050405020304" pitchFamily="18" charset="0"/>
                <a:ea typeface="楷体" panose="02010609060101010101" pitchFamily="49" charset="-122"/>
              </a:rPr>
              <a:t>b|j,</a:t>
            </a:r>
            <a:r>
              <a:rPr lang="en-US" altLang="zh-CN" sz="2400" i="1">
                <a:latin typeface="Times New Roman" panose="02020603050405020304" pitchFamily="18" charset="0"/>
                <a:ea typeface="楷体" panose="02010609060101010101" pitchFamily="49" charset="-122"/>
                <a:sym typeface="Symbol" panose="05050102010706020507" pitchFamily="18" charset="2"/>
              </a:rPr>
              <a:t>m</a:t>
            </a:r>
            <a:r>
              <a:rPr lang="en-US" altLang="zh-CN" sz="2400">
                <a:latin typeface="Times New Roman" panose="02020603050405020304" pitchFamily="18" charset="0"/>
                <a:ea typeface="楷体" panose="02010609060101010101" pitchFamily="49" charset="-122"/>
                <a:sym typeface="Symbol" panose="05050102010706020507" pitchFamily="18" charset="2"/>
              </a:rPr>
              <a:t>)</a:t>
            </a:r>
            <a:r>
              <a:rPr lang="en-US" altLang="zh-CN" sz="2400" i="1">
                <a:latin typeface="Times New Roman" panose="02020603050405020304" pitchFamily="18" charset="0"/>
                <a:ea typeface="楷体" panose="02010609060101010101" pitchFamily="49" charset="-122"/>
              </a:rPr>
              <a:t>=</a:t>
            </a:r>
            <a:r>
              <a:rPr lang="en-US" altLang="zh-CN" sz="2400" i="1">
                <a:latin typeface="Times New Roman" panose="02020603050405020304" pitchFamily="18" charset="0"/>
                <a:ea typeface="楷体" panose="02010609060101010101" pitchFamily="49" charset="-122"/>
                <a:sym typeface="Symbol" panose="05050102010706020507" pitchFamily="18" charset="2"/>
              </a:rPr>
              <a:t></a:t>
            </a:r>
            <a:r>
              <a:rPr lang="en-US" altLang="zh-CN" sz="2400" i="1">
                <a:latin typeface="Times New Roman" panose="02020603050405020304" pitchFamily="18" charset="0"/>
                <a:ea typeface="楷体" panose="02010609060101010101" pitchFamily="49" charset="-122"/>
              </a:rPr>
              <a:t>∑</a:t>
            </a:r>
            <a:r>
              <a:rPr lang="en-US" altLang="zh-CN" sz="2400" i="1" baseline="-25000">
                <a:latin typeface="Times New Roman" panose="02020603050405020304" pitchFamily="18" charset="0"/>
                <a:ea typeface="楷体" panose="02010609060101010101" pitchFamily="49" charset="-122"/>
              </a:rPr>
              <a:t>E</a:t>
            </a:r>
            <a:r>
              <a:rPr lang="en-US" altLang="zh-CN" sz="2400" i="1">
                <a:latin typeface="Times New Roman" panose="02020603050405020304" pitchFamily="18" charset="0"/>
                <a:ea typeface="楷体" panose="02010609060101010101" pitchFamily="49" charset="-122"/>
              </a:rPr>
              <a:t>∑</a:t>
            </a:r>
            <a:r>
              <a:rPr lang="en-US" altLang="zh-CN" sz="2400" i="1" baseline="-25000">
                <a:latin typeface="Times New Roman" panose="02020603050405020304" pitchFamily="18" charset="0"/>
                <a:ea typeface="楷体" panose="02010609060101010101" pitchFamily="49" charset="-122"/>
              </a:rPr>
              <a:t>A</a:t>
            </a:r>
            <a:r>
              <a:rPr lang="en-US" altLang="zh-CN" sz="2400" i="1">
                <a:latin typeface="Times New Roman" panose="02020603050405020304" pitchFamily="18" charset="0"/>
                <a:ea typeface="楷体" panose="02010609060101010101" pitchFamily="49" charset="-122"/>
              </a:rPr>
              <a:t>P</a:t>
            </a:r>
            <a:r>
              <a:rPr lang="en-US" altLang="zh-CN" sz="2400">
                <a:latin typeface="Times New Roman" panose="02020603050405020304" pitchFamily="18" charset="0"/>
                <a:ea typeface="楷体" panose="02010609060101010101" pitchFamily="49" charset="-122"/>
              </a:rPr>
              <a:t>(</a:t>
            </a:r>
            <a:r>
              <a:rPr lang="en-US" altLang="zh-CN" sz="2400" i="1">
                <a:latin typeface="Times New Roman" panose="02020603050405020304" pitchFamily="18" charset="0"/>
                <a:ea typeface="楷体" panose="02010609060101010101" pitchFamily="49" charset="-122"/>
              </a:rPr>
              <a:t>b</a:t>
            </a:r>
            <a:r>
              <a:rPr lang="en-US" altLang="zh-CN" sz="2400">
                <a:latin typeface="Times New Roman" panose="02020603050405020304" pitchFamily="18" charset="0"/>
                <a:ea typeface="楷体" panose="02010609060101010101" pitchFamily="49" charset="-122"/>
              </a:rPr>
              <a:t>)</a:t>
            </a:r>
            <a:r>
              <a:rPr lang="en-US" altLang="zh-CN" sz="2400" i="1">
                <a:latin typeface="Times New Roman" panose="02020603050405020304" pitchFamily="18" charset="0"/>
                <a:ea typeface="楷体" panose="02010609060101010101" pitchFamily="49" charset="-122"/>
              </a:rPr>
              <a:t>P</a:t>
            </a:r>
            <a:r>
              <a:rPr lang="en-US" altLang="zh-CN" sz="2400">
                <a:latin typeface="Times New Roman" panose="02020603050405020304" pitchFamily="18" charset="0"/>
                <a:ea typeface="楷体" panose="02010609060101010101" pitchFamily="49" charset="-122"/>
              </a:rPr>
              <a:t>(</a:t>
            </a:r>
            <a:r>
              <a:rPr lang="en-US" altLang="zh-CN" sz="2400" i="1">
                <a:latin typeface="Times New Roman" panose="02020603050405020304" pitchFamily="18" charset="0"/>
                <a:ea typeface="楷体" panose="02010609060101010101" pitchFamily="49" charset="-122"/>
              </a:rPr>
              <a:t>E</a:t>
            </a:r>
            <a:r>
              <a:rPr lang="en-US" altLang="zh-CN" sz="2400">
                <a:latin typeface="Times New Roman" panose="02020603050405020304" pitchFamily="18" charset="0"/>
                <a:ea typeface="楷体" panose="02010609060101010101" pitchFamily="49" charset="-122"/>
              </a:rPr>
              <a:t>)</a:t>
            </a:r>
            <a:r>
              <a:rPr lang="en-US" altLang="zh-CN" sz="2400" i="1">
                <a:latin typeface="Times New Roman" panose="02020603050405020304" pitchFamily="18" charset="0"/>
                <a:ea typeface="楷体" panose="02010609060101010101" pitchFamily="49" charset="-122"/>
              </a:rPr>
              <a:t>P</a:t>
            </a:r>
            <a:r>
              <a:rPr lang="en-US" altLang="zh-CN" sz="2400">
                <a:latin typeface="Times New Roman" panose="02020603050405020304" pitchFamily="18" charset="0"/>
                <a:ea typeface="楷体" panose="02010609060101010101" pitchFamily="49" charset="-122"/>
              </a:rPr>
              <a:t>(</a:t>
            </a:r>
            <a:r>
              <a:rPr lang="en-US" altLang="zh-CN" sz="2400" i="1">
                <a:latin typeface="Times New Roman" panose="02020603050405020304" pitchFamily="18" charset="0"/>
                <a:ea typeface="楷体" panose="02010609060101010101" pitchFamily="49" charset="-122"/>
              </a:rPr>
              <a:t>A|b,E</a:t>
            </a:r>
            <a:r>
              <a:rPr lang="en-US" altLang="zh-CN" sz="2400">
                <a:latin typeface="Times New Roman" panose="02020603050405020304" pitchFamily="18" charset="0"/>
                <a:ea typeface="楷体" panose="02010609060101010101" pitchFamily="49" charset="-122"/>
              </a:rPr>
              <a:t>)</a:t>
            </a:r>
            <a:r>
              <a:rPr lang="en-US" altLang="zh-CN" sz="2400" i="1">
                <a:latin typeface="Times New Roman" panose="02020603050405020304" pitchFamily="18" charset="0"/>
                <a:ea typeface="楷体" panose="02010609060101010101" pitchFamily="49" charset="-122"/>
              </a:rPr>
              <a:t>P</a:t>
            </a:r>
            <a:r>
              <a:rPr lang="en-US" altLang="zh-CN" sz="2400">
                <a:latin typeface="Times New Roman" panose="02020603050405020304" pitchFamily="18" charset="0"/>
                <a:ea typeface="楷体" panose="02010609060101010101" pitchFamily="49" charset="-122"/>
              </a:rPr>
              <a:t>(</a:t>
            </a:r>
            <a:r>
              <a:rPr lang="en-US" altLang="zh-CN" sz="2400" i="1">
                <a:latin typeface="Times New Roman" panose="02020603050405020304" pitchFamily="18" charset="0"/>
                <a:ea typeface="楷体" panose="02010609060101010101" pitchFamily="49" charset="-122"/>
              </a:rPr>
              <a:t>j|A</a:t>
            </a:r>
            <a:r>
              <a:rPr lang="en-US" altLang="zh-CN" sz="2400">
                <a:latin typeface="Times New Roman" panose="02020603050405020304" pitchFamily="18" charset="0"/>
                <a:ea typeface="楷体" panose="02010609060101010101" pitchFamily="49" charset="-122"/>
              </a:rPr>
              <a:t>)</a:t>
            </a:r>
            <a:r>
              <a:rPr lang="en-US" altLang="zh-CN" sz="2400" i="1">
                <a:latin typeface="Times New Roman" panose="02020603050405020304" pitchFamily="18" charset="0"/>
                <a:ea typeface="楷体" panose="02010609060101010101" pitchFamily="49" charset="-122"/>
              </a:rPr>
              <a:t>P</a:t>
            </a:r>
            <a:r>
              <a:rPr lang="en-US" altLang="zh-CN" sz="2400">
                <a:latin typeface="Times New Roman" panose="02020603050405020304" pitchFamily="18" charset="0"/>
                <a:ea typeface="楷体" panose="02010609060101010101" pitchFamily="49" charset="-122"/>
              </a:rPr>
              <a:t>(</a:t>
            </a:r>
            <a:r>
              <a:rPr lang="en-US" altLang="zh-CN" sz="2400" i="1">
                <a:latin typeface="Times New Roman" panose="02020603050405020304" pitchFamily="18" charset="0"/>
                <a:ea typeface="楷体" panose="02010609060101010101" pitchFamily="49" charset="-122"/>
                <a:sym typeface="Symbol" panose="05050102010706020507" pitchFamily="18" charset="2"/>
              </a:rPr>
              <a:t>m|A</a:t>
            </a:r>
            <a:r>
              <a:rPr lang="en-US" altLang="zh-CN" sz="2400">
                <a:latin typeface="Times New Roman" panose="02020603050405020304" pitchFamily="18" charset="0"/>
                <a:ea typeface="楷体" panose="02010609060101010101" pitchFamily="49" charset="-122"/>
              </a:rPr>
              <a:t>)</a:t>
            </a:r>
          </a:p>
        </p:txBody>
      </p:sp>
      <p:sp>
        <p:nvSpPr>
          <p:cNvPr id="4" name="矩形 3"/>
          <p:cNvSpPr>
            <a:spLocks noChangeArrowheads="1"/>
          </p:cNvSpPr>
          <p:nvPr/>
        </p:nvSpPr>
        <p:spPr bwMode="auto">
          <a:xfrm>
            <a:off x="2427288" y="2049463"/>
            <a:ext cx="4572000" cy="1200150"/>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楷体" panose="02010609060101010101" pitchFamily="49" charset="-122"/>
                <a:ea typeface="楷体" panose="02010609060101010101" pitchFamily="49" charset="-122"/>
              </a:defRPr>
            </a:lvl1pPr>
            <a:lvl2pPr marL="742950" indent="-285750">
              <a:defRPr kumimoji="1" sz="2400">
                <a:solidFill>
                  <a:schemeClr val="tx1"/>
                </a:solidFill>
                <a:latin typeface="楷体" panose="02010609060101010101" pitchFamily="49" charset="-122"/>
                <a:ea typeface="楷体" panose="02010609060101010101" pitchFamily="49" charset="-122"/>
              </a:defRPr>
            </a:lvl2pPr>
            <a:lvl3pPr marL="1143000" indent="-228600">
              <a:defRPr kumimoji="1" sz="2400">
                <a:solidFill>
                  <a:schemeClr val="tx1"/>
                </a:solidFill>
                <a:latin typeface="楷体" panose="02010609060101010101" pitchFamily="49" charset="-122"/>
                <a:ea typeface="楷体" panose="02010609060101010101" pitchFamily="49" charset="-122"/>
              </a:defRPr>
            </a:lvl3pPr>
            <a:lvl4pPr marL="1600200" indent="-228600">
              <a:defRPr kumimoji="1" sz="2400">
                <a:solidFill>
                  <a:schemeClr val="tx1"/>
                </a:solidFill>
                <a:latin typeface="楷体" panose="02010609060101010101" pitchFamily="49" charset="-122"/>
                <a:ea typeface="楷体" panose="02010609060101010101" pitchFamily="49" charset="-122"/>
              </a:defRPr>
            </a:lvl4pPr>
            <a:lvl5pPr marL="2057400" indent="-228600">
              <a:defRPr kumimoji="1" sz="2400">
                <a:solidFill>
                  <a:schemeClr val="tx1"/>
                </a:solidFill>
                <a:latin typeface="楷体" panose="02010609060101010101" pitchFamily="49" charset="-122"/>
                <a:ea typeface="楷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楷体" panose="02010609060101010101" pitchFamily="49" charset="-122"/>
                <a:ea typeface="楷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楷体" panose="02010609060101010101" pitchFamily="49" charset="-122"/>
                <a:ea typeface="楷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楷体" panose="02010609060101010101" pitchFamily="49" charset="-122"/>
                <a:ea typeface="楷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楷体" panose="02010609060101010101" pitchFamily="49" charset="-122"/>
                <a:ea typeface="楷体" panose="02010609060101010101" pitchFamily="49" charset="-122"/>
              </a:defRPr>
            </a:lvl9pPr>
          </a:lstStyle>
          <a:p>
            <a:pPr algn="just" eaLnBrk="1" hangingPunct="1"/>
            <a:r>
              <a:rPr lang="zh-CN" altLang="en-US">
                <a:latin typeface="Times New Roman" panose="02020603050405020304" pitchFamily="18" charset="0"/>
              </a:rPr>
              <a:t>证据 </a:t>
            </a:r>
            <a:r>
              <a:rPr lang="en-US" altLang="zh-CN" i="1">
                <a:latin typeface="Times New Roman" panose="02020603050405020304" pitchFamily="18" charset="0"/>
              </a:rPr>
              <a:t>J=T</a:t>
            </a:r>
            <a:r>
              <a:rPr lang="en-US" altLang="zh-CN">
                <a:latin typeface="Times New Roman" panose="02020603050405020304" pitchFamily="18" charset="0"/>
              </a:rPr>
              <a:t>  /  </a:t>
            </a:r>
            <a:r>
              <a:rPr lang="en-US" altLang="zh-CN" i="1">
                <a:latin typeface="Times New Roman" panose="02020603050405020304" pitchFamily="18" charset="0"/>
              </a:rPr>
              <a:t>M =F</a:t>
            </a:r>
          </a:p>
          <a:p>
            <a:pPr algn="just" eaLnBrk="1" hangingPunct="1"/>
            <a:r>
              <a:rPr lang="zh-CN" altLang="en-US">
                <a:latin typeface="Times New Roman" panose="02020603050405020304" pitchFamily="18" charset="0"/>
              </a:rPr>
              <a:t>查询变量 </a:t>
            </a:r>
            <a:r>
              <a:rPr lang="en-US" altLang="zh-CN" i="1">
                <a:latin typeface="Times New Roman" panose="02020603050405020304" pitchFamily="18" charset="0"/>
              </a:rPr>
              <a:t>B =True</a:t>
            </a:r>
          </a:p>
          <a:p>
            <a:pPr algn="just" eaLnBrk="1" hangingPunct="1"/>
            <a:r>
              <a:rPr lang="zh-CN" altLang="en-US">
                <a:latin typeface="Times New Roman" panose="02020603050405020304" pitchFamily="18" charset="0"/>
              </a:rPr>
              <a:t>隐含变量  </a:t>
            </a:r>
            <a:r>
              <a:rPr lang="en-US" altLang="zh-CN" i="1">
                <a:latin typeface="Times New Roman" panose="02020603050405020304" pitchFamily="18" charset="0"/>
              </a:rPr>
              <a:t>Earthquake / Alarm</a:t>
            </a:r>
          </a:p>
        </p:txBody>
      </p:sp>
      <p:sp>
        <p:nvSpPr>
          <p:cNvPr id="5" name="文本框 4"/>
          <p:cNvSpPr txBox="1">
            <a:spLocks noChangeArrowheads="1"/>
          </p:cNvSpPr>
          <p:nvPr/>
        </p:nvSpPr>
        <p:spPr bwMode="auto">
          <a:xfrm>
            <a:off x="1258888" y="2273300"/>
            <a:ext cx="12255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楷体" panose="02010609060101010101" pitchFamily="49" charset="-122"/>
                <a:ea typeface="楷体" panose="02010609060101010101" pitchFamily="49" charset="-122"/>
              </a:defRPr>
            </a:lvl1pPr>
            <a:lvl2pPr marL="742950" indent="-285750">
              <a:defRPr kumimoji="1" sz="2400">
                <a:solidFill>
                  <a:schemeClr val="tx1"/>
                </a:solidFill>
                <a:latin typeface="楷体" panose="02010609060101010101" pitchFamily="49" charset="-122"/>
                <a:ea typeface="楷体" panose="02010609060101010101" pitchFamily="49" charset="-122"/>
              </a:defRPr>
            </a:lvl2pPr>
            <a:lvl3pPr marL="1143000" indent="-228600">
              <a:defRPr kumimoji="1" sz="2400">
                <a:solidFill>
                  <a:schemeClr val="tx1"/>
                </a:solidFill>
                <a:latin typeface="楷体" panose="02010609060101010101" pitchFamily="49" charset="-122"/>
                <a:ea typeface="楷体" panose="02010609060101010101" pitchFamily="49" charset="-122"/>
              </a:defRPr>
            </a:lvl3pPr>
            <a:lvl4pPr marL="1600200" indent="-228600">
              <a:defRPr kumimoji="1" sz="2400">
                <a:solidFill>
                  <a:schemeClr val="tx1"/>
                </a:solidFill>
                <a:latin typeface="楷体" panose="02010609060101010101" pitchFamily="49" charset="-122"/>
                <a:ea typeface="楷体" panose="02010609060101010101" pitchFamily="49" charset="-122"/>
              </a:defRPr>
            </a:lvl4pPr>
            <a:lvl5pPr marL="2057400" indent="-228600">
              <a:defRPr kumimoji="1" sz="2400">
                <a:solidFill>
                  <a:schemeClr val="tx1"/>
                </a:solidFill>
                <a:latin typeface="楷体" panose="02010609060101010101" pitchFamily="49" charset="-122"/>
                <a:ea typeface="楷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楷体" panose="02010609060101010101" pitchFamily="49" charset="-122"/>
                <a:ea typeface="楷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楷体" panose="02010609060101010101" pitchFamily="49" charset="-122"/>
                <a:ea typeface="楷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楷体" panose="02010609060101010101" pitchFamily="49" charset="-122"/>
                <a:ea typeface="楷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楷体" panose="02010609060101010101" pitchFamily="49" charset="-122"/>
                <a:ea typeface="楷体" panose="02010609060101010101" pitchFamily="49" charset="-122"/>
              </a:defRPr>
            </a:lvl9pPr>
          </a:lstStyle>
          <a:p>
            <a:r>
              <a:rPr lang="zh-CN" altLang="en-US"/>
              <a:t>分析：</a:t>
            </a:r>
          </a:p>
        </p:txBody>
      </p:sp>
    </p:spTree>
    <p:extLst>
      <p:ext uri="{BB962C8B-B14F-4D97-AF65-F5344CB8AC3E}">
        <p14:creationId xmlns:p14="http://schemas.microsoft.com/office/powerpoint/2010/main" val="343118150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50211">
                                            <p:txEl>
                                              <p:pRg st="0" end="0"/>
                                            </p:txEl>
                                          </p:spTgt>
                                        </p:tgtEl>
                                        <p:attrNameLst>
                                          <p:attrName>style.visibility</p:attrName>
                                        </p:attrNameLst>
                                      </p:cBhvr>
                                      <p:to>
                                        <p:strVal val="visible"/>
                                      </p:to>
                                    </p:set>
                                    <p:animEffect transition="in" filter="blinds(horizontal)">
                                      <p:cBhvr>
                                        <p:cTn id="7" dur="500"/>
                                        <p:tgtEl>
                                          <p:spTgt spid="35021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4"/>
                                        </p:tgtEl>
                                        <p:attrNameLst>
                                          <p:attrName>style.visibility</p:attrName>
                                        </p:attrNameLst>
                                      </p:cBhvr>
                                      <p:to>
                                        <p:strVal val="visible"/>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p:cTn id="17" dur="1" fill="hold">
                                          <p:stCondLst>
                                            <p:cond delay="0"/>
                                          </p:stCondLst>
                                        </p:cTn>
                                        <p:tgtEl>
                                          <p:spTgt spid="350211">
                                            <p:txEl>
                                              <p:pRg st="4" end="4"/>
                                            </p:txEl>
                                          </p:spTgt>
                                        </p:tgtEl>
                                        <p:attrNameLst>
                                          <p:attrName>style.visibility</p:attrName>
                                        </p:attrNameLst>
                                      </p:cBhvr>
                                      <p:to>
                                        <p:strVal val="visible"/>
                                      </p:to>
                                    </p:set>
                                    <p:animEffect transition="in" filter="blinds(horizontal)">
                                      <p:cBhvr>
                                        <p:cTn id="18" dur="500"/>
                                        <p:tgtEl>
                                          <p:spTgt spid="350211">
                                            <p:txEl>
                                              <p:pRg st="4" end="4"/>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p:cTn id="22" dur="1" fill="hold">
                                          <p:stCondLst>
                                            <p:cond delay="0"/>
                                          </p:stCondLst>
                                        </p:cTn>
                                        <p:tgtEl>
                                          <p:spTgt spid="350211">
                                            <p:txEl>
                                              <p:pRg st="5" end="5"/>
                                            </p:txEl>
                                          </p:spTgt>
                                        </p:tgtEl>
                                        <p:attrNameLst>
                                          <p:attrName>style.visibility</p:attrName>
                                        </p:attrNameLst>
                                      </p:cBhvr>
                                      <p:to>
                                        <p:strVal val="visible"/>
                                      </p:to>
                                    </p:set>
                                    <p:animEffect transition="in" filter="blinds(horizontal)">
                                      <p:cBhvr>
                                        <p:cTn id="23" dur="500"/>
                                        <p:tgtEl>
                                          <p:spTgt spid="350211">
                                            <p:txEl>
                                              <p:pRg st="5" end="5"/>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5" grpId="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灯片编号占位符 3"/>
          <p:cNvSpPr>
            <a:spLocks noGrp="1"/>
          </p:cNvSpPr>
          <p:nvPr>
            <p:ph type="sldNum" sz="quarter" idx="10"/>
          </p:nvPr>
        </p:nvSpPr>
        <p:spPr>
          <a:noFill/>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a:spcBef>
                <a:spcPct val="0"/>
              </a:spcBef>
              <a:buFontTx/>
              <a:buNone/>
            </a:pPr>
            <a:fld id="{8F3EDEF0-E53C-455A-A3A3-46041F35F5B0}" type="slidenum">
              <a:rPr lang="zh-CN" altLang="en-US" sz="1400" smtClean="0">
                <a:latin typeface="Gulim" panose="02010600030101010101" charset="-122"/>
                <a:ea typeface="Gulim" panose="02010600030101010101" charset="-122"/>
              </a:rPr>
              <a:pPr>
                <a:spcBef>
                  <a:spcPct val="0"/>
                </a:spcBef>
                <a:buFontTx/>
                <a:buNone/>
              </a:pPr>
              <a:t>115</a:t>
            </a:fld>
            <a:endParaRPr lang="en-US" altLang="zh-CN" sz="1400" smtClean="0">
              <a:latin typeface="Gulim" panose="02010600030101010101" charset="-122"/>
              <a:ea typeface="Gulim" panose="02010600030101010101" charset="-122"/>
            </a:endParaRPr>
          </a:p>
        </p:txBody>
      </p:sp>
      <p:sp>
        <p:nvSpPr>
          <p:cNvPr id="354306" name="Rectangle 2"/>
          <p:cNvSpPr>
            <a:spLocks noGrp="1" noChangeArrowheads="1"/>
          </p:cNvSpPr>
          <p:nvPr>
            <p:ph type="title"/>
          </p:nvPr>
        </p:nvSpPr>
        <p:spPr>
          <a:xfrm>
            <a:off x="684213" y="549275"/>
            <a:ext cx="7772400" cy="731838"/>
          </a:xfrm>
        </p:spPr>
        <p:txBody>
          <a:bodyPr/>
          <a:lstStyle/>
          <a:p>
            <a:pPr algn="ctr" eaLnBrk="1" hangingPunct="1">
              <a:defRPr/>
            </a:pPr>
            <a:r>
              <a:rPr lang="zh-CN" altLang="en-US" sz="3200" b="1" dirty="0">
                <a:solidFill>
                  <a:schemeClr val="tx1"/>
                </a:solidFill>
                <a:latin typeface="微软雅黑" panose="020B0503020204020204" pitchFamily="34" charset="-122"/>
                <a:ea typeface="微软雅黑" panose="020B0503020204020204" pitchFamily="34" charset="-122"/>
              </a:rPr>
              <a:t>推理实例</a:t>
            </a:r>
            <a:r>
              <a:rPr lang="en-US" altLang="zh-CN" sz="3200" b="1" dirty="0" smtClean="0">
                <a:solidFill>
                  <a:schemeClr val="tx1"/>
                </a:solidFill>
                <a:latin typeface="微软雅黑" panose="020B0503020204020204" pitchFamily="34" charset="-122"/>
                <a:ea typeface="微软雅黑" panose="020B0503020204020204" pitchFamily="34" charset="-122"/>
              </a:rPr>
              <a:t>(</a:t>
            </a:r>
            <a:r>
              <a:rPr lang="en-US" altLang="zh-CN" sz="3200" b="1" dirty="0">
                <a:solidFill>
                  <a:schemeClr val="tx1"/>
                </a:solidFill>
                <a:latin typeface="微软雅黑" panose="020B0503020204020204" pitchFamily="34" charset="-122"/>
                <a:ea typeface="微软雅黑" panose="020B0503020204020204" pitchFamily="34" charset="-122"/>
              </a:rPr>
              <a:t>2)</a:t>
            </a:r>
          </a:p>
        </p:txBody>
      </p:sp>
      <p:sp>
        <p:nvSpPr>
          <p:cNvPr id="354307" name="Rectangle 3"/>
          <p:cNvSpPr>
            <a:spLocks noGrp="1" noChangeArrowheads="1"/>
          </p:cNvSpPr>
          <p:nvPr>
            <p:ph type="body" idx="1"/>
          </p:nvPr>
        </p:nvSpPr>
        <p:spPr>
          <a:xfrm>
            <a:off x="285750" y="1958975"/>
            <a:ext cx="8569325" cy="4967288"/>
          </a:xfrm>
        </p:spPr>
        <p:txBody>
          <a:bodyPr/>
          <a:lstStyle/>
          <a:p>
            <a:pPr marL="457200" lvl="1" indent="0" algn="just" eaLnBrk="1" latinLnBrk="0" hangingPunct="1">
              <a:lnSpc>
                <a:spcPct val="120000"/>
              </a:lnSpc>
              <a:buFontTx/>
              <a:buNone/>
            </a:pPr>
            <a:r>
              <a:rPr kumimoji="0" lang="zh-CN" altLang="en-US" sz="2400" smtClean="0">
                <a:latin typeface="Times New Roman" panose="02020603050405020304" pitchFamily="18" charset="0"/>
                <a:ea typeface="楷体" panose="02010609060101010101" pitchFamily="49" charset="-122"/>
              </a:rPr>
              <a:t>计算过程</a:t>
            </a:r>
            <a:r>
              <a:rPr kumimoji="0" lang="en-US" altLang="zh-CN" sz="2400" smtClean="0">
                <a:latin typeface="Times New Roman" panose="02020603050405020304" pitchFamily="18" charset="0"/>
                <a:ea typeface="楷体" panose="02010609060101010101" pitchFamily="49" charset="-122"/>
              </a:rPr>
              <a:t>(</a:t>
            </a:r>
            <a:r>
              <a:rPr kumimoji="0" lang="zh-CN" altLang="en-US" sz="2400" smtClean="0">
                <a:latin typeface="Times New Roman" panose="02020603050405020304" pitchFamily="18" charset="0"/>
                <a:ea typeface="楷体" panose="02010609060101010101" pitchFamily="49" charset="-122"/>
              </a:rPr>
              <a:t>遍历</a:t>
            </a:r>
            <a:r>
              <a:rPr kumimoji="0" lang="en-US" altLang="zh-CN" sz="2400" smtClean="0">
                <a:latin typeface="Times New Roman" panose="02020603050405020304" pitchFamily="18" charset="0"/>
                <a:ea typeface="楷体" panose="02010609060101010101" pitchFamily="49" charset="-122"/>
              </a:rPr>
              <a:t>A=a/</a:t>
            </a:r>
            <a:r>
              <a:rPr lang="en-US" altLang="zh-CN" sz="2400" smtClean="0">
                <a:latin typeface="Times New Roman" panose="02020603050405020304" pitchFamily="18" charset="0"/>
                <a:ea typeface="楷体" panose="02010609060101010101" pitchFamily="49" charset="-122"/>
                <a:sym typeface="Symbol" panose="05050102010706020507" pitchFamily="18" charset="2"/>
              </a:rPr>
              <a:t></a:t>
            </a:r>
            <a:r>
              <a:rPr kumimoji="0" lang="en-US" altLang="zh-CN" sz="2400" smtClean="0">
                <a:latin typeface="Times New Roman" panose="02020603050405020304" pitchFamily="18" charset="0"/>
                <a:ea typeface="楷体" panose="02010609060101010101" pitchFamily="49" charset="-122"/>
              </a:rPr>
              <a:t>a</a:t>
            </a:r>
            <a:r>
              <a:rPr kumimoji="0" lang="zh-CN" altLang="en-US" sz="2400" smtClean="0">
                <a:latin typeface="Times New Roman" panose="02020603050405020304" pitchFamily="18" charset="0"/>
                <a:ea typeface="楷体" panose="02010609060101010101" pitchFamily="49" charset="-122"/>
              </a:rPr>
              <a:t>和</a:t>
            </a:r>
            <a:r>
              <a:rPr kumimoji="0" lang="en-US" altLang="zh-CN" sz="2400" smtClean="0">
                <a:latin typeface="Times New Roman" panose="02020603050405020304" pitchFamily="18" charset="0"/>
                <a:ea typeface="楷体" panose="02010609060101010101" pitchFamily="49" charset="-122"/>
              </a:rPr>
              <a:t>E=e/</a:t>
            </a:r>
            <a:r>
              <a:rPr lang="en-US" altLang="zh-CN" sz="2400" smtClean="0">
                <a:latin typeface="Times New Roman" panose="02020603050405020304" pitchFamily="18" charset="0"/>
                <a:ea typeface="楷体" panose="02010609060101010101" pitchFamily="49" charset="-122"/>
                <a:sym typeface="Symbol" panose="05050102010706020507" pitchFamily="18" charset="2"/>
              </a:rPr>
              <a:t></a:t>
            </a:r>
            <a:r>
              <a:rPr kumimoji="0" lang="en-US" altLang="zh-CN" sz="2400" smtClean="0">
                <a:latin typeface="Times New Roman" panose="02020603050405020304" pitchFamily="18" charset="0"/>
                <a:ea typeface="楷体" panose="02010609060101010101" pitchFamily="49" charset="-122"/>
              </a:rPr>
              <a:t>e)</a:t>
            </a:r>
          </a:p>
          <a:p>
            <a:pPr marL="457200" lvl="1" indent="0" algn="just" eaLnBrk="1" latinLnBrk="0" hangingPunct="1">
              <a:lnSpc>
                <a:spcPct val="120000"/>
              </a:lnSpc>
              <a:buFontTx/>
              <a:buNone/>
            </a:pPr>
            <a:r>
              <a:rPr lang="en-US" altLang="zh-CN" sz="2400" smtClean="0">
                <a:latin typeface="Times New Roman" panose="02020603050405020304" pitchFamily="18" charset="0"/>
                <a:ea typeface="楷体" panose="02010609060101010101" pitchFamily="49" charset="-122"/>
              </a:rPr>
              <a:t>P(j|a)=0.90		</a:t>
            </a:r>
          </a:p>
          <a:p>
            <a:pPr marL="457200" lvl="1" indent="0" algn="just" eaLnBrk="1" latinLnBrk="0" hangingPunct="1">
              <a:lnSpc>
                <a:spcPct val="120000"/>
              </a:lnSpc>
              <a:buFontTx/>
              <a:buNone/>
            </a:pPr>
            <a:r>
              <a:rPr lang="en-US" altLang="zh-CN" sz="2400" smtClean="0">
                <a:latin typeface="Times New Roman" panose="02020603050405020304" pitchFamily="18" charset="0"/>
                <a:ea typeface="楷体" panose="02010609060101010101" pitchFamily="49" charset="-122"/>
              </a:rPr>
              <a:t>P(</a:t>
            </a:r>
            <a:r>
              <a:rPr lang="en-US" altLang="zh-CN" sz="2400" smtClean="0">
                <a:latin typeface="Times New Roman" panose="02020603050405020304" pitchFamily="18" charset="0"/>
                <a:ea typeface="楷体" panose="02010609060101010101" pitchFamily="49" charset="-122"/>
                <a:sym typeface="Symbol" panose="05050102010706020507" pitchFamily="18" charset="2"/>
              </a:rPr>
              <a:t>m|a</a:t>
            </a:r>
            <a:r>
              <a:rPr lang="en-US" altLang="zh-CN" sz="2400" smtClean="0">
                <a:latin typeface="Times New Roman" panose="02020603050405020304" pitchFamily="18" charset="0"/>
                <a:ea typeface="楷体" panose="02010609060101010101" pitchFamily="49" charset="-122"/>
              </a:rPr>
              <a:t>)=0.30</a:t>
            </a:r>
          </a:p>
          <a:p>
            <a:pPr marL="457200" lvl="1" indent="0" algn="just" eaLnBrk="1" latinLnBrk="0" hangingPunct="1">
              <a:lnSpc>
                <a:spcPct val="120000"/>
              </a:lnSpc>
              <a:buFontTx/>
              <a:buNone/>
            </a:pPr>
            <a:r>
              <a:rPr lang="en-US" altLang="zh-CN" sz="2400" smtClean="0">
                <a:latin typeface="Times New Roman" panose="02020603050405020304" pitchFamily="18" charset="0"/>
                <a:ea typeface="楷体" panose="02010609060101010101" pitchFamily="49" charset="-122"/>
              </a:rPr>
              <a:t>P(j|</a:t>
            </a:r>
            <a:r>
              <a:rPr lang="en-US" altLang="zh-CN" sz="2400" smtClean="0">
                <a:latin typeface="Times New Roman" panose="02020603050405020304" pitchFamily="18" charset="0"/>
                <a:ea typeface="楷体" panose="02010609060101010101" pitchFamily="49" charset="-122"/>
                <a:sym typeface="Symbol" panose="05050102010706020507" pitchFamily="18" charset="2"/>
              </a:rPr>
              <a:t>a</a:t>
            </a:r>
            <a:r>
              <a:rPr lang="en-US" altLang="zh-CN" sz="2400" smtClean="0">
                <a:latin typeface="Times New Roman" panose="02020603050405020304" pitchFamily="18" charset="0"/>
                <a:ea typeface="楷体" panose="02010609060101010101" pitchFamily="49" charset="-122"/>
              </a:rPr>
              <a:t>)=0.05	</a:t>
            </a:r>
          </a:p>
          <a:p>
            <a:pPr marL="457200" lvl="1" indent="0" algn="just" eaLnBrk="1" latinLnBrk="0" hangingPunct="1">
              <a:lnSpc>
                <a:spcPct val="120000"/>
              </a:lnSpc>
              <a:buFontTx/>
              <a:buNone/>
            </a:pPr>
            <a:r>
              <a:rPr lang="en-US" altLang="zh-CN" sz="2400" smtClean="0">
                <a:latin typeface="Times New Roman" panose="02020603050405020304" pitchFamily="18" charset="0"/>
                <a:ea typeface="楷体" panose="02010609060101010101" pitchFamily="49" charset="-122"/>
              </a:rPr>
              <a:t>P(</a:t>
            </a:r>
            <a:r>
              <a:rPr lang="en-US" altLang="zh-CN" sz="2400" smtClean="0">
                <a:latin typeface="Times New Roman" panose="02020603050405020304" pitchFamily="18" charset="0"/>
                <a:ea typeface="楷体" panose="02010609060101010101" pitchFamily="49" charset="-122"/>
                <a:sym typeface="Symbol" panose="05050102010706020507" pitchFamily="18" charset="2"/>
              </a:rPr>
              <a:t>m</a:t>
            </a:r>
            <a:r>
              <a:rPr lang="en-US" altLang="zh-CN" sz="2400" smtClean="0">
                <a:latin typeface="Times New Roman" panose="02020603050405020304" pitchFamily="18" charset="0"/>
                <a:ea typeface="楷体" panose="02010609060101010101" pitchFamily="49" charset="-122"/>
              </a:rPr>
              <a:t>|</a:t>
            </a:r>
            <a:r>
              <a:rPr lang="en-US" altLang="zh-CN" sz="2400" smtClean="0">
                <a:latin typeface="Times New Roman" panose="02020603050405020304" pitchFamily="18" charset="0"/>
                <a:ea typeface="楷体" panose="02010609060101010101" pitchFamily="49" charset="-122"/>
                <a:sym typeface="Symbol" panose="05050102010706020507" pitchFamily="18" charset="2"/>
              </a:rPr>
              <a:t>a</a:t>
            </a:r>
            <a:r>
              <a:rPr lang="en-US" altLang="zh-CN" sz="2400" smtClean="0">
                <a:latin typeface="Times New Roman" panose="02020603050405020304" pitchFamily="18" charset="0"/>
                <a:ea typeface="楷体" panose="02010609060101010101" pitchFamily="49" charset="-122"/>
              </a:rPr>
              <a:t>)=0.99</a:t>
            </a:r>
          </a:p>
          <a:p>
            <a:pPr marL="457200" lvl="1" indent="0" algn="just" eaLnBrk="1" latinLnBrk="0" hangingPunct="1">
              <a:lnSpc>
                <a:spcPct val="120000"/>
              </a:lnSpc>
              <a:buFontTx/>
              <a:buNone/>
            </a:pPr>
            <a:r>
              <a:rPr lang="en-US" altLang="zh-CN" sz="2400" smtClean="0">
                <a:latin typeface="Times New Roman" panose="02020603050405020304" pitchFamily="18" charset="0"/>
                <a:ea typeface="楷体" panose="02010609060101010101" pitchFamily="49" charset="-122"/>
              </a:rPr>
              <a:t>P(a|b,e)=0.95	</a:t>
            </a:r>
          </a:p>
          <a:p>
            <a:pPr marL="457200" lvl="1" indent="0" algn="just" eaLnBrk="1" latinLnBrk="0" hangingPunct="1">
              <a:lnSpc>
                <a:spcPct val="120000"/>
              </a:lnSpc>
              <a:buFontTx/>
              <a:buNone/>
            </a:pPr>
            <a:r>
              <a:rPr lang="en-US" altLang="zh-CN" sz="2400" smtClean="0">
                <a:latin typeface="Times New Roman" panose="02020603050405020304" pitchFamily="18" charset="0"/>
                <a:ea typeface="楷体" panose="02010609060101010101" pitchFamily="49" charset="-122"/>
              </a:rPr>
              <a:t>P(</a:t>
            </a:r>
            <a:r>
              <a:rPr lang="en-US" altLang="zh-CN" sz="2400" smtClean="0">
                <a:latin typeface="Times New Roman" panose="02020603050405020304" pitchFamily="18" charset="0"/>
                <a:ea typeface="楷体" panose="02010609060101010101" pitchFamily="49" charset="-122"/>
                <a:sym typeface="Symbol" panose="05050102010706020507" pitchFamily="18" charset="2"/>
              </a:rPr>
              <a:t></a:t>
            </a:r>
            <a:r>
              <a:rPr lang="en-US" altLang="zh-CN" sz="2400" smtClean="0">
                <a:latin typeface="Times New Roman" panose="02020603050405020304" pitchFamily="18" charset="0"/>
                <a:ea typeface="楷体" panose="02010609060101010101" pitchFamily="49" charset="-122"/>
              </a:rPr>
              <a:t>a|b,e)=0.05</a:t>
            </a:r>
          </a:p>
          <a:p>
            <a:pPr marL="457200" lvl="1" indent="0" algn="just" eaLnBrk="1" latinLnBrk="0" hangingPunct="1">
              <a:lnSpc>
                <a:spcPct val="120000"/>
              </a:lnSpc>
              <a:buFontTx/>
              <a:buNone/>
            </a:pPr>
            <a:r>
              <a:rPr lang="en-US" altLang="zh-CN" sz="2400" smtClean="0">
                <a:latin typeface="Times New Roman" panose="02020603050405020304" pitchFamily="18" charset="0"/>
                <a:ea typeface="楷体" panose="02010609060101010101" pitchFamily="49" charset="-122"/>
              </a:rPr>
              <a:t>P(</a:t>
            </a:r>
            <a:r>
              <a:rPr lang="en-US" altLang="zh-CN" sz="2400" smtClean="0">
                <a:latin typeface="Times New Roman" panose="02020603050405020304" pitchFamily="18" charset="0"/>
                <a:ea typeface="楷体" panose="02010609060101010101" pitchFamily="49" charset="-122"/>
                <a:sym typeface="Symbol" panose="05050102010706020507" pitchFamily="18" charset="2"/>
              </a:rPr>
              <a:t>a|b,e</a:t>
            </a:r>
            <a:r>
              <a:rPr lang="en-US" altLang="zh-CN" sz="2400" smtClean="0">
                <a:latin typeface="Times New Roman" panose="02020603050405020304" pitchFamily="18" charset="0"/>
                <a:ea typeface="楷体" panose="02010609060101010101" pitchFamily="49" charset="-122"/>
              </a:rPr>
              <a:t>)=0.94	</a:t>
            </a:r>
          </a:p>
          <a:p>
            <a:pPr marL="457200" lvl="1" indent="0" algn="just" eaLnBrk="1" latinLnBrk="0" hangingPunct="1">
              <a:lnSpc>
                <a:spcPct val="120000"/>
              </a:lnSpc>
              <a:buFontTx/>
              <a:buNone/>
            </a:pPr>
            <a:r>
              <a:rPr lang="en-US" altLang="zh-CN" sz="2400" smtClean="0">
                <a:latin typeface="Times New Roman" panose="02020603050405020304" pitchFamily="18" charset="0"/>
                <a:ea typeface="楷体" panose="02010609060101010101" pitchFamily="49" charset="-122"/>
              </a:rPr>
              <a:t>P(</a:t>
            </a:r>
            <a:r>
              <a:rPr lang="en-US" altLang="zh-CN" sz="2400" smtClean="0">
                <a:latin typeface="Times New Roman" panose="02020603050405020304" pitchFamily="18" charset="0"/>
                <a:ea typeface="楷体" panose="02010609060101010101" pitchFamily="49" charset="-122"/>
                <a:sym typeface="Symbol" panose="05050102010706020507" pitchFamily="18" charset="2"/>
              </a:rPr>
              <a:t>a|b,e</a:t>
            </a:r>
            <a:r>
              <a:rPr lang="en-US" altLang="zh-CN" sz="2400" smtClean="0">
                <a:latin typeface="Times New Roman" panose="02020603050405020304" pitchFamily="18" charset="0"/>
                <a:ea typeface="楷体" panose="02010609060101010101" pitchFamily="49" charset="-122"/>
              </a:rPr>
              <a:t>)=0.06</a:t>
            </a:r>
          </a:p>
        </p:txBody>
      </p:sp>
      <p:sp>
        <p:nvSpPr>
          <p:cNvPr id="88069" name="Text Box 4"/>
          <p:cNvSpPr txBox="1">
            <a:spLocks noChangeArrowheads="1"/>
          </p:cNvSpPr>
          <p:nvPr/>
        </p:nvSpPr>
        <p:spPr bwMode="auto">
          <a:xfrm>
            <a:off x="0" y="188913"/>
            <a:ext cx="2555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eaLnBrk="1" hangingPunct="1">
              <a:spcBef>
                <a:spcPct val="50000"/>
              </a:spcBef>
              <a:buFontTx/>
              <a:buNone/>
            </a:pPr>
            <a:r>
              <a:rPr lang="zh-CN" altLang="en-US" sz="2400">
                <a:latin typeface="华文行楷" panose="02010800040101010101" pitchFamily="2" charset="-122"/>
                <a:ea typeface="华文行楷" panose="02010800040101010101" pitchFamily="2" charset="-122"/>
              </a:rPr>
              <a:t>第</a:t>
            </a:r>
            <a:r>
              <a:rPr lang="en-US" altLang="zh-CN" sz="2400">
                <a:latin typeface="华文行楷" panose="02010800040101010101" pitchFamily="2" charset="-122"/>
                <a:ea typeface="华文行楷" panose="02010800040101010101" pitchFamily="2" charset="-122"/>
              </a:rPr>
              <a:t>5</a:t>
            </a:r>
            <a:r>
              <a:rPr lang="zh-CN" altLang="en-US" sz="2400">
                <a:latin typeface="华文行楷" panose="02010800040101010101" pitchFamily="2" charset="-122"/>
                <a:ea typeface="华文行楷" panose="02010800040101010101" pitchFamily="2" charset="-122"/>
              </a:rPr>
              <a:t>章 不精确推理</a:t>
            </a:r>
            <a:endParaRPr lang="en-US" altLang="zh-CN" sz="2400">
              <a:latin typeface="华文行楷" panose="02010800040101010101" pitchFamily="2" charset="-122"/>
              <a:ea typeface="华文行楷" panose="02010800040101010101" pitchFamily="2" charset="-122"/>
            </a:endParaRPr>
          </a:p>
        </p:txBody>
      </p:sp>
      <p:pic>
        <p:nvPicPr>
          <p:cNvPr id="8807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87675" y="2655888"/>
            <a:ext cx="6030913" cy="3724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71" name="矩形 1"/>
          <p:cNvSpPr>
            <a:spLocks noChangeArrowheads="1"/>
          </p:cNvSpPr>
          <p:nvPr/>
        </p:nvSpPr>
        <p:spPr bwMode="auto">
          <a:xfrm>
            <a:off x="395288" y="1412875"/>
            <a:ext cx="7705725"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lvl="1" algn="just" eaLnBrk="1" latinLnBrk="0" hangingPunct="1">
              <a:lnSpc>
                <a:spcPct val="120000"/>
              </a:lnSpc>
              <a:spcBef>
                <a:spcPct val="0"/>
              </a:spcBef>
              <a:buFontTx/>
              <a:buNone/>
            </a:pPr>
            <a:r>
              <a:rPr lang="en-US" altLang="zh-CN" sz="2400" i="1">
                <a:latin typeface="Times New Roman" panose="02020603050405020304" pitchFamily="18" charset="0"/>
                <a:ea typeface="楷体" panose="02010609060101010101" pitchFamily="49" charset="-122"/>
              </a:rPr>
              <a:t>P</a:t>
            </a:r>
            <a:r>
              <a:rPr lang="en-US" altLang="zh-CN" sz="2400">
                <a:latin typeface="Times New Roman" panose="02020603050405020304" pitchFamily="18" charset="0"/>
                <a:ea typeface="楷体" panose="02010609060101010101" pitchFamily="49" charset="-122"/>
              </a:rPr>
              <a:t>(</a:t>
            </a:r>
            <a:r>
              <a:rPr lang="en-US" altLang="zh-CN" sz="2400" i="1">
                <a:latin typeface="Times New Roman" panose="02020603050405020304" pitchFamily="18" charset="0"/>
                <a:ea typeface="楷体" panose="02010609060101010101" pitchFamily="49" charset="-122"/>
              </a:rPr>
              <a:t>b|j,</a:t>
            </a:r>
            <a:r>
              <a:rPr lang="en-US" altLang="zh-CN" sz="2400" i="1">
                <a:latin typeface="Times New Roman" panose="02020603050405020304" pitchFamily="18" charset="0"/>
                <a:ea typeface="楷体" panose="02010609060101010101" pitchFamily="49" charset="-122"/>
                <a:sym typeface="Symbol" panose="05050102010706020507" pitchFamily="18" charset="2"/>
              </a:rPr>
              <a:t>m</a:t>
            </a:r>
            <a:r>
              <a:rPr lang="en-US" altLang="zh-CN" sz="2400">
                <a:latin typeface="Times New Roman" panose="02020603050405020304" pitchFamily="18" charset="0"/>
                <a:ea typeface="楷体" panose="02010609060101010101" pitchFamily="49" charset="-122"/>
                <a:sym typeface="Symbol" panose="05050102010706020507" pitchFamily="18" charset="2"/>
              </a:rPr>
              <a:t>)</a:t>
            </a:r>
            <a:r>
              <a:rPr lang="en-US" altLang="zh-CN" sz="2400" i="1">
                <a:latin typeface="Times New Roman" panose="02020603050405020304" pitchFamily="18" charset="0"/>
                <a:ea typeface="楷体" panose="02010609060101010101" pitchFamily="49" charset="-122"/>
              </a:rPr>
              <a:t>=</a:t>
            </a:r>
            <a:r>
              <a:rPr lang="en-US" altLang="zh-CN" sz="2400" i="1">
                <a:latin typeface="Times New Roman" panose="02020603050405020304" pitchFamily="18" charset="0"/>
                <a:ea typeface="楷体" panose="02010609060101010101" pitchFamily="49" charset="-122"/>
                <a:sym typeface="Symbol" panose="05050102010706020507" pitchFamily="18" charset="2"/>
              </a:rPr>
              <a:t></a:t>
            </a:r>
            <a:r>
              <a:rPr lang="en-US" altLang="zh-CN" sz="2400" i="1">
                <a:latin typeface="Times New Roman" panose="02020603050405020304" pitchFamily="18" charset="0"/>
                <a:ea typeface="楷体" panose="02010609060101010101" pitchFamily="49" charset="-122"/>
              </a:rPr>
              <a:t>P</a:t>
            </a:r>
            <a:r>
              <a:rPr lang="en-US" altLang="zh-CN" sz="2400">
                <a:latin typeface="Times New Roman" panose="02020603050405020304" pitchFamily="18" charset="0"/>
                <a:ea typeface="楷体" panose="02010609060101010101" pitchFamily="49" charset="-122"/>
              </a:rPr>
              <a:t>(</a:t>
            </a:r>
            <a:r>
              <a:rPr lang="en-US" altLang="zh-CN" sz="2400" i="1">
                <a:latin typeface="Times New Roman" panose="02020603050405020304" pitchFamily="18" charset="0"/>
                <a:ea typeface="楷体" panose="02010609060101010101" pitchFamily="49" charset="-122"/>
              </a:rPr>
              <a:t>b</a:t>
            </a:r>
            <a:r>
              <a:rPr lang="en-US" altLang="zh-CN" sz="2400">
                <a:latin typeface="Times New Roman" panose="02020603050405020304" pitchFamily="18" charset="0"/>
                <a:ea typeface="楷体" panose="02010609060101010101" pitchFamily="49" charset="-122"/>
              </a:rPr>
              <a:t>)</a:t>
            </a:r>
            <a:r>
              <a:rPr lang="en-US" altLang="zh-CN" sz="2400" i="1">
                <a:latin typeface="Times New Roman" panose="02020603050405020304" pitchFamily="18" charset="0"/>
                <a:ea typeface="楷体" panose="02010609060101010101" pitchFamily="49" charset="-122"/>
              </a:rPr>
              <a:t>∑</a:t>
            </a:r>
            <a:r>
              <a:rPr lang="en-US" altLang="zh-CN" sz="2400" i="1" baseline="-25000">
                <a:latin typeface="Times New Roman" panose="02020603050405020304" pitchFamily="18" charset="0"/>
                <a:ea typeface="楷体" panose="02010609060101010101" pitchFamily="49" charset="-122"/>
              </a:rPr>
              <a:t>E</a:t>
            </a:r>
            <a:r>
              <a:rPr lang="en-US" altLang="zh-CN" sz="2400" i="1">
                <a:latin typeface="Times New Roman" panose="02020603050405020304" pitchFamily="18" charset="0"/>
                <a:ea typeface="楷体" panose="02010609060101010101" pitchFamily="49" charset="-122"/>
              </a:rPr>
              <a:t>P</a:t>
            </a:r>
            <a:r>
              <a:rPr lang="en-US" altLang="zh-CN" sz="2400">
                <a:latin typeface="Times New Roman" panose="02020603050405020304" pitchFamily="18" charset="0"/>
                <a:ea typeface="楷体" panose="02010609060101010101" pitchFamily="49" charset="-122"/>
              </a:rPr>
              <a:t>(</a:t>
            </a:r>
            <a:r>
              <a:rPr lang="en-US" altLang="zh-CN" sz="2400" i="1">
                <a:latin typeface="Times New Roman" panose="02020603050405020304" pitchFamily="18" charset="0"/>
                <a:ea typeface="楷体" panose="02010609060101010101" pitchFamily="49" charset="-122"/>
              </a:rPr>
              <a:t>E</a:t>
            </a:r>
            <a:r>
              <a:rPr lang="en-US" altLang="zh-CN" sz="2400">
                <a:latin typeface="Times New Roman" panose="02020603050405020304" pitchFamily="18" charset="0"/>
                <a:ea typeface="楷体" panose="02010609060101010101" pitchFamily="49" charset="-122"/>
              </a:rPr>
              <a:t>)</a:t>
            </a:r>
            <a:r>
              <a:rPr lang="en-US" altLang="zh-CN" sz="2400" i="1">
                <a:latin typeface="Times New Roman" panose="02020603050405020304" pitchFamily="18" charset="0"/>
                <a:ea typeface="楷体" panose="02010609060101010101" pitchFamily="49" charset="-122"/>
              </a:rPr>
              <a:t>∑</a:t>
            </a:r>
            <a:r>
              <a:rPr lang="en-US" altLang="zh-CN" sz="2400" i="1" baseline="-25000">
                <a:latin typeface="Times New Roman" panose="02020603050405020304" pitchFamily="18" charset="0"/>
                <a:ea typeface="楷体" panose="02010609060101010101" pitchFamily="49" charset="-122"/>
              </a:rPr>
              <a:t>A</a:t>
            </a:r>
            <a:r>
              <a:rPr lang="en-US" altLang="zh-CN" sz="2400" i="1">
                <a:latin typeface="Times New Roman" panose="02020603050405020304" pitchFamily="18" charset="0"/>
                <a:ea typeface="楷体" panose="02010609060101010101" pitchFamily="49" charset="-122"/>
              </a:rPr>
              <a:t>P</a:t>
            </a:r>
            <a:r>
              <a:rPr lang="en-US" altLang="zh-CN" sz="2400">
                <a:latin typeface="Times New Roman" panose="02020603050405020304" pitchFamily="18" charset="0"/>
                <a:ea typeface="楷体" panose="02010609060101010101" pitchFamily="49" charset="-122"/>
              </a:rPr>
              <a:t>(</a:t>
            </a:r>
            <a:r>
              <a:rPr lang="en-US" altLang="zh-CN" sz="2400" i="1">
                <a:latin typeface="Times New Roman" panose="02020603050405020304" pitchFamily="18" charset="0"/>
                <a:ea typeface="楷体" panose="02010609060101010101" pitchFamily="49" charset="-122"/>
              </a:rPr>
              <a:t>A|b,E</a:t>
            </a:r>
            <a:r>
              <a:rPr lang="en-US" altLang="zh-CN" sz="2400">
                <a:latin typeface="Times New Roman" panose="02020603050405020304" pitchFamily="18" charset="0"/>
                <a:ea typeface="楷体" panose="02010609060101010101" pitchFamily="49" charset="-122"/>
              </a:rPr>
              <a:t>)</a:t>
            </a:r>
            <a:r>
              <a:rPr lang="en-US" altLang="zh-CN" sz="2400" i="1">
                <a:latin typeface="Times New Roman" panose="02020603050405020304" pitchFamily="18" charset="0"/>
                <a:ea typeface="楷体" panose="02010609060101010101" pitchFamily="49" charset="-122"/>
              </a:rPr>
              <a:t>P</a:t>
            </a:r>
            <a:r>
              <a:rPr lang="en-US" altLang="zh-CN" sz="2400">
                <a:latin typeface="Times New Roman" panose="02020603050405020304" pitchFamily="18" charset="0"/>
                <a:ea typeface="楷体" panose="02010609060101010101" pitchFamily="49" charset="-122"/>
              </a:rPr>
              <a:t>(</a:t>
            </a:r>
            <a:r>
              <a:rPr lang="en-US" altLang="zh-CN" sz="2400" i="1">
                <a:latin typeface="Times New Roman" panose="02020603050405020304" pitchFamily="18" charset="0"/>
                <a:ea typeface="楷体" panose="02010609060101010101" pitchFamily="49" charset="-122"/>
              </a:rPr>
              <a:t>j|A</a:t>
            </a:r>
            <a:r>
              <a:rPr lang="en-US" altLang="zh-CN" sz="2400">
                <a:latin typeface="Times New Roman" panose="02020603050405020304" pitchFamily="18" charset="0"/>
                <a:ea typeface="楷体" panose="02010609060101010101" pitchFamily="49" charset="-122"/>
              </a:rPr>
              <a:t>)</a:t>
            </a:r>
            <a:r>
              <a:rPr lang="en-US" altLang="zh-CN" sz="2400" i="1">
                <a:latin typeface="Times New Roman" panose="02020603050405020304" pitchFamily="18" charset="0"/>
                <a:ea typeface="楷体" panose="02010609060101010101" pitchFamily="49" charset="-122"/>
              </a:rPr>
              <a:t>P</a:t>
            </a:r>
            <a:r>
              <a:rPr lang="en-US" altLang="zh-CN" sz="2400">
                <a:latin typeface="Times New Roman" panose="02020603050405020304" pitchFamily="18" charset="0"/>
                <a:ea typeface="楷体" panose="02010609060101010101" pitchFamily="49" charset="-122"/>
              </a:rPr>
              <a:t>(</a:t>
            </a:r>
            <a:r>
              <a:rPr lang="en-US" altLang="zh-CN" sz="2400" i="1">
                <a:latin typeface="Times New Roman" panose="02020603050405020304" pitchFamily="18" charset="0"/>
                <a:ea typeface="楷体" panose="02010609060101010101" pitchFamily="49" charset="-122"/>
                <a:sym typeface="Symbol" panose="05050102010706020507" pitchFamily="18" charset="2"/>
              </a:rPr>
              <a:t>m|A</a:t>
            </a:r>
            <a:r>
              <a:rPr lang="en-US" altLang="zh-CN" sz="2400">
                <a:latin typeface="Times New Roman" panose="02020603050405020304" pitchFamily="18" charset="0"/>
                <a:ea typeface="楷体" panose="02010609060101010101" pitchFamily="49" charset="-122"/>
              </a:rPr>
              <a:t>)</a:t>
            </a:r>
          </a:p>
        </p:txBody>
      </p:sp>
    </p:spTree>
    <p:extLst>
      <p:ext uri="{BB962C8B-B14F-4D97-AF65-F5344CB8AC3E}">
        <p14:creationId xmlns:p14="http://schemas.microsoft.com/office/powerpoint/2010/main" val="299914183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54307">
                                            <p:txEl>
                                              <p:pRg st="0" end="0"/>
                                            </p:txEl>
                                          </p:spTgt>
                                        </p:tgtEl>
                                        <p:attrNameLst>
                                          <p:attrName>style.visibility</p:attrName>
                                        </p:attrNameLst>
                                      </p:cBhvr>
                                      <p:to>
                                        <p:strVal val="visible"/>
                                      </p:to>
                                    </p:set>
                                    <p:animEffect transition="in" filter="blinds(horizontal)">
                                      <p:cBhvr>
                                        <p:cTn id="7" dur="500"/>
                                        <p:tgtEl>
                                          <p:spTgt spid="35430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54307">
                                            <p:txEl>
                                              <p:pRg st="1" end="1"/>
                                            </p:txEl>
                                          </p:spTgt>
                                        </p:tgtEl>
                                        <p:attrNameLst>
                                          <p:attrName>style.visibility</p:attrName>
                                        </p:attrNameLst>
                                      </p:cBhvr>
                                      <p:to>
                                        <p:strVal val="visible"/>
                                      </p:to>
                                    </p:set>
                                    <p:animEffect transition="in" filter="blinds(horizontal)">
                                      <p:cBhvr>
                                        <p:cTn id="12" dur="500"/>
                                        <p:tgtEl>
                                          <p:spTgt spid="35430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54307">
                                            <p:txEl>
                                              <p:pRg st="2" end="2"/>
                                            </p:txEl>
                                          </p:spTgt>
                                        </p:tgtEl>
                                        <p:attrNameLst>
                                          <p:attrName>style.visibility</p:attrName>
                                        </p:attrNameLst>
                                      </p:cBhvr>
                                      <p:to>
                                        <p:strVal val="visible"/>
                                      </p:to>
                                    </p:set>
                                    <p:animEffect transition="in" filter="blinds(horizontal)">
                                      <p:cBhvr>
                                        <p:cTn id="17" dur="500"/>
                                        <p:tgtEl>
                                          <p:spTgt spid="354307">
                                            <p:txEl>
                                              <p:pRg st="2" end="2"/>
                                            </p:txEl>
                                          </p:spTgt>
                                        </p:tgtEl>
                                      </p:cBhvr>
                                    </p:animEffect>
                                  </p:childTnLst>
                                </p:cTn>
                              </p:par>
                              <p:par>
                                <p:cTn id="18" presetID="3" presetClass="entr" presetSubtype="10" fill="hold" nodeType="withEffect">
                                  <p:stCondLst>
                                    <p:cond delay="0"/>
                                  </p:stCondLst>
                                  <p:childTnLst>
                                    <p:set>
                                      <p:cBhvr>
                                        <p:cTn id="19" dur="1" fill="hold">
                                          <p:stCondLst>
                                            <p:cond delay="0"/>
                                          </p:stCondLst>
                                        </p:cTn>
                                        <p:tgtEl>
                                          <p:spTgt spid="354307">
                                            <p:txEl>
                                              <p:pRg st="3" end="3"/>
                                            </p:txEl>
                                          </p:spTgt>
                                        </p:tgtEl>
                                        <p:attrNameLst>
                                          <p:attrName>style.visibility</p:attrName>
                                        </p:attrNameLst>
                                      </p:cBhvr>
                                      <p:to>
                                        <p:strVal val="visible"/>
                                      </p:to>
                                    </p:set>
                                    <p:animEffect transition="in" filter="blinds(horizontal)">
                                      <p:cBhvr>
                                        <p:cTn id="20" dur="500"/>
                                        <p:tgtEl>
                                          <p:spTgt spid="354307">
                                            <p:txEl>
                                              <p:pRg st="3" end="3"/>
                                            </p:txEl>
                                          </p:spTgt>
                                        </p:tgtEl>
                                      </p:cBhvr>
                                    </p:animEffect>
                                  </p:childTnLst>
                                </p:cTn>
                              </p:par>
                              <p:par>
                                <p:cTn id="21" presetID="3" presetClass="entr" presetSubtype="10" fill="hold" nodeType="withEffect">
                                  <p:stCondLst>
                                    <p:cond delay="0"/>
                                  </p:stCondLst>
                                  <p:childTnLst>
                                    <p:set>
                                      <p:cBhvr>
                                        <p:cTn id="22" dur="1" fill="hold">
                                          <p:stCondLst>
                                            <p:cond delay="0"/>
                                          </p:stCondLst>
                                        </p:cTn>
                                        <p:tgtEl>
                                          <p:spTgt spid="354307">
                                            <p:txEl>
                                              <p:pRg st="4" end="4"/>
                                            </p:txEl>
                                          </p:spTgt>
                                        </p:tgtEl>
                                        <p:attrNameLst>
                                          <p:attrName>style.visibility</p:attrName>
                                        </p:attrNameLst>
                                      </p:cBhvr>
                                      <p:to>
                                        <p:strVal val="visible"/>
                                      </p:to>
                                    </p:set>
                                    <p:animEffect transition="in" filter="blinds(horizontal)">
                                      <p:cBhvr>
                                        <p:cTn id="23" dur="500"/>
                                        <p:tgtEl>
                                          <p:spTgt spid="354307">
                                            <p:txEl>
                                              <p:pRg st="4" end="4"/>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354307">
                                            <p:txEl>
                                              <p:pRg st="5" end="5"/>
                                            </p:txEl>
                                          </p:spTgt>
                                        </p:tgtEl>
                                        <p:attrNameLst>
                                          <p:attrName>style.visibility</p:attrName>
                                        </p:attrNameLst>
                                      </p:cBhvr>
                                      <p:to>
                                        <p:strVal val="visible"/>
                                      </p:to>
                                    </p:set>
                                    <p:animEffect transition="in" filter="blinds(horizontal)">
                                      <p:cBhvr>
                                        <p:cTn id="26" dur="500"/>
                                        <p:tgtEl>
                                          <p:spTgt spid="354307">
                                            <p:txEl>
                                              <p:pRg st="5" end="5"/>
                                            </p:txEl>
                                          </p:spTgt>
                                        </p:tgtEl>
                                      </p:cBhvr>
                                    </p:animEffect>
                                  </p:childTnLst>
                                </p:cTn>
                              </p:par>
                              <p:par>
                                <p:cTn id="27" presetID="3" presetClass="entr" presetSubtype="10" fill="hold" nodeType="withEffect">
                                  <p:stCondLst>
                                    <p:cond delay="0"/>
                                  </p:stCondLst>
                                  <p:childTnLst>
                                    <p:set>
                                      <p:cBhvr>
                                        <p:cTn id="28" dur="1" fill="hold">
                                          <p:stCondLst>
                                            <p:cond delay="0"/>
                                          </p:stCondLst>
                                        </p:cTn>
                                        <p:tgtEl>
                                          <p:spTgt spid="354307">
                                            <p:txEl>
                                              <p:pRg st="6" end="6"/>
                                            </p:txEl>
                                          </p:spTgt>
                                        </p:tgtEl>
                                        <p:attrNameLst>
                                          <p:attrName>style.visibility</p:attrName>
                                        </p:attrNameLst>
                                      </p:cBhvr>
                                      <p:to>
                                        <p:strVal val="visible"/>
                                      </p:to>
                                    </p:set>
                                    <p:animEffect transition="in" filter="blinds(horizontal)">
                                      <p:cBhvr>
                                        <p:cTn id="29" dur="500"/>
                                        <p:tgtEl>
                                          <p:spTgt spid="354307">
                                            <p:txEl>
                                              <p:pRg st="6" end="6"/>
                                            </p:txEl>
                                          </p:spTgt>
                                        </p:tgtEl>
                                      </p:cBhvr>
                                    </p:animEffect>
                                  </p:childTnLst>
                                </p:cTn>
                              </p:par>
                              <p:par>
                                <p:cTn id="30" presetID="3" presetClass="entr" presetSubtype="10" fill="hold" nodeType="withEffect">
                                  <p:stCondLst>
                                    <p:cond delay="0"/>
                                  </p:stCondLst>
                                  <p:childTnLst>
                                    <p:set>
                                      <p:cBhvr>
                                        <p:cTn id="31" dur="1" fill="hold">
                                          <p:stCondLst>
                                            <p:cond delay="0"/>
                                          </p:stCondLst>
                                        </p:cTn>
                                        <p:tgtEl>
                                          <p:spTgt spid="354307">
                                            <p:txEl>
                                              <p:pRg st="7" end="7"/>
                                            </p:txEl>
                                          </p:spTgt>
                                        </p:tgtEl>
                                        <p:attrNameLst>
                                          <p:attrName>style.visibility</p:attrName>
                                        </p:attrNameLst>
                                      </p:cBhvr>
                                      <p:to>
                                        <p:strVal val="visible"/>
                                      </p:to>
                                    </p:set>
                                    <p:animEffect transition="in" filter="blinds(horizontal)">
                                      <p:cBhvr>
                                        <p:cTn id="32" dur="500"/>
                                        <p:tgtEl>
                                          <p:spTgt spid="354307">
                                            <p:txEl>
                                              <p:pRg st="7" end="7"/>
                                            </p:txEl>
                                          </p:spTgt>
                                        </p:tgtEl>
                                      </p:cBhvr>
                                    </p:animEffect>
                                  </p:childTnLst>
                                </p:cTn>
                              </p:par>
                              <p:par>
                                <p:cTn id="33" presetID="3" presetClass="entr" presetSubtype="10" fill="hold" nodeType="withEffect">
                                  <p:stCondLst>
                                    <p:cond delay="0"/>
                                  </p:stCondLst>
                                  <p:childTnLst>
                                    <p:set>
                                      <p:cBhvr>
                                        <p:cTn id="34" dur="1" fill="hold">
                                          <p:stCondLst>
                                            <p:cond delay="0"/>
                                          </p:stCondLst>
                                        </p:cTn>
                                        <p:tgtEl>
                                          <p:spTgt spid="354307">
                                            <p:txEl>
                                              <p:pRg st="8" end="8"/>
                                            </p:txEl>
                                          </p:spTgt>
                                        </p:tgtEl>
                                        <p:attrNameLst>
                                          <p:attrName>style.visibility</p:attrName>
                                        </p:attrNameLst>
                                      </p:cBhvr>
                                      <p:to>
                                        <p:strVal val="visible"/>
                                      </p:to>
                                    </p:set>
                                    <p:animEffect transition="in" filter="blinds(horizontal)">
                                      <p:cBhvr>
                                        <p:cTn id="35" dur="500"/>
                                        <p:tgtEl>
                                          <p:spTgt spid="35430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灯片编号占位符 3"/>
          <p:cNvSpPr>
            <a:spLocks noGrp="1"/>
          </p:cNvSpPr>
          <p:nvPr>
            <p:ph type="sldNum" sz="quarter" idx="10"/>
          </p:nvPr>
        </p:nvSpPr>
        <p:spPr>
          <a:noFill/>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a:spcBef>
                <a:spcPct val="0"/>
              </a:spcBef>
              <a:buFontTx/>
              <a:buNone/>
            </a:pPr>
            <a:fld id="{B83718F1-49F1-4145-97A8-D2D6D3EE79A7}" type="slidenum">
              <a:rPr lang="zh-CN" altLang="en-US" sz="1400" smtClean="0">
                <a:latin typeface="Gulim" panose="02010600030101010101" charset="-122"/>
                <a:ea typeface="Gulim" panose="02010600030101010101" charset="-122"/>
              </a:rPr>
              <a:pPr>
                <a:spcBef>
                  <a:spcPct val="0"/>
                </a:spcBef>
                <a:buFontTx/>
                <a:buNone/>
              </a:pPr>
              <a:t>116</a:t>
            </a:fld>
            <a:endParaRPr lang="en-US" altLang="zh-CN" sz="1400" smtClean="0">
              <a:latin typeface="Gulim" panose="02010600030101010101" charset="-122"/>
              <a:ea typeface="Gulim" panose="02010600030101010101" charset="-122"/>
            </a:endParaRPr>
          </a:p>
        </p:txBody>
      </p:sp>
      <p:sp>
        <p:nvSpPr>
          <p:cNvPr id="356354" name="Rectangle 2"/>
          <p:cNvSpPr>
            <a:spLocks noGrp="1" noChangeArrowheads="1"/>
          </p:cNvSpPr>
          <p:nvPr>
            <p:ph type="title"/>
          </p:nvPr>
        </p:nvSpPr>
        <p:spPr>
          <a:xfrm>
            <a:off x="684213" y="549275"/>
            <a:ext cx="7772400" cy="731838"/>
          </a:xfrm>
        </p:spPr>
        <p:txBody>
          <a:bodyPr/>
          <a:lstStyle/>
          <a:p>
            <a:pPr algn="ctr" eaLnBrk="1" hangingPunct="1">
              <a:defRPr/>
            </a:pPr>
            <a:r>
              <a:rPr lang="zh-CN" altLang="en-US" sz="3200" b="1" dirty="0">
                <a:solidFill>
                  <a:schemeClr val="tx1"/>
                </a:solidFill>
                <a:latin typeface="微软雅黑" panose="020B0503020204020204" pitchFamily="34" charset="-122"/>
                <a:ea typeface="微软雅黑" panose="020B0503020204020204" pitchFamily="34" charset="-122"/>
              </a:rPr>
              <a:t>推理实例</a:t>
            </a:r>
            <a:r>
              <a:rPr lang="en-US" altLang="zh-CN" sz="3200" b="1" dirty="0" smtClean="0">
                <a:solidFill>
                  <a:schemeClr val="tx1"/>
                </a:solidFill>
                <a:latin typeface="微软雅黑" panose="020B0503020204020204" pitchFamily="34" charset="-122"/>
                <a:ea typeface="微软雅黑" panose="020B0503020204020204" pitchFamily="34" charset="-122"/>
              </a:rPr>
              <a:t>(3)</a:t>
            </a:r>
            <a:endParaRPr lang="en-US" altLang="zh-CN" sz="3200" b="1" dirty="0">
              <a:solidFill>
                <a:schemeClr val="tx1"/>
              </a:solidFill>
              <a:latin typeface="微软雅黑" panose="020B0503020204020204" pitchFamily="34" charset="-122"/>
              <a:ea typeface="微软雅黑" panose="020B0503020204020204" pitchFamily="34" charset="-122"/>
            </a:endParaRPr>
          </a:p>
        </p:txBody>
      </p:sp>
      <p:sp>
        <p:nvSpPr>
          <p:cNvPr id="95236" name="Rectangle 3"/>
          <p:cNvSpPr>
            <a:spLocks noGrp="1" noChangeArrowheads="1"/>
          </p:cNvSpPr>
          <p:nvPr>
            <p:ph type="body" idx="1"/>
          </p:nvPr>
        </p:nvSpPr>
        <p:spPr>
          <a:xfrm>
            <a:off x="503238" y="1328738"/>
            <a:ext cx="8134350" cy="4967287"/>
          </a:xfrm>
        </p:spPr>
        <p:txBody>
          <a:bodyPr/>
          <a:lstStyle/>
          <a:p>
            <a:pPr marL="457200" lvl="1" indent="0" algn="just" eaLnBrk="1" latinLnBrk="0" hangingPunct="1">
              <a:lnSpc>
                <a:spcPct val="120000"/>
              </a:lnSpc>
              <a:buFontTx/>
              <a:buNone/>
            </a:pP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代入上述条件概率，乘积求和，有	</a:t>
            </a:r>
          </a:p>
          <a:p>
            <a:pPr marL="457200" lvl="1" indent="0" algn="just" eaLnBrk="1" latinLnBrk="0" hangingPunct="1">
              <a:lnSpc>
                <a:spcPct val="120000"/>
              </a:lnSpc>
              <a:buFontTx/>
              <a:buNone/>
            </a:pP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400" dirty="0" err="1" smtClean="0">
                <a:latin typeface="Times New Roman" panose="02020603050405020304" pitchFamily="18" charset="0"/>
                <a:ea typeface="微软雅黑" panose="020B0503020204020204" pitchFamily="34" charset="-122"/>
                <a:cs typeface="Times New Roman" panose="02020603050405020304" pitchFamily="18" charset="0"/>
              </a:rPr>
              <a:t>b|j</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m) </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P(b)*0.2568 = </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0.001*0.2568 =</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*0.0002568</a:t>
            </a:r>
          </a:p>
          <a:p>
            <a:pPr marL="457200" lvl="1" indent="0" algn="just" eaLnBrk="1" latinLnBrk="0" hangingPunct="1">
              <a:lnSpc>
                <a:spcPct val="120000"/>
              </a:lnSpc>
              <a:buFontTx/>
              <a:buNone/>
            </a:pP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类似地有</a:t>
            </a:r>
          </a:p>
          <a:p>
            <a:pPr marL="457200" lvl="1" indent="0" algn="just" eaLnBrk="1" latinLnBrk="0" hangingPunct="1">
              <a:lnSpc>
                <a:spcPct val="120000"/>
              </a:lnSpc>
              <a:buFontTx/>
              <a:buNone/>
            </a:pP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sz="2400" dirty="0" err="1" smtClean="0">
                <a:latin typeface="Times New Roman" panose="02020603050405020304" pitchFamily="18" charset="0"/>
                <a:ea typeface="微软雅黑" panose="020B0503020204020204" pitchFamily="34" charset="-122"/>
                <a:cs typeface="Times New Roman" panose="02020603050405020304" pitchFamily="18" charset="0"/>
              </a:rPr>
              <a:t>b|j</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m)</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*P(</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aseline="-25000" dirty="0" smtClean="0">
                <a:latin typeface="Times New Roman" panose="02020603050405020304" pitchFamily="18" charset="0"/>
                <a:ea typeface="微软雅黑" panose="020B0503020204020204" pitchFamily="34" charset="-122"/>
                <a:cs typeface="Times New Roman" panose="02020603050405020304" pitchFamily="18" charset="0"/>
              </a:rPr>
              <a:t>E</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P(E)∑</a:t>
            </a:r>
            <a:r>
              <a:rPr lang="en-US" altLang="zh-CN" sz="2400" baseline="-25000" dirty="0" smtClean="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P(A|</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sz="2400" dirty="0" err="1" smtClean="0">
                <a:latin typeface="Times New Roman" panose="02020603050405020304" pitchFamily="18" charset="0"/>
                <a:ea typeface="微软雅黑" panose="020B0503020204020204" pitchFamily="34" charset="-122"/>
                <a:cs typeface="Times New Roman" panose="02020603050405020304" pitchFamily="18" charset="0"/>
              </a:rPr>
              <a:t>b,E</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400" dirty="0" err="1" smtClean="0">
                <a:latin typeface="Times New Roman" panose="02020603050405020304" pitchFamily="18" charset="0"/>
                <a:ea typeface="微软雅黑" panose="020B0503020204020204" pitchFamily="34" charset="-122"/>
                <a:cs typeface="Times New Roman" panose="02020603050405020304" pitchFamily="18" charset="0"/>
              </a:rPr>
              <a:t>j|A</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sz="2400" dirty="0" err="1" smtClean="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m|A</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*P(</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)*[0.002*(0.0783+0.0351)+0.998*(0.0003+0.0495)] =*0.999*0.0499 =*0.0499</a:t>
            </a:r>
          </a:p>
          <a:p>
            <a:pPr marL="457200" lvl="1" indent="0" algn="just" eaLnBrk="1" latinLnBrk="0" hangingPunct="1">
              <a:lnSpc>
                <a:spcPct val="120000"/>
              </a:lnSpc>
              <a:buFontTx/>
              <a:buNone/>
            </a:pP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归一化以后有</a:t>
            </a:r>
          </a:p>
          <a:p>
            <a:pPr marL="457200" lvl="1" indent="0" algn="just" eaLnBrk="1" latinLnBrk="0" hangingPunct="1">
              <a:lnSpc>
                <a:spcPct val="120000"/>
              </a:lnSpc>
              <a:buFontTx/>
              <a:buNone/>
            </a:pP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P(</a:t>
            </a:r>
            <a:r>
              <a:rPr lang="en-US" altLang="zh-CN" sz="2400" dirty="0" err="1" smtClean="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B|j</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,m)=&lt;0.0003,0.0499&gt;=&lt;0.006,0.994&gt;</a:t>
            </a:r>
          </a:p>
          <a:p>
            <a:pPr marL="457200" lvl="1" indent="0" algn="just" eaLnBrk="1" latinLnBrk="0" hangingPunct="1">
              <a:lnSpc>
                <a:spcPct val="120000"/>
              </a:lnSpc>
              <a:buFontTx/>
              <a:buNone/>
            </a:pP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只有</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John</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打电话而出现盗贼的概率小于</a:t>
            </a:r>
            <a:r>
              <a:rPr lang="en-US" altLang="zh-CN" sz="2400" dirty="0" smtClean="0">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1/100★</a:t>
            </a:r>
          </a:p>
        </p:txBody>
      </p:sp>
      <p:sp>
        <p:nvSpPr>
          <p:cNvPr id="91141" name="Text Box 4"/>
          <p:cNvSpPr txBox="1">
            <a:spLocks noChangeArrowheads="1"/>
          </p:cNvSpPr>
          <p:nvPr/>
        </p:nvSpPr>
        <p:spPr bwMode="auto">
          <a:xfrm>
            <a:off x="0" y="188913"/>
            <a:ext cx="2555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eaLnBrk="1" hangingPunct="1">
              <a:spcBef>
                <a:spcPct val="50000"/>
              </a:spcBef>
              <a:buFontTx/>
              <a:buNone/>
            </a:pPr>
            <a:r>
              <a:rPr lang="zh-CN" altLang="en-US" sz="2400">
                <a:latin typeface="华文行楷" panose="02010800040101010101" pitchFamily="2" charset="-122"/>
                <a:ea typeface="华文行楷" panose="02010800040101010101" pitchFamily="2" charset="-122"/>
              </a:rPr>
              <a:t>第</a:t>
            </a:r>
            <a:r>
              <a:rPr lang="en-US" altLang="zh-CN" sz="2400">
                <a:latin typeface="华文行楷" panose="02010800040101010101" pitchFamily="2" charset="-122"/>
                <a:ea typeface="华文行楷" panose="02010800040101010101" pitchFamily="2" charset="-122"/>
              </a:rPr>
              <a:t>5</a:t>
            </a:r>
            <a:r>
              <a:rPr lang="zh-CN" altLang="en-US" sz="2400">
                <a:latin typeface="华文行楷" panose="02010800040101010101" pitchFamily="2" charset="-122"/>
                <a:ea typeface="华文行楷" panose="02010800040101010101" pitchFamily="2" charset="-122"/>
              </a:rPr>
              <a:t>章 不精确推理</a:t>
            </a:r>
            <a:endParaRPr lang="en-US" altLang="zh-CN" sz="2400">
              <a:latin typeface="华文行楷" panose="02010800040101010101" pitchFamily="2" charset="-122"/>
              <a:ea typeface="华文行楷" panose="02010800040101010101" pitchFamily="2" charset="-122"/>
            </a:endParaRPr>
          </a:p>
        </p:txBody>
      </p:sp>
    </p:spTree>
    <p:extLst>
      <p:ext uri="{BB962C8B-B14F-4D97-AF65-F5344CB8AC3E}">
        <p14:creationId xmlns:p14="http://schemas.microsoft.com/office/powerpoint/2010/main" val="202442305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5236">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5236">
                                            <p:txEl>
                                              <p:pRg st="3" end="3"/>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95236">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5236">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523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灯片编号占位符 3"/>
          <p:cNvSpPr>
            <a:spLocks noGrp="1"/>
          </p:cNvSpPr>
          <p:nvPr>
            <p:ph type="sldNum" sz="quarter" idx="10"/>
          </p:nvPr>
        </p:nvSpPr>
        <p:spPr>
          <a:noFill/>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a:spcBef>
                <a:spcPct val="0"/>
              </a:spcBef>
              <a:buFontTx/>
              <a:buNone/>
            </a:pPr>
            <a:fld id="{7B4F5979-ADA1-471C-B986-9D5EF51441CE}" type="slidenum">
              <a:rPr lang="zh-CN" altLang="en-US" sz="1400" smtClean="0">
                <a:latin typeface="Gulim" panose="02010600030101010101" charset="-122"/>
                <a:ea typeface="Gulim" panose="02010600030101010101" charset="-122"/>
              </a:rPr>
              <a:pPr>
                <a:spcBef>
                  <a:spcPct val="0"/>
                </a:spcBef>
                <a:buFontTx/>
                <a:buNone/>
              </a:pPr>
              <a:t>117</a:t>
            </a:fld>
            <a:endParaRPr lang="en-US" altLang="zh-CN" sz="1400" smtClean="0">
              <a:latin typeface="Gulim" panose="02010600030101010101" charset="-122"/>
              <a:ea typeface="Gulim" panose="02010600030101010101" charset="-122"/>
            </a:endParaRPr>
          </a:p>
        </p:txBody>
      </p:sp>
      <p:sp>
        <p:nvSpPr>
          <p:cNvPr id="583682" name="Rectangle 2"/>
          <p:cNvSpPr>
            <a:spLocks noGrp="1" noChangeArrowheads="1"/>
          </p:cNvSpPr>
          <p:nvPr>
            <p:ph type="title"/>
          </p:nvPr>
        </p:nvSpPr>
        <p:spPr>
          <a:xfrm>
            <a:off x="684213" y="549275"/>
            <a:ext cx="7772400" cy="731838"/>
          </a:xfrm>
        </p:spPr>
        <p:txBody>
          <a:bodyPr/>
          <a:lstStyle/>
          <a:p>
            <a:pPr algn="ctr" eaLnBrk="1" hangingPunct="1">
              <a:defRPr/>
            </a:pPr>
            <a:r>
              <a:rPr lang="zh-CN" altLang="en-US" sz="3200" b="1" dirty="0">
                <a:solidFill>
                  <a:schemeClr val="tx1"/>
                </a:solidFill>
                <a:latin typeface="微软雅黑" panose="020B0503020204020204" pitchFamily="34" charset="-122"/>
                <a:ea typeface="微软雅黑" panose="020B0503020204020204" pitchFamily="34" charset="-122"/>
              </a:rPr>
              <a:t>精确</a:t>
            </a:r>
            <a:r>
              <a:rPr lang="zh-CN" altLang="en-US" sz="3200" b="1" dirty="0">
                <a:solidFill>
                  <a:schemeClr val="tx1"/>
                </a:solidFill>
                <a:latin typeface="微软雅黑" panose="020B0503020204020204" pitchFamily="34" charset="-122"/>
                <a:ea typeface="微软雅黑" panose="020B0503020204020204" pitchFamily="34" charset="-122"/>
              </a:rPr>
              <a:t>推理</a:t>
            </a:r>
            <a:r>
              <a:rPr lang="zh-CN" altLang="en-US" sz="3200" b="1" dirty="0">
                <a:solidFill>
                  <a:schemeClr val="tx1"/>
                </a:solidFill>
                <a:latin typeface="微软雅黑" panose="020B0503020204020204" pitchFamily="34" charset="-122"/>
                <a:ea typeface="微软雅黑" panose="020B0503020204020204" pitchFamily="34" charset="-122"/>
              </a:rPr>
              <a:t>的复杂度</a:t>
            </a:r>
            <a:endParaRPr lang="en-US" altLang="zh-CN" sz="3200" b="1" dirty="0">
              <a:solidFill>
                <a:schemeClr val="tx1"/>
              </a:solidFill>
              <a:latin typeface="微软雅黑" panose="020B0503020204020204" pitchFamily="34" charset="-122"/>
              <a:ea typeface="微软雅黑" panose="020B0503020204020204" pitchFamily="34" charset="-122"/>
            </a:endParaRPr>
          </a:p>
        </p:txBody>
      </p:sp>
      <p:sp>
        <p:nvSpPr>
          <p:cNvPr id="93188" name="Rectangle 3"/>
          <p:cNvSpPr>
            <a:spLocks noGrp="1" noChangeArrowheads="1"/>
          </p:cNvSpPr>
          <p:nvPr>
            <p:ph type="body" idx="1"/>
          </p:nvPr>
        </p:nvSpPr>
        <p:spPr>
          <a:xfrm>
            <a:off x="468313" y="1484313"/>
            <a:ext cx="8280400" cy="4608512"/>
          </a:xfrm>
        </p:spPr>
        <p:txBody>
          <a:bodyPr/>
          <a:lstStyle/>
          <a:p>
            <a:pPr eaLnBrk="1" latinLnBrk="0" hangingPunct="1"/>
            <a:r>
              <a:rPr lang="zh-CN" altLang="en-US" sz="2800" dirty="0" smtClean="0">
                <a:latin typeface="Times New Roman" panose="02020603050405020304" pitchFamily="18" charset="0"/>
                <a:ea typeface="微软雅黑" panose="020B0503020204020204" pitchFamily="34" charset="-122"/>
                <a:cs typeface="Times New Roman" panose="02020603050405020304" pitchFamily="18" charset="0"/>
              </a:rPr>
              <a:t>单连通结构</a:t>
            </a:r>
            <a:r>
              <a:rPr lang="en-US" altLang="zh-CN" sz="2800" dirty="0" smtClean="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800" dirty="0" smtClean="0">
                <a:latin typeface="Times New Roman" panose="02020603050405020304" pitchFamily="18" charset="0"/>
                <a:ea typeface="微软雅黑" panose="020B0503020204020204" pitchFamily="34" charset="-122"/>
                <a:cs typeface="Times New Roman" panose="02020603050405020304" pitchFamily="18" charset="0"/>
              </a:rPr>
              <a:t>贝叶斯网络中任何两个节点都至多只有一条无向路径相连</a:t>
            </a:r>
          </a:p>
          <a:p>
            <a:pPr eaLnBrk="1" latinLnBrk="0" hangingPunct="1"/>
            <a:r>
              <a:rPr lang="zh-CN" altLang="en-US" sz="2800" dirty="0" smtClean="0">
                <a:latin typeface="Times New Roman" panose="02020603050405020304" pitchFamily="18" charset="0"/>
                <a:ea typeface="微软雅黑" panose="020B0503020204020204" pitchFamily="34" charset="-122"/>
                <a:cs typeface="Times New Roman" panose="02020603050405020304" pitchFamily="18" charset="0"/>
              </a:rPr>
              <a:t>此时，单连通上的精确推理的时间和空间复杂度都和网络规模呈线性关系</a:t>
            </a:r>
          </a:p>
          <a:p>
            <a:pPr eaLnBrk="1" latinLnBrk="0" hangingPunct="1"/>
            <a:r>
              <a:rPr lang="zh-CN" altLang="en-US" sz="2800" dirty="0" smtClean="0">
                <a:latin typeface="Times New Roman" panose="02020603050405020304" pitchFamily="18" charset="0"/>
                <a:ea typeface="微软雅黑" panose="020B0503020204020204" pitchFamily="34" charset="-122"/>
                <a:cs typeface="Times New Roman" panose="02020603050405020304" pitchFamily="18" charset="0"/>
              </a:rPr>
              <a:t>而对于多连通结构</a:t>
            </a:r>
            <a:r>
              <a:rPr lang="en-US" altLang="zh-CN" sz="2800" dirty="0" smtClean="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800" dirty="0" smtClean="0">
                <a:latin typeface="Times New Roman" panose="02020603050405020304" pitchFamily="18" charset="0"/>
                <a:ea typeface="微软雅黑" panose="020B0503020204020204" pitchFamily="34" charset="-122"/>
                <a:cs typeface="Times New Roman" panose="02020603050405020304" pitchFamily="18" charset="0"/>
              </a:rPr>
              <a:t>见下图</a:t>
            </a:r>
            <a:r>
              <a:rPr lang="en-US" altLang="zh-CN" sz="2800" dirty="0" smtClean="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800" dirty="0" smtClean="0">
                <a:latin typeface="Times New Roman" panose="02020603050405020304" pitchFamily="18" charset="0"/>
                <a:ea typeface="微软雅黑" panose="020B0503020204020204" pitchFamily="34" charset="-122"/>
                <a:cs typeface="Times New Roman" panose="02020603050405020304" pitchFamily="18" charset="0"/>
              </a:rPr>
              <a:t>，最坏情况下变量消元法可能具有指数级的时空复杂度</a:t>
            </a:r>
            <a:r>
              <a:rPr lang="en-US" altLang="zh-CN" sz="2800" dirty="0" smtClean="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800" dirty="0" smtClean="0">
                <a:latin typeface="Times New Roman" panose="02020603050405020304" pitchFamily="18" charset="0"/>
                <a:ea typeface="微软雅黑" panose="020B0503020204020204" pitchFamily="34" charset="-122"/>
                <a:cs typeface="Times New Roman" panose="02020603050405020304" pitchFamily="18" charset="0"/>
              </a:rPr>
              <a:t>此时贝叶斯网络的推理是一个</a:t>
            </a:r>
            <a:r>
              <a:rPr lang="en-US" altLang="zh-CN" sz="2800" dirty="0" smtClean="0">
                <a:latin typeface="Times New Roman" panose="02020603050405020304" pitchFamily="18" charset="0"/>
                <a:ea typeface="微软雅黑" panose="020B0503020204020204" pitchFamily="34" charset="-122"/>
                <a:cs typeface="Times New Roman" panose="02020603050405020304" pitchFamily="18" charset="0"/>
              </a:rPr>
              <a:t>NP</a:t>
            </a:r>
            <a:r>
              <a:rPr lang="zh-CN" altLang="en-US" sz="2800" dirty="0" smtClean="0">
                <a:latin typeface="Times New Roman" panose="02020603050405020304" pitchFamily="18" charset="0"/>
                <a:ea typeface="微软雅黑" panose="020B0503020204020204" pitchFamily="34" charset="-122"/>
                <a:cs typeface="Times New Roman" panose="02020603050405020304" pitchFamily="18" charset="0"/>
              </a:rPr>
              <a:t>问题</a:t>
            </a:r>
          </a:p>
          <a:p>
            <a:pPr eaLnBrk="1" latinLnBrk="0" hangingPunct="1"/>
            <a:r>
              <a:rPr lang="zh-CN" altLang="en-US" sz="2800" dirty="0" smtClean="0">
                <a:latin typeface="Times New Roman" panose="02020603050405020304" pitchFamily="18" charset="0"/>
                <a:ea typeface="微软雅黑" panose="020B0503020204020204" pitchFamily="34" charset="-122"/>
                <a:cs typeface="Times New Roman" panose="02020603050405020304" pitchFamily="18" charset="0"/>
              </a:rPr>
              <a:t>所以要寻找多连通网络中的近似算法</a:t>
            </a:r>
            <a:endParaRPr lang="en-US" altLang="zh-CN" sz="3600" dirty="0" smtClean="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3189" name="Text Box 4"/>
          <p:cNvSpPr txBox="1">
            <a:spLocks noChangeArrowheads="1"/>
          </p:cNvSpPr>
          <p:nvPr/>
        </p:nvSpPr>
        <p:spPr bwMode="auto">
          <a:xfrm>
            <a:off x="0" y="188913"/>
            <a:ext cx="2555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eaLnBrk="1" hangingPunct="1">
              <a:spcBef>
                <a:spcPct val="50000"/>
              </a:spcBef>
              <a:buFontTx/>
              <a:buNone/>
            </a:pPr>
            <a:r>
              <a:rPr lang="zh-CN" altLang="en-US" sz="2400">
                <a:latin typeface="华文行楷" panose="02010800040101010101" pitchFamily="2" charset="-122"/>
                <a:ea typeface="华文行楷" panose="02010800040101010101" pitchFamily="2" charset="-122"/>
              </a:rPr>
              <a:t>第</a:t>
            </a:r>
            <a:r>
              <a:rPr lang="en-US" altLang="zh-CN" sz="2400">
                <a:latin typeface="华文行楷" panose="02010800040101010101" pitchFamily="2" charset="-122"/>
                <a:ea typeface="华文行楷" panose="02010800040101010101" pitchFamily="2" charset="-122"/>
              </a:rPr>
              <a:t>5</a:t>
            </a:r>
            <a:r>
              <a:rPr lang="zh-CN" altLang="en-US" sz="2400">
                <a:latin typeface="华文行楷" panose="02010800040101010101" pitchFamily="2" charset="-122"/>
                <a:ea typeface="华文行楷" panose="02010800040101010101" pitchFamily="2" charset="-122"/>
              </a:rPr>
              <a:t>章 不精确推理</a:t>
            </a:r>
            <a:endParaRPr lang="en-US" altLang="zh-CN" sz="2400">
              <a:latin typeface="华文行楷" panose="02010800040101010101" pitchFamily="2" charset="-122"/>
              <a:ea typeface="华文行楷" panose="02010800040101010101" pitchFamily="2" charset="-122"/>
            </a:endParaRPr>
          </a:p>
        </p:txBody>
      </p:sp>
    </p:spTree>
    <p:extLst>
      <p:ext uri="{BB962C8B-B14F-4D97-AF65-F5344CB8AC3E}">
        <p14:creationId xmlns:p14="http://schemas.microsoft.com/office/powerpoint/2010/main" val="2451641703"/>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灯片编号占位符 3"/>
          <p:cNvSpPr>
            <a:spLocks noGrp="1"/>
          </p:cNvSpPr>
          <p:nvPr>
            <p:ph type="sldNum" sz="quarter" idx="10"/>
          </p:nvPr>
        </p:nvSpPr>
        <p:spPr>
          <a:noFill/>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a:spcBef>
                <a:spcPct val="0"/>
              </a:spcBef>
              <a:buFontTx/>
              <a:buNone/>
            </a:pPr>
            <a:fld id="{A2D281E7-42F1-4C9A-9385-B21A23D5255D}" type="slidenum">
              <a:rPr lang="zh-CN" altLang="en-US" sz="1400" smtClean="0">
                <a:latin typeface="Gulim" panose="02010600030101010101" charset="-122"/>
                <a:ea typeface="Gulim" panose="02010600030101010101" charset="-122"/>
              </a:rPr>
              <a:pPr>
                <a:spcBef>
                  <a:spcPct val="0"/>
                </a:spcBef>
                <a:buFontTx/>
                <a:buNone/>
              </a:pPr>
              <a:t>118</a:t>
            </a:fld>
            <a:endParaRPr lang="en-US" altLang="zh-CN" sz="1400" smtClean="0">
              <a:latin typeface="Gulim" panose="02010600030101010101" charset="-122"/>
              <a:ea typeface="Gulim" panose="02010600030101010101" charset="-122"/>
            </a:endParaRPr>
          </a:p>
        </p:txBody>
      </p:sp>
      <p:sp>
        <p:nvSpPr>
          <p:cNvPr id="585730" name="Rectangle 2"/>
          <p:cNvSpPr>
            <a:spLocks noGrp="1" noChangeArrowheads="1"/>
          </p:cNvSpPr>
          <p:nvPr>
            <p:ph type="title"/>
          </p:nvPr>
        </p:nvSpPr>
        <p:spPr>
          <a:xfrm>
            <a:off x="684213" y="549275"/>
            <a:ext cx="7772400" cy="731838"/>
          </a:xfrm>
        </p:spPr>
        <p:txBody>
          <a:bodyPr/>
          <a:lstStyle/>
          <a:p>
            <a:pPr algn="ctr" eaLnBrk="1" hangingPunct="1">
              <a:defRPr/>
            </a:pPr>
            <a:r>
              <a:rPr lang="zh-CN" altLang="en-US" sz="3200" b="1" dirty="0">
                <a:solidFill>
                  <a:schemeClr val="tx1"/>
                </a:solidFill>
                <a:latin typeface="微软雅黑" panose="020B0503020204020204" pitchFamily="34" charset="-122"/>
                <a:ea typeface="微软雅黑" panose="020B0503020204020204" pitchFamily="34" charset="-122"/>
              </a:rPr>
              <a:t>多连通</a:t>
            </a:r>
            <a:r>
              <a:rPr lang="zh-CN" altLang="en-US" sz="3200" b="1" dirty="0">
                <a:solidFill>
                  <a:schemeClr val="tx1"/>
                </a:solidFill>
                <a:latin typeface="微软雅黑" panose="020B0503020204020204" pitchFamily="34" charset="-122"/>
                <a:ea typeface="微软雅黑" panose="020B0503020204020204" pitchFamily="34" charset="-122"/>
              </a:rPr>
              <a:t>网络</a:t>
            </a:r>
            <a:endParaRPr lang="en-US" altLang="zh-CN" sz="3200" b="1" dirty="0">
              <a:solidFill>
                <a:schemeClr val="tx1"/>
              </a:solidFill>
              <a:latin typeface="微软雅黑" panose="020B0503020204020204" pitchFamily="34" charset="-122"/>
              <a:ea typeface="微软雅黑" panose="020B0503020204020204" pitchFamily="34" charset="-122"/>
            </a:endParaRPr>
          </a:p>
        </p:txBody>
      </p:sp>
      <p:sp>
        <p:nvSpPr>
          <p:cNvPr id="95236" name="Text Box 3"/>
          <p:cNvSpPr txBox="1">
            <a:spLocks noChangeArrowheads="1"/>
          </p:cNvSpPr>
          <p:nvPr/>
        </p:nvSpPr>
        <p:spPr bwMode="auto">
          <a:xfrm>
            <a:off x="0" y="188913"/>
            <a:ext cx="2555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eaLnBrk="1" hangingPunct="1">
              <a:spcBef>
                <a:spcPct val="50000"/>
              </a:spcBef>
              <a:buFontTx/>
              <a:buNone/>
            </a:pPr>
            <a:r>
              <a:rPr lang="zh-CN" altLang="en-US" sz="2400">
                <a:latin typeface="华文行楷" panose="02010800040101010101" pitchFamily="2" charset="-122"/>
                <a:ea typeface="华文行楷" panose="02010800040101010101" pitchFamily="2" charset="-122"/>
              </a:rPr>
              <a:t>第</a:t>
            </a:r>
            <a:r>
              <a:rPr lang="en-US" altLang="zh-CN" sz="2400">
                <a:latin typeface="华文行楷" panose="02010800040101010101" pitchFamily="2" charset="-122"/>
                <a:ea typeface="华文行楷" panose="02010800040101010101" pitchFamily="2" charset="-122"/>
              </a:rPr>
              <a:t>5</a:t>
            </a:r>
            <a:r>
              <a:rPr lang="zh-CN" altLang="en-US" sz="2400">
                <a:latin typeface="华文行楷" panose="02010800040101010101" pitchFamily="2" charset="-122"/>
                <a:ea typeface="华文行楷" panose="02010800040101010101" pitchFamily="2" charset="-122"/>
              </a:rPr>
              <a:t>章 不精确推理</a:t>
            </a:r>
            <a:endParaRPr lang="en-US" altLang="zh-CN" sz="2400">
              <a:latin typeface="华文行楷" panose="02010800040101010101" pitchFamily="2" charset="-122"/>
              <a:ea typeface="华文行楷" panose="02010800040101010101" pitchFamily="2" charset="-122"/>
            </a:endParaRPr>
          </a:p>
        </p:txBody>
      </p:sp>
      <p:grpSp>
        <p:nvGrpSpPr>
          <p:cNvPr id="95237" name="Group 4"/>
          <p:cNvGrpSpPr>
            <a:grpSpLocks noChangeAspect="1"/>
          </p:cNvGrpSpPr>
          <p:nvPr/>
        </p:nvGrpSpPr>
        <p:grpSpPr bwMode="auto">
          <a:xfrm>
            <a:off x="539750" y="1341438"/>
            <a:ext cx="7777163" cy="4854575"/>
            <a:chOff x="2049" y="10035"/>
            <a:chExt cx="7826" cy="4892"/>
          </a:xfrm>
        </p:grpSpPr>
        <p:sp>
          <p:nvSpPr>
            <p:cNvPr id="95238" name="AutoShape 5"/>
            <p:cNvSpPr>
              <a:spLocks noChangeAspect="1" noChangeArrowheads="1"/>
            </p:cNvSpPr>
            <p:nvPr/>
          </p:nvSpPr>
          <p:spPr bwMode="auto">
            <a:xfrm>
              <a:off x="2049" y="10035"/>
              <a:ext cx="7826" cy="4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eaLnBrk="1" hangingPunct="1">
                <a:spcBef>
                  <a:spcPct val="0"/>
                </a:spcBef>
                <a:buFontTx/>
                <a:buNone/>
              </a:pPr>
              <a:endParaRPr lang="zh-CN" altLang="en-US" sz="2400">
                <a:latin typeface="楷体" panose="02010609060101010101" pitchFamily="49" charset="-122"/>
                <a:ea typeface="楷体" panose="02010609060101010101" pitchFamily="49" charset="-122"/>
              </a:endParaRPr>
            </a:p>
          </p:txBody>
        </p:sp>
        <p:sp>
          <p:nvSpPr>
            <p:cNvPr id="95239" name="Text Box 6"/>
            <p:cNvSpPr txBox="1">
              <a:spLocks noChangeArrowheads="1"/>
            </p:cNvSpPr>
            <p:nvPr/>
          </p:nvSpPr>
          <p:spPr bwMode="auto">
            <a:xfrm>
              <a:off x="6745" y="13432"/>
              <a:ext cx="1252" cy="1359"/>
            </a:xfrm>
            <a:prstGeom prst="rect">
              <a:avLst/>
            </a:prstGeom>
            <a:solidFill>
              <a:srgbClr val="FFFFFF"/>
            </a:solidFill>
            <a:ln w="9525">
              <a:solidFill>
                <a:srgbClr val="000000"/>
              </a:solidFill>
              <a:miter lim="800000"/>
              <a:headEnd/>
              <a:tailEnd/>
            </a:ln>
          </p:spPr>
          <p:txBody>
            <a:bodyPr lIns="0" tIns="0" rIns="0" bIns="0"/>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algn="just" eaLnBrk="1" hangingPunct="1">
                <a:spcBef>
                  <a:spcPct val="0"/>
                </a:spcBef>
                <a:buFontTx/>
                <a:buNone/>
              </a:pPr>
              <a:r>
                <a:rPr lang="en-US" altLang="zh-CN" sz="1800">
                  <a:latin typeface="Times New Roman" panose="02020603050405020304" pitchFamily="18" charset="0"/>
                  <a:ea typeface="宋体" panose="02010600030101010101" pitchFamily="2" charset="-122"/>
                </a:rPr>
                <a:t>S    R    P(W)</a:t>
              </a:r>
            </a:p>
            <a:p>
              <a:pPr algn="just" eaLnBrk="1" hangingPunct="1">
                <a:spcBef>
                  <a:spcPct val="0"/>
                </a:spcBef>
                <a:buFontTx/>
                <a:buNone/>
              </a:pPr>
              <a:r>
                <a:rPr lang="en-US" altLang="zh-CN" sz="1800">
                  <a:latin typeface="Times New Roman" panose="02020603050405020304" pitchFamily="18" charset="0"/>
                  <a:ea typeface="宋体" panose="02010600030101010101" pitchFamily="2" charset="-122"/>
                </a:rPr>
                <a:t>T    T     .99</a:t>
              </a:r>
            </a:p>
            <a:p>
              <a:pPr algn="just" eaLnBrk="1" hangingPunct="1">
                <a:spcBef>
                  <a:spcPct val="0"/>
                </a:spcBef>
                <a:buFontTx/>
                <a:buNone/>
              </a:pPr>
              <a:r>
                <a:rPr lang="en-US" altLang="zh-CN" sz="1800">
                  <a:latin typeface="Times New Roman" panose="02020603050405020304" pitchFamily="18" charset="0"/>
                  <a:ea typeface="宋体" panose="02010600030101010101" pitchFamily="2" charset="-122"/>
                </a:rPr>
                <a:t>T    F     .90</a:t>
              </a:r>
            </a:p>
            <a:p>
              <a:pPr algn="just" eaLnBrk="1" hangingPunct="1">
                <a:spcBef>
                  <a:spcPct val="0"/>
                </a:spcBef>
                <a:buFontTx/>
                <a:buNone/>
              </a:pPr>
              <a:r>
                <a:rPr lang="en-US" altLang="zh-CN" sz="1800">
                  <a:latin typeface="Times New Roman" panose="02020603050405020304" pitchFamily="18" charset="0"/>
                  <a:ea typeface="宋体" panose="02010600030101010101" pitchFamily="2" charset="-122"/>
                </a:rPr>
                <a:t>F    T     .90</a:t>
              </a:r>
            </a:p>
            <a:p>
              <a:pPr algn="just" eaLnBrk="1" hangingPunct="1">
                <a:spcBef>
                  <a:spcPct val="0"/>
                </a:spcBef>
                <a:buFontTx/>
                <a:buNone/>
              </a:pPr>
              <a:r>
                <a:rPr lang="en-US" altLang="zh-CN" sz="1800">
                  <a:latin typeface="Times New Roman" panose="02020603050405020304" pitchFamily="18" charset="0"/>
                  <a:ea typeface="宋体" panose="02010600030101010101" pitchFamily="2" charset="-122"/>
                </a:rPr>
                <a:t>F    F     .00</a:t>
              </a:r>
              <a:endParaRPr lang="en-US" altLang="zh-CN" sz="1800">
                <a:latin typeface="Times New Roman" panose="02020603050405020304" pitchFamily="18" charset="0"/>
                <a:ea typeface="Gulim" panose="02010600030101010101" charset="-122"/>
              </a:endParaRPr>
            </a:p>
          </p:txBody>
        </p:sp>
        <p:sp>
          <p:nvSpPr>
            <p:cNvPr id="95240" name="Text Box 7"/>
            <p:cNvSpPr txBox="1">
              <a:spLocks noChangeArrowheads="1"/>
            </p:cNvSpPr>
            <p:nvPr/>
          </p:nvSpPr>
          <p:spPr bwMode="auto">
            <a:xfrm>
              <a:off x="8466" y="11802"/>
              <a:ext cx="1252" cy="816"/>
            </a:xfrm>
            <a:prstGeom prst="rect">
              <a:avLst/>
            </a:prstGeom>
            <a:solidFill>
              <a:srgbClr val="FFFFFF"/>
            </a:solidFill>
            <a:ln w="9525">
              <a:solidFill>
                <a:srgbClr val="000000"/>
              </a:solidFill>
              <a:miter lim="800000"/>
              <a:headEnd/>
              <a:tailEnd/>
            </a:ln>
          </p:spPr>
          <p:txBody>
            <a:bodyPr lIns="0" tIns="0" rIns="0" bIns="0"/>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algn="just" eaLnBrk="1" hangingPunct="1">
                <a:spcBef>
                  <a:spcPct val="0"/>
                </a:spcBef>
                <a:buFontTx/>
                <a:buNone/>
              </a:pPr>
              <a:r>
                <a:rPr lang="en-US" altLang="zh-CN" sz="1800">
                  <a:latin typeface="Times New Roman" panose="02020603050405020304" pitchFamily="18" charset="0"/>
                  <a:ea typeface="宋体" panose="02010600030101010101" pitchFamily="2" charset="-122"/>
                </a:rPr>
                <a:t>C      P(R)</a:t>
              </a:r>
            </a:p>
            <a:p>
              <a:pPr algn="just" eaLnBrk="1" hangingPunct="1">
                <a:spcBef>
                  <a:spcPct val="0"/>
                </a:spcBef>
                <a:buFontTx/>
                <a:buNone/>
              </a:pPr>
              <a:r>
                <a:rPr lang="en-US" altLang="zh-CN" sz="1800">
                  <a:latin typeface="Times New Roman" panose="02020603050405020304" pitchFamily="18" charset="0"/>
                  <a:ea typeface="宋体" panose="02010600030101010101" pitchFamily="2" charset="-122"/>
                </a:rPr>
                <a:t>T      .80</a:t>
              </a:r>
            </a:p>
            <a:p>
              <a:pPr algn="just" eaLnBrk="1" hangingPunct="1">
                <a:spcBef>
                  <a:spcPct val="0"/>
                </a:spcBef>
                <a:buFontTx/>
                <a:buNone/>
              </a:pPr>
              <a:r>
                <a:rPr lang="en-US" altLang="zh-CN" sz="1800">
                  <a:latin typeface="Times New Roman" panose="02020603050405020304" pitchFamily="18" charset="0"/>
                  <a:ea typeface="宋体" panose="02010600030101010101" pitchFamily="2" charset="-122"/>
                </a:rPr>
                <a:t>F      .20</a:t>
              </a:r>
              <a:endParaRPr lang="en-US" altLang="zh-CN" sz="1800">
                <a:latin typeface="Times New Roman" panose="02020603050405020304" pitchFamily="18" charset="0"/>
                <a:ea typeface="Gulim" panose="02010600030101010101" charset="-122"/>
              </a:endParaRPr>
            </a:p>
          </p:txBody>
        </p:sp>
        <p:sp>
          <p:nvSpPr>
            <p:cNvPr id="95241" name="Oval 8"/>
            <p:cNvSpPr>
              <a:spLocks noChangeArrowheads="1"/>
            </p:cNvSpPr>
            <p:nvPr/>
          </p:nvSpPr>
          <p:spPr bwMode="auto">
            <a:xfrm>
              <a:off x="3614" y="11802"/>
              <a:ext cx="1253" cy="815"/>
            </a:xfrm>
            <a:prstGeom prst="ellipse">
              <a:avLst/>
            </a:prstGeom>
            <a:solidFill>
              <a:srgbClr val="FFFFFF"/>
            </a:solidFill>
            <a:ln w="9525">
              <a:solidFill>
                <a:srgbClr val="000000"/>
              </a:solidFill>
              <a:round/>
              <a:headEnd/>
              <a:tailEnd/>
            </a:ln>
          </p:spPr>
          <p:txBody>
            <a:bodyPr lIns="0" tIns="72000" rIns="0" bIns="0"/>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algn="ctr" eaLnBrk="1" hangingPunct="1">
                <a:spcBef>
                  <a:spcPct val="5000"/>
                </a:spcBef>
                <a:buFontTx/>
                <a:buNone/>
              </a:pPr>
              <a:r>
                <a:rPr lang="en-US" altLang="zh-CN" sz="1900">
                  <a:latin typeface="Times New Roman" panose="02020603050405020304" pitchFamily="18" charset="0"/>
                  <a:ea typeface="宋体" panose="02010600030101010101" pitchFamily="2" charset="-122"/>
                </a:rPr>
                <a:t>sprinkler</a:t>
              </a:r>
            </a:p>
          </p:txBody>
        </p:sp>
        <p:sp>
          <p:nvSpPr>
            <p:cNvPr id="95242" name="Oval 9"/>
            <p:cNvSpPr>
              <a:spLocks noChangeArrowheads="1"/>
            </p:cNvSpPr>
            <p:nvPr/>
          </p:nvSpPr>
          <p:spPr bwMode="auto">
            <a:xfrm>
              <a:off x="7058" y="11802"/>
              <a:ext cx="1253" cy="815"/>
            </a:xfrm>
            <a:prstGeom prst="ellipse">
              <a:avLst/>
            </a:prstGeom>
            <a:solidFill>
              <a:srgbClr val="FFFFFF"/>
            </a:solidFill>
            <a:ln w="9525">
              <a:solidFill>
                <a:srgbClr val="000000"/>
              </a:solidFill>
              <a:round/>
              <a:headEnd/>
              <a:tailEnd/>
            </a:ln>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algn="ctr" eaLnBrk="1" hangingPunct="1">
                <a:spcBef>
                  <a:spcPct val="0"/>
                </a:spcBef>
                <a:buFontTx/>
                <a:buNone/>
              </a:pPr>
              <a:r>
                <a:rPr lang="en-US" altLang="zh-CN" sz="2000">
                  <a:latin typeface="Times New Roman" panose="02020603050405020304" pitchFamily="18" charset="0"/>
                  <a:ea typeface="宋体" panose="02010600030101010101" pitchFamily="2" charset="-122"/>
                </a:rPr>
                <a:t>Rain</a:t>
              </a:r>
              <a:endParaRPr lang="en-US" altLang="zh-CN" sz="2000">
                <a:latin typeface="Times New Roman" panose="02020603050405020304" pitchFamily="18" charset="0"/>
                <a:ea typeface="Gulim" panose="02010600030101010101" charset="-122"/>
              </a:endParaRPr>
            </a:p>
          </p:txBody>
        </p:sp>
        <p:sp>
          <p:nvSpPr>
            <p:cNvPr id="95243" name="Oval 10"/>
            <p:cNvSpPr>
              <a:spLocks noChangeArrowheads="1"/>
            </p:cNvSpPr>
            <p:nvPr/>
          </p:nvSpPr>
          <p:spPr bwMode="auto">
            <a:xfrm>
              <a:off x="5336" y="13160"/>
              <a:ext cx="1253" cy="816"/>
            </a:xfrm>
            <a:prstGeom prst="ellipse">
              <a:avLst/>
            </a:prstGeom>
            <a:solidFill>
              <a:srgbClr val="FFFFFF"/>
            </a:solidFill>
            <a:ln w="9525">
              <a:solidFill>
                <a:srgbClr val="000000"/>
              </a:solidFill>
              <a:round/>
              <a:headEnd/>
              <a:tailEnd/>
            </a:ln>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algn="ctr" eaLnBrk="1" hangingPunct="1">
                <a:lnSpc>
                  <a:spcPct val="80000"/>
                </a:lnSpc>
                <a:spcBef>
                  <a:spcPts val="500"/>
                </a:spcBef>
                <a:spcAft>
                  <a:spcPts val="500"/>
                </a:spcAft>
                <a:buFontTx/>
                <a:buNone/>
              </a:pPr>
              <a:r>
                <a:rPr lang="en-US" altLang="zh-CN" sz="2000">
                  <a:latin typeface="Times New Roman" panose="02020603050405020304" pitchFamily="18" charset="0"/>
                  <a:ea typeface="宋体" panose="02010600030101010101" pitchFamily="2" charset="-122"/>
                </a:rPr>
                <a:t>Wet    grass</a:t>
              </a:r>
              <a:endParaRPr lang="en-US" altLang="zh-CN" sz="2000">
                <a:latin typeface="Times New Roman" panose="02020603050405020304" pitchFamily="18" charset="0"/>
                <a:ea typeface="Gulim" panose="02010600030101010101" charset="-122"/>
              </a:endParaRPr>
            </a:p>
          </p:txBody>
        </p:sp>
        <p:sp>
          <p:nvSpPr>
            <p:cNvPr id="95244" name="Line 11"/>
            <p:cNvSpPr>
              <a:spLocks noChangeShapeType="1"/>
            </p:cNvSpPr>
            <p:nvPr/>
          </p:nvSpPr>
          <p:spPr bwMode="auto">
            <a:xfrm flipH="1">
              <a:off x="4710" y="11122"/>
              <a:ext cx="939" cy="81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5245" name="Line 12"/>
            <p:cNvSpPr>
              <a:spLocks noChangeShapeType="1"/>
            </p:cNvSpPr>
            <p:nvPr/>
          </p:nvSpPr>
          <p:spPr bwMode="auto">
            <a:xfrm flipH="1">
              <a:off x="6432" y="12481"/>
              <a:ext cx="937" cy="81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5246" name="Line 13"/>
            <p:cNvSpPr>
              <a:spLocks noChangeShapeType="1"/>
            </p:cNvSpPr>
            <p:nvPr/>
          </p:nvSpPr>
          <p:spPr bwMode="auto">
            <a:xfrm>
              <a:off x="6275" y="11122"/>
              <a:ext cx="939" cy="81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5247" name="Line 14"/>
            <p:cNvSpPr>
              <a:spLocks noChangeShapeType="1"/>
            </p:cNvSpPr>
            <p:nvPr/>
          </p:nvSpPr>
          <p:spPr bwMode="auto">
            <a:xfrm>
              <a:off x="4553" y="12481"/>
              <a:ext cx="939" cy="81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5248" name="Line 15"/>
            <p:cNvSpPr>
              <a:spLocks noChangeShapeType="1"/>
            </p:cNvSpPr>
            <p:nvPr/>
          </p:nvSpPr>
          <p:spPr bwMode="auto">
            <a:xfrm>
              <a:off x="8466" y="12073"/>
              <a:ext cx="1252"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249" name="Line 16"/>
            <p:cNvSpPr>
              <a:spLocks noChangeShapeType="1"/>
            </p:cNvSpPr>
            <p:nvPr/>
          </p:nvSpPr>
          <p:spPr bwMode="auto">
            <a:xfrm>
              <a:off x="8936" y="11802"/>
              <a:ext cx="1" cy="81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250" name="Text Box 17"/>
            <p:cNvSpPr txBox="1">
              <a:spLocks noChangeArrowheads="1"/>
            </p:cNvSpPr>
            <p:nvPr/>
          </p:nvSpPr>
          <p:spPr bwMode="auto">
            <a:xfrm>
              <a:off x="2206" y="11802"/>
              <a:ext cx="1251" cy="815"/>
            </a:xfrm>
            <a:prstGeom prst="rect">
              <a:avLst/>
            </a:prstGeom>
            <a:solidFill>
              <a:srgbClr val="FFFFFF"/>
            </a:solidFill>
            <a:ln w="9525">
              <a:solidFill>
                <a:srgbClr val="000000"/>
              </a:solidFill>
              <a:miter lim="800000"/>
              <a:headEnd/>
              <a:tailEnd/>
            </a:ln>
          </p:spPr>
          <p:txBody>
            <a:bodyPr lIns="0" tIns="0" rIns="0" bIns="0"/>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algn="just" eaLnBrk="1" hangingPunct="1">
                <a:spcBef>
                  <a:spcPct val="0"/>
                </a:spcBef>
                <a:buFontTx/>
                <a:buNone/>
              </a:pPr>
              <a:r>
                <a:rPr lang="en-US" altLang="zh-CN" sz="1800">
                  <a:latin typeface="Times New Roman" panose="02020603050405020304" pitchFamily="18" charset="0"/>
                  <a:ea typeface="宋体" panose="02010600030101010101" pitchFamily="2" charset="-122"/>
                </a:rPr>
                <a:t>C         P(S)</a:t>
              </a:r>
            </a:p>
            <a:p>
              <a:pPr algn="just" eaLnBrk="1" hangingPunct="1">
                <a:spcBef>
                  <a:spcPct val="0"/>
                </a:spcBef>
                <a:buFontTx/>
                <a:buNone/>
              </a:pPr>
              <a:r>
                <a:rPr lang="en-US" altLang="zh-CN" sz="1800">
                  <a:latin typeface="Times New Roman" panose="02020603050405020304" pitchFamily="18" charset="0"/>
                  <a:ea typeface="宋体" panose="02010600030101010101" pitchFamily="2" charset="-122"/>
                </a:rPr>
                <a:t>T         .10</a:t>
              </a:r>
            </a:p>
            <a:p>
              <a:pPr algn="just" eaLnBrk="1" hangingPunct="1">
                <a:spcBef>
                  <a:spcPct val="0"/>
                </a:spcBef>
                <a:buFontTx/>
                <a:buNone/>
              </a:pPr>
              <a:r>
                <a:rPr lang="en-US" altLang="zh-CN" sz="1800">
                  <a:latin typeface="Times New Roman" panose="02020603050405020304" pitchFamily="18" charset="0"/>
                  <a:ea typeface="宋体" panose="02010600030101010101" pitchFamily="2" charset="-122"/>
                </a:rPr>
                <a:t>F          .50</a:t>
              </a:r>
              <a:endParaRPr lang="en-US" altLang="zh-CN" sz="1800">
                <a:latin typeface="Times New Roman" panose="02020603050405020304" pitchFamily="18" charset="0"/>
                <a:ea typeface="Gulim" panose="02010600030101010101" charset="-122"/>
              </a:endParaRPr>
            </a:p>
          </p:txBody>
        </p:sp>
        <p:sp>
          <p:nvSpPr>
            <p:cNvPr id="95251" name="Line 18"/>
            <p:cNvSpPr>
              <a:spLocks noChangeShapeType="1"/>
            </p:cNvSpPr>
            <p:nvPr/>
          </p:nvSpPr>
          <p:spPr bwMode="auto">
            <a:xfrm>
              <a:off x="2206" y="12073"/>
              <a:ext cx="125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252" name="Line 19"/>
            <p:cNvSpPr>
              <a:spLocks noChangeShapeType="1"/>
            </p:cNvSpPr>
            <p:nvPr/>
          </p:nvSpPr>
          <p:spPr bwMode="auto">
            <a:xfrm>
              <a:off x="2675" y="11802"/>
              <a:ext cx="0" cy="81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253" name="Text Box 20"/>
            <p:cNvSpPr txBox="1">
              <a:spLocks noChangeArrowheads="1"/>
            </p:cNvSpPr>
            <p:nvPr/>
          </p:nvSpPr>
          <p:spPr bwMode="auto">
            <a:xfrm>
              <a:off x="6745" y="10579"/>
              <a:ext cx="782" cy="272"/>
            </a:xfrm>
            <a:prstGeom prst="rect">
              <a:avLst/>
            </a:prstGeom>
            <a:solidFill>
              <a:srgbClr val="FFFFFF"/>
            </a:solidFill>
            <a:ln w="9525">
              <a:solidFill>
                <a:srgbClr val="000000"/>
              </a:solidFill>
              <a:miter lim="800000"/>
              <a:headEnd/>
              <a:tailEnd/>
            </a:ln>
          </p:spPr>
          <p:txBody>
            <a:bodyPr lIns="0" tIns="0" rIns="0" bIns="0"/>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algn="ctr" eaLnBrk="1" hangingPunct="1">
                <a:spcBef>
                  <a:spcPct val="0"/>
                </a:spcBef>
                <a:buFontTx/>
                <a:buNone/>
              </a:pPr>
              <a:r>
                <a:rPr lang="en-US" altLang="zh-CN" sz="1600">
                  <a:latin typeface="Times New Roman" panose="02020603050405020304" pitchFamily="18" charset="0"/>
                  <a:ea typeface="宋体" panose="02010600030101010101" pitchFamily="2" charset="-122"/>
                </a:rPr>
                <a:t>P(C)=.5</a:t>
              </a:r>
              <a:endParaRPr lang="en-US" altLang="zh-CN" sz="1600">
                <a:latin typeface="Times New Roman" panose="02020603050405020304" pitchFamily="18" charset="0"/>
                <a:ea typeface="Gulim" panose="02010600030101010101" charset="-122"/>
              </a:endParaRPr>
            </a:p>
          </p:txBody>
        </p:sp>
        <p:sp>
          <p:nvSpPr>
            <p:cNvPr id="95254" name="Line 21"/>
            <p:cNvSpPr>
              <a:spLocks noChangeShapeType="1"/>
            </p:cNvSpPr>
            <p:nvPr/>
          </p:nvSpPr>
          <p:spPr bwMode="auto">
            <a:xfrm>
              <a:off x="6745" y="13704"/>
              <a:ext cx="125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255" name="Line 22"/>
            <p:cNvSpPr>
              <a:spLocks noChangeShapeType="1"/>
            </p:cNvSpPr>
            <p:nvPr/>
          </p:nvSpPr>
          <p:spPr bwMode="auto">
            <a:xfrm>
              <a:off x="7527" y="13432"/>
              <a:ext cx="1" cy="13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256" name="Oval 23"/>
            <p:cNvSpPr>
              <a:spLocks noChangeArrowheads="1"/>
            </p:cNvSpPr>
            <p:nvPr/>
          </p:nvSpPr>
          <p:spPr bwMode="auto">
            <a:xfrm>
              <a:off x="5336" y="10306"/>
              <a:ext cx="1253" cy="815"/>
            </a:xfrm>
            <a:prstGeom prst="ellipse">
              <a:avLst/>
            </a:prstGeom>
            <a:solidFill>
              <a:srgbClr val="FFFFFF"/>
            </a:solidFill>
            <a:ln w="9525">
              <a:solidFill>
                <a:srgbClr val="000000"/>
              </a:solidFill>
              <a:round/>
              <a:headEnd/>
              <a:tailEnd/>
            </a:ln>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algn="ctr" eaLnBrk="1" hangingPunct="1">
                <a:spcBef>
                  <a:spcPct val="0"/>
                </a:spcBef>
                <a:buFontTx/>
                <a:buNone/>
              </a:pPr>
              <a:r>
                <a:rPr lang="en-US" altLang="zh-CN" sz="2000">
                  <a:latin typeface="Times New Roman" panose="02020603050405020304" pitchFamily="18" charset="0"/>
                  <a:ea typeface="宋体" panose="02010600030101010101" pitchFamily="2" charset="-122"/>
                </a:rPr>
                <a:t>cloudy</a:t>
              </a:r>
              <a:endParaRPr lang="en-US" altLang="zh-CN" sz="2000">
                <a:latin typeface="Times New Roman" panose="02020603050405020304" pitchFamily="18" charset="0"/>
                <a:ea typeface="Gulim" panose="02010600030101010101" charset="-122"/>
              </a:endParaRPr>
            </a:p>
          </p:txBody>
        </p:sp>
      </p:grpSp>
    </p:spTree>
    <p:extLst>
      <p:ext uri="{BB962C8B-B14F-4D97-AF65-F5344CB8AC3E}">
        <p14:creationId xmlns:p14="http://schemas.microsoft.com/office/powerpoint/2010/main" val="3484691243"/>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ChangeArrowheads="1"/>
          </p:cNvSpPr>
          <p:nvPr>
            <p:ph type="ctrTitle"/>
          </p:nvPr>
        </p:nvSpPr>
        <p:spPr>
          <a:xfrm>
            <a:off x="684213" y="863600"/>
            <a:ext cx="8139112" cy="4751388"/>
          </a:xfrm>
        </p:spPr>
        <p:txBody>
          <a:bodyPr/>
          <a:lstStyle/>
          <a:p>
            <a:pPr marL="1701800" algn="l" eaLnBrk="1" hangingPunct="1">
              <a:lnSpc>
                <a:spcPct val="120000"/>
              </a:lnSpc>
            </a:pPr>
            <a:r>
              <a:rPr lang="en-US" altLang="zh-CN" dirty="0" smtClean="0">
                <a:solidFill>
                  <a:schemeClr val="tx1"/>
                </a:solidFill>
                <a:latin typeface="Times New Roman" panose="02020603050405020304" pitchFamily="18" charset="0"/>
              </a:rPr>
              <a:t>3.6 </a:t>
            </a:r>
            <a:r>
              <a:rPr lang="zh-CN" altLang="en-US" dirty="0" smtClean="0">
                <a:solidFill>
                  <a:schemeClr val="tx1"/>
                </a:solidFill>
                <a:latin typeface="Times New Roman" panose="02020603050405020304" pitchFamily="18" charset="0"/>
                <a:ea typeface="黑体" panose="02010609060101010101" pitchFamily="49" charset="-122"/>
              </a:rPr>
              <a:t>模糊推理</a:t>
            </a:r>
            <a:br>
              <a:rPr lang="zh-CN" altLang="en-US" dirty="0" smtClean="0">
                <a:solidFill>
                  <a:schemeClr val="tx1"/>
                </a:solidFill>
                <a:latin typeface="Times New Roman" panose="02020603050405020304" pitchFamily="18" charset="0"/>
                <a:ea typeface="黑体" panose="02010609060101010101" pitchFamily="49" charset="-122"/>
              </a:rPr>
            </a:br>
            <a:endParaRPr lang="en-US" altLang="zh-CN" sz="4400" dirty="0" smtClean="0">
              <a:solidFill>
                <a:schemeClr val="tx1"/>
              </a:solidFill>
              <a:latin typeface="Times New Roman" panose="02020603050405020304" pitchFamily="18" charset="0"/>
              <a:ea typeface="黑体" panose="02010609060101010101" pitchFamily="49" charset="-122"/>
            </a:endParaRPr>
          </a:p>
        </p:txBody>
      </p:sp>
    </p:spTree>
    <p:extLst>
      <p:ext uri="{BB962C8B-B14F-4D97-AF65-F5344CB8AC3E}">
        <p14:creationId xmlns:p14="http://schemas.microsoft.com/office/powerpoint/2010/main" val="3726836644"/>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灯片编号占位符 5"/>
          <p:cNvSpPr>
            <a:spLocks noGrp="1"/>
          </p:cNvSpPr>
          <p:nvPr>
            <p:ph type="sldNum" sz="quarter" idx="10"/>
          </p:nvPr>
        </p:nvSpPr>
        <p:spPr>
          <a:noFill/>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a:spcBef>
                <a:spcPct val="0"/>
              </a:spcBef>
              <a:buFontTx/>
              <a:buNone/>
            </a:pPr>
            <a:fld id="{E1DE9292-2D26-41FE-A0C5-2776D730A68A}" type="slidenum">
              <a:rPr lang="zh-CN" altLang="en-US" sz="1400" smtClean="0">
                <a:latin typeface="Gulim" panose="02010600030101010101" charset="-122"/>
                <a:ea typeface="Gulim" panose="02010600030101010101" charset="-122"/>
              </a:rPr>
              <a:pPr>
                <a:spcBef>
                  <a:spcPct val="0"/>
                </a:spcBef>
                <a:buFontTx/>
                <a:buNone/>
              </a:pPr>
              <a:t>120</a:t>
            </a:fld>
            <a:endParaRPr lang="en-US" altLang="zh-CN" sz="1400" smtClean="0">
              <a:latin typeface="Gulim" panose="02010600030101010101" charset="-122"/>
              <a:ea typeface="Gulim" panose="02010600030101010101" charset="-122"/>
            </a:endParaRPr>
          </a:p>
        </p:txBody>
      </p:sp>
      <p:sp>
        <p:nvSpPr>
          <p:cNvPr id="680962" name="Rectangle 2"/>
          <p:cNvSpPr>
            <a:spLocks noGrp="1" noChangeArrowheads="1"/>
          </p:cNvSpPr>
          <p:nvPr>
            <p:ph type="title"/>
          </p:nvPr>
        </p:nvSpPr>
        <p:spPr>
          <a:xfrm>
            <a:off x="685800" y="549275"/>
            <a:ext cx="7772400" cy="719138"/>
          </a:xfrm>
        </p:spPr>
        <p:txBody>
          <a:bodyPr/>
          <a:lstStyle/>
          <a:p>
            <a:pPr algn="ctr" eaLnBrk="1" hangingPunct="1">
              <a:defRPr/>
            </a:pPr>
            <a:r>
              <a:rPr lang="en-US" altLang="zh-CN" sz="3200" b="1" dirty="0">
                <a:solidFill>
                  <a:schemeClr val="tx1"/>
                </a:solidFill>
                <a:latin typeface="微软雅黑" panose="020B0503020204020204" pitchFamily="34" charset="-122"/>
                <a:ea typeface="微软雅黑" panose="020B0503020204020204" pitchFamily="34" charset="-122"/>
              </a:rPr>
              <a:t>3.6.1</a:t>
            </a:r>
            <a:r>
              <a:rPr lang="en-US" altLang="zh-CN" sz="3200" b="1" dirty="0">
                <a:solidFill>
                  <a:schemeClr val="tx1"/>
                </a:solidFill>
                <a:latin typeface="微软雅黑" panose="020B0503020204020204" pitchFamily="34" charset="-122"/>
                <a:ea typeface="微软雅黑" panose="020B0503020204020204" pitchFamily="34" charset="-122"/>
              </a:rPr>
              <a:t> </a:t>
            </a:r>
            <a:r>
              <a:rPr lang="zh-CN" altLang="en-US" sz="3200" b="1" dirty="0">
                <a:solidFill>
                  <a:schemeClr val="tx1"/>
                </a:solidFill>
                <a:latin typeface="微软雅黑" panose="020B0503020204020204" pitchFamily="34" charset="-122"/>
                <a:ea typeface="微软雅黑" panose="020B0503020204020204" pitchFamily="34" charset="-122"/>
              </a:rPr>
              <a:t>模糊子集</a:t>
            </a:r>
          </a:p>
        </p:txBody>
      </p:sp>
      <p:sp>
        <p:nvSpPr>
          <p:cNvPr id="680964" name="Text Box 4"/>
          <p:cNvSpPr txBox="1">
            <a:spLocks noChangeArrowheads="1"/>
          </p:cNvSpPr>
          <p:nvPr/>
        </p:nvSpPr>
        <p:spPr bwMode="auto">
          <a:xfrm>
            <a:off x="611188" y="1484313"/>
            <a:ext cx="7993062" cy="4486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eaLnBrk="1" hangingPunct="1">
              <a:lnSpc>
                <a:spcPct val="120000"/>
              </a:lnSpc>
              <a:spcBef>
                <a:spcPct val="0"/>
              </a:spcBef>
            </a:pPr>
            <a:r>
              <a:rPr kumimoji="0" lang="zh-CN" altLang="en-US" sz="2400" dirty="0">
                <a:latin typeface="Times New Roman" panose="02020603050405020304" pitchFamily="18" charset="0"/>
                <a:ea typeface="微软雅黑" panose="020B0503020204020204" pitchFamily="34" charset="-122"/>
                <a:cs typeface="Times New Roman" panose="02020603050405020304" pitchFamily="18" charset="0"/>
              </a:rPr>
              <a:t> 传统集合论：</a:t>
            </a:r>
          </a:p>
          <a:p>
            <a:pPr lvl="1" eaLnBrk="1" hangingPunct="1">
              <a:lnSpc>
                <a:spcPct val="120000"/>
              </a:lnSpc>
              <a:spcBef>
                <a:spcPct val="0"/>
              </a:spcBef>
            </a:pPr>
            <a:r>
              <a:rPr kumimoji="0" lang="zh-CN" altLang="en-US" sz="2400" dirty="0">
                <a:latin typeface="Times New Roman" panose="02020603050405020304" pitchFamily="18" charset="0"/>
                <a:ea typeface="微软雅黑" panose="020B0503020204020204" pitchFamily="34" charset="-122"/>
                <a:cs typeface="Times New Roman" panose="02020603050405020304" pitchFamily="18" charset="0"/>
              </a:rPr>
              <a:t> 一个元素是否属于某个集合，回答只有是和否，界限分明。此时，可用特征函数</a:t>
            </a:r>
            <a:r>
              <a:rPr kumimoji="0" lang="en-US" altLang="zh-CN" sz="2400" dirty="0">
                <a:latin typeface="Times New Roman" panose="02020603050405020304" pitchFamily="18" charset="0"/>
                <a:ea typeface="微软雅黑" panose="020B0503020204020204" pitchFamily="34" charset="-122"/>
                <a:cs typeface="Times New Roman" panose="02020603050405020304" pitchFamily="18" charset="0"/>
              </a:rPr>
              <a:t>CA(x)</a:t>
            </a:r>
            <a:r>
              <a:rPr kumimoji="0" lang="zh-CN" altLang="en-US" sz="2400" dirty="0">
                <a:latin typeface="Times New Roman" panose="02020603050405020304" pitchFamily="18" charset="0"/>
                <a:ea typeface="微软雅黑" panose="020B0503020204020204" pitchFamily="34" charset="-122"/>
                <a:cs typeface="Times New Roman" panose="02020603050405020304" pitchFamily="18" charset="0"/>
              </a:rPr>
              <a:t>表示</a:t>
            </a:r>
            <a:r>
              <a:rPr kumimoji="0" lang="en-US" altLang="zh-CN" sz="2400" dirty="0">
                <a:latin typeface="Times New Roman" panose="02020603050405020304" pitchFamily="18" charset="0"/>
                <a:ea typeface="微软雅黑" panose="020B0503020204020204" pitchFamily="34" charset="-122"/>
                <a:cs typeface="Times New Roman" panose="02020603050405020304" pitchFamily="18" charset="0"/>
              </a:rPr>
              <a:t>x</a:t>
            </a:r>
            <a:r>
              <a:rPr kumimoji="0"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是否属于</a:t>
            </a:r>
            <a:r>
              <a:rPr kumimoji="0"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a:t>
            </a:r>
            <a:r>
              <a:rPr kumimoji="0"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：此时总假定存在一个定义明确的集合</a:t>
            </a:r>
            <a:r>
              <a:rPr kumimoji="0" lang="en-US" altLang="zh-CN" sz="2400" dirty="0">
                <a:latin typeface="Times New Roman" panose="02020603050405020304" pitchFamily="18" charset="0"/>
                <a:ea typeface="微软雅黑" panose="020B0503020204020204" pitchFamily="34" charset="-122"/>
                <a:cs typeface="Times New Roman" panose="02020603050405020304" pitchFamily="18" charset="0"/>
              </a:rPr>
              <a:t>U</a:t>
            </a:r>
            <a:r>
              <a:rPr kumimoji="0" lang="zh-CN" altLang="en-US" sz="2400" dirty="0">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a:t>
            </a:r>
            <a:r>
              <a:rPr kumimoji="0"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是</a:t>
            </a:r>
            <a:r>
              <a:rPr kumimoji="0" lang="en-US" altLang="zh-CN" sz="2400" dirty="0">
                <a:latin typeface="Times New Roman" panose="02020603050405020304" pitchFamily="18" charset="0"/>
                <a:ea typeface="微软雅黑" panose="020B0503020204020204" pitchFamily="34" charset="-122"/>
                <a:cs typeface="Times New Roman" panose="02020603050405020304" pitchFamily="18" charset="0"/>
              </a:rPr>
              <a:t>U</a:t>
            </a:r>
            <a:r>
              <a:rPr kumimoji="0"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的子集。</a:t>
            </a:r>
            <a:r>
              <a:rPr kumimoji="0" lang="en-US" altLang="zh-CN" sz="2400" dirty="0">
                <a:latin typeface="Times New Roman" panose="02020603050405020304" pitchFamily="18" charset="0"/>
                <a:ea typeface="微软雅黑" panose="020B0503020204020204" pitchFamily="34" charset="-122"/>
                <a:cs typeface="Times New Roman" panose="02020603050405020304" pitchFamily="18" charset="0"/>
              </a:rPr>
              <a:t>U</a:t>
            </a:r>
            <a:r>
              <a:rPr kumimoji="0"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可称为个体域或基底集。其元素称为基元。</a:t>
            </a:r>
          </a:p>
          <a:p>
            <a:pPr eaLnBrk="1" hangingPunct="1">
              <a:lnSpc>
                <a:spcPct val="120000"/>
              </a:lnSpc>
              <a:spcBef>
                <a:spcPct val="0"/>
              </a:spcBef>
            </a:pPr>
            <a:r>
              <a:rPr kumimoji="0" lang="zh-CN" altLang="en-US" sz="2400" dirty="0">
                <a:latin typeface="Times New Roman" panose="02020603050405020304" pitchFamily="18" charset="0"/>
                <a:ea typeface="微软雅黑" panose="020B0503020204020204" pitchFamily="34" charset="-122"/>
                <a:cs typeface="Times New Roman" panose="02020603050405020304" pitchFamily="18" charset="0"/>
              </a:rPr>
              <a:t> 非精确刻划</a:t>
            </a:r>
            <a:r>
              <a:rPr kumimoji="0" lang="en-US" altLang="zh-CN" sz="2400" dirty="0">
                <a:latin typeface="Times New Roman" panose="02020603050405020304" pitchFamily="18" charset="0"/>
                <a:ea typeface="微软雅黑" panose="020B0503020204020204" pitchFamily="34" charset="-122"/>
                <a:cs typeface="Times New Roman" panose="02020603050405020304" pitchFamily="18" charset="0"/>
              </a:rPr>
              <a:t>: </a:t>
            </a:r>
          </a:p>
          <a:p>
            <a:pPr lvl="1" eaLnBrk="1" hangingPunct="1">
              <a:lnSpc>
                <a:spcPct val="120000"/>
              </a:lnSpc>
              <a:spcBef>
                <a:spcPct val="0"/>
              </a:spcBef>
            </a:pPr>
            <a:r>
              <a:rPr kumimoji="0" lang="zh-CN" altLang="en-US" sz="2400" dirty="0">
                <a:latin typeface="Times New Roman" panose="02020603050405020304" pitchFamily="18" charset="0"/>
                <a:ea typeface="微软雅黑" panose="020B0503020204020204" pitchFamily="34" charset="-122"/>
                <a:cs typeface="Times New Roman" panose="02020603050405020304" pitchFamily="18" charset="0"/>
              </a:rPr>
              <a:t> 但现实世界有许多意义不能精确刻划</a:t>
            </a:r>
            <a:r>
              <a:rPr kumimoji="0"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内涵</a:t>
            </a:r>
            <a:r>
              <a:rPr kumimoji="0"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、外延不能用传统集合表示的概念。典型例子：“老年人”、“高个”、“派头大”、“很大的数”、“令人遗憾的结果”等等</a:t>
            </a:r>
            <a:endParaRPr kumimoji="0"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21323842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80964">
                                            <p:txEl>
                                              <p:pRg st="1" end="1"/>
                                            </p:txEl>
                                          </p:spTgt>
                                        </p:tgtEl>
                                        <p:attrNameLst>
                                          <p:attrName>style.visibility</p:attrName>
                                        </p:attrNameLst>
                                      </p:cBhvr>
                                      <p:to>
                                        <p:strVal val="visible"/>
                                      </p:to>
                                    </p:set>
                                    <p:animEffect transition="in" filter="blinds(horizontal)">
                                      <p:cBhvr>
                                        <p:cTn id="7" dur="500"/>
                                        <p:tgtEl>
                                          <p:spTgt spid="680964">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80964">
                                            <p:txEl>
                                              <p:pRg st="2" end="2"/>
                                            </p:txEl>
                                          </p:spTgt>
                                        </p:tgtEl>
                                        <p:attrNameLst>
                                          <p:attrName>style.visibility</p:attrName>
                                        </p:attrNameLst>
                                      </p:cBhvr>
                                      <p:to>
                                        <p:strVal val="visible"/>
                                      </p:to>
                                    </p:set>
                                    <p:animEffect transition="in" filter="blinds(horizontal)">
                                      <p:cBhvr>
                                        <p:cTn id="12" dur="500"/>
                                        <p:tgtEl>
                                          <p:spTgt spid="680964">
                                            <p:txEl>
                                              <p:pRg st="2" end="2"/>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680964">
                                            <p:txEl>
                                              <p:pRg st="3" end="3"/>
                                            </p:txEl>
                                          </p:spTgt>
                                        </p:tgtEl>
                                        <p:attrNameLst>
                                          <p:attrName>style.visibility</p:attrName>
                                        </p:attrNameLst>
                                      </p:cBhvr>
                                      <p:to>
                                        <p:strVal val="visible"/>
                                      </p:to>
                                    </p:set>
                                    <p:animEffect transition="in" filter="blinds(horizontal)">
                                      <p:cBhvr>
                                        <p:cTn id="15" dur="500"/>
                                        <p:tgtEl>
                                          <p:spTgt spid="68096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灯片编号占位符 3"/>
          <p:cNvSpPr>
            <a:spLocks noGrp="1"/>
          </p:cNvSpPr>
          <p:nvPr>
            <p:ph type="sldNum" sz="quarter" idx="4294967295"/>
          </p:nvPr>
        </p:nvSpPr>
        <p:spPr>
          <a:xfrm>
            <a:off x="6553200" y="6245225"/>
            <a:ext cx="2133600" cy="476250"/>
          </a:xfrm>
          <a:prstGeom prst="rect">
            <a:avLst/>
          </a:prstGeom>
          <a:noFill/>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a:spcBef>
                <a:spcPct val="0"/>
              </a:spcBef>
              <a:buFontTx/>
              <a:buNone/>
            </a:pPr>
            <a:fld id="{D44082CC-663A-4412-B887-CB81D677C581}" type="slidenum">
              <a:rPr lang="zh-CN" altLang="en-US" sz="1400" smtClean="0">
                <a:latin typeface="Gulim" panose="02010600030101010101" charset="-122"/>
                <a:ea typeface="Gulim" panose="02010600030101010101" charset="-122"/>
              </a:rPr>
              <a:pPr>
                <a:spcBef>
                  <a:spcPct val="0"/>
                </a:spcBef>
                <a:buFontTx/>
                <a:buNone/>
              </a:pPr>
              <a:t>121</a:t>
            </a:fld>
            <a:endParaRPr lang="en-US" altLang="zh-CN" sz="1400" smtClean="0">
              <a:latin typeface="Gulim" panose="02010600030101010101" charset="-122"/>
              <a:ea typeface="Gulim" panose="02010600030101010101" charset="-122"/>
            </a:endParaRPr>
          </a:p>
        </p:txBody>
      </p:sp>
      <p:sp>
        <p:nvSpPr>
          <p:cNvPr id="683010" name="Rectangle 2"/>
          <p:cNvSpPr>
            <a:spLocks noGrp="1" noChangeArrowheads="1"/>
          </p:cNvSpPr>
          <p:nvPr>
            <p:ph type="title"/>
          </p:nvPr>
        </p:nvSpPr>
        <p:spPr>
          <a:xfrm>
            <a:off x="685800" y="476250"/>
            <a:ext cx="7772400" cy="792163"/>
          </a:xfrm>
        </p:spPr>
        <p:txBody>
          <a:bodyPr/>
          <a:lstStyle/>
          <a:p>
            <a:pPr algn="ctr" eaLnBrk="1" hangingPunct="1">
              <a:defRPr/>
            </a:pPr>
            <a:r>
              <a:rPr lang="zh-CN" altLang="en-US" sz="3200" b="1" dirty="0">
                <a:solidFill>
                  <a:schemeClr val="tx1"/>
                </a:solidFill>
                <a:latin typeface="微软雅黑" panose="020B0503020204020204" pitchFamily="34" charset="-122"/>
                <a:ea typeface="微软雅黑" panose="020B0503020204020204" pitchFamily="34" charset="-122"/>
              </a:rPr>
              <a:t>模糊</a:t>
            </a:r>
            <a:r>
              <a:rPr lang="zh-CN" altLang="en-US" sz="3200" b="1" dirty="0">
                <a:solidFill>
                  <a:schemeClr val="tx1"/>
                </a:solidFill>
                <a:latin typeface="微软雅黑" panose="020B0503020204020204" pitchFamily="34" charset="-122"/>
                <a:ea typeface="微软雅黑" panose="020B0503020204020204" pitchFamily="34" charset="-122"/>
              </a:rPr>
              <a:t>子集</a:t>
            </a:r>
            <a:r>
              <a:rPr lang="zh-CN" altLang="en-US" sz="3200" b="1" dirty="0">
                <a:solidFill>
                  <a:schemeClr val="tx1"/>
                </a:solidFill>
                <a:latin typeface="微软雅黑" panose="020B0503020204020204" pitchFamily="34" charset="-122"/>
                <a:ea typeface="微软雅黑" panose="020B0503020204020204" pitchFamily="34" charset="-122"/>
              </a:rPr>
              <a:t>定义</a:t>
            </a:r>
          </a:p>
        </p:txBody>
      </p:sp>
      <p:sp>
        <p:nvSpPr>
          <p:cNvPr id="683012" name="Text Box 4"/>
          <p:cNvSpPr txBox="1">
            <a:spLocks noChangeArrowheads="1"/>
          </p:cNvSpPr>
          <p:nvPr/>
        </p:nvSpPr>
        <p:spPr bwMode="auto">
          <a:xfrm>
            <a:off x="611188" y="1484313"/>
            <a:ext cx="7993062" cy="246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eaLnBrk="1" hangingPunct="1">
              <a:lnSpc>
                <a:spcPct val="120000"/>
              </a:lnSpc>
              <a:spcBef>
                <a:spcPct val="0"/>
              </a:spcBef>
            </a:pPr>
            <a:r>
              <a:rPr kumimoji="0" lang="zh-CN" altLang="en-US" sz="2800" dirty="0">
                <a:latin typeface="Times New Roman" panose="02020603050405020304" pitchFamily="18" charset="0"/>
                <a:ea typeface="楷体" panose="02010609060101010101" pitchFamily="49" charset="-122"/>
              </a:rPr>
              <a:t>对非精确划分的需要引出了模糊逻辑</a:t>
            </a:r>
            <a:endParaRPr kumimoji="0" lang="en-US" altLang="zh-CN" sz="2800" dirty="0">
              <a:latin typeface="Times New Roman" panose="02020603050405020304" pitchFamily="18" charset="0"/>
              <a:ea typeface="楷体" panose="02010609060101010101" pitchFamily="49" charset="-122"/>
            </a:endParaRPr>
          </a:p>
          <a:p>
            <a:pPr eaLnBrk="1" hangingPunct="1">
              <a:lnSpc>
                <a:spcPct val="110000"/>
              </a:lnSpc>
              <a:spcBef>
                <a:spcPct val="0"/>
              </a:spcBef>
            </a:pPr>
            <a:r>
              <a:rPr kumimoji="0" lang="zh-CN" altLang="en-US" sz="2800" dirty="0">
                <a:latin typeface="Times New Roman" panose="02020603050405020304" pitchFamily="18" charset="0"/>
                <a:ea typeface="楷体" panose="02010609060101010101" pitchFamily="49" charset="-122"/>
              </a:rPr>
              <a:t>模糊子集</a:t>
            </a:r>
            <a:r>
              <a:rPr kumimoji="0" lang="en-US" altLang="zh-CN" sz="2800" dirty="0">
                <a:latin typeface="Times New Roman" panose="02020603050405020304" pitchFamily="18" charset="0"/>
                <a:ea typeface="楷体" panose="02010609060101010101" pitchFamily="49" charset="-122"/>
              </a:rPr>
              <a:t>(fuzzy subset)</a:t>
            </a:r>
            <a:r>
              <a:rPr kumimoji="0" lang="zh-CN" altLang="en-US" sz="2800" dirty="0">
                <a:latin typeface="Times New Roman" panose="02020603050405020304" pitchFamily="18" charset="0"/>
                <a:ea typeface="楷体" panose="02010609060101010101" pitchFamily="49" charset="-122"/>
              </a:rPr>
              <a:t>的定义：</a:t>
            </a:r>
          </a:p>
          <a:p>
            <a:pPr lvl="1" eaLnBrk="1" hangingPunct="1">
              <a:lnSpc>
                <a:spcPct val="110000"/>
              </a:lnSpc>
              <a:spcBef>
                <a:spcPct val="0"/>
              </a:spcBef>
            </a:pPr>
            <a:r>
              <a:rPr kumimoji="0" lang="zh-CN" altLang="en-US" sz="2800" dirty="0">
                <a:latin typeface="Times New Roman" panose="02020603050405020304" pitchFamily="18" charset="0"/>
                <a:ea typeface="楷体" panose="02010609060101010101" pitchFamily="49" charset="-122"/>
              </a:rPr>
              <a:t>若</a:t>
            </a:r>
            <a:r>
              <a:rPr kumimoji="0" lang="en-US" altLang="zh-CN" sz="2800" dirty="0">
                <a:latin typeface="Times New Roman" panose="02020603050405020304" pitchFamily="18" charset="0"/>
                <a:ea typeface="楷体" panose="02010609060101010101" pitchFamily="49" charset="-122"/>
              </a:rPr>
              <a:t>A={&lt;x, </a:t>
            </a:r>
            <a:r>
              <a:rPr kumimoji="0" lang="en-US" altLang="zh-CN" sz="2800" dirty="0">
                <a:latin typeface="Times New Roman" panose="02020603050405020304" pitchFamily="18" charset="0"/>
                <a:ea typeface="楷体" panose="02010609060101010101" pitchFamily="49" charset="-122"/>
                <a:sym typeface="Symbol" panose="05050102010706020507" pitchFamily="18" charset="2"/>
              </a:rPr>
              <a:t></a:t>
            </a:r>
            <a:r>
              <a:rPr kumimoji="0" lang="en-US" altLang="zh-CN" sz="2800" baseline="-25000" dirty="0">
                <a:latin typeface="Times New Roman" panose="02020603050405020304" pitchFamily="18" charset="0"/>
                <a:ea typeface="楷体" panose="02010609060101010101" pitchFamily="49" charset="-122"/>
              </a:rPr>
              <a:t>A</a:t>
            </a:r>
            <a:r>
              <a:rPr kumimoji="0" lang="en-US" altLang="zh-CN" sz="2800" dirty="0">
                <a:latin typeface="Times New Roman" panose="02020603050405020304" pitchFamily="18" charset="0"/>
                <a:ea typeface="楷体" panose="02010609060101010101" pitchFamily="49" charset="-122"/>
              </a:rPr>
              <a:t>(x)&gt;| </a:t>
            </a:r>
            <a:r>
              <a:rPr kumimoji="0" lang="en-US" altLang="zh-CN" sz="2800" dirty="0" err="1">
                <a:latin typeface="Times New Roman" panose="02020603050405020304" pitchFamily="18" charset="0"/>
                <a:ea typeface="楷体" panose="02010609060101010101" pitchFamily="49" charset="-122"/>
              </a:rPr>
              <a:t>x∈U</a:t>
            </a:r>
            <a:r>
              <a:rPr kumimoji="0" lang="en-US" altLang="zh-CN" sz="2800" dirty="0">
                <a:latin typeface="Times New Roman" panose="02020603050405020304" pitchFamily="18" charset="0"/>
                <a:ea typeface="楷体" panose="02010609060101010101" pitchFamily="49" charset="-122"/>
              </a:rPr>
              <a:t>∧</a:t>
            </a:r>
            <a:r>
              <a:rPr kumimoji="0" lang="en-US" altLang="zh-CN" sz="2800" dirty="0">
                <a:latin typeface="Times New Roman" panose="02020603050405020304" pitchFamily="18" charset="0"/>
                <a:ea typeface="楷体" panose="02010609060101010101" pitchFamily="49" charset="-122"/>
                <a:sym typeface="Symbol" panose="05050102010706020507" pitchFamily="18" charset="2"/>
              </a:rPr>
              <a:t></a:t>
            </a:r>
            <a:r>
              <a:rPr kumimoji="0" lang="en-US" altLang="zh-CN" sz="2800" baseline="-25000" dirty="0">
                <a:latin typeface="Times New Roman" panose="02020603050405020304" pitchFamily="18" charset="0"/>
                <a:ea typeface="楷体" panose="02010609060101010101" pitchFamily="49" charset="-122"/>
              </a:rPr>
              <a:t>A</a:t>
            </a:r>
            <a:r>
              <a:rPr kumimoji="0" lang="en-US" altLang="zh-CN" sz="2800" dirty="0">
                <a:latin typeface="Times New Roman" panose="02020603050405020304" pitchFamily="18" charset="0"/>
                <a:ea typeface="楷体" panose="02010609060101010101" pitchFamily="49" charset="-122"/>
              </a:rPr>
              <a:t>(x)∈[0, 1]}</a:t>
            </a:r>
            <a:r>
              <a:rPr kumimoji="0" lang="zh-CN" altLang="en-US" sz="2800" dirty="0">
                <a:latin typeface="Times New Roman" panose="02020603050405020304" pitchFamily="18" charset="0"/>
                <a:ea typeface="楷体" panose="02010609060101010101" pitchFamily="49" charset="-122"/>
              </a:rPr>
              <a:t>，则</a:t>
            </a:r>
            <a:r>
              <a:rPr kumimoji="0" lang="en-US" altLang="zh-CN" sz="2800" dirty="0">
                <a:latin typeface="Times New Roman" panose="02020603050405020304" pitchFamily="18" charset="0"/>
                <a:ea typeface="楷体" panose="02010609060101010101" pitchFamily="49" charset="-122"/>
              </a:rPr>
              <a:t>A</a:t>
            </a:r>
            <a:r>
              <a:rPr kumimoji="0" lang="zh-CN" altLang="en-US" sz="2800" dirty="0">
                <a:latin typeface="Times New Roman" panose="02020603050405020304" pitchFamily="18" charset="0"/>
                <a:ea typeface="楷体" panose="02010609060101010101" pitchFamily="49" charset="-122"/>
              </a:rPr>
              <a:t>称为集合</a:t>
            </a:r>
            <a:r>
              <a:rPr kumimoji="0" lang="en-US" altLang="zh-CN" sz="2800" dirty="0">
                <a:latin typeface="Times New Roman" panose="02020603050405020304" pitchFamily="18" charset="0"/>
                <a:ea typeface="楷体" panose="02010609060101010101" pitchFamily="49" charset="-122"/>
              </a:rPr>
              <a:t>U</a:t>
            </a:r>
            <a:r>
              <a:rPr kumimoji="0" lang="zh-CN" altLang="en-US" sz="2800" dirty="0">
                <a:latin typeface="Times New Roman" panose="02020603050405020304" pitchFamily="18" charset="0"/>
                <a:ea typeface="楷体" panose="02010609060101010101" pitchFamily="49" charset="-122"/>
              </a:rPr>
              <a:t>的一个模糊子集。</a:t>
            </a:r>
            <a:r>
              <a:rPr kumimoji="0" lang="zh-CN" altLang="en-US" sz="2800" dirty="0">
                <a:latin typeface="Times New Roman" panose="02020603050405020304" pitchFamily="18" charset="0"/>
                <a:ea typeface="楷体" panose="02010609060101010101" pitchFamily="49" charset="-122"/>
                <a:sym typeface="Symbol" panose="05050102010706020507" pitchFamily="18" charset="2"/>
              </a:rPr>
              <a:t></a:t>
            </a:r>
            <a:r>
              <a:rPr kumimoji="0" lang="en-US" altLang="zh-CN" sz="2800" baseline="-25000" dirty="0">
                <a:latin typeface="Times New Roman" panose="02020603050405020304" pitchFamily="18" charset="0"/>
                <a:ea typeface="楷体" panose="02010609060101010101" pitchFamily="49" charset="-122"/>
              </a:rPr>
              <a:t>A</a:t>
            </a:r>
            <a:r>
              <a:rPr kumimoji="0" lang="en-US" altLang="zh-CN" sz="2800" dirty="0">
                <a:latin typeface="Times New Roman" panose="02020603050405020304" pitchFamily="18" charset="0"/>
                <a:ea typeface="楷体" panose="02010609060101010101" pitchFamily="49" charset="-122"/>
              </a:rPr>
              <a:t>(x)</a:t>
            </a:r>
            <a:r>
              <a:rPr kumimoji="0" lang="zh-CN" altLang="en-US" sz="2800" dirty="0">
                <a:latin typeface="Times New Roman" panose="02020603050405020304" pitchFamily="18" charset="0"/>
                <a:ea typeface="楷体" panose="02010609060101010101" pitchFamily="49" charset="-122"/>
              </a:rPr>
              <a:t>称为</a:t>
            </a:r>
            <a:r>
              <a:rPr kumimoji="0" lang="en-US" altLang="zh-CN" sz="2800" dirty="0">
                <a:latin typeface="Times New Roman" panose="02020603050405020304" pitchFamily="18" charset="0"/>
                <a:ea typeface="楷体" panose="02010609060101010101" pitchFamily="49" charset="-122"/>
              </a:rPr>
              <a:t>x</a:t>
            </a:r>
            <a:r>
              <a:rPr kumimoji="0" lang="zh-CN" altLang="en-US" sz="2800" dirty="0">
                <a:latin typeface="Times New Roman" panose="02020603050405020304" pitchFamily="18" charset="0"/>
                <a:ea typeface="楷体" panose="02010609060101010101" pitchFamily="49" charset="-122"/>
              </a:rPr>
              <a:t>对</a:t>
            </a:r>
            <a:r>
              <a:rPr kumimoji="0" lang="en-US" altLang="zh-CN" sz="2800" dirty="0">
                <a:latin typeface="Times New Roman" panose="02020603050405020304" pitchFamily="18" charset="0"/>
                <a:ea typeface="楷体" panose="02010609060101010101" pitchFamily="49" charset="-122"/>
              </a:rPr>
              <a:t>A</a:t>
            </a:r>
            <a:r>
              <a:rPr kumimoji="0" lang="zh-CN" altLang="en-US" sz="2800" dirty="0">
                <a:latin typeface="Times New Roman" panose="02020603050405020304" pitchFamily="18" charset="0"/>
                <a:ea typeface="楷体" panose="02010609060101010101" pitchFamily="49" charset="-122"/>
              </a:rPr>
              <a:t>的隶属函数，或隶属度、一致性测度</a:t>
            </a:r>
          </a:p>
        </p:txBody>
      </p:sp>
      <p:sp>
        <p:nvSpPr>
          <p:cNvPr id="2" name="矩形 1"/>
          <p:cNvSpPr>
            <a:spLocks noChangeArrowheads="1"/>
          </p:cNvSpPr>
          <p:nvPr/>
        </p:nvSpPr>
        <p:spPr bwMode="auto">
          <a:xfrm>
            <a:off x="611188" y="4189413"/>
            <a:ext cx="45720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楷体" panose="02010609060101010101" pitchFamily="49" charset="-122"/>
                <a:ea typeface="楷体" panose="02010609060101010101" pitchFamily="49" charset="-122"/>
              </a:defRPr>
            </a:lvl1pPr>
            <a:lvl2pPr marL="742950" indent="-285750">
              <a:defRPr kumimoji="1" sz="2400">
                <a:solidFill>
                  <a:schemeClr val="tx1"/>
                </a:solidFill>
                <a:latin typeface="楷体" panose="02010609060101010101" pitchFamily="49" charset="-122"/>
                <a:ea typeface="楷体" panose="02010609060101010101" pitchFamily="49" charset="-122"/>
              </a:defRPr>
            </a:lvl2pPr>
            <a:lvl3pPr marL="1143000" indent="-228600">
              <a:defRPr kumimoji="1" sz="2400">
                <a:solidFill>
                  <a:schemeClr val="tx1"/>
                </a:solidFill>
                <a:latin typeface="楷体" panose="02010609060101010101" pitchFamily="49" charset="-122"/>
                <a:ea typeface="楷体" panose="02010609060101010101" pitchFamily="49" charset="-122"/>
              </a:defRPr>
            </a:lvl3pPr>
            <a:lvl4pPr marL="1600200" indent="-228600">
              <a:defRPr kumimoji="1" sz="2400">
                <a:solidFill>
                  <a:schemeClr val="tx1"/>
                </a:solidFill>
                <a:latin typeface="楷体" panose="02010609060101010101" pitchFamily="49" charset="-122"/>
                <a:ea typeface="楷体" panose="02010609060101010101" pitchFamily="49" charset="-122"/>
              </a:defRPr>
            </a:lvl4pPr>
            <a:lvl5pPr marL="2057400" indent="-228600">
              <a:defRPr kumimoji="1" sz="2400">
                <a:solidFill>
                  <a:schemeClr val="tx1"/>
                </a:solidFill>
                <a:latin typeface="楷体" panose="02010609060101010101" pitchFamily="49" charset="-122"/>
                <a:ea typeface="楷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楷体" panose="02010609060101010101" pitchFamily="49" charset="-122"/>
                <a:ea typeface="楷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楷体" panose="02010609060101010101" pitchFamily="49" charset="-122"/>
                <a:ea typeface="楷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楷体" panose="02010609060101010101" pitchFamily="49" charset="-122"/>
                <a:ea typeface="楷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楷体" panose="02010609060101010101" pitchFamily="49" charset="-122"/>
                <a:ea typeface="楷体" panose="02010609060101010101" pitchFamily="49" charset="-122"/>
              </a:defRPr>
            </a:lvl9pPr>
          </a:lstStyle>
          <a:p>
            <a:pPr eaLnBrk="1" hangingPunct="1"/>
            <a:r>
              <a:rPr kumimoji="0" lang="zh-CN" altLang="en-US">
                <a:latin typeface="Times New Roman" panose="02020603050405020304" pitchFamily="18" charset="0"/>
                <a:cs typeface="Times New Roman" panose="02020603050405020304" pitchFamily="18" charset="0"/>
              </a:rPr>
              <a:t>例：模糊概念“老年人”</a:t>
            </a:r>
            <a:r>
              <a:rPr kumimoji="0" lang="en-US" altLang="zh-CN">
                <a:latin typeface="Times New Roman" panose="02020603050405020304" pitchFamily="18" charset="0"/>
                <a:cs typeface="Times New Roman" panose="02020603050405020304" pitchFamily="18" charset="0"/>
              </a:rPr>
              <a:t>—</a:t>
            </a:r>
            <a:r>
              <a:rPr kumimoji="0" lang="zh-CN" altLang="en-US">
                <a:latin typeface="Times New Roman" panose="02020603050405020304" pitchFamily="18" charset="0"/>
                <a:cs typeface="Times New Roman" panose="02020603050405020304" pitchFamily="18" charset="0"/>
              </a:rPr>
              <a:t>可用隶属函数</a:t>
            </a:r>
            <a:r>
              <a:rPr kumimoji="0" lang="zh-CN" altLang="en-US">
                <a:latin typeface="Times New Roman" panose="02020603050405020304" pitchFamily="18" charset="0"/>
                <a:cs typeface="Times New Roman" panose="02020603050405020304" pitchFamily="18" charset="0"/>
                <a:sym typeface="Symbol" panose="05050102010706020507" pitchFamily="18" charset="2"/>
              </a:rPr>
              <a:t></a:t>
            </a:r>
            <a:r>
              <a:rPr kumimoji="0" lang="en-US" altLang="zh-CN" baseline="-25000">
                <a:latin typeface="Times New Roman" panose="02020603050405020304" pitchFamily="18" charset="0"/>
                <a:cs typeface="Times New Roman" panose="02020603050405020304" pitchFamily="18" charset="0"/>
              </a:rPr>
              <a:t>old</a:t>
            </a:r>
            <a:r>
              <a:rPr kumimoji="0" lang="en-US" altLang="zh-CN">
                <a:latin typeface="Times New Roman" panose="02020603050405020304" pitchFamily="18" charset="0"/>
                <a:cs typeface="Times New Roman" panose="02020603050405020304" pitchFamily="18" charset="0"/>
              </a:rPr>
              <a:t>(x)</a:t>
            </a:r>
            <a:r>
              <a:rPr kumimoji="0" lang="zh-CN" altLang="en-US">
                <a:latin typeface="Times New Roman" panose="02020603050405020304" pitchFamily="18" charset="0"/>
                <a:cs typeface="Times New Roman" panose="02020603050405020304" pitchFamily="18" charset="0"/>
              </a:rPr>
              <a:t>来表示老年人集合</a:t>
            </a:r>
          </a:p>
        </p:txBody>
      </p:sp>
      <p:graphicFrame>
        <p:nvGraphicFramePr>
          <p:cNvPr id="7" name="Object 5"/>
          <p:cNvGraphicFramePr>
            <a:graphicFrameLocks noGrp="1" noChangeAspect="1"/>
          </p:cNvGraphicFramePr>
          <p:nvPr>
            <p:ph idx="1"/>
          </p:nvPr>
        </p:nvGraphicFramePr>
        <p:xfrm>
          <a:off x="5183188" y="4167188"/>
          <a:ext cx="3598862" cy="1571625"/>
        </p:xfrm>
        <a:graphic>
          <a:graphicData uri="http://schemas.openxmlformats.org/presentationml/2006/ole">
            <mc:AlternateContent xmlns:mc="http://schemas.openxmlformats.org/markup-compatibility/2006">
              <mc:Choice xmlns:v="urn:schemas-microsoft-com:vml" Requires="v">
                <p:oleObj spid="_x0000_s26634" name="Microsoft 公式 3.0" r:id="rId4" imgW="2038409" imgH="857139" progId="Equation.3">
                  <p:embed/>
                </p:oleObj>
              </mc:Choice>
              <mc:Fallback>
                <p:oleObj name="Microsoft 公式 3.0" r:id="rId4" imgW="2038409" imgH="857139"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83188" y="4167188"/>
                        <a:ext cx="3598862" cy="1571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 name="矩形 2"/>
          <p:cNvSpPr>
            <a:spLocks noChangeArrowheads="1"/>
          </p:cNvSpPr>
          <p:nvPr/>
        </p:nvSpPr>
        <p:spPr bwMode="auto">
          <a:xfrm>
            <a:off x="1692275" y="5160963"/>
            <a:ext cx="45720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楷体" panose="02010609060101010101" pitchFamily="49" charset="-122"/>
                <a:ea typeface="楷体" panose="02010609060101010101" pitchFamily="49" charset="-122"/>
              </a:defRPr>
            </a:lvl1pPr>
            <a:lvl2pPr marL="742950" indent="-285750">
              <a:defRPr kumimoji="1" sz="2400">
                <a:solidFill>
                  <a:schemeClr val="tx1"/>
                </a:solidFill>
                <a:latin typeface="楷体" panose="02010609060101010101" pitchFamily="49" charset="-122"/>
                <a:ea typeface="楷体" panose="02010609060101010101" pitchFamily="49" charset="-122"/>
              </a:defRPr>
            </a:lvl2pPr>
            <a:lvl3pPr marL="1143000" indent="-228600">
              <a:defRPr kumimoji="1" sz="2400">
                <a:solidFill>
                  <a:schemeClr val="tx1"/>
                </a:solidFill>
                <a:latin typeface="楷体" panose="02010609060101010101" pitchFamily="49" charset="-122"/>
                <a:ea typeface="楷体" panose="02010609060101010101" pitchFamily="49" charset="-122"/>
              </a:defRPr>
            </a:lvl3pPr>
            <a:lvl4pPr marL="1600200" indent="-228600">
              <a:defRPr kumimoji="1" sz="2400">
                <a:solidFill>
                  <a:schemeClr val="tx1"/>
                </a:solidFill>
                <a:latin typeface="楷体" panose="02010609060101010101" pitchFamily="49" charset="-122"/>
                <a:ea typeface="楷体" panose="02010609060101010101" pitchFamily="49" charset="-122"/>
              </a:defRPr>
            </a:lvl4pPr>
            <a:lvl5pPr marL="2057400" indent="-228600">
              <a:defRPr kumimoji="1" sz="2400">
                <a:solidFill>
                  <a:schemeClr val="tx1"/>
                </a:solidFill>
                <a:latin typeface="楷体" panose="02010609060101010101" pitchFamily="49" charset="-122"/>
                <a:ea typeface="楷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楷体" panose="02010609060101010101" pitchFamily="49" charset="-122"/>
                <a:ea typeface="楷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楷体" panose="02010609060101010101" pitchFamily="49" charset="-122"/>
                <a:ea typeface="楷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楷体" panose="02010609060101010101" pitchFamily="49" charset="-122"/>
                <a:ea typeface="楷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楷体" panose="02010609060101010101" pitchFamily="49" charset="-122"/>
                <a:ea typeface="楷体" panose="02010609060101010101" pitchFamily="49" charset="-122"/>
              </a:defRPr>
            </a:lvl9pPr>
          </a:lstStyle>
          <a:p>
            <a:pPr eaLnBrk="1" hangingPunct="1"/>
            <a:r>
              <a:rPr kumimoji="0" lang="en-US" altLang="zh-CN">
                <a:latin typeface="Times New Roman" panose="02020603050405020304" pitchFamily="18" charset="0"/>
                <a:cs typeface="Times New Roman" panose="02020603050405020304" pitchFamily="18" charset="0"/>
              </a:rPr>
              <a:t>x=55</a:t>
            </a:r>
            <a:r>
              <a:rPr kumimoji="0" lang="zh-CN" altLang="en-US">
                <a:latin typeface="Times New Roman" panose="02020603050405020304" pitchFamily="18" charset="0"/>
                <a:cs typeface="Times New Roman" panose="02020603050405020304" pitchFamily="18" charset="0"/>
              </a:rPr>
              <a:t>，</a:t>
            </a:r>
            <a:r>
              <a:rPr kumimoji="0" lang="zh-CN" altLang="en-US">
                <a:latin typeface="Times New Roman" panose="02020603050405020304" pitchFamily="18" charset="0"/>
                <a:cs typeface="Times New Roman" panose="02020603050405020304" pitchFamily="18" charset="0"/>
                <a:sym typeface="Symbol" panose="05050102010706020507" pitchFamily="18" charset="2"/>
              </a:rPr>
              <a:t></a:t>
            </a:r>
            <a:r>
              <a:rPr kumimoji="0" lang="en-US" altLang="zh-CN" baseline="-25000">
                <a:latin typeface="Times New Roman" panose="02020603050405020304" pitchFamily="18" charset="0"/>
                <a:cs typeface="Times New Roman" panose="02020603050405020304" pitchFamily="18" charset="0"/>
              </a:rPr>
              <a:t>old</a:t>
            </a:r>
            <a:r>
              <a:rPr kumimoji="0" lang="en-US" altLang="zh-CN">
                <a:latin typeface="Times New Roman" panose="02020603050405020304" pitchFamily="18" charset="0"/>
                <a:cs typeface="Times New Roman" panose="02020603050405020304" pitchFamily="18" charset="0"/>
              </a:rPr>
              <a:t>(x)=0.5</a:t>
            </a:r>
            <a:r>
              <a:rPr kumimoji="0" lang="zh-CN" altLang="en-US">
                <a:latin typeface="Times New Roman" panose="02020603050405020304" pitchFamily="18" charset="0"/>
                <a:cs typeface="Times New Roman" panose="02020603050405020304" pitchFamily="18" charset="0"/>
              </a:rPr>
              <a:t>；</a:t>
            </a:r>
          </a:p>
          <a:p>
            <a:pPr eaLnBrk="1" hangingPunct="1"/>
            <a:r>
              <a:rPr kumimoji="0" lang="en-US" altLang="zh-CN">
                <a:latin typeface="Times New Roman" panose="02020603050405020304" pitchFamily="18" charset="0"/>
                <a:cs typeface="Times New Roman" panose="02020603050405020304" pitchFamily="18" charset="0"/>
              </a:rPr>
              <a:t>x=60</a:t>
            </a:r>
            <a:r>
              <a:rPr kumimoji="0" lang="zh-CN" altLang="en-US">
                <a:latin typeface="Times New Roman" panose="02020603050405020304" pitchFamily="18" charset="0"/>
                <a:cs typeface="Times New Roman" panose="02020603050405020304" pitchFamily="18" charset="0"/>
              </a:rPr>
              <a:t>，</a:t>
            </a:r>
            <a:r>
              <a:rPr kumimoji="0" lang="zh-CN" altLang="en-US">
                <a:latin typeface="Times New Roman" panose="02020603050405020304" pitchFamily="18" charset="0"/>
                <a:cs typeface="Times New Roman" panose="02020603050405020304" pitchFamily="18" charset="0"/>
                <a:sym typeface="Symbol" panose="05050102010706020507" pitchFamily="18" charset="2"/>
              </a:rPr>
              <a:t></a:t>
            </a:r>
            <a:r>
              <a:rPr kumimoji="0" lang="en-US" altLang="zh-CN" baseline="-25000">
                <a:latin typeface="Times New Roman" panose="02020603050405020304" pitchFamily="18" charset="0"/>
                <a:cs typeface="Times New Roman" panose="02020603050405020304" pitchFamily="18" charset="0"/>
              </a:rPr>
              <a:t>old</a:t>
            </a:r>
            <a:r>
              <a:rPr kumimoji="0" lang="en-US" altLang="zh-CN">
                <a:latin typeface="Times New Roman" panose="02020603050405020304" pitchFamily="18" charset="0"/>
                <a:cs typeface="Times New Roman" panose="02020603050405020304" pitchFamily="18" charset="0"/>
              </a:rPr>
              <a:t>(x)=0.8</a:t>
            </a:r>
            <a:r>
              <a:rPr kumimoji="0" lang="zh-CN" altLang="en-US">
                <a:latin typeface="Times New Roman" panose="02020603050405020304" pitchFamily="18" charset="0"/>
                <a:cs typeface="Times New Roman" panose="02020603050405020304" pitchFamily="18" charset="0"/>
              </a:rPr>
              <a:t>；</a:t>
            </a:r>
          </a:p>
          <a:p>
            <a:pPr eaLnBrk="1" hangingPunct="1"/>
            <a:r>
              <a:rPr kumimoji="0" lang="en-US" altLang="zh-CN">
                <a:latin typeface="Times New Roman" panose="02020603050405020304" pitchFamily="18" charset="0"/>
                <a:cs typeface="Times New Roman" panose="02020603050405020304" pitchFamily="18" charset="0"/>
              </a:rPr>
              <a:t>x=80</a:t>
            </a:r>
            <a:r>
              <a:rPr kumimoji="0" lang="zh-CN" altLang="en-US">
                <a:latin typeface="Times New Roman" panose="02020603050405020304" pitchFamily="18" charset="0"/>
                <a:cs typeface="Times New Roman" panose="02020603050405020304" pitchFamily="18" charset="0"/>
              </a:rPr>
              <a:t>，</a:t>
            </a:r>
            <a:r>
              <a:rPr kumimoji="0" lang="zh-CN" altLang="en-US">
                <a:latin typeface="Times New Roman" panose="02020603050405020304" pitchFamily="18" charset="0"/>
                <a:cs typeface="Times New Roman" panose="02020603050405020304" pitchFamily="18" charset="0"/>
                <a:sym typeface="Symbol" panose="05050102010706020507" pitchFamily="18" charset="2"/>
              </a:rPr>
              <a:t></a:t>
            </a:r>
            <a:r>
              <a:rPr kumimoji="0" lang="en-US" altLang="zh-CN" baseline="-25000">
                <a:latin typeface="Times New Roman" panose="02020603050405020304" pitchFamily="18" charset="0"/>
                <a:cs typeface="Times New Roman" panose="02020603050405020304" pitchFamily="18" charset="0"/>
              </a:rPr>
              <a:t>old</a:t>
            </a:r>
            <a:r>
              <a:rPr kumimoji="0" lang="en-US" altLang="zh-CN">
                <a:latin typeface="Times New Roman" panose="02020603050405020304" pitchFamily="18" charset="0"/>
                <a:cs typeface="Times New Roman" panose="02020603050405020304" pitchFamily="18" charset="0"/>
              </a:rPr>
              <a:t>(x)≈1(0.97)</a:t>
            </a:r>
            <a:endParaRPr lang="zh-CN" altLang="en-US"/>
          </a:p>
        </p:txBody>
      </p:sp>
    </p:spTree>
    <p:extLst>
      <p:ext uri="{BB962C8B-B14F-4D97-AF65-F5344CB8AC3E}">
        <p14:creationId xmlns:p14="http://schemas.microsoft.com/office/powerpoint/2010/main" val="5457743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83012">
                                            <p:txEl>
                                              <p:pRg st="0" end="0"/>
                                            </p:txEl>
                                          </p:spTgt>
                                        </p:tgtEl>
                                        <p:attrNameLst>
                                          <p:attrName>style.visibility</p:attrName>
                                        </p:attrNameLst>
                                      </p:cBhvr>
                                      <p:to>
                                        <p:strVal val="visible"/>
                                      </p:to>
                                    </p:set>
                                    <p:animEffect transition="in" filter="blinds(horizontal)">
                                      <p:cBhvr>
                                        <p:cTn id="7" dur="500"/>
                                        <p:tgtEl>
                                          <p:spTgt spid="68301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83012">
                                            <p:txEl>
                                              <p:pRg st="1" end="1"/>
                                            </p:txEl>
                                          </p:spTgt>
                                        </p:tgtEl>
                                        <p:attrNameLst>
                                          <p:attrName>style.visibility</p:attrName>
                                        </p:attrNameLst>
                                      </p:cBhvr>
                                      <p:to>
                                        <p:strVal val="visible"/>
                                      </p:to>
                                    </p:set>
                                    <p:animEffect transition="in" filter="blinds(horizontal)">
                                      <p:cBhvr>
                                        <p:cTn id="12" dur="500"/>
                                        <p:tgtEl>
                                          <p:spTgt spid="683012">
                                            <p:txEl>
                                              <p:pRg st="1" end="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683012">
                                            <p:txEl>
                                              <p:pRg st="2" end="2"/>
                                            </p:txEl>
                                          </p:spTgt>
                                        </p:tgtEl>
                                        <p:attrNameLst>
                                          <p:attrName>style.visibility</p:attrName>
                                        </p:attrNameLst>
                                      </p:cBhvr>
                                      <p:to>
                                        <p:strVal val="visible"/>
                                      </p:to>
                                    </p:set>
                                    <p:animEffect transition="in" filter="blinds(horizontal)">
                                      <p:cBhvr>
                                        <p:cTn id="15" dur="500"/>
                                        <p:tgtEl>
                                          <p:spTgt spid="683012">
                                            <p:txEl>
                                              <p:pRg st="2" end="2"/>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2"/>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nodeType="clickEffect">
                                  <p:stCondLst>
                                    <p:cond delay="0"/>
                                  </p:stCondLst>
                                  <p:childTnLst>
                                    <p:set>
                                      <p:cBhvr>
                                        <p:cTn id="23" dur="1" fill="hold">
                                          <p:stCondLst>
                                            <p:cond delay="0"/>
                                          </p:stCondLst>
                                        </p:cTn>
                                        <p:tgtEl>
                                          <p:spTgt spid="7"/>
                                        </p:tgtEl>
                                        <p:attrNameLst>
                                          <p:attrName>style.visibility</p:attrName>
                                        </p:attrNameLst>
                                      </p:cBhvr>
                                      <p:to>
                                        <p:strVal val="visible"/>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灯片编号占位符 4"/>
          <p:cNvSpPr>
            <a:spLocks noGrp="1"/>
          </p:cNvSpPr>
          <p:nvPr>
            <p:ph type="sldNum" sz="quarter" idx="4294967295"/>
          </p:nvPr>
        </p:nvSpPr>
        <p:spPr>
          <a:xfrm>
            <a:off x="6553200" y="6245225"/>
            <a:ext cx="2133600" cy="476250"/>
          </a:xfrm>
          <a:prstGeom prst="rect">
            <a:avLst/>
          </a:prstGeom>
          <a:noFill/>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a:spcBef>
                <a:spcPct val="0"/>
              </a:spcBef>
              <a:buFontTx/>
              <a:buNone/>
            </a:pPr>
            <a:fld id="{95A71B27-A94E-46FA-9B72-A1B2D03D8477}" type="slidenum">
              <a:rPr lang="zh-CN" altLang="en-US" sz="1400" smtClean="0">
                <a:latin typeface="Gulim" panose="02010600030101010101" charset="-122"/>
                <a:ea typeface="Gulim" panose="02010600030101010101" charset="-122"/>
              </a:rPr>
              <a:pPr>
                <a:spcBef>
                  <a:spcPct val="0"/>
                </a:spcBef>
                <a:buFontTx/>
                <a:buNone/>
              </a:pPr>
              <a:t>122</a:t>
            </a:fld>
            <a:endParaRPr lang="en-US" altLang="zh-CN" sz="1400" smtClean="0">
              <a:latin typeface="Gulim" panose="02010600030101010101" charset="-122"/>
              <a:ea typeface="Gulim" panose="02010600030101010101" charset="-122"/>
            </a:endParaRPr>
          </a:p>
        </p:txBody>
      </p:sp>
      <p:sp>
        <p:nvSpPr>
          <p:cNvPr id="691202" name="Rectangle 2"/>
          <p:cNvSpPr>
            <a:spLocks noGrp="1" noChangeArrowheads="1"/>
          </p:cNvSpPr>
          <p:nvPr>
            <p:ph type="title"/>
          </p:nvPr>
        </p:nvSpPr>
        <p:spPr>
          <a:xfrm>
            <a:off x="684213" y="549275"/>
            <a:ext cx="7772400" cy="792163"/>
          </a:xfrm>
        </p:spPr>
        <p:txBody>
          <a:bodyPr/>
          <a:lstStyle/>
          <a:p>
            <a:pPr algn="ctr" eaLnBrk="1" hangingPunct="1">
              <a:defRPr/>
            </a:pPr>
            <a:r>
              <a:rPr lang="zh-CN" altLang="en-US" sz="3200" b="1" dirty="0">
                <a:solidFill>
                  <a:schemeClr val="tx1"/>
                </a:solidFill>
                <a:latin typeface="微软雅黑" panose="020B0503020204020204" pitchFamily="34" charset="-122"/>
                <a:ea typeface="微软雅黑" panose="020B0503020204020204" pitchFamily="34" charset="-122"/>
              </a:rPr>
              <a:t>模糊与</a:t>
            </a:r>
            <a:r>
              <a:rPr lang="zh-CN" altLang="en-US" sz="3200" b="1" dirty="0">
                <a:solidFill>
                  <a:schemeClr val="tx1"/>
                </a:solidFill>
                <a:latin typeface="微软雅黑" panose="020B0503020204020204" pitchFamily="34" charset="-122"/>
                <a:ea typeface="微软雅黑" panose="020B0503020204020204" pitchFamily="34" charset="-122"/>
              </a:rPr>
              <a:t>概率</a:t>
            </a:r>
            <a:r>
              <a:rPr lang="zh-CN" altLang="en-US" sz="3200" b="1" dirty="0">
                <a:solidFill>
                  <a:schemeClr val="tx1"/>
                </a:solidFill>
                <a:latin typeface="微软雅黑" panose="020B0503020204020204" pitchFamily="34" charset="-122"/>
                <a:ea typeface="微软雅黑" panose="020B0503020204020204" pitchFamily="34" charset="-122"/>
              </a:rPr>
              <a:t>的区别</a:t>
            </a:r>
            <a:endParaRPr lang="en-US" altLang="zh-CN" sz="3200" b="1" dirty="0">
              <a:solidFill>
                <a:schemeClr val="tx1"/>
              </a:solidFill>
              <a:latin typeface="微软雅黑" panose="020B0503020204020204" pitchFamily="34" charset="-122"/>
              <a:ea typeface="微软雅黑" panose="020B0503020204020204" pitchFamily="34" charset="-122"/>
            </a:endParaRPr>
          </a:p>
        </p:txBody>
      </p:sp>
      <p:sp>
        <p:nvSpPr>
          <p:cNvPr id="125956" name="Text Box 4"/>
          <p:cNvSpPr txBox="1">
            <a:spLocks noChangeArrowheads="1"/>
          </p:cNvSpPr>
          <p:nvPr/>
        </p:nvSpPr>
        <p:spPr bwMode="auto">
          <a:xfrm>
            <a:off x="684213" y="1557338"/>
            <a:ext cx="7848600" cy="2773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eaLnBrk="1" hangingPunct="1">
              <a:spcBef>
                <a:spcPct val="50000"/>
              </a:spcBef>
            </a:pPr>
            <a:r>
              <a:rPr kumimoji="0" lang="zh-CN" altLang="en-US" sz="2400">
                <a:latin typeface="Times New Roman" panose="02020603050405020304" pitchFamily="18" charset="0"/>
                <a:ea typeface="楷体" panose="02010609060101010101" pitchFamily="49" charset="-122"/>
              </a:rPr>
              <a:t> </a:t>
            </a:r>
            <a:r>
              <a:rPr kumimoji="0" lang="zh-CN" altLang="en-US">
                <a:latin typeface="Times New Roman" panose="02020603050405020304" pitchFamily="18" charset="0"/>
                <a:ea typeface="楷体" panose="02010609060101010101" pitchFamily="49" charset="-122"/>
              </a:rPr>
              <a:t>模糊与概率的区别：虽然同属于非精确描述，但概率现象的每个具体结果是确定的“非此即彼”；模糊现象的结果是非确定的“亦此亦彼”</a:t>
            </a:r>
          </a:p>
          <a:p>
            <a:pPr eaLnBrk="1" hangingPunct="1">
              <a:spcBef>
                <a:spcPct val="50000"/>
              </a:spcBef>
            </a:pPr>
            <a:r>
              <a:rPr kumimoji="0" lang="zh-CN" altLang="en-US">
                <a:latin typeface="Times New Roman" panose="02020603050405020304" pitchFamily="18" charset="0"/>
                <a:ea typeface="楷体" panose="02010609060101010101" pitchFamily="49" charset="-122"/>
              </a:rPr>
              <a:t> 模糊的基础是概率</a:t>
            </a:r>
          </a:p>
        </p:txBody>
      </p:sp>
    </p:spTree>
    <p:extLst>
      <p:ext uri="{BB962C8B-B14F-4D97-AF65-F5344CB8AC3E}">
        <p14:creationId xmlns:p14="http://schemas.microsoft.com/office/powerpoint/2010/main" val="882208137"/>
      </p:ext>
    </p:extLst>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灯片编号占位符 3"/>
          <p:cNvSpPr>
            <a:spLocks noGrp="1"/>
          </p:cNvSpPr>
          <p:nvPr>
            <p:ph type="sldNum" sz="quarter" idx="4294967295"/>
          </p:nvPr>
        </p:nvSpPr>
        <p:spPr>
          <a:xfrm>
            <a:off x="6553200" y="6245225"/>
            <a:ext cx="2133600" cy="476250"/>
          </a:xfrm>
          <a:prstGeom prst="rect">
            <a:avLst/>
          </a:prstGeom>
          <a:noFill/>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a:spcBef>
                <a:spcPct val="0"/>
              </a:spcBef>
              <a:buFontTx/>
              <a:buNone/>
            </a:pPr>
            <a:fld id="{54029272-7F2F-49DF-9841-6E5819B854A2}" type="slidenum">
              <a:rPr lang="zh-CN" altLang="en-US" sz="1400" smtClean="0">
                <a:latin typeface="Gulim" panose="02010600030101010101" charset="-122"/>
                <a:ea typeface="Gulim" panose="02010600030101010101" charset="-122"/>
              </a:rPr>
              <a:pPr>
                <a:spcBef>
                  <a:spcPct val="0"/>
                </a:spcBef>
                <a:buFontTx/>
                <a:buNone/>
              </a:pPr>
              <a:t>123</a:t>
            </a:fld>
            <a:endParaRPr lang="en-US" altLang="zh-CN" sz="1400" smtClean="0">
              <a:latin typeface="Gulim" panose="02010600030101010101" charset="-122"/>
              <a:ea typeface="Gulim" panose="02010600030101010101" charset="-122"/>
            </a:endParaRPr>
          </a:p>
        </p:txBody>
      </p:sp>
      <p:sp>
        <p:nvSpPr>
          <p:cNvPr id="693250" name="Rectangle 2"/>
          <p:cNvSpPr>
            <a:spLocks noGrp="1" noChangeArrowheads="1"/>
          </p:cNvSpPr>
          <p:nvPr>
            <p:ph type="title"/>
          </p:nvPr>
        </p:nvSpPr>
        <p:spPr>
          <a:xfrm>
            <a:off x="685800" y="476250"/>
            <a:ext cx="7772400" cy="792163"/>
          </a:xfrm>
        </p:spPr>
        <p:txBody>
          <a:bodyPr/>
          <a:lstStyle/>
          <a:p>
            <a:pPr algn="ctr" eaLnBrk="1" hangingPunct="1">
              <a:defRPr/>
            </a:pPr>
            <a:r>
              <a:rPr lang="zh-CN" altLang="en-US" sz="3200" b="1" dirty="0">
                <a:solidFill>
                  <a:schemeClr val="tx1"/>
                </a:solidFill>
                <a:latin typeface="微软雅黑" panose="020B0503020204020204" pitchFamily="34" charset="-122"/>
                <a:ea typeface="微软雅黑" panose="020B0503020204020204" pitchFamily="34" charset="-122"/>
              </a:rPr>
              <a:t>模糊</a:t>
            </a:r>
            <a:r>
              <a:rPr lang="zh-CN" altLang="en-US" sz="3200" b="1" dirty="0">
                <a:solidFill>
                  <a:schemeClr val="tx1"/>
                </a:solidFill>
                <a:latin typeface="微软雅黑" panose="020B0503020204020204" pitchFamily="34" charset="-122"/>
                <a:ea typeface="微软雅黑" panose="020B0503020204020204" pitchFamily="34" charset="-122"/>
              </a:rPr>
              <a:t>集合</a:t>
            </a:r>
            <a:r>
              <a:rPr lang="zh-CN" altLang="en-US" sz="3200" b="1" dirty="0">
                <a:solidFill>
                  <a:schemeClr val="tx1"/>
                </a:solidFill>
                <a:latin typeface="微软雅黑" panose="020B0503020204020204" pitchFamily="34" charset="-122"/>
                <a:ea typeface="微软雅黑" panose="020B0503020204020204" pitchFamily="34" charset="-122"/>
              </a:rPr>
              <a:t>运算</a:t>
            </a:r>
            <a:r>
              <a:rPr lang="en-US" altLang="zh-CN" sz="3200" b="1" dirty="0">
                <a:solidFill>
                  <a:schemeClr val="tx1"/>
                </a:solidFill>
                <a:latin typeface="微软雅黑" panose="020B0503020204020204" pitchFamily="34" charset="-122"/>
                <a:ea typeface="微软雅黑" panose="020B0503020204020204" pitchFamily="34" charset="-122"/>
              </a:rPr>
              <a:t>(1)</a:t>
            </a:r>
          </a:p>
        </p:txBody>
      </p:sp>
      <p:sp>
        <p:nvSpPr>
          <p:cNvPr id="693252" name="Text Box 4"/>
          <p:cNvSpPr txBox="1">
            <a:spLocks noChangeArrowheads="1"/>
          </p:cNvSpPr>
          <p:nvPr/>
        </p:nvSpPr>
        <p:spPr bwMode="auto">
          <a:xfrm>
            <a:off x="611188" y="1484313"/>
            <a:ext cx="7993062" cy="3438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eaLnBrk="1" hangingPunct="1">
              <a:lnSpc>
                <a:spcPct val="110000"/>
              </a:lnSpc>
              <a:spcBef>
                <a:spcPct val="0"/>
              </a:spcBef>
            </a:pPr>
            <a:r>
              <a:rPr kumimoji="0" lang="zh-CN" altLang="en-US" sz="2600">
                <a:latin typeface="Times New Roman" panose="02020603050405020304" pitchFamily="18" charset="0"/>
                <a:ea typeface="楷体" panose="02010609060101010101" pitchFamily="49" charset="-122"/>
              </a:rPr>
              <a:t> </a:t>
            </a:r>
            <a:r>
              <a:rPr kumimoji="0" lang="zh-CN" altLang="en-US">
                <a:latin typeface="Times New Roman" panose="02020603050405020304" pitchFamily="18" charset="0"/>
                <a:ea typeface="楷体" panose="02010609060101010101" pitchFamily="49" charset="-122"/>
              </a:rPr>
              <a:t>模糊集合运算</a:t>
            </a:r>
          </a:p>
          <a:p>
            <a:pPr lvl="1" eaLnBrk="1" latinLnBrk="0" hangingPunct="1">
              <a:lnSpc>
                <a:spcPct val="110000"/>
              </a:lnSpc>
              <a:spcBef>
                <a:spcPct val="0"/>
              </a:spcBef>
              <a:buFontTx/>
              <a:buNone/>
            </a:pPr>
            <a:r>
              <a:rPr kumimoji="0" lang="en-US" altLang="zh-CN" sz="2800">
                <a:latin typeface="Times New Roman" panose="02020603050405020304" pitchFamily="18" charset="0"/>
                <a:ea typeface="楷体" panose="02010609060101010101" pitchFamily="49" charset="-122"/>
              </a:rPr>
              <a:t>(1)</a:t>
            </a:r>
            <a:r>
              <a:rPr kumimoji="0" lang="zh-CN" altLang="en-US" sz="2800">
                <a:latin typeface="Times New Roman" panose="02020603050405020304" pitchFamily="18" charset="0"/>
                <a:ea typeface="楷体" panose="02010609060101010101" pitchFamily="49" charset="-122"/>
              </a:rPr>
              <a:t>空集判断：设</a:t>
            </a:r>
            <a:r>
              <a:rPr kumimoji="0" lang="en-US" altLang="zh-CN" sz="2800">
                <a:latin typeface="Times New Roman" panose="02020603050405020304" pitchFamily="18" charset="0"/>
                <a:ea typeface="楷体" panose="02010609060101010101" pitchFamily="49" charset="-122"/>
              </a:rPr>
              <a:t>A</a:t>
            </a:r>
            <a:r>
              <a:rPr kumimoji="0" lang="zh-CN" altLang="en-US" sz="2800">
                <a:latin typeface="Times New Roman" panose="02020603050405020304" pitchFamily="18" charset="0"/>
                <a:ea typeface="楷体" panose="02010609060101010101" pitchFamily="49" charset="-122"/>
              </a:rPr>
              <a:t>为</a:t>
            </a:r>
            <a:r>
              <a:rPr kumimoji="0" lang="en-US" altLang="zh-CN" sz="2800">
                <a:latin typeface="Times New Roman" panose="02020603050405020304" pitchFamily="18" charset="0"/>
                <a:ea typeface="楷体" panose="02010609060101010101" pitchFamily="49" charset="-122"/>
              </a:rPr>
              <a:t>U</a:t>
            </a:r>
            <a:r>
              <a:rPr kumimoji="0" lang="zh-CN" altLang="en-US" sz="2800">
                <a:latin typeface="Times New Roman" panose="02020603050405020304" pitchFamily="18" charset="0"/>
                <a:ea typeface="楷体" panose="02010609060101010101" pitchFamily="49" charset="-122"/>
              </a:rPr>
              <a:t>的模糊子集，当且仅当</a:t>
            </a:r>
            <a:r>
              <a:rPr kumimoji="0" lang="zh-CN" altLang="en-US" sz="2800">
                <a:latin typeface="Times New Roman" panose="02020603050405020304" pitchFamily="18" charset="0"/>
                <a:ea typeface="楷体" panose="02010609060101010101" pitchFamily="49" charset="-122"/>
                <a:sym typeface="Symbol" panose="05050102010706020507" pitchFamily="18" charset="2"/>
              </a:rPr>
              <a:t></a:t>
            </a:r>
            <a:r>
              <a:rPr kumimoji="0" lang="en-US" altLang="zh-CN" sz="2800">
                <a:latin typeface="Times New Roman" panose="02020603050405020304" pitchFamily="18" charset="0"/>
                <a:ea typeface="楷体" panose="02010609060101010101" pitchFamily="49" charset="-122"/>
              </a:rPr>
              <a:t>x</a:t>
            </a:r>
            <a:r>
              <a:rPr kumimoji="0" lang="en-US" altLang="zh-CN" sz="2800">
                <a:latin typeface="Times New Roman" panose="02020603050405020304" pitchFamily="18" charset="0"/>
                <a:ea typeface="楷体" panose="02010609060101010101" pitchFamily="49" charset="-122"/>
                <a:sym typeface="Symbol" panose="05050102010706020507" pitchFamily="18" charset="2"/>
              </a:rPr>
              <a:t></a:t>
            </a:r>
            <a:r>
              <a:rPr kumimoji="0" lang="en-US" altLang="zh-CN" sz="2800">
                <a:latin typeface="Times New Roman" panose="02020603050405020304" pitchFamily="18" charset="0"/>
                <a:ea typeface="楷体" panose="02010609060101010101" pitchFamily="49" charset="-122"/>
              </a:rPr>
              <a:t>U</a:t>
            </a:r>
            <a:r>
              <a:rPr kumimoji="0" lang="zh-CN" altLang="en-US" sz="2800">
                <a:latin typeface="Times New Roman" panose="02020603050405020304" pitchFamily="18" charset="0"/>
                <a:ea typeface="楷体" panose="02010609060101010101" pitchFamily="49" charset="-122"/>
              </a:rPr>
              <a:t>，</a:t>
            </a:r>
            <a:r>
              <a:rPr kumimoji="0" lang="zh-CN" altLang="en-US" sz="2800">
                <a:latin typeface="Times New Roman" panose="02020603050405020304" pitchFamily="18" charset="0"/>
                <a:ea typeface="楷体" panose="02010609060101010101" pitchFamily="49" charset="-122"/>
                <a:sym typeface="Symbol" panose="05050102010706020507" pitchFamily="18" charset="2"/>
              </a:rPr>
              <a:t></a:t>
            </a:r>
            <a:r>
              <a:rPr kumimoji="0" lang="en-US" altLang="zh-CN" sz="2800" baseline="-25000">
                <a:latin typeface="Times New Roman" panose="02020603050405020304" pitchFamily="18" charset="0"/>
                <a:ea typeface="楷体" panose="02010609060101010101" pitchFamily="49" charset="-122"/>
              </a:rPr>
              <a:t>A</a:t>
            </a:r>
            <a:r>
              <a:rPr kumimoji="0" lang="en-US" altLang="zh-CN" sz="2800">
                <a:latin typeface="Times New Roman" panose="02020603050405020304" pitchFamily="18" charset="0"/>
                <a:ea typeface="楷体" panose="02010609060101010101" pitchFamily="49" charset="-122"/>
              </a:rPr>
              <a:t>(x)=0</a:t>
            </a:r>
            <a:r>
              <a:rPr kumimoji="0" lang="zh-CN" altLang="en-US" sz="2800">
                <a:latin typeface="Times New Roman" panose="02020603050405020304" pitchFamily="18" charset="0"/>
                <a:ea typeface="楷体" panose="02010609060101010101" pitchFamily="49" charset="-122"/>
              </a:rPr>
              <a:t>时，</a:t>
            </a:r>
            <a:r>
              <a:rPr kumimoji="0" lang="en-US" altLang="zh-CN" sz="2800">
                <a:latin typeface="Times New Roman" panose="02020603050405020304" pitchFamily="18" charset="0"/>
                <a:ea typeface="楷体" panose="02010609060101010101" pitchFamily="49" charset="-122"/>
              </a:rPr>
              <a:t>A</a:t>
            </a:r>
            <a:r>
              <a:rPr kumimoji="0" lang="zh-CN" altLang="en-US" sz="2800">
                <a:latin typeface="Times New Roman" panose="02020603050405020304" pitchFamily="18" charset="0"/>
                <a:ea typeface="楷体" panose="02010609060101010101" pitchFamily="49" charset="-122"/>
              </a:rPr>
              <a:t>为空集，记为</a:t>
            </a:r>
            <a:r>
              <a:rPr kumimoji="0" lang="zh-CN" altLang="en-US" sz="2800">
                <a:latin typeface="Times New Roman" panose="02020603050405020304" pitchFamily="18" charset="0"/>
                <a:ea typeface="楷体" panose="02010609060101010101" pitchFamily="49" charset="-122"/>
                <a:sym typeface="Symbol" panose="05050102010706020507" pitchFamily="18" charset="2"/>
              </a:rPr>
              <a:t></a:t>
            </a:r>
            <a:r>
              <a:rPr kumimoji="0" lang="zh-CN" altLang="en-US" sz="2800">
                <a:latin typeface="Times New Roman" panose="02020603050405020304" pitchFamily="18" charset="0"/>
                <a:ea typeface="楷体" panose="02010609060101010101" pitchFamily="49" charset="-122"/>
              </a:rPr>
              <a:t>；</a:t>
            </a:r>
          </a:p>
          <a:p>
            <a:pPr lvl="1" eaLnBrk="1" latinLnBrk="0" hangingPunct="1">
              <a:lnSpc>
                <a:spcPct val="110000"/>
              </a:lnSpc>
              <a:spcBef>
                <a:spcPct val="0"/>
              </a:spcBef>
              <a:buFontTx/>
              <a:buNone/>
            </a:pPr>
            <a:r>
              <a:rPr kumimoji="0" lang="en-US" altLang="zh-CN" sz="2800">
                <a:latin typeface="Times New Roman" panose="02020603050405020304" pitchFamily="18" charset="0"/>
                <a:ea typeface="楷体" panose="02010609060101010101" pitchFamily="49" charset="-122"/>
              </a:rPr>
              <a:t>(2)A</a:t>
            </a:r>
            <a:r>
              <a:rPr kumimoji="0" lang="zh-CN" altLang="en-US" sz="2800">
                <a:latin typeface="Times New Roman" panose="02020603050405020304" pitchFamily="18" charset="0"/>
                <a:ea typeface="楷体" panose="02010609060101010101" pitchFamily="49" charset="-122"/>
              </a:rPr>
              <a:t>包含于</a:t>
            </a:r>
            <a:r>
              <a:rPr kumimoji="0" lang="en-US" altLang="zh-CN" sz="2800">
                <a:latin typeface="Times New Roman" panose="02020603050405020304" pitchFamily="18" charset="0"/>
                <a:ea typeface="楷体" panose="02010609060101010101" pitchFamily="49" charset="-122"/>
              </a:rPr>
              <a:t>B</a:t>
            </a:r>
            <a:r>
              <a:rPr kumimoji="0" lang="zh-CN" altLang="en-US" sz="2800">
                <a:latin typeface="Times New Roman" panose="02020603050405020304" pitchFamily="18" charset="0"/>
                <a:ea typeface="楷体" panose="02010609060101010101" pitchFamily="49" charset="-122"/>
              </a:rPr>
              <a:t>：</a:t>
            </a:r>
            <a:r>
              <a:rPr kumimoji="0" lang="en-US" altLang="zh-CN" sz="2800">
                <a:latin typeface="Times New Roman" panose="02020603050405020304" pitchFamily="18" charset="0"/>
                <a:ea typeface="楷体" panose="02010609060101010101" pitchFamily="49" charset="-122"/>
              </a:rPr>
              <a:t>A</a:t>
            </a:r>
            <a:r>
              <a:rPr kumimoji="0" lang="zh-CN" altLang="en-US" sz="2800">
                <a:latin typeface="Times New Roman" panose="02020603050405020304" pitchFamily="18" charset="0"/>
                <a:ea typeface="楷体" panose="02010609060101010101" pitchFamily="49" charset="-122"/>
              </a:rPr>
              <a:t>、</a:t>
            </a:r>
            <a:r>
              <a:rPr kumimoji="0" lang="en-US" altLang="zh-CN" sz="2800">
                <a:latin typeface="Times New Roman" panose="02020603050405020304" pitchFamily="18" charset="0"/>
                <a:ea typeface="楷体" panose="02010609060101010101" pitchFamily="49" charset="-122"/>
              </a:rPr>
              <a:t>B</a:t>
            </a:r>
            <a:r>
              <a:rPr kumimoji="0" lang="zh-CN" altLang="en-US" sz="2800">
                <a:latin typeface="Times New Roman" panose="02020603050405020304" pitchFamily="18" charset="0"/>
                <a:ea typeface="楷体" panose="02010609060101010101" pitchFamily="49" charset="-122"/>
              </a:rPr>
              <a:t>为</a:t>
            </a:r>
            <a:r>
              <a:rPr kumimoji="0" lang="en-US" altLang="zh-CN" sz="2800">
                <a:latin typeface="Times New Roman" panose="02020603050405020304" pitchFamily="18" charset="0"/>
                <a:ea typeface="楷体" panose="02010609060101010101" pitchFamily="49" charset="-122"/>
              </a:rPr>
              <a:t>U</a:t>
            </a:r>
            <a:r>
              <a:rPr kumimoji="0" lang="zh-CN" altLang="en-US" sz="2800">
                <a:latin typeface="Times New Roman" panose="02020603050405020304" pitchFamily="18" charset="0"/>
                <a:ea typeface="楷体" panose="02010609060101010101" pitchFamily="49" charset="-122"/>
              </a:rPr>
              <a:t>的任意模糊子集，对</a:t>
            </a:r>
            <a:r>
              <a:rPr kumimoji="0" lang="zh-CN" altLang="en-US" sz="2800">
                <a:latin typeface="Times New Roman" panose="02020603050405020304" pitchFamily="18" charset="0"/>
                <a:ea typeface="楷体" panose="02010609060101010101" pitchFamily="49" charset="-122"/>
                <a:sym typeface="Symbol" panose="05050102010706020507" pitchFamily="18" charset="2"/>
              </a:rPr>
              <a:t></a:t>
            </a:r>
            <a:r>
              <a:rPr kumimoji="0" lang="en-US" altLang="zh-CN" sz="2800">
                <a:latin typeface="Times New Roman" panose="02020603050405020304" pitchFamily="18" charset="0"/>
                <a:ea typeface="楷体" panose="02010609060101010101" pitchFamily="49" charset="-122"/>
              </a:rPr>
              <a:t>x</a:t>
            </a:r>
            <a:r>
              <a:rPr kumimoji="0" lang="en-US" altLang="zh-CN" sz="2800">
                <a:latin typeface="Times New Roman" panose="02020603050405020304" pitchFamily="18" charset="0"/>
                <a:ea typeface="楷体" panose="02010609060101010101" pitchFamily="49" charset="-122"/>
                <a:sym typeface="Symbol" panose="05050102010706020507" pitchFamily="18" charset="2"/>
              </a:rPr>
              <a:t></a:t>
            </a:r>
            <a:r>
              <a:rPr kumimoji="0" lang="en-US" altLang="zh-CN" sz="2800">
                <a:latin typeface="Times New Roman" panose="02020603050405020304" pitchFamily="18" charset="0"/>
                <a:ea typeface="楷体" panose="02010609060101010101" pitchFamily="49" charset="-122"/>
              </a:rPr>
              <a:t>U</a:t>
            </a:r>
            <a:r>
              <a:rPr kumimoji="0" lang="zh-CN" altLang="en-US" sz="2800">
                <a:latin typeface="Times New Roman" panose="02020603050405020304" pitchFamily="18" charset="0"/>
                <a:ea typeface="楷体" panose="02010609060101010101" pitchFamily="49" charset="-122"/>
              </a:rPr>
              <a:t>，</a:t>
            </a:r>
            <a:r>
              <a:rPr kumimoji="0" lang="zh-CN" altLang="en-US" sz="2800">
                <a:latin typeface="Times New Roman" panose="02020603050405020304" pitchFamily="18" charset="0"/>
                <a:ea typeface="楷体" panose="02010609060101010101" pitchFamily="49" charset="-122"/>
                <a:sym typeface="Symbol" panose="05050102010706020507" pitchFamily="18" charset="2"/>
              </a:rPr>
              <a:t></a:t>
            </a:r>
            <a:r>
              <a:rPr kumimoji="0" lang="en-US" altLang="zh-CN" sz="2800" baseline="-25000">
                <a:latin typeface="Times New Roman" panose="02020603050405020304" pitchFamily="18" charset="0"/>
                <a:ea typeface="楷体" panose="02010609060101010101" pitchFamily="49" charset="-122"/>
              </a:rPr>
              <a:t>A</a:t>
            </a:r>
            <a:r>
              <a:rPr kumimoji="0" lang="en-US" altLang="zh-CN" sz="2800">
                <a:latin typeface="Times New Roman" panose="02020603050405020304" pitchFamily="18" charset="0"/>
                <a:ea typeface="楷体" panose="02010609060101010101" pitchFamily="49" charset="-122"/>
              </a:rPr>
              <a:t>(x)</a:t>
            </a:r>
            <a:r>
              <a:rPr kumimoji="0" lang="en-US" altLang="zh-CN" sz="2800">
                <a:latin typeface="Times New Roman" panose="02020603050405020304" pitchFamily="18" charset="0"/>
                <a:ea typeface="楷体" panose="02010609060101010101" pitchFamily="49" charset="-122"/>
                <a:sym typeface="Symbol" panose="05050102010706020507" pitchFamily="18" charset="2"/>
              </a:rPr>
              <a:t></a:t>
            </a:r>
            <a:r>
              <a:rPr kumimoji="0" lang="en-US" altLang="zh-CN" sz="2800" baseline="-25000">
                <a:latin typeface="Times New Roman" panose="02020603050405020304" pitchFamily="18" charset="0"/>
                <a:ea typeface="楷体" panose="02010609060101010101" pitchFamily="49" charset="-122"/>
              </a:rPr>
              <a:t>B</a:t>
            </a:r>
            <a:r>
              <a:rPr kumimoji="0" lang="en-US" altLang="zh-CN" sz="2800">
                <a:latin typeface="Times New Roman" panose="02020603050405020304" pitchFamily="18" charset="0"/>
                <a:ea typeface="楷体" panose="02010609060101010101" pitchFamily="49" charset="-122"/>
              </a:rPr>
              <a:t>(x)</a:t>
            </a:r>
            <a:r>
              <a:rPr kumimoji="0" lang="zh-CN" altLang="en-US" sz="2800">
                <a:latin typeface="Times New Roman" panose="02020603050405020304" pitchFamily="18" charset="0"/>
                <a:ea typeface="楷体" panose="02010609060101010101" pitchFamily="49" charset="-122"/>
              </a:rPr>
              <a:t>，记为</a:t>
            </a:r>
            <a:r>
              <a:rPr kumimoji="0" lang="en-US" altLang="zh-CN" sz="2800">
                <a:latin typeface="Times New Roman" panose="02020603050405020304" pitchFamily="18" charset="0"/>
                <a:ea typeface="楷体" panose="02010609060101010101" pitchFamily="49" charset="-122"/>
              </a:rPr>
              <a:t>A</a:t>
            </a:r>
            <a:r>
              <a:rPr kumimoji="0" lang="en-US" altLang="zh-CN" sz="2800">
                <a:latin typeface="Times New Roman" panose="02020603050405020304" pitchFamily="18" charset="0"/>
                <a:ea typeface="楷体" panose="02010609060101010101" pitchFamily="49" charset="-122"/>
                <a:sym typeface="Symbol" panose="05050102010706020507" pitchFamily="18" charset="2"/>
              </a:rPr>
              <a:t></a:t>
            </a:r>
            <a:r>
              <a:rPr kumimoji="0" lang="en-US" altLang="zh-CN" sz="2800">
                <a:latin typeface="Times New Roman" panose="02020603050405020304" pitchFamily="18" charset="0"/>
                <a:ea typeface="楷体" panose="02010609060101010101" pitchFamily="49" charset="-122"/>
              </a:rPr>
              <a:t>B</a:t>
            </a:r>
            <a:r>
              <a:rPr kumimoji="0" lang="zh-CN" altLang="en-US" sz="2800">
                <a:latin typeface="Times New Roman" panose="02020603050405020304" pitchFamily="18" charset="0"/>
                <a:ea typeface="楷体" panose="02010609060101010101" pitchFamily="49" charset="-122"/>
              </a:rPr>
              <a:t>；</a:t>
            </a:r>
          </a:p>
          <a:p>
            <a:pPr lvl="1" eaLnBrk="1" latinLnBrk="0" hangingPunct="1">
              <a:lnSpc>
                <a:spcPct val="110000"/>
              </a:lnSpc>
              <a:spcBef>
                <a:spcPct val="0"/>
              </a:spcBef>
              <a:buFontTx/>
              <a:buNone/>
            </a:pPr>
            <a:r>
              <a:rPr kumimoji="0" lang="en-US" altLang="zh-CN" sz="2800">
                <a:latin typeface="Times New Roman" panose="02020603050405020304" pitchFamily="18" charset="0"/>
                <a:ea typeface="楷体" panose="02010609060101010101" pitchFamily="49" charset="-122"/>
              </a:rPr>
              <a:t>(3)A</a:t>
            </a:r>
            <a:r>
              <a:rPr kumimoji="0" lang="zh-CN" altLang="en-US" sz="2800">
                <a:latin typeface="Times New Roman" panose="02020603050405020304" pitchFamily="18" charset="0"/>
                <a:ea typeface="楷体" panose="02010609060101010101" pitchFamily="49" charset="-122"/>
              </a:rPr>
              <a:t>等于</a:t>
            </a:r>
            <a:r>
              <a:rPr kumimoji="0" lang="en-US" altLang="zh-CN" sz="2800">
                <a:latin typeface="Times New Roman" panose="02020603050405020304" pitchFamily="18" charset="0"/>
                <a:ea typeface="楷体" panose="02010609060101010101" pitchFamily="49" charset="-122"/>
              </a:rPr>
              <a:t>B</a:t>
            </a:r>
            <a:r>
              <a:rPr kumimoji="0" lang="zh-CN" altLang="en-US" sz="2800">
                <a:latin typeface="Times New Roman" panose="02020603050405020304" pitchFamily="18" charset="0"/>
                <a:ea typeface="楷体" panose="02010609060101010101" pitchFamily="49" charset="-122"/>
              </a:rPr>
              <a:t>：对</a:t>
            </a:r>
            <a:r>
              <a:rPr kumimoji="0" lang="zh-CN" altLang="en-US" sz="2800">
                <a:latin typeface="Times New Roman" panose="02020603050405020304" pitchFamily="18" charset="0"/>
                <a:ea typeface="楷体" panose="02010609060101010101" pitchFamily="49" charset="-122"/>
                <a:sym typeface="Symbol" panose="05050102010706020507" pitchFamily="18" charset="2"/>
              </a:rPr>
              <a:t></a:t>
            </a:r>
            <a:r>
              <a:rPr kumimoji="0" lang="en-US" altLang="zh-CN" sz="2800">
                <a:latin typeface="Times New Roman" panose="02020603050405020304" pitchFamily="18" charset="0"/>
                <a:ea typeface="楷体" panose="02010609060101010101" pitchFamily="49" charset="-122"/>
              </a:rPr>
              <a:t>x</a:t>
            </a:r>
            <a:r>
              <a:rPr kumimoji="0" lang="en-US" altLang="zh-CN" sz="2800">
                <a:latin typeface="Times New Roman" panose="02020603050405020304" pitchFamily="18" charset="0"/>
                <a:ea typeface="楷体" panose="02010609060101010101" pitchFamily="49" charset="-122"/>
                <a:sym typeface="Symbol" panose="05050102010706020507" pitchFamily="18" charset="2"/>
              </a:rPr>
              <a:t></a:t>
            </a:r>
            <a:r>
              <a:rPr kumimoji="0" lang="en-US" altLang="zh-CN" sz="2800">
                <a:latin typeface="Times New Roman" panose="02020603050405020304" pitchFamily="18" charset="0"/>
                <a:ea typeface="楷体" panose="02010609060101010101" pitchFamily="49" charset="-122"/>
              </a:rPr>
              <a:t>U</a:t>
            </a:r>
            <a:r>
              <a:rPr kumimoji="0" lang="zh-CN" altLang="en-US" sz="2800">
                <a:latin typeface="Times New Roman" panose="02020603050405020304" pitchFamily="18" charset="0"/>
                <a:ea typeface="楷体" panose="02010609060101010101" pitchFamily="49" charset="-122"/>
              </a:rPr>
              <a:t>，</a:t>
            </a:r>
            <a:r>
              <a:rPr kumimoji="0" lang="zh-CN" altLang="en-US" sz="2800">
                <a:latin typeface="Times New Roman" panose="02020603050405020304" pitchFamily="18" charset="0"/>
                <a:ea typeface="楷体" panose="02010609060101010101" pitchFamily="49" charset="-122"/>
                <a:sym typeface="Symbol" panose="05050102010706020507" pitchFamily="18" charset="2"/>
              </a:rPr>
              <a:t></a:t>
            </a:r>
            <a:r>
              <a:rPr kumimoji="0" lang="en-US" altLang="zh-CN" sz="2800" baseline="-25000">
                <a:latin typeface="Times New Roman" panose="02020603050405020304" pitchFamily="18" charset="0"/>
                <a:ea typeface="楷体" panose="02010609060101010101" pitchFamily="49" charset="-122"/>
              </a:rPr>
              <a:t>A</a:t>
            </a:r>
            <a:r>
              <a:rPr kumimoji="0" lang="en-US" altLang="zh-CN" sz="2800">
                <a:latin typeface="Times New Roman" panose="02020603050405020304" pitchFamily="18" charset="0"/>
                <a:ea typeface="楷体" panose="02010609060101010101" pitchFamily="49" charset="-122"/>
              </a:rPr>
              <a:t>(x)=</a:t>
            </a:r>
            <a:r>
              <a:rPr kumimoji="0" lang="en-US" altLang="zh-CN" sz="2800">
                <a:latin typeface="Times New Roman" panose="02020603050405020304" pitchFamily="18" charset="0"/>
                <a:ea typeface="楷体" panose="02010609060101010101" pitchFamily="49" charset="-122"/>
                <a:sym typeface="Symbol" panose="05050102010706020507" pitchFamily="18" charset="2"/>
              </a:rPr>
              <a:t></a:t>
            </a:r>
            <a:r>
              <a:rPr kumimoji="0" lang="en-US" altLang="zh-CN" sz="2800" baseline="-25000">
                <a:latin typeface="Times New Roman" panose="02020603050405020304" pitchFamily="18" charset="0"/>
                <a:ea typeface="楷体" panose="02010609060101010101" pitchFamily="49" charset="-122"/>
              </a:rPr>
              <a:t>B</a:t>
            </a:r>
            <a:r>
              <a:rPr kumimoji="0" lang="en-US" altLang="zh-CN" sz="2800">
                <a:latin typeface="Times New Roman" panose="02020603050405020304" pitchFamily="18" charset="0"/>
                <a:ea typeface="楷体" panose="02010609060101010101" pitchFamily="49" charset="-122"/>
              </a:rPr>
              <a:t>(x)</a:t>
            </a:r>
            <a:r>
              <a:rPr kumimoji="0" lang="zh-CN" altLang="en-US" sz="2800">
                <a:latin typeface="Times New Roman" panose="02020603050405020304" pitchFamily="18" charset="0"/>
                <a:ea typeface="楷体" panose="02010609060101010101" pitchFamily="49" charset="-122"/>
              </a:rPr>
              <a:t>，记为</a:t>
            </a:r>
            <a:r>
              <a:rPr kumimoji="0" lang="en-US" altLang="zh-CN" sz="2800">
                <a:latin typeface="Times New Roman" panose="02020603050405020304" pitchFamily="18" charset="0"/>
                <a:ea typeface="楷体" panose="02010609060101010101" pitchFamily="49" charset="-122"/>
              </a:rPr>
              <a:t>A=B</a:t>
            </a:r>
            <a:r>
              <a:rPr kumimoji="0" lang="zh-CN" altLang="en-US" sz="2800">
                <a:latin typeface="Times New Roman" panose="02020603050405020304" pitchFamily="18" charset="0"/>
                <a:ea typeface="楷体" panose="02010609060101010101" pitchFamily="49" charset="-122"/>
              </a:rPr>
              <a:t>；</a:t>
            </a:r>
          </a:p>
          <a:p>
            <a:pPr lvl="1" eaLnBrk="1" latinLnBrk="0" hangingPunct="1">
              <a:lnSpc>
                <a:spcPct val="110000"/>
              </a:lnSpc>
              <a:spcBef>
                <a:spcPct val="0"/>
              </a:spcBef>
              <a:buFontTx/>
              <a:buNone/>
            </a:pPr>
            <a:r>
              <a:rPr kumimoji="0" lang="en-US" altLang="zh-CN" sz="2800">
                <a:latin typeface="Times New Roman" panose="02020603050405020304" pitchFamily="18" charset="0"/>
                <a:ea typeface="楷体" panose="02010609060101010101" pitchFamily="49" charset="-122"/>
              </a:rPr>
              <a:t>(4)A</a:t>
            </a:r>
            <a:r>
              <a:rPr kumimoji="0" lang="zh-CN" altLang="en-US" sz="2800">
                <a:latin typeface="Times New Roman" panose="02020603050405020304" pitchFamily="18" charset="0"/>
                <a:ea typeface="楷体" panose="02010609060101010101" pitchFamily="49" charset="-122"/>
              </a:rPr>
              <a:t>的补集：</a:t>
            </a:r>
            <a:r>
              <a:rPr kumimoji="0" lang="zh-CN" altLang="en-US" sz="2800">
                <a:latin typeface="Times New Roman" panose="02020603050405020304" pitchFamily="18" charset="0"/>
                <a:ea typeface="楷体" panose="02010609060101010101" pitchFamily="49" charset="-122"/>
                <a:sym typeface="Symbol" panose="05050102010706020507" pitchFamily="18" charset="2"/>
              </a:rPr>
              <a:t></a:t>
            </a:r>
            <a:r>
              <a:rPr kumimoji="0" lang="en-US" altLang="zh-CN" sz="2800">
                <a:latin typeface="Times New Roman" panose="02020603050405020304" pitchFamily="18" charset="0"/>
                <a:ea typeface="楷体" panose="02010609060101010101" pitchFamily="49" charset="-122"/>
              </a:rPr>
              <a:t>A={&lt;x, 1</a:t>
            </a:r>
            <a:r>
              <a:rPr kumimoji="0" lang="en-US" altLang="zh-CN" sz="2800">
                <a:latin typeface="Times New Roman" panose="02020603050405020304" pitchFamily="18" charset="0"/>
                <a:ea typeface="楷体" panose="02010609060101010101" pitchFamily="49" charset="-122"/>
                <a:sym typeface="Symbol" panose="05050102010706020507" pitchFamily="18" charset="2"/>
              </a:rPr>
              <a:t></a:t>
            </a:r>
            <a:r>
              <a:rPr kumimoji="0" lang="en-US" altLang="zh-CN" sz="2800" baseline="-25000">
                <a:latin typeface="Times New Roman" panose="02020603050405020304" pitchFamily="18" charset="0"/>
                <a:ea typeface="楷体" panose="02010609060101010101" pitchFamily="49" charset="-122"/>
              </a:rPr>
              <a:t>A</a:t>
            </a:r>
            <a:r>
              <a:rPr kumimoji="0" lang="en-US" altLang="zh-CN" sz="2800">
                <a:latin typeface="Times New Roman" panose="02020603050405020304" pitchFamily="18" charset="0"/>
                <a:ea typeface="楷体" panose="02010609060101010101" pitchFamily="49" charset="-122"/>
              </a:rPr>
              <a:t>(x)&gt;| x</a:t>
            </a:r>
            <a:r>
              <a:rPr kumimoji="0" lang="en-US" altLang="zh-CN" sz="2800">
                <a:latin typeface="Times New Roman" panose="02020603050405020304" pitchFamily="18" charset="0"/>
                <a:ea typeface="楷体" panose="02010609060101010101" pitchFamily="49" charset="-122"/>
                <a:sym typeface="Symbol" panose="05050102010706020507" pitchFamily="18" charset="2"/>
              </a:rPr>
              <a:t></a:t>
            </a:r>
            <a:r>
              <a:rPr kumimoji="0" lang="en-US" altLang="zh-CN" sz="2800">
                <a:latin typeface="Times New Roman" panose="02020603050405020304" pitchFamily="18" charset="0"/>
                <a:ea typeface="楷体" panose="02010609060101010101" pitchFamily="49" charset="-122"/>
              </a:rPr>
              <a:t>U}</a:t>
            </a:r>
            <a:endParaRPr kumimoji="0" lang="zh-CN" altLang="en-US" sz="3200">
              <a:latin typeface="Times New Roman" panose="02020603050405020304" pitchFamily="18" charset="0"/>
              <a:ea typeface="楷体" panose="02010609060101010101" pitchFamily="49" charset="-122"/>
            </a:endParaRPr>
          </a:p>
        </p:txBody>
      </p:sp>
    </p:spTree>
    <p:extLst>
      <p:ext uri="{BB962C8B-B14F-4D97-AF65-F5344CB8AC3E}">
        <p14:creationId xmlns:p14="http://schemas.microsoft.com/office/powerpoint/2010/main" val="128385880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93252">
                                            <p:txEl>
                                              <p:pRg st="1" end="1"/>
                                            </p:txEl>
                                          </p:spTgt>
                                        </p:tgtEl>
                                        <p:attrNameLst>
                                          <p:attrName>style.visibility</p:attrName>
                                        </p:attrNameLst>
                                      </p:cBhvr>
                                      <p:to>
                                        <p:strVal val="visible"/>
                                      </p:to>
                                    </p:set>
                                    <p:animEffect transition="in" filter="blinds(horizontal)">
                                      <p:cBhvr>
                                        <p:cTn id="7" dur="500"/>
                                        <p:tgtEl>
                                          <p:spTgt spid="693252">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93252">
                                            <p:txEl>
                                              <p:pRg st="2" end="2"/>
                                            </p:txEl>
                                          </p:spTgt>
                                        </p:tgtEl>
                                        <p:attrNameLst>
                                          <p:attrName>style.visibility</p:attrName>
                                        </p:attrNameLst>
                                      </p:cBhvr>
                                      <p:to>
                                        <p:strVal val="visible"/>
                                      </p:to>
                                    </p:set>
                                    <p:animEffect transition="in" filter="blinds(horizontal)">
                                      <p:cBhvr>
                                        <p:cTn id="12" dur="500"/>
                                        <p:tgtEl>
                                          <p:spTgt spid="693252">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693252">
                                            <p:txEl>
                                              <p:pRg st="3" end="3"/>
                                            </p:txEl>
                                          </p:spTgt>
                                        </p:tgtEl>
                                        <p:attrNameLst>
                                          <p:attrName>style.visibility</p:attrName>
                                        </p:attrNameLst>
                                      </p:cBhvr>
                                      <p:to>
                                        <p:strVal val="visible"/>
                                      </p:to>
                                    </p:set>
                                    <p:animEffect transition="in" filter="blinds(horizontal)">
                                      <p:cBhvr>
                                        <p:cTn id="17" dur="500"/>
                                        <p:tgtEl>
                                          <p:spTgt spid="693252">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693252">
                                            <p:txEl>
                                              <p:pRg st="4" end="4"/>
                                            </p:txEl>
                                          </p:spTgt>
                                        </p:tgtEl>
                                        <p:attrNameLst>
                                          <p:attrName>style.visibility</p:attrName>
                                        </p:attrNameLst>
                                      </p:cBhvr>
                                      <p:to>
                                        <p:strVal val="visible"/>
                                      </p:to>
                                    </p:set>
                                    <p:animEffect transition="in" filter="blinds(horizontal)">
                                      <p:cBhvr>
                                        <p:cTn id="22" dur="500"/>
                                        <p:tgtEl>
                                          <p:spTgt spid="69325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灯片编号占位符 3"/>
          <p:cNvSpPr>
            <a:spLocks noGrp="1"/>
          </p:cNvSpPr>
          <p:nvPr>
            <p:ph type="sldNum" sz="quarter" idx="4294967295"/>
          </p:nvPr>
        </p:nvSpPr>
        <p:spPr>
          <a:xfrm>
            <a:off x="6553200" y="6245225"/>
            <a:ext cx="2133600" cy="476250"/>
          </a:xfrm>
          <a:prstGeom prst="rect">
            <a:avLst/>
          </a:prstGeom>
          <a:noFill/>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a:spcBef>
                <a:spcPct val="0"/>
              </a:spcBef>
              <a:buFontTx/>
              <a:buNone/>
            </a:pPr>
            <a:fld id="{3172533F-692C-485D-866D-2F388F4C365E}" type="slidenum">
              <a:rPr lang="zh-CN" altLang="en-US" sz="1400" smtClean="0">
                <a:latin typeface="Gulim" panose="02010600030101010101" charset="-122"/>
                <a:ea typeface="Gulim" panose="02010600030101010101" charset="-122"/>
              </a:rPr>
              <a:pPr>
                <a:spcBef>
                  <a:spcPct val="0"/>
                </a:spcBef>
                <a:buFontTx/>
                <a:buNone/>
              </a:pPr>
              <a:t>124</a:t>
            </a:fld>
            <a:endParaRPr lang="en-US" altLang="zh-CN" sz="1400" smtClean="0">
              <a:latin typeface="Gulim" panose="02010600030101010101" charset="-122"/>
              <a:ea typeface="Gulim" panose="02010600030101010101" charset="-122"/>
            </a:endParaRPr>
          </a:p>
        </p:txBody>
      </p:sp>
      <p:sp>
        <p:nvSpPr>
          <p:cNvPr id="695298" name="Rectangle 2"/>
          <p:cNvSpPr>
            <a:spLocks noGrp="1" noChangeArrowheads="1"/>
          </p:cNvSpPr>
          <p:nvPr>
            <p:ph type="title"/>
          </p:nvPr>
        </p:nvSpPr>
        <p:spPr>
          <a:xfrm>
            <a:off x="685800" y="476250"/>
            <a:ext cx="7772400" cy="792163"/>
          </a:xfrm>
        </p:spPr>
        <p:txBody>
          <a:bodyPr/>
          <a:lstStyle/>
          <a:p>
            <a:pPr algn="ctr" eaLnBrk="1" hangingPunct="1">
              <a:defRPr/>
            </a:pPr>
            <a:r>
              <a:rPr lang="zh-CN" altLang="en-US" sz="3200" b="1" dirty="0">
                <a:solidFill>
                  <a:schemeClr val="tx1"/>
                </a:solidFill>
                <a:latin typeface="微软雅黑" panose="020B0503020204020204" pitchFamily="34" charset="-122"/>
                <a:ea typeface="微软雅黑" panose="020B0503020204020204" pitchFamily="34" charset="-122"/>
              </a:rPr>
              <a:t>模糊</a:t>
            </a:r>
            <a:r>
              <a:rPr lang="zh-CN" altLang="en-US" sz="3200" b="1" dirty="0">
                <a:solidFill>
                  <a:schemeClr val="tx1"/>
                </a:solidFill>
                <a:latin typeface="微软雅黑" panose="020B0503020204020204" pitchFamily="34" charset="-122"/>
                <a:ea typeface="微软雅黑" panose="020B0503020204020204" pitchFamily="34" charset="-122"/>
              </a:rPr>
              <a:t>集合</a:t>
            </a:r>
            <a:r>
              <a:rPr lang="zh-CN" altLang="en-US" sz="3200" b="1" dirty="0">
                <a:solidFill>
                  <a:schemeClr val="tx1"/>
                </a:solidFill>
                <a:latin typeface="微软雅黑" panose="020B0503020204020204" pitchFamily="34" charset="-122"/>
                <a:ea typeface="微软雅黑" panose="020B0503020204020204" pitchFamily="34" charset="-122"/>
              </a:rPr>
              <a:t>运算</a:t>
            </a:r>
            <a:r>
              <a:rPr lang="en-US" altLang="zh-CN" sz="3200" b="1" dirty="0">
                <a:solidFill>
                  <a:schemeClr val="tx1"/>
                </a:solidFill>
                <a:latin typeface="微软雅黑" panose="020B0503020204020204" pitchFamily="34" charset="-122"/>
                <a:ea typeface="微软雅黑" panose="020B0503020204020204" pitchFamily="34" charset="-122"/>
              </a:rPr>
              <a:t>(2)</a:t>
            </a:r>
          </a:p>
        </p:txBody>
      </p:sp>
      <p:sp>
        <p:nvSpPr>
          <p:cNvPr id="695300" name="Text Box 4"/>
          <p:cNvSpPr txBox="1">
            <a:spLocks noChangeArrowheads="1"/>
          </p:cNvSpPr>
          <p:nvPr/>
        </p:nvSpPr>
        <p:spPr bwMode="auto">
          <a:xfrm>
            <a:off x="611188" y="1484313"/>
            <a:ext cx="7993062" cy="381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lvl="1" eaLnBrk="1" latinLnBrk="0" hangingPunct="1">
              <a:lnSpc>
                <a:spcPct val="110000"/>
              </a:lnSpc>
              <a:buFontTx/>
              <a:buNone/>
            </a:pPr>
            <a:r>
              <a:rPr kumimoji="0" lang="zh-CN" altLang="en-US" sz="2600">
                <a:latin typeface="Times New Roman" panose="02020603050405020304" pitchFamily="18" charset="0"/>
                <a:ea typeface="楷体" panose="02010609060101010101" pitchFamily="49" charset="-122"/>
              </a:rPr>
              <a:t> </a:t>
            </a:r>
            <a:r>
              <a:rPr kumimoji="0" lang="en-US" altLang="zh-CN" sz="2800">
                <a:latin typeface="Times New Roman" panose="02020603050405020304" pitchFamily="18" charset="0"/>
                <a:ea typeface="楷体" panose="02010609060101010101" pitchFamily="49" charset="-122"/>
              </a:rPr>
              <a:t>(5)A</a:t>
            </a:r>
            <a:r>
              <a:rPr kumimoji="0" lang="zh-CN" altLang="en-US" sz="2800">
                <a:latin typeface="Times New Roman" panose="02020603050405020304" pitchFamily="18" charset="0"/>
                <a:ea typeface="楷体" panose="02010609060101010101" pitchFamily="49" charset="-122"/>
              </a:rPr>
              <a:t>与</a:t>
            </a:r>
            <a:r>
              <a:rPr kumimoji="0" lang="en-US" altLang="zh-CN" sz="2800">
                <a:latin typeface="Times New Roman" panose="02020603050405020304" pitchFamily="18" charset="0"/>
                <a:ea typeface="楷体" panose="02010609060101010101" pitchFamily="49" charset="-122"/>
              </a:rPr>
              <a:t>B</a:t>
            </a:r>
            <a:r>
              <a:rPr kumimoji="0" lang="zh-CN" altLang="en-US" sz="2800">
                <a:latin typeface="Times New Roman" panose="02020603050405020304" pitchFamily="18" charset="0"/>
                <a:ea typeface="楷体" panose="02010609060101010101" pitchFamily="49" charset="-122"/>
              </a:rPr>
              <a:t>的并集：</a:t>
            </a:r>
          </a:p>
          <a:p>
            <a:pPr lvl="1" eaLnBrk="1" latinLnBrk="0" hangingPunct="1">
              <a:lnSpc>
                <a:spcPct val="110000"/>
              </a:lnSpc>
              <a:buFontTx/>
              <a:buNone/>
            </a:pPr>
            <a:r>
              <a:rPr kumimoji="0" lang="en-US" altLang="zh-CN" sz="2800">
                <a:latin typeface="Times New Roman" panose="02020603050405020304" pitchFamily="18" charset="0"/>
                <a:ea typeface="楷体" panose="02010609060101010101" pitchFamily="49" charset="-122"/>
              </a:rPr>
              <a:t>A</a:t>
            </a:r>
            <a:r>
              <a:rPr kumimoji="0" lang="en-US" altLang="zh-CN" sz="2800">
                <a:latin typeface="Times New Roman" panose="02020603050405020304" pitchFamily="18" charset="0"/>
                <a:ea typeface="楷体" panose="02010609060101010101" pitchFamily="49" charset="-122"/>
                <a:sym typeface="Symbol" panose="05050102010706020507" pitchFamily="18" charset="2"/>
              </a:rPr>
              <a:t></a:t>
            </a:r>
            <a:r>
              <a:rPr kumimoji="0" lang="en-US" altLang="zh-CN" sz="2800">
                <a:latin typeface="Times New Roman" panose="02020603050405020304" pitchFamily="18" charset="0"/>
                <a:ea typeface="楷体" panose="02010609060101010101" pitchFamily="49" charset="-122"/>
              </a:rPr>
              <a:t>B={&lt;x, max(</a:t>
            </a:r>
            <a:r>
              <a:rPr kumimoji="0" lang="en-US" altLang="zh-CN" sz="2800">
                <a:latin typeface="Times New Roman" panose="02020603050405020304" pitchFamily="18" charset="0"/>
                <a:ea typeface="楷体" panose="02010609060101010101" pitchFamily="49" charset="-122"/>
                <a:sym typeface="Symbol" panose="05050102010706020507" pitchFamily="18" charset="2"/>
              </a:rPr>
              <a:t></a:t>
            </a:r>
            <a:r>
              <a:rPr kumimoji="0" lang="en-US" altLang="zh-CN" sz="2800" baseline="-25000">
                <a:latin typeface="Times New Roman" panose="02020603050405020304" pitchFamily="18" charset="0"/>
                <a:ea typeface="楷体" panose="02010609060101010101" pitchFamily="49" charset="-122"/>
              </a:rPr>
              <a:t>A</a:t>
            </a:r>
            <a:r>
              <a:rPr kumimoji="0" lang="en-US" altLang="zh-CN" sz="2800">
                <a:latin typeface="Times New Roman" panose="02020603050405020304" pitchFamily="18" charset="0"/>
                <a:ea typeface="楷体" panose="02010609060101010101" pitchFamily="49" charset="-122"/>
              </a:rPr>
              <a:t>(x), </a:t>
            </a:r>
            <a:r>
              <a:rPr kumimoji="0" lang="en-US" altLang="zh-CN" sz="2800">
                <a:latin typeface="Times New Roman" panose="02020603050405020304" pitchFamily="18" charset="0"/>
                <a:ea typeface="楷体" panose="02010609060101010101" pitchFamily="49" charset="-122"/>
                <a:sym typeface="Symbol" panose="05050102010706020507" pitchFamily="18" charset="2"/>
              </a:rPr>
              <a:t></a:t>
            </a:r>
            <a:r>
              <a:rPr kumimoji="0" lang="en-US" altLang="zh-CN" sz="2800" baseline="-25000">
                <a:latin typeface="Times New Roman" panose="02020603050405020304" pitchFamily="18" charset="0"/>
                <a:ea typeface="楷体" panose="02010609060101010101" pitchFamily="49" charset="-122"/>
              </a:rPr>
              <a:t>B</a:t>
            </a:r>
            <a:r>
              <a:rPr kumimoji="0" lang="en-US" altLang="zh-CN" sz="2800">
                <a:latin typeface="Times New Roman" panose="02020603050405020304" pitchFamily="18" charset="0"/>
                <a:ea typeface="楷体" panose="02010609060101010101" pitchFamily="49" charset="-122"/>
              </a:rPr>
              <a:t>(x))&gt;| x</a:t>
            </a:r>
            <a:r>
              <a:rPr kumimoji="0" lang="en-US" altLang="zh-CN" sz="2800">
                <a:latin typeface="Times New Roman" panose="02020603050405020304" pitchFamily="18" charset="0"/>
                <a:ea typeface="楷体" panose="02010609060101010101" pitchFamily="49" charset="-122"/>
                <a:sym typeface="Symbol" panose="05050102010706020507" pitchFamily="18" charset="2"/>
              </a:rPr>
              <a:t></a:t>
            </a:r>
            <a:r>
              <a:rPr kumimoji="0" lang="en-US" altLang="zh-CN" sz="2800">
                <a:latin typeface="Times New Roman" panose="02020603050405020304" pitchFamily="18" charset="0"/>
                <a:ea typeface="楷体" panose="02010609060101010101" pitchFamily="49" charset="-122"/>
              </a:rPr>
              <a:t>U}</a:t>
            </a:r>
          </a:p>
          <a:p>
            <a:pPr lvl="1" eaLnBrk="1" latinLnBrk="0" hangingPunct="1">
              <a:lnSpc>
                <a:spcPct val="110000"/>
              </a:lnSpc>
              <a:buFontTx/>
              <a:buNone/>
            </a:pPr>
            <a:r>
              <a:rPr kumimoji="0" lang="en-US" altLang="zh-CN" sz="2800">
                <a:latin typeface="Times New Roman" panose="02020603050405020304" pitchFamily="18" charset="0"/>
                <a:ea typeface="楷体" panose="02010609060101010101" pitchFamily="49" charset="-122"/>
              </a:rPr>
              <a:t>(6)A</a:t>
            </a:r>
            <a:r>
              <a:rPr kumimoji="0" lang="zh-CN" altLang="en-US" sz="2800">
                <a:latin typeface="Times New Roman" panose="02020603050405020304" pitchFamily="18" charset="0"/>
                <a:ea typeface="楷体" panose="02010609060101010101" pitchFamily="49" charset="-122"/>
              </a:rPr>
              <a:t>与</a:t>
            </a:r>
            <a:r>
              <a:rPr kumimoji="0" lang="en-US" altLang="zh-CN" sz="2800">
                <a:latin typeface="Times New Roman" panose="02020603050405020304" pitchFamily="18" charset="0"/>
                <a:ea typeface="楷体" panose="02010609060101010101" pitchFamily="49" charset="-122"/>
              </a:rPr>
              <a:t>B</a:t>
            </a:r>
            <a:r>
              <a:rPr kumimoji="0" lang="zh-CN" altLang="en-US" sz="2800">
                <a:latin typeface="Times New Roman" panose="02020603050405020304" pitchFamily="18" charset="0"/>
                <a:ea typeface="楷体" panose="02010609060101010101" pitchFamily="49" charset="-122"/>
              </a:rPr>
              <a:t>的交集：</a:t>
            </a:r>
          </a:p>
          <a:p>
            <a:pPr lvl="1" eaLnBrk="1" latinLnBrk="0" hangingPunct="1">
              <a:lnSpc>
                <a:spcPct val="110000"/>
              </a:lnSpc>
              <a:buFontTx/>
              <a:buNone/>
            </a:pPr>
            <a:r>
              <a:rPr kumimoji="0" lang="en-US" altLang="zh-CN" sz="2800">
                <a:latin typeface="Times New Roman" panose="02020603050405020304" pitchFamily="18" charset="0"/>
                <a:ea typeface="楷体" panose="02010609060101010101" pitchFamily="49" charset="-122"/>
              </a:rPr>
              <a:t>A</a:t>
            </a:r>
            <a:r>
              <a:rPr kumimoji="0" lang="en-US" altLang="zh-CN" sz="2800">
                <a:latin typeface="Times New Roman" panose="02020603050405020304" pitchFamily="18" charset="0"/>
                <a:ea typeface="楷体" panose="02010609060101010101" pitchFamily="49" charset="-122"/>
                <a:sym typeface="Symbol" panose="05050102010706020507" pitchFamily="18" charset="2"/>
              </a:rPr>
              <a:t></a:t>
            </a:r>
            <a:r>
              <a:rPr kumimoji="0" lang="en-US" altLang="zh-CN" sz="2800">
                <a:latin typeface="Times New Roman" panose="02020603050405020304" pitchFamily="18" charset="0"/>
                <a:ea typeface="楷体" panose="02010609060101010101" pitchFamily="49" charset="-122"/>
              </a:rPr>
              <a:t>B={&lt;x, min(</a:t>
            </a:r>
            <a:r>
              <a:rPr kumimoji="0" lang="en-US" altLang="zh-CN" sz="2800">
                <a:latin typeface="Times New Roman" panose="02020603050405020304" pitchFamily="18" charset="0"/>
                <a:ea typeface="楷体" panose="02010609060101010101" pitchFamily="49" charset="-122"/>
                <a:sym typeface="Symbol" panose="05050102010706020507" pitchFamily="18" charset="2"/>
              </a:rPr>
              <a:t></a:t>
            </a:r>
            <a:r>
              <a:rPr kumimoji="0" lang="en-US" altLang="zh-CN" sz="2800" baseline="-25000">
                <a:latin typeface="Times New Roman" panose="02020603050405020304" pitchFamily="18" charset="0"/>
                <a:ea typeface="楷体" panose="02010609060101010101" pitchFamily="49" charset="-122"/>
              </a:rPr>
              <a:t>A</a:t>
            </a:r>
            <a:r>
              <a:rPr kumimoji="0" lang="en-US" altLang="zh-CN" sz="2800">
                <a:latin typeface="Times New Roman" panose="02020603050405020304" pitchFamily="18" charset="0"/>
                <a:ea typeface="楷体" panose="02010609060101010101" pitchFamily="49" charset="-122"/>
              </a:rPr>
              <a:t>(x), </a:t>
            </a:r>
            <a:r>
              <a:rPr kumimoji="0" lang="en-US" altLang="zh-CN" sz="2800">
                <a:latin typeface="Times New Roman" panose="02020603050405020304" pitchFamily="18" charset="0"/>
                <a:ea typeface="楷体" panose="02010609060101010101" pitchFamily="49" charset="-122"/>
                <a:sym typeface="Symbol" panose="05050102010706020507" pitchFamily="18" charset="2"/>
              </a:rPr>
              <a:t></a:t>
            </a:r>
            <a:r>
              <a:rPr kumimoji="0" lang="en-US" altLang="zh-CN" sz="2800" baseline="-25000">
                <a:latin typeface="Times New Roman" panose="02020603050405020304" pitchFamily="18" charset="0"/>
                <a:ea typeface="楷体" panose="02010609060101010101" pitchFamily="49" charset="-122"/>
              </a:rPr>
              <a:t>B</a:t>
            </a:r>
            <a:r>
              <a:rPr kumimoji="0" lang="en-US" altLang="zh-CN" sz="2800">
                <a:latin typeface="Times New Roman" panose="02020603050405020304" pitchFamily="18" charset="0"/>
                <a:ea typeface="楷体" panose="02010609060101010101" pitchFamily="49" charset="-122"/>
              </a:rPr>
              <a:t>(x))&gt;| x</a:t>
            </a:r>
            <a:r>
              <a:rPr kumimoji="0" lang="en-US" altLang="zh-CN" sz="2800">
                <a:latin typeface="Times New Roman" panose="02020603050405020304" pitchFamily="18" charset="0"/>
                <a:ea typeface="楷体" panose="02010609060101010101" pitchFamily="49" charset="-122"/>
                <a:sym typeface="Symbol" panose="05050102010706020507" pitchFamily="18" charset="2"/>
              </a:rPr>
              <a:t></a:t>
            </a:r>
            <a:r>
              <a:rPr kumimoji="0" lang="en-US" altLang="zh-CN" sz="2800">
                <a:latin typeface="Times New Roman" panose="02020603050405020304" pitchFamily="18" charset="0"/>
                <a:ea typeface="楷体" panose="02010609060101010101" pitchFamily="49" charset="-122"/>
              </a:rPr>
              <a:t>U}</a:t>
            </a:r>
          </a:p>
          <a:p>
            <a:pPr lvl="1" eaLnBrk="1" latinLnBrk="0" hangingPunct="1">
              <a:lnSpc>
                <a:spcPct val="110000"/>
              </a:lnSpc>
              <a:buFontTx/>
              <a:buNone/>
            </a:pPr>
            <a:r>
              <a:rPr kumimoji="0" lang="en-US" altLang="zh-CN" sz="2800">
                <a:latin typeface="Times New Roman" panose="02020603050405020304" pitchFamily="18" charset="0"/>
                <a:ea typeface="楷体" panose="02010609060101010101" pitchFamily="49" charset="-122"/>
              </a:rPr>
              <a:t>(7)A</a:t>
            </a:r>
            <a:r>
              <a:rPr kumimoji="0" lang="zh-CN" altLang="en-US" sz="2800">
                <a:latin typeface="Times New Roman" panose="02020603050405020304" pitchFamily="18" charset="0"/>
                <a:ea typeface="楷体" panose="02010609060101010101" pitchFamily="49" charset="-122"/>
              </a:rPr>
              <a:t>与</a:t>
            </a:r>
            <a:r>
              <a:rPr kumimoji="0" lang="en-US" altLang="zh-CN" sz="2800">
                <a:latin typeface="Times New Roman" panose="02020603050405020304" pitchFamily="18" charset="0"/>
                <a:ea typeface="楷体" panose="02010609060101010101" pitchFamily="49" charset="-122"/>
              </a:rPr>
              <a:t>B</a:t>
            </a:r>
            <a:r>
              <a:rPr kumimoji="0" lang="zh-CN" altLang="en-US" sz="2800">
                <a:latin typeface="Times New Roman" panose="02020603050405020304" pitchFamily="18" charset="0"/>
                <a:ea typeface="楷体" panose="02010609060101010101" pitchFamily="49" charset="-122"/>
              </a:rPr>
              <a:t>的差集：</a:t>
            </a:r>
          </a:p>
          <a:p>
            <a:pPr lvl="1" eaLnBrk="1" latinLnBrk="0" hangingPunct="1">
              <a:lnSpc>
                <a:spcPct val="110000"/>
              </a:lnSpc>
              <a:buFontTx/>
              <a:buNone/>
            </a:pPr>
            <a:r>
              <a:rPr kumimoji="0" lang="en-US" altLang="zh-CN" sz="2800">
                <a:latin typeface="Times New Roman" panose="02020603050405020304" pitchFamily="18" charset="0"/>
                <a:ea typeface="楷体" panose="02010609060101010101" pitchFamily="49" charset="-122"/>
              </a:rPr>
              <a:t>A</a:t>
            </a:r>
            <a:r>
              <a:rPr kumimoji="0" lang="en-US" altLang="zh-CN" sz="2800">
                <a:latin typeface="Times New Roman" panose="02020603050405020304" pitchFamily="18" charset="0"/>
                <a:ea typeface="楷体" panose="02010609060101010101" pitchFamily="49" charset="-122"/>
                <a:sym typeface="Symbol" panose="05050102010706020507" pitchFamily="18" charset="2"/>
              </a:rPr>
              <a:t></a:t>
            </a:r>
            <a:r>
              <a:rPr kumimoji="0" lang="en-US" altLang="zh-CN" sz="2800">
                <a:latin typeface="Times New Roman" panose="02020603050405020304" pitchFamily="18" charset="0"/>
                <a:ea typeface="楷体" panose="02010609060101010101" pitchFamily="49" charset="-122"/>
              </a:rPr>
              <a:t>B={&lt;x, min(</a:t>
            </a:r>
            <a:r>
              <a:rPr kumimoji="0" lang="en-US" altLang="zh-CN" sz="2800">
                <a:latin typeface="Times New Roman" panose="02020603050405020304" pitchFamily="18" charset="0"/>
                <a:ea typeface="楷体" panose="02010609060101010101" pitchFamily="49" charset="-122"/>
                <a:sym typeface="Symbol" panose="05050102010706020507" pitchFamily="18" charset="2"/>
              </a:rPr>
              <a:t></a:t>
            </a:r>
            <a:r>
              <a:rPr kumimoji="0" lang="en-US" altLang="zh-CN" sz="2800" baseline="-25000">
                <a:latin typeface="Times New Roman" panose="02020603050405020304" pitchFamily="18" charset="0"/>
                <a:ea typeface="楷体" panose="02010609060101010101" pitchFamily="49" charset="-122"/>
              </a:rPr>
              <a:t>A</a:t>
            </a:r>
            <a:r>
              <a:rPr kumimoji="0" lang="en-US" altLang="zh-CN" sz="2800">
                <a:latin typeface="Times New Roman" panose="02020603050405020304" pitchFamily="18" charset="0"/>
                <a:ea typeface="楷体" panose="02010609060101010101" pitchFamily="49" charset="-122"/>
              </a:rPr>
              <a:t>(x), 1</a:t>
            </a:r>
            <a:r>
              <a:rPr kumimoji="0" lang="en-US" altLang="zh-CN" sz="2800">
                <a:latin typeface="Times New Roman" panose="02020603050405020304" pitchFamily="18" charset="0"/>
                <a:ea typeface="楷体" panose="02010609060101010101" pitchFamily="49" charset="-122"/>
                <a:sym typeface="Symbol" panose="05050102010706020507" pitchFamily="18" charset="2"/>
              </a:rPr>
              <a:t></a:t>
            </a:r>
            <a:r>
              <a:rPr kumimoji="0" lang="en-US" altLang="zh-CN" sz="2800" baseline="-25000">
                <a:latin typeface="Times New Roman" panose="02020603050405020304" pitchFamily="18" charset="0"/>
                <a:ea typeface="楷体" panose="02010609060101010101" pitchFamily="49" charset="-122"/>
              </a:rPr>
              <a:t>B</a:t>
            </a:r>
            <a:r>
              <a:rPr kumimoji="0" lang="en-US" altLang="zh-CN" sz="2800">
                <a:latin typeface="Times New Roman" panose="02020603050405020304" pitchFamily="18" charset="0"/>
                <a:ea typeface="楷体" panose="02010609060101010101" pitchFamily="49" charset="-122"/>
              </a:rPr>
              <a:t>(x))&gt;| x</a:t>
            </a:r>
            <a:r>
              <a:rPr kumimoji="0" lang="en-US" altLang="zh-CN" sz="2800">
                <a:latin typeface="Times New Roman" panose="02020603050405020304" pitchFamily="18" charset="0"/>
                <a:ea typeface="楷体" panose="02010609060101010101" pitchFamily="49" charset="-122"/>
                <a:sym typeface="Symbol" panose="05050102010706020507" pitchFamily="18" charset="2"/>
              </a:rPr>
              <a:t></a:t>
            </a:r>
            <a:r>
              <a:rPr kumimoji="0" lang="en-US" altLang="zh-CN" sz="2800">
                <a:latin typeface="Times New Roman" panose="02020603050405020304" pitchFamily="18" charset="0"/>
                <a:ea typeface="楷体" panose="02010609060101010101" pitchFamily="49" charset="-122"/>
              </a:rPr>
              <a:t>U}</a:t>
            </a:r>
            <a:r>
              <a:rPr kumimoji="0" lang="zh-CN" altLang="en-US" sz="2800">
                <a:latin typeface="Times New Roman" panose="02020603050405020304" pitchFamily="18" charset="0"/>
                <a:ea typeface="楷体" panose="02010609060101010101" pitchFamily="49" charset="-122"/>
              </a:rPr>
              <a:t>，显然有</a:t>
            </a:r>
            <a:r>
              <a:rPr kumimoji="0" lang="zh-CN" altLang="en-US" sz="2800">
                <a:latin typeface="Times New Roman" panose="02020603050405020304" pitchFamily="18" charset="0"/>
                <a:ea typeface="楷体" panose="02010609060101010101" pitchFamily="49" charset="-122"/>
                <a:sym typeface="Symbol" panose="05050102010706020507" pitchFamily="18" charset="2"/>
              </a:rPr>
              <a:t></a:t>
            </a:r>
            <a:r>
              <a:rPr kumimoji="0" lang="en-US" altLang="zh-CN" sz="2800">
                <a:latin typeface="Times New Roman" panose="02020603050405020304" pitchFamily="18" charset="0"/>
                <a:ea typeface="楷体" panose="02010609060101010101" pitchFamily="49" charset="-122"/>
              </a:rPr>
              <a:t>A=U</a:t>
            </a:r>
            <a:r>
              <a:rPr kumimoji="0" lang="en-US" altLang="zh-CN" sz="2800">
                <a:latin typeface="Times New Roman" panose="02020603050405020304" pitchFamily="18" charset="0"/>
                <a:ea typeface="楷体" panose="02010609060101010101" pitchFamily="49" charset="-122"/>
                <a:sym typeface="Symbol" panose="05050102010706020507" pitchFamily="18" charset="2"/>
              </a:rPr>
              <a:t></a:t>
            </a:r>
            <a:r>
              <a:rPr kumimoji="0" lang="en-US" altLang="zh-CN" sz="2800">
                <a:latin typeface="Times New Roman" panose="02020603050405020304" pitchFamily="18" charset="0"/>
                <a:ea typeface="楷体" panose="02010609060101010101" pitchFamily="49" charset="-122"/>
              </a:rPr>
              <a:t>A</a:t>
            </a:r>
            <a:endParaRPr kumimoji="0" lang="zh-CN" altLang="en-US" sz="2800">
              <a:latin typeface="Times New Roman" panose="02020603050405020304" pitchFamily="18" charset="0"/>
              <a:ea typeface="楷体" panose="02010609060101010101" pitchFamily="49" charset="-122"/>
            </a:endParaRPr>
          </a:p>
        </p:txBody>
      </p:sp>
    </p:spTree>
    <p:extLst>
      <p:ext uri="{BB962C8B-B14F-4D97-AF65-F5344CB8AC3E}">
        <p14:creationId xmlns:p14="http://schemas.microsoft.com/office/powerpoint/2010/main" val="29779681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95300">
                                            <p:txEl>
                                              <p:pRg st="0" end="0"/>
                                            </p:txEl>
                                          </p:spTgt>
                                        </p:tgtEl>
                                        <p:attrNameLst>
                                          <p:attrName>style.visibility</p:attrName>
                                        </p:attrNameLst>
                                      </p:cBhvr>
                                      <p:to>
                                        <p:strVal val="visible"/>
                                      </p:to>
                                    </p:set>
                                    <p:animEffect transition="in" filter="blinds(horizontal)">
                                      <p:cBhvr>
                                        <p:cTn id="7" dur="500"/>
                                        <p:tgtEl>
                                          <p:spTgt spid="695300">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695300">
                                            <p:txEl>
                                              <p:pRg st="1" end="1"/>
                                            </p:txEl>
                                          </p:spTgt>
                                        </p:tgtEl>
                                        <p:attrNameLst>
                                          <p:attrName>style.visibility</p:attrName>
                                        </p:attrNameLst>
                                      </p:cBhvr>
                                      <p:to>
                                        <p:strVal val="visible"/>
                                      </p:to>
                                    </p:set>
                                    <p:animEffect transition="in" filter="blinds(horizontal)">
                                      <p:cBhvr>
                                        <p:cTn id="10" dur="500"/>
                                        <p:tgtEl>
                                          <p:spTgt spid="695300">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695300">
                                            <p:txEl>
                                              <p:pRg st="2" end="2"/>
                                            </p:txEl>
                                          </p:spTgt>
                                        </p:tgtEl>
                                        <p:attrNameLst>
                                          <p:attrName>style.visibility</p:attrName>
                                        </p:attrNameLst>
                                      </p:cBhvr>
                                      <p:to>
                                        <p:strVal val="visible"/>
                                      </p:to>
                                    </p:set>
                                    <p:animEffect transition="in" filter="blinds(horizontal)">
                                      <p:cBhvr>
                                        <p:cTn id="15" dur="500"/>
                                        <p:tgtEl>
                                          <p:spTgt spid="695300">
                                            <p:txEl>
                                              <p:pRg st="2" end="2"/>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695300">
                                            <p:txEl>
                                              <p:pRg st="3" end="3"/>
                                            </p:txEl>
                                          </p:spTgt>
                                        </p:tgtEl>
                                        <p:attrNameLst>
                                          <p:attrName>style.visibility</p:attrName>
                                        </p:attrNameLst>
                                      </p:cBhvr>
                                      <p:to>
                                        <p:strVal val="visible"/>
                                      </p:to>
                                    </p:set>
                                    <p:animEffect transition="in" filter="blinds(horizontal)">
                                      <p:cBhvr>
                                        <p:cTn id="18" dur="500"/>
                                        <p:tgtEl>
                                          <p:spTgt spid="695300">
                                            <p:txEl>
                                              <p:pRg st="3" end="3"/>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p:cTn id="22" dur="1" fill="hold">
                                          <p:stCondLst>
                                            <p:cond delay="0"/>
                                          </p:stCondLst>
                                        </p:cTn>
                                        <p:tgtEl>
                                          <p:spTgt spid="695300">
                                            <p:txEl>
                                              <p:pRg st="4" end="4"/>
                                            </p:txEl>
                                          </p:spTgt>
                                        </p:tgtEl>
                                        <p:attrNameLst>
                                          <p:attrName>style.visibility</p:attrName>
                                        </p:attrNameLst>
                                      </p:cBhvr>
                                      <p:to>
                                        <p:strVal val="visible"/>
                                      </p:to>
                                    </p:set>
                                    <p:animEffect transition="in" filter="blinds(horizontal)">
                                      <p:cBhvr>
                                        <p:cTn id="23" dur="500"/>
                                        <p:tgtEl>
                                          <p:spTgt spid="695300">
                                            <p:txEl>
                                              <p:pRg st="4" end="4"/>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695300">
                                            <p:txEl>
                                              <p:pRg st="5" end="5"/>
                                            </p:txEl>
                                          </p:spTgt>
                                        </p:tgtEl>
                                        <p:attrNameLst>
                                          <p:attrName>style.visibility</p:attrName>
                                        </p:attrNameLst>
                                      </p:cBhvr>
                                      <p:to>
                                        <p:strVal val="visible"/>
                                      </p:to>
                                    </p:set>
                                    <p:animEffect transition="in" filter="blinds(horizontal)">
                                      <p:cBhvr>
                                        <p:cTn id="26" dur="500"/>
                                        <p:tgtEl>
                                          <p:spTgt spid="69530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灯片编号占位符 3"/>
          <p:cNvSpPr>
            <a:spLocks noGrp="1"/>
          </p:cNvSpPr>
          <p:nvPr>
            <p:ph type="sldNum" sz="quarter" idx="4294967295"/>
          </p:nvPr>
        </p:nvSpPr>
        <p:spPr>
          <a:xfrm>
            <a:off x="6553200" y="6245225"/>
            <a:ext cx="2133600" cy="476250"/>
          </a:xfrm>
          <a:prstGeom prst="rect">
            <a:avLst/>
          </a:prstGeom>
          <a:noFill/>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a:spcBef>
                <a:spcPct val="0"/>
              </a:spcBef>
              <a:buFontTx/>
              <a:buNone/>
            </a:pPr>
            <a:fld id="{67036156-A33F-4A63-8305-96B3BFDB0741}" type="slidenum">
              <a:rPr lang="zh-CN" altLang="en-US" sz="1400" smtClean="0">
                <a:latin typeface="Gulim" panose="02010600030101010101" charset="-122"/>
                <a:ea typeface="Gulim" panose="02010600030101010101" charset="-122"/>
              </a:rPr>
              <a:pPr>
                <a:spcBef>
                  <a:spcPct val="0"/>
                </a:spcBef>
                <a:buFontTx/>
                <a:buNone/>
              </a:pPr>
              <a:t>125</a:t>
            </a:fld>
            <a:endParaRPr lang="en-US" altLang="zh-CN" sz="1400" smtClean="0">
              <a:latin typeface="Gulim" panose="02010600030101010101" charset="-122"/>
              <a:ea typeface="Gulim" panose="02010600030101010101" charset="-122"/>
            </a:endParaRPr>
          </a:p>
        </p:txBody>
      </p:sp>
      <p:sp>
        <p:nvSpPr>
          <p:cNvPr id="697346" name="Rectangle 2"/>
          <p:cNvSpPr>
            <a:spLocks noGrp="1" noChangeArrowheads="1"/>
          </p:cNvSpPr>
          <p:nvPr>
            <p:ph type="title"/>
          </p:nvPr>
        </p:nvSpPr>
        <p:spPr>
          <a:xfrm>
            <a:off x="655638" y="404813"/>
            <a:ext cx="7772400" cy="792162"/>
          </a:xfrm>
        </p:spPr>
        <p:txBody>
          <a:bodyPr/>
          <a:lstStyle/>
          <a:p>
            <a:pPr algn="ctr" eaLnBrk="1" hangingPunct="1">
              <a:defRPr/>
            </a:pPr>
            <a:r>
              <a:rPr lang="zh-CN" altLang="en-US" sz="3200" b="1" dirty="0">
                <a:solidFill>
                  <a:schemeClr val="tx1"/>
                </a:solidFill>
                <a:latin typeface="微软雅黑" panose="020B0503020204020204" pitchFamily="34" charset="-122"/>
                <a:ea typeface="微软雅黑" panose="020B0503020204020204" pitchFamily="34" charset="-122"/>
              </a:rPr>
              <a:t>模糊</a:t>
            </a:r>
            <a:r>
              <a:rPr lang="zh-CN" altLang="en-US" sz="3200" b="1" dirty="0">
                <a:solidFill>
                  <a:schemeClr val="tx1"/>
                </a:solidFill>
                <a:latin typeface="微软雅黑" panose="020B0503020204020204" pitchFamily="34" charset="-122"/>
                <a:ea typeface="微软雅黑" panose="020B0503020204020204" pitchFamily="34" charset="-122"/>
              </a:rPr>
              <a:t>集合</a:t>
            </a:r>
            <a:r>
              <a:rPr lang="zh-CN" altLang="en-US" sz="3200" b="1" dirty="0">
                <a:solidFill>
                  <a:schemeClr val="tx1"/>
                </a:solidFill>
                <a:latin typeface="微软雅黑" panose="020B0503020204020204" pitchFamily="34" charset="-122"/>
                <a:ea typeface="微软雅黑" panose="020B0503020204020204" pitchFamily="34" charset="-122"/>
              </a:rPr>
              <a:t>运算的性质</a:t>
            </a:r>
          </a:p>
        </p:txBody>
      </p:sp>
      <p:sp>
        <p:nvSpPr>
          <p:cNvPr id="132100" name="Text Box 4"/>
          <p:cNvSpPr txBox="1">
            <a:spLocks noChangeArrowheads="1"/>
          </p:cNvSpPr>
          <p:nvPr/>
        </p:nvSpPr>
        <p:spPr bwMode="auto">
          <a:xfrm>
            <a:off x="250825" y="1223963"/>
            <a:ext cx="6203950" cy="2062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eaLnBrk="1" hangingPunct="1">
              <a:spcBef>
                <a:spcPct val="0"/>
              </a:spcBef>
            </a:pPr>
            <a:r>
              <a:rPr kumimoji="0" lang="zh-CN" altLang="en-US" sz="2400">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800">
                <a:latin typeface="Times New Roman" panose="02020603050405020304" pitchFamily="18" charset="0"/>
                <a:ea typeface="楷体" panose="02010609060101010101" pitchFamily="49" charset="-122"/>
                <a:cs typeface="Times New Roman" panose="02020603050405020304" pitchFamily="18" charset="0"/>
              </a:rPr>
              <a:t>运算的性质</a:t>
            </a:r>
            <a:endParaRPr kumimoji="0" lang="en-US" altLang="zh-CN" sz="2800">
              <a:latin typeface="Times New Roman" panose="02020603050405020304" pitchFamily="18" charset="0"/>
              <a:ea typeface="楷体" panose="02010609060101010101" pitchFamily="49" charset="-122"/>
              <a:cs typeface="Times New Roman" panose="02020603050405020304" pitchFamily="18" charset="0"/>
            </a:endParaRPr>
          </a:p>
          <a:p>
            <a:pPr eaLnBrk="1" hangingPunct="1">
              <a:spcBef>
                <a:spcPct val="0"/>
              </a:spcBef>
              <a:buFontTx/>
              <a:buNone/>
            </a:pPr>
            <a:r>
              <a:rPr kumimoji="0" lang="en-US" altLang="zh-CN" sz="2800">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2400">
                <a:latin typeface="Times New Roman" panose="02020603050405020304" pitchFamily="18" charset="0"/>
                <a:ea typeface="楷体" panose="02010609060101010101" pitchFamily="49" charset="-122"/>
                <a:cs typeface="Times New Roman" panose="02020603050405020304" pitchFamily="18" charset="0"/>
              </a:rPr>
              <a:t>(1)</a:t>
            </a:r>
            <a:r>
              <a:rPr kumimoji="0" lang="zh-CN" altLang="en-US" sz="2400">
                <a:latin typeface="Times New Roman" panose="02020603050405020304" pitchFamily="18" charset="0"/>
                <a:ea typeface="楷体" panose="02010609060101010101" pitchFamily="49" charset="-122"/>
                <a:cs typeface="Times New Roman" panose="02020603050405020304" pitchFamily="18" charset="0"/>
              </a:rPr>
              <a:t>交换律：</a:t>
            </a:r>
            <a:r>
              <a:rPr kumimoji="0" lang="en-US" altLang="zh-CN" sz="2400">
                <a:latin typeface="Times New Roman" panose="02020603050405020304" pitchFamily="18" charset="0"/>
                <a:ea typeface="楷体" panose="02010609060101010101" pitchFamily="49" charset="-122"/>
                <a:cs typeface="Times New Roman" panose="02020603050405020304" pitchFamily="18" charset="0"/>
              </a:rPr>
              <a:t>A∪B=B∪A</a:t>
            </a:r>
            <a:r>
              <a:rPr kumimoji="0" lang="zh-CN" altLang="en-US" sz="2400">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2400">
                <a:latin typeface="Times New Roman" panose="02020603050405020304" pitchFamily="18" charset="0"/>
                <a:ea typeface="楷体" panose="02010609060101010101" pitchFamily="49" charset="-122"/>
                <a:cs typeface="Times New Roman" panose="02020603050405020304" pitchFamily="18" charset="0"/>
              </a:rPr>
              <a:t>A∩B=B∩A</a:t>
            </a:r>
          </a:p>
          <a:p>
            <a:pPr lvl="1" eaLnBrk="1" hangingPunct="1">
              <a:spcBef>
                <a:spcPct val="0"/>
              </a:spcBef>
              <a:buFontTx/>
              <a:buNone/>
            </a:pPr>
            <a:r>
              <a:rPr kumimoji="0" lang="en-US" altLang="zh-CN" sz="2400">
                <a:latin typeface="Times New Roman" panose="02020603050405020304" pitchFamily="18" charset="0"/>
                <a:ea typeface="楷体" panose="02010609060101010101" pitchFamily="49" charset="-122"/>
                <a:cs typeface="Times New Roman" panose="02020603050405020304" pitchFamily="18" charset="0"/>
              </a:rPr>
              <a:t>(2)</a:t>
            </a:r>
            <a:r>
              <a:rPr kumimoji="0" lang="zh-CN" altLang="en-US" sz="2400">
                <a:latin typeface="Times New Roman" panose="02020603050405020304" pitchFamily="18" charset="0"/>
                <a:ea typeface="楷体" panose="02010609060101010101" pitchFamily="49" charset="-122"/>
                <a:cs typeface="Times New Roman" panose="02020603050405020304" pitchFamily="18" charset="0"/>
              </a:rPr>
              <a:t>幂等律：</a:t>
            </a:r>
            <a:r>
              <a:rPr kumimoji="0" lang="en-US" altLang="zh-CN" sz="2400">
                <a:latin typeface="Times New Roman" panose="02020603050405020304" pitchFamily="18" charset="0"/>
                <a:ea typeface="楷体" panose="02010609060101010101" pitchFamily="49" charset="-122"/>
                <a:cs typeface="Times New Roman" panose="02020603050405020304" pitchFamily="18" charset="0"/>
              </a:rPr>
              <a:t>A∪A=A∩A=A</a:t>
            </a:r>
          </a:p>
          <a:p>
            <a:pPr lvl="1" eaLnBrk="1" hangingPunct="1">
              <a:spcBef>
                <a:spcPct val="0"/>
              </a:spcBef>
              <a:buFontTx/>
              <a:buNone/>
            </a:pPr>
            <a:r>
              <a:rPr kumimoji="0" lang="en-US" altLang="zh-CN" sz="2400">
                <a:latin typeface="Times New Roman" panose="02020603050405020304" pitchFamily="18" charset="0"/>
                <a:ea typeface="楷体" panose="02010609060101010101" pitchFamily="49" charset="-122"/>
                <a:cs typeface="Times New Roman" panose="02020603050405020304" pitchFamily="18" charset="0"/>
              </a:rPr>
              <a:t>(3)</a:t>
            </a:r>
            <a:r>
              <a:rPr kumimoji="0" lang="zh-CN" altLang="en-US" sz="2400">
                <a:latin typeface="Times New Roman" panose="02020603050405020304" pitchFamily="18" charset="0"/>
                <a:ea typeface="楷体" panose="02010609060101010101" pitchFamily="49" charset="-122"/>
                <a:cs typeface="Times New Roman" panose="02020603050405020304" pitchFamily="18" charset="0"/>
              </a:rPr>
              <a:t>分配律：</a:t>
            </a:r>
            <a:r>
              <a:rPr kumimoji="0" lang="en-US" altLang="zh-CN" sz="2400">
                <a:latin typeface="Times New Roman" panose="02020603050405020304" pitchFamily="18" charset="0"/>
                <a:ea typeface="楷体" panose="02010609060101010101" pitchFamily="49" charset="-122"/>
                <a:cs typeface="Times New Roman" panose="02020603050405020304" pitchFamily="18" charset="0"/>
              </a:rPr>
              <a:t>A∪(B∩C)=(A∪B)∩(A∪C)</a:t>
            </a:r>
          </a:p>
          <a:p>
            <a:pPr lvl="1" eaLnBrk="1" hangingPunct="1">
              <a:spcBef>
                <a:spcPct val="0"/>
              </a:spcBef>
              <a:buFontTx/>
              <a:buNone/>
            </a:pPr>
            <a:r>
              <a:rPr kumimoji="0" lang="en-US" altLang="zh-CN" sz="2400">
                <a:latin typeface="Times New Roman" panose="02020603050405020304" pitchFamily="18" charset="0"/>
                <a:ea typeface="楷体" panose="02010609060101010101" pitchFamily="49" charset="-122"/>
                <a:cs typeface="Times New Roman" panose="02020603050405020304" pitchFamily="18" charset="0"/>
              </a:rPr>
              <a:t>		   A∩(B∪C)=(A∩B)∪(A∩C)</a:t>
            </a:r>
          </a:p>
        </p:txBody>
      </p:sp>
      <p:sp>
        <p:nvSpPr>
          <p:cNvPr id="6" name="Text Box 4"/>
          <p:cNvSpPr txBox="1">
            <a:spLocks noChangeArrowheads="1"/>
          </p:cNvSpPr>
          <p:nvPr/>
        </p:nvSpPr>
        <p:spPr bwMode="auto">
          <a:xfrm>
            <a:off x="655638" y="3573463"/>
            <a:ext cx="7993062" cy="300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eaLnBrk="1" latinLnBrk="0" hangingPunct="1">
              <a:lnSpc>
                <a:spcPct val="115000"/>
              </a:lnSpc>
            </a:pPr>
            <a:r>
              <a:rPr kumimoji="0" lang="zh-CN" altLang="en-US" sz="2400">
                <a:latin typeface="Times New Roman" panose="02020603050405020304" pitchFamily="18" charset="0"/>
                <a:ea typeface="宋体" panose="02010600030101010101" pitchFamily="2" charset="-122"/>
              </a:rPr>
              <a:t> </a:t>
            </a:r>
            <a:r>
              <a:rPr kumimoji="0" lang="zh-CN" altLang="en-US" sz="2400">
                <a:latin typeface="Times New Roman" panose="02020603050405020304" pitchFamily="18" charset="0"/>
              </a:rPr>
              <a:t>证明性质</a:t>
            </a:r>
            <a:r>
              <a:rPr kumimoji="0" lang="en-US" altLang="zh-CN" sz="2400">
                <a:latin typeface="Times New Roman" panose="02020603050405020304" pitchFamily="18" charset="0"/>
              </a:rPr>
              <a:t>(3)</a:t>
            </a:r>
            <a:r>
              <a:rPr kumimoji="0" lang="zh-CN" altLang="en-US" sz="2400">
                <a:latin typeface="Times New Roman" panose="02020603050405020304" pitchFamily="18" charset="0"/>
              </a:rPr>
              <a:t> ：</a:t>
            </a:r>
            <a:r>
              <a:rPr kumimoji="0" lang="en-US" altLang="zh-CN" sz="2400">
                <a:latin typeface="Times New Roman" panose="02020603050405020304" pitchFamily="18" charset="0"/>
                <a:ea typeface="楷体" panose="02010609060101010101" pitchFamily="49" charset="-122"/>
                <a:cs typeface="Times New Roman" panose="02020603050405020304" pitchFamily="18" charset="0"/>
              </a:rPr>
              <a:t>A∪(B∩C)= (A∪B)∩(A∪C)</a:t>
            </a:r>
            <a:endParaRPr kumimoji="0" lang="zh-CN" altLang="en-US" sz="2400">
              <a:latin typeface="Times New Roman" panose="02020603050405020304" pitchFamily="18" charset="0"/>
            </a:endParaRPr>
          </a:p>
          <a:p>
            <a:pPr marL="0" lvl="1" eaLnBrk="1" latinLnBrk="0" hangingPunct="1">
              <a:lnSpc>
                <a:spcPct val="115000"/>
              </a:lnSpc>
              <a:buFontTx/>
              <a:buNone/>
            </a:pPr>
            <a:r>
              <a:rPr kumimoji="0" lang="zh-CN" altLang="en-US" sz="2400">
                <a:latin typeface="Times New Roman" panose="02020603050405020304" pitchFamily="18" charset="0"/>
                <a:sym typeface="Symbol" panose="05050102010706020507" pitchFamily="18" charset="2"/>
              </a:rPr>
              <a:t></a:t>
            </a:r>
            <a:r>
              <a:rPr kumimoji="0" lang="en-US" altLang="zh-CN" sz="2400" baseline="-25000">
                <a:latin typeface="Times New Roman" panose="02020603050405020304" pitchFamily="18" charset="0"/>
              </a:rPr>
              <a:t>A∪(B∩C)</a:t>
            </a:r>
            <a:r>
              <a:rPr kumimoji="0" lang="en-US" altLang="zh-CN" sz="2400">
                <a:latin typeface="Times New Roman" panose="02020603050405020304" pitchFamily="18" charset="0"/>
              </a:rPr>
              <a:t> = max(</a:t>
            </a:r>
            <a:r>
              <a:rPr kumimoji="0" lang="en-US" altLang="zh-CN" sz="2400">
                <a:latin typeface="Times New Roman" panose="02020603050405020304" pitchFamily="18" charset="0"/>
                <a:sym typeface="Symbol" panose="05050102010706020507" pitchFamily="18" charset="2"/>
              </a:rPr>
              <a:t></a:t>
            </a:r>
            <a:r>
              <a:rPr kumimoji="0" lang="en-US" altLang="zh-CN" sz="2400" baseline="-25000">
                <a:latin typeface="Times New Roman" panose="02020603050405020304" pitchFamily="18" charset="0"/>
              </a:rPr>
              <a:t>A</a:t>
            </a:r>
            <a:r>
              <a:rPr kumimoji="0" lang="en-US" altLang="zh-CN" sz="2400">
                <a:latin typeface="Times New Roman" panose="02020603050405020304" pitchFamily="18" charset="0"/>
              </a:rPr>
              <a:t>(x), min(</a:t>
            </a:r>
            <a:r>
              <a:rPr kumimoji="0" lang="en-US" altLang="zh-CN" sz="2400">
                <a:latin typeface="Times New Roman" panose="02020603050405020304" pitchFamily="18" charset="0"/>
                <a:sym typeface="Symbol" panose="05050102010706020507" pitchFamily="18" charset="2"/>
              </a:rPr>
              <a:t></a:t>
            </a:r>
            <a:r>
              <a:rPr kumimoji="0" lang="en-US" altLang="zh-CN" sz="2400" baseline="-25000">
                <a:latin typeface="Times New Roman" panose="02020603050405020304" pitchFamily="18" charset="0"/>
              </a:rPr>
              <a:t>B</a:t>
            </a:r>
            <a:r>
              <a:rPr kumimoji="0" lang="en-US" altLang="zh-CN" sz="2400">
                <a:latin typeface="Times New Roman" panose="02020603050405020304" pitchFamily="18" charset="0"/>
              </a:rPr>
              <a:t>(x), </a:t>
            </a:r>
            <a:r>
              <a:rPr kumimoji="0" lang="en-US" altLang="zh-CN" sz="2400">
                <a:latin typeface="Times New Roman" panose="02020603050405020304" pitchFamily="18" charset="0"/>
                <a:sym typeface="Symbol" panose="05050102010706020507" pitchFamily="18" charset="2"/>
              </a:rPr>
              <a:t></a:t>
            </a:r>
            <a:r>
              <a:rPr kumimoji="0" lang="en-US" altLang="zh-CN" sz="2400" baseline="-25000">
                <a:latin typeface="Times New Roman" panose="02020603050405020304" pitchFamily="18" charset="0"/>
                <a:sym typeface="Symbol" panose="05050102010706020507" pitchFamily="18" charset="2"/>
              </a:rPr>
              <a:t>C</a:t>
            </a:r>
            <a:r>
              <a:rPr kumimoji="0" lang="en-US" altLang="zh-CN" sz="2400">
                <a:latin typeface="Times New Roman" panose="02020603050405020304" pitchFamily="18" charset="0"/>
              </a:rPr>
              <a:t>(x)) ) </a:t>
            </a:r>
            <a:r>
              <a:rPr kumimoji="0" lang="zh-CN" altLang="en-US" sz="2400">
                <a:latin typeface="Times New Roman" panose="02020603050405020304" pitchFamily="18" charset="0"/>
              </a:rPr>
              <a:t>，</a:t>
            </a:r>
            <a:endParaRPr kumimoji="0" lang="en-US" altLang="zh-CN" sz="2400">
              <a:latin typeface="Times New Roman" panose="02020603050405020304" pitchFamily="18" charset="0"/>
            </a:endParaRPr>
          </a:p>
          <a:p>
            <a:pPr marL="0" lvl="1" eaLnBrk="1" latinLnBrk="0" hangingPunct="1">
              <a:lnSpc>
                <a:spcPct val="115000"/>
              </a:lnSpc>
              <a:buFontTx/>
              <a:buNone/>
            </a:pPr>
            <a:r>
              <a:rPr kumimoji="0" lang="zh-CN" altLang="en-US" sz="2400">
                <a:latin typeface="Times New Roman" panose="02020603050405020304" pitchFamily="18" charset="0"/>
                <a:sym typeface="Symbol" panose="05050102010706020507" pitchFamily="18" charset="2"/>
              </a:rPr>
              <a:t></a:t>
            </a:r>
            <a:r>
              <a:rPr kumimoji="0" lang="en-US" altLang="zh-CN" sz="2400" baseline="-25000">
                <a:latin typeface="Times New Roman" panose="02020603050405020304" pitchFamily="18" charset="0"/>
              </a:rPr>
              <a:t>(A∪B)∩(A∪C)</a:t>
            </a:r>
            <a:r>
              <a:rPr kumimoji="0" lang="en-US" altLang="zh-CN" sz="2400">
                <a:latin typeface="Times New Roman" panose="02020603050405020304" pitchFamily="18" charset="0"/>
              </a:rPr>
              <a:t> = min(max(</a:t>
            </a:r>
            <a:r>
              <a:rPr kumimoji="0" lang="en-US" altLang="zh-CN" sz="2400">
                <a:latin typeface="Times New Roman" panose="02020603050405020304" pitchFamily="18" charset="0"/>
                <a:sym typeface="Symbol" panose="05050102010706020507" pitchFamily="18" charset="2"/>
              </a:rPr>
              <a:t></a:t>
            </a:r>
            <a:r>
              <a:rPr kumimoji="0" lang="en-US" altLang="zh-CN" sz="2400" baseline="-25000">
                <a:latin typeface="Times New Roman" panose="02020603050405020304" pitchFamily="18" charset="0"/>
              </a:rPr>
              <a:t>A</a:t>
            </a:r>
            <a:r>
              <a:rPr kumimoji="0" lang="en-US" altLang="zh-CN" sz="2400">
                <a:latin typeface="Times New Roman" panose="02020603050405020304" pitchFamily="18" charset="0"/>
              </a:rPr>
              <a:t>(x), </a:t>
            </a:r>
            <a:r>
              <a:rPr kumimoji="0" lang="en-US" altLang="zh-CN" sz="2400">
                <a:latin typeface="Times New Roman" panose="02020603050405020304" pitchFamily="18" charset="0"/>
                <a:sym typeface="Symbol" panose="05050102010706020507" pitchFamily="18" charset="2"/>
              </a:rPr>
              <a:t></a:t>
            </a:r>
            <a:r>
              <a:rPr kumimoji="0" lang="en-US" altLang="zh-CN" sz="2400" baseline="-25000">
                <a:latin typeface="Times New Roman" panose="02020603050405020304" pitchFamily="18" charset="0"/>
              </a:rPr>
              <a:t>B</a:t>
            </a:r>
            <a:r>
              <a:rPr kumimoji="0" lang="en-US" altLang="zh-CN" sz="2400">
                <a:latin typeface="Times New Roman" panose="02020603050405020304" pitchFamily="18" charset="0"/>
              </a:rPr>
              <a:t>(x)), max(</a:t>
            </a:r>
            <a:r>
              <a:rPr kumimoji="0" lang="en-US" altLang="zh-CN" sz="2400">
                <a:latin typeface="Times New Roman" panose="02020603050405020304" pitchFamily="18" charset="0"/>
                <a:sym typeface="Symbol" panose="05050102010706020507" pitchFamily="18" charset="2"/>
              </a:rPr>
              <a:t></a:t>
            </a:r>
            <a:r>
              <a:rPr kumimoji="0" lang="en-US" altLang="zh-CN" sz="2400" baseline="-25000">
                <a:latin typeface="Times New Roman" panose="02020603050405020304" pitchFamily="18" charset="0"/>
              </a:rPr>
              <a:t>A</a:t>
            </a:r>
            <a:r>
              <a:rPr kumimoji="0" lang="en-US" altLang="zh-CN" sz="2400">
                <a:latin typeface="Times New Roman" panose="02020603050405020304" pitchFamily="18" charset="0"/>
              </a:rPr>
              <a:t>(x), </a:t>
            </a:r>
            <a:r>
              <a:rPr kumimoji="0" lang="en-US" altLang="zh-CN" sz="2400">
                <a:latin typeface="Times New Roman" panose="02020603050405020304" pitchFamily="18" charset="0"/>
                <a:sym typeface="Symbol" panose="05050102010706020507" pitchFamily="18" charset="2"/>
              </a:rPr>
              <a:t></a:t>
            </a:r>
            <a:r>
              <a:rPr kumimoji="0" lang="en-US" altLang="zh-CN" sz="2400" baseline="-25000">
                <a:latin typeface="Times New Roman" panose="02020603050405020304" pitchFamily="18" charset="0"/>
                <a:sym typeface="Symbol" panose="05050102010706020507" pitchFamily="18" charset="2"/>
              </a:rPr>
              <a:t>C</a:t>
            </a:r>
            <a:r>
              <a:rPr kumimoji="0" lang="en-US" altLang="zh-CN" sz="2400">
                <a:latin typeface="Times New Roman" panose="02020603050405020304" pitchFamily="18" charset="0"/>
              </a:rPr>
              <a:t>(x)) )</a:t>
            </a:r>
          </a:p>
          <a:p>
            <a:pPr marL="0" lvl="1" eaLnBrk="1" latinLnBrk="0" hangingPunct="1">
              <a:lnSpc>
                <a:spcPct val="115000"/>
              </a:lnSpc>
              <a:buFontTx/>
              <a:buNone/>
            </a:pPr>
            <a:r>
              <a:rPr kumimoji="0" lang="zh-CN" altLang="en-US">
                <a:latin typeface="Times New Roman" panose="02020603050405020304" pitchFamily="18" charset="0"/>
              </a:rPr>
              <a:t>当</a:t>
            </a:r>
            <a:r>
              <a:rPr kumimoji="0" lang="zh-CN" altLang="en-US" sz="2400">
                <a:latin typeface="Times New Roman" panose="02020603050405020304" pitchFamily="18" charset="0"/>
                <a:sym typeface="Symbol" panose="05050102010706020507" pitchFamily="18" charset="2"/>
              </a:rPr>
              <a:t></a:t>
            </a:r>
            <a:r>
              <a:rPr kumimoji="0" lang="en-US" altLang="zh-CN" sz="2400" baseline="-25000">
                <a:latin typeface="Times New Roman" panose="02020603050405020304" pitchFamily="18" charset="0"/>
              </a:rPr>
              <a:t>A</a:t>
            </a:r>
            <a:r>
              <a:rPr kumimoji="0" lang="en-US" altLang="zh-CN" sz="2400">
                <a:latin typeface="Times New Roman" panose="02020603050405020304" pitchFamily="18" charset="0"/>
              </a:rPr>
              <a:t>(x)</a:t>
            </a:r>
            <a:r>
              <a:rPr kumimoji="0" lang="en-US" altLang="zh-CN" sz="2400">
                <a:latin typeface="Times New Roman" panose="02020603050405020304" pitchFamily="18" charset="0"/>
                <a:sym typeface="Symbol" panose="05050102010706020507" pitchFamily="18" charset="2"/>
              </a:rPr>
              <a:t></a:t>
            </a:r>
            <a:r>
              <a:rPr kumimoji="0" lang="en-US" altLang="zh-CN" sz="2400" baseline="-25000">
                <a:latin typeface="Times New Roman" panose="02020603050405020304" pitchFamily="18" charset="0"/>
              </a:rPr>
              <a:t>B</a:t>
            </a:r>
            <a:r>
              <a:rPr kumimoji="0" lang="en-US" altLang="zh-CN" sz="2400">
                <a:latin typeface="Times New Roman" panose="02020603050405020304" pitchFamily="18" charset="0"/>
              </a:rPr>
              <a:t>(x)</a:t>
            </a:r>
            <a:r>
              <a:rPr kumimoji="0" lang="en-US" altLang="zh-CN" sz="2400">
                <a:latin typeface="Times New Roman" panose="02020603050405020304" pitchFamily="18" charset="0"/>
                <a:sym typeface="Symbol" panose="05050102010706020507" pitchFamily="18" charset="2"/>
              </a:rPr>
              <a:t> </a:t>
            </a:r>
            <a:r>
              <a:rPr kumimoji="0" lang="en-US" altLang="zh-CN" sz="2400" baseline="-25000">
                <a:latin typeface="Times New Roman" panose="02020603050405020304" pitchFamily="18" charset="0"/>
              </a:rPr>
              <a:t>C</a:t>
            </a:r>
            <a:r>
              <a:rPr kumimoji="0" lang="en-US" altLang="zh-CN" sz="2400">
                <a:latin typeface="Times New Roman" panose="02020603050405020304" pitchFamily="18" charset="0"/>
              </a:rPr>
              <a:t>(x) </a:t>
            </a:r>
            <a:r>
              <a:rPr kumimoji="0" lang="zh-CN" altLang="en-US" sz="2400">
                <a:latin typeface="Times New Roman" panose="02020603050405020304" pitchFamily="18" charset="0"/>
              </a:rPr>
              <a:t>，</a:t>
            </a:r>
            <a:r>
              <a:rPr kumimoji="0" lang="zh-CN" altLang="en-US" sz="2400">
                <a:latin typeface="Times New Roman" panose="02020603050405020304" pitchFamily="18" charset="0"/>
                <a:sym typeface="Symbol" panose="05050102010706020507" pitchFamily="18" charset="2"/>
              </a:rPr>
              <a:t>两边都等于</a:t>
            </a:r>
            <a:r>
              <a:rPr kumimoji="0" lang="en-US" altLang="zh-CN" sz="2400">
                <a:latin typeface="Times New Roman" panose="02020603050405020304" pitchFamily="18" charset="0"/>
                <a:sym typeface="Symbol" panose="05050102010706020507" pitchFamily="18" charset="2"/>
              </a:rPr>
              <a:t></a:t>
            </a:r>
            <a:r>
              <a:rPr kumimoji="0" lang="en-US" altLang="zh-CN" sz="2400" baseline="-25000">
                <a:latin typeface="Times New Roman" panose="02020603050405020304" pitchFamily="18" charset="0"/>
              </a:rPr>
              <a:t>B</a:t>
            </a:r>
            <a:r>
              <a:rPr kumimoji="0" lang="en-US" altLang="zh-CN" sz="2400">
                <a:latin typeface="Times New Roman" panose="02020603050405020304" pitchFamily="18" charset="0"/>
              </a:rPr>
              <a:t>(x)</a:t>
            </a:r>
            <a:r>
              <a:rPr kumimoji="0" lang="zh-CN" altLang="en-US" sz="2400">
                <a:latin typeface="Times New Roman" panose="02020603050405020304" pitchFamily="18" charset="0"/>
              </a:rPr>
              <a:t>，</a:t>
            </a:r>
            <a:endParaRPr kumimoji="0" lang="en-US" altLang="zh-CN" sz="2400">
              <a:latin typeface="Times New Roman" panose="02020603050405020304" pitchFamily="18" charset="0"/>
            </a:endParaRPr>
          </a:p>
          <a:p>
            <a:pPr marL="0" lvl="1" eaLnBrk="1" latinLnBrk="0" hangingPunct="1">
              <a:lnSpc>
                <a:spcPct val="115000"/>
              </a:lnSpc>
              <a:buFontTx/>
              <a:buNone/>
            </a:pPr>
            <a:r>
              <a:rPr kumimoji="0" lang="zh-CN" altLang="en-US" sz="2400">
                <a:latin typeface="Times New Roman" panose="02020603050405020304" pitchFamily="18" charset="0"/>
              </a:rPr>
              <a:t>同理当</a:t>
            </a:r>
            <a:r>
              <a:rPr kumimoji="0" lang="zh-CN" altLang="en-US" sz="2400">
                <a:latin typeface="Times New Roman" panose="02020603050405020304" pitchFamily="18" charset="0"/>
                <a:sym typeface="Symbol" panose="05050102010706020507" pitchFamily="18" charset="2"/>
              </a:rPr>
              <a:t></a:t>
            </a:r>
            <a:r>
              <a:rPr kumimoji="0" lang="en-US" altLang="zh-CN" sz="2400" baseline="-25000">
                <a:latin typeface="Times New Roman" panose="02020603050405020304" pitchFamily="18" charset="0"/>
              </a:rPr>
              <a:t>A</a:t>
            </a:r>
            <a:r>
              <a:rPr kumimoji="0" lang="en-US" altLang="zh-CN" sz="2400">
                <a:latin typeface="Times New Roman" panose="02020603050405020304" pitchFamily="18" charset="0"/>
              </a:rPr>
              <a:t>(x)</a:t>
            </a:r>
            <a:r>
              <a:rPr kumimoji="0" lang="en-US" altLang="zh-CN" sz="2400">
                <a:latin typeface="Times New Roman" panose="02020603050405020304" pitchFamily="18" charset="0"/>
                <a:sym typeface="Symbol" panose="05050102010706020507" pitchFamily="18" charset="2"/>
              </a:rPr>
              <a:t></a:t>
            </a:r>
            <a:r>
              <a:rPr kumimoji="0" lang="en-US" altLang="zh-CN" sz="2400" baseline="-25000">
                <a:latin typeface="Times New Roman" panose="02020603050405020304" pitchFamily="18" charset="0"/>
              </a:rPr>
              <a:t>C</a:t>
            </a:r>
            <a:r>
              <a:rPr kumimoji="0" lang="en-US" altLang="zh-CN" sz="2400">
                <a:latin typeface="Times New Roman" panose="02020603050405020304" pitchFamily="18" charset="0"/>
              </a:rPr>
              <a:t>(x)</a:t>
            </a:r>
            <a:r>
              <a:rPr kumimoji="0" lang="en-US" altLang="zh-CN" sz="2400">
                <a:latin typeface="Times New Roman" panose="02020603050405020304" pitchFamily="18" charset="0"/>
                <a:sym typeface="Symbol" panose="05050102010706020507" pitchFamily="18" charset="2"/>
              </a:rPr>
              <a:t> </a:t>
            </a:r>
            <a:r>
              <a:rPr kumimoji="0" lang="en-US" altLang="zh-CN" sz="2400" baseline="-25000">
                <a:latin typeface="Times New Roman" panose="02020603050405020304" pitchFamily="18" charset="0"/>
                <a:sym typeface="Symbol" panose="05050102010706020507" pitchFamily="18" charset="2"/>
              </a:rPr>
              <a:t>B</a:t>
            </a:r>
            <a:r>
              <a:rPr kumimoji="0" lang="en-US" altLang="zh-CN" sz="2400">
                <a:latin typeface="Times New Roman" panose="02020603050405020304" pitchFamily="18" charset="0"/>
              </a:rPr>
              <a:t>(x) </a:t>
            </a:r>
            <a:r>
              <a:rPr kumimoji="0" lang="zh-CN" altLang="en-US" sz="2400">
                <a:latin typeface="Times New Roman" panose="02020603050405020304" pitchFamily="18" charset="0"/>
              </a:rPr>
              <a:t>，</a:t>
            </a:r>
            <a:r>
              <a:rPr kumimoji="0" lang="zh-CN" altLang="en-US" sz="2400">
                <a:latin typeface="Times New Roman" panose="02020603050405020304" pitchFamily="18" charset="0"/>
                <a:sym typeface="Symbol" panose="05050102010706020507" pitchFamily="18" charset="2"/>
              </a:rPr>
              <a:t>两边都等于</a:t>
            </a:r>
            <a:r>
              <a:rPr kumimoji="0" lang="en-US" altLang="zh-CN" sz="2400">
                <a:latin typeface="Times New Roman" panose="02020603050405020304" pitchFamily="18" charset="0"/>
                <a:sym typeface="Symbol" panose="05050102010706020507" pitchFamily="18" charset="2"/>
              </a:rPr>
              <a:t></a:t>
            </a:r>
            <a:r>
              <a:rPr kumimoji="0" lang="en-US" altLang="zh-CN" sz="2400" baseline="-25000">
                <a:latin typeface="Times New Roman" panose="02020603050405020304" pitchFamily="18" charset="0"/>
                <a:sym typeface="Symbol" panose="05050102010706020507" pitchFamily="18" charset="2"/>
              </a:rPr>
              <a:t>C</a:t>
            </a:r>
            <a:r>
              <a:rPr kumimoji="0" lang="en-US" altLang="zh-CN" sz="2400">
                <a:latin typeface="Times New Roman" panose="02020603050405020304" pitchFamily="18" charset="0"/>
              </a:rPr>
              <a:t>(x)</a:t>
            </a:r>
            <a:r>
              <a:rPr kumimoji="0" lang="zh-CN" altLang="en-US" sz="2400">
                <a:latin typeface="Times New Roman" panose="02020603050405020304" pitchFamily="18" charset="0"/>
              </a:rPr>
              <a:t>，</a:t>
            </a:r>
            <a:endParaRPr kumimoji="0" lang="en-US" altLang="zh-CN" sz="2400">
              <a:latin typeface="Times New Roman" panose="02020603050405020304" pitchFamily="18" charset="0"/>
            </a:endParaRPr>
          </a:p>
          <a:p>
            <a:pPr marL="0" lvl="1" eaLnBrk="1" latinLnBrk="0" hangingPunct="1">
              <a:lnSpc>
                <a:spcPct val="115000"/>
              </a:lnSpc>
              <a:buFontTx/>
              <a:buNone/>
            </a:pPr>
            <a:r>
              <a:rPr kumimoji="0" lang="zh-CN" altLang="en-US" sz="2400">
                <a:latin typeface="Times New Roman" panose="02020603050405020304" pitchFamily="18" charset="0"/>
              </a:rPr>
              <a:t>同理当</a:t>
            </a:r>
            <a:r>
              <a:rPr kumimoji="0" lang="zh-CN" altLang="en-US" sz="2400">
                <a:latin typeface="Times New Roman" panose="02020603050405020304" pitchFamily="18" charset="0"/>
                <a:sym typeface="Symbol" panose="05050102010706020507" pitchFamily="18" charset="2"/>
              </a:rPr>
              <a:t></a:t>
            </a:r>
            <a:r>
              <a:rPr kumimoji="0" lang="en-US" altLang="zh-CN" sz="2400" baseline="-25000">
                <a:latin typeface="Times New Roman" panose="02020603050405020304" pitchFamily="18" charset="0"/>
              </a:rPr>
              <a:t>B</a:t>
            </a:r>
            <a:r>
              <a:rPr kumimoji="0" lang="en-US" altLang="zh-CN" sz="2400">
                <a:latin typeface="Times New Roman" panose="02020603050405020304" pitchFamily="18" charset="0"/>
              </a:rPr>
              <a:t>(x)</a:t>
            </a:r>
            <a:r>
              <a:rPr kumimoji="0" lang="en-US" altLang="zh-CN" sz="2400">
                <a:latin typeface="Times New Roman" panose="02020603050405020304" pitchFamily="18" charset="0"/>
                <a:sym typeface="Symbol" panose="05050102010706020507" pitchFamily="18" charset="2"/>
              </a:rPr>
              <a:t></a:t>
            </a:r>
            <a:r>
              <a:rPr kumimoji="0" lang="en-US" altLang="zh-CN" sz="2400" baseline="-25000">
                <a:latin typeface="Times New Roman" panose="02020603050405020304" pitchFamily="18" charset="0"/>
                <a:sym typeface="Symbol" panose="05050102010706020507" pitchFamily="18" charset="2"/>
              </a:rPr>
              <a:t>A</a:t>
            </a:r>
            <a:r>
              <a:rPr kumimoji="0" lang="en-US" altLang="zh-CN" sz="2400">
                <a:latin typeface="Times New Roman" panose="02020603050405020304" pitchFamily="18" charset="0"/>
              </a:rPr>
              <a:t>(x)</a:t>
            </a:r>
            <a:r>
              <a:rPr kumimoji="0" lang="en-US" altLang="zh-CN" sz="2400">
                <a:latin typeface="Times New Roman" panose="02020603050405020304" pitchFamily="18" charset="0"/>
                <a:sym typeface="Symbol" panose="05050102010706020507" pitchFamily="18" charset="2"/>
              </a:rPr>
              <a:t> </a:t>
            </a:r>
            <a:r>
              <a:rPr kumimoji="0" lang="en-US" altLang="zh-CN" sz="2400" baseline="-25000">
                <a:latin typeface="Times New Roman" panose="02020603050405020304" pitchFamily="18" charset="0"/>
                <a:sym typeface="Symbol" panose="05050102010706020507" pitchFamily="18" charset="2"/>
              </a:rPr>
              <a:t>C</a:t>
            </a:r>
            <a:r>
              <a:rPr kumimoji="0" lang="en-US" altLang="zh-CN" sz="2400">
                <a:latin typeface="Times New Roman" panose="02020603050405020304" pitchFamily="18" charset="0"/>
              </a:rPr>
              <a:t>(x) </a:t>
            </a:r>
            <a:r>
              <a:rPr kumimoji="0" lang="zh-CN" altLang="en-US" sz="2400">
                <a:latin typeface="Times New Roman" panose="02020603050405020304" pitchFamily="18" charset="0"/>
              </a:rPr>
              <a:t>，</a:t>
            </a:r>
            <a:r>
              <a:rPr kumimoji="0" lang="zh-CN" altLang="en-US" sz="2400">
                <a:latin typeface="Times New Roman" panose="02020603050405020304" pitchFamily="18" charset="0"/>
                <a:sym typeface="Symbol" panose="05050102010706020507" pitchFamily="18" charset="2"/>
              </a:rPr>
              <a:t>两边都等于</a:t>
            </a:r>
            <a:r>
              <a:rPr kumimoji="0" lang="en-US" altLang="zh-CN" sz="2400">
                <a:latin typeface="Times New Roman" panose="02020603050405020304" pitchFamily="18" charset="0"/>
                <a:sym typeface="Symbol" panose="05050102010706020507" pitchFamily="18" charset="2"/>
              </a:rPr>
              <a:t></a:t>
            </a:r>
            <a:r>
              <a:rPr kumimoji="0" lang="en-US" altLang="zh-CN" sz="2400" baseline="-25000">
                <a:latin typeface="Times New Roman" panose="02020603050405020304" pitchFamily="18" charset="0"/>
                <a:sym typeface="Symbol" panose="05050102010706020507" pitchFamily="18" charset="2"/>
              </a:rPr>
              <a:t>A</a:t>
            </a:r>
            <a:r>
              <a:rPr kumimoji="0" lang="en-US" altLang="zh-CN" sz="2400">
                <a:latin typeface="Times New Roman" panose="02020603050405020304" pitchFamily="18" charset="0"/>
              </a:rPr>
              <a:t>(x) ……</a:t>
            </a:r>
            <a:endParaRPr kumimoji="0" lang="zh-CN" altLang="en-US" sz="2400">
              <a:latin typeface="Gulim" panose="02010600030101010101" charset="-122"/>
              <a:ea typeface="宋体" panose="02010600030101010101" pitchFamily="2" charset="-122"/>
            </a:endParaRPr>
          </a:p>
        </p:txBody>
      </p:sp>
      <p:cxnSp>
        <p:nvCxnSpPr>
          <p:cNvPr id="7" name="直接连接符 6"/>
          <p:cNvCxnSpPr>
            <a:cxnSpLocks noChangeShapeType="1"/>
          </p:cNvCxnSpPr>
          <p:nvPr/>
        </p:nvCxnSpPr>
        <p:spPr bwMode="auto">
          <a:xfrm>
            <a:off x="357188" y="3429000"/>
            <a:ext cx="8291512" cy="0"/>
          </a:xfrm>
          <a:prstGeom prst="line">
            <a:avLst/>
          </a:prstGeom>
          <a:noFill/>
          <a:ln w="28575" algn="ctr">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矩形 1"/>
          <p:cNvSpPr>
            <a:spLocks noChangeArrowheads="1"/>
          </p:cNvSpPr>
          <p:nvPr/>
        </p:nvSpPr>
        <p:spPr bwMode="auto">
          <a:xfrm>
            <a:off x="6227763" y="1665288"/>
            <a:ext cx="26543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eaLnBrk="1" latinLnBrk="0" hangingPunct="1">
              <a:spcBef>
                <a:spcPct val="0"/>
              </a:spcBef>
              <a:buFontTx/>
              <a:buNone/>
            </a:pPr>
            <a:r>
              <a:rPr lang="zh-CN" altLang="en-US" sz="2400">
                <a:latin typeface="Times New Roman" panose="02020603050405020304" pitchFamily="18" charset="0"/>
                <a:ea typeface="楷体" panose="02010609060101010101" pitchFamily="49" charset="-122"/>
              </a:rPr>
              <a:t>模糊集之间的运算实际上就是隶属函数之间的运算</a:t>
            </a:r>
            <a:endParaRPr kumimoji="0" lang="zh-CN" altLang="en-US" sz="280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39605381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灯片编号占位符 3"/>
          <p:cNvSpPr>
            <a:spLocks noGrp="1"/>
          </p:cNvSpPr>
          <p:nvPr>
            <p:ph type="sldNum" sz="quarter" idx="4294967295"/>
          </p:nvPr>
        </p:nvSpPr>
        <p:spPr>
          <a:xfrm>
            <a:off x="6553200" y="6245225"/>
            <a:ext cx="2133600" cy="476250"/>
          </a:xfrm>
          <a:prstGeom prst="rect">
            <a:avLst/>
          </a:prstGeom>
          <a:noFill/>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a:spcBef>
                <a:spcPct val="0"/>
              </a:spcBef>
              <a:buFontTx/>
              <a:buNone/>
            </a:pPr>
            <a:fld id="{C20363B3-97F0-4463-9752-6C06C25B8124}" type="slidenum">
              <a:rPr lang="zh-CN" altLang="en-US" sz="1400" smtClean="0">
                <a:latin typeface="Gulim" panose="02010600030101010101" charset="-122"/>
                <a:ea typeface="Gulim" panose="02010600030101010101" charset="-122"/>
              </a:rPr>
              <a:pPr>
                <a:spcBef>
                  <a:spcPct val="0"/>
                </a:spcBef>
                <a:buFontTx/>
                <a:buNone/>
              </a:pPr>
              <a:t>126</a:t>
            </a:fld>
            <a:endParaRPr lang="en-US" altLang="zh-CN" sz="1400" smtClean="0">
              <a:latin typeface="Gulim" panose="02010600030101010101" charset="-122"/>
              <a:ea typeface="Gulim" panose="02010600030101010101" charset="-122"/>
            </a:endParaRPr>
          </a:p>
        </p:txBody>
      </p:sp>
      <p:sp>
        <p:nvSpPr>
          <p:cNvPr id="699396" name="Text Box 4"/>
          <p:cNvSpPr txBox="1">
            <a:spLocks noChangeArrowheads="1"/>
          </p:cNvSpPr>
          <p:nvPr/>
        </p:nvSpPr>
        <p:spPr bwMode="auto">
          <a:xfrm>
            <a:off x="622300" y="3852863"/>
            <a:ext cx="7993063" cy="1976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eaLnBrk="1" latinLnBrk="0" hangingPunct="1">
              <a:lnSpc>
                <a:spcPct val="115000"/>
              </a:lnSpc>
            </a:pPr>
            <a:r>
              <a:rPr kumimoji="0" lang="zh-CN" altLang="en-US" sz="2400">
                <a:latin typeface="Times New Roman" panose="02020603050405020304" pitchFamily="18" charset="0"/>
                <a:ea typeface="宋体" panose="02010600030101010101" pitchFamily="2" charset="-122"/>
              </a:rPr>
              <a:t> </a:t>
            </a:r>
            <a:r>
              <a:rPr kumimoji="0" lang="zh-CN" altLang="en-US" sz="2400">
                <a:latin typeface="Times New Roman" panose="02020603050405020304" pitchFamily="18" charset="0"/>
              </a:rPr>
              <a:t>证明性质</a:t>
            </a:r>
            <a:r>
              <a:rPr kumimoji="0" lang="en-US" altLang="zh-CN" sz="2400">
                <a:latin typeface="Times New Roman" panose="02020603050405020304" pitchFamily="18" charset="0"/>
              </a:rPr>
              <a:t>(7)</a:t>
            </a:r>
            <a:r>
              <a:rPr kumimoji="0" lang="zh-CN" altLang="en-US" sz="2400">
                <a:latin typeface="Times New Roman" panose="02020603050405020304" pitchFamily="18" charset="0"/>
              </a:rPr>
              <a:t> ：</a:t>
            </a:r>
          </a:p>
          <a:p>
            <a:pPr marL="0" lvl="1" eaLnBrk="1" latinLnBrk="0" hangingPunct="1">
              <a:lnSpc>
                <a:spcPct val="115000"/>
              </a:lnSpc>
              <a:buFontTx/>
              <a:buNone/>
            </a:pPr>
            <a:r>
              <a:rPr kumimoji="0" lang="zh-CN" altLang="en-US" sz="2400">
                <a:latin typeface="Times New Roman" panose="02020603050405020304" pitchFamily="18" charset="0"/>
              </a:rPr>
              <a:t>由</a:t>
            </a:r>
            <a:r>
              <a:rPr kumimoji="0" lang="en-US" altLang="zh-CN" sz="2400">
                <a:latin typeface="Times New Roman" panose="02020603050405020304" pitchFamily="18" charset="0"/>
              </a:rPr>
              <a:t>A</a:t>
            </a:r>
            <a:r>
              <a:rPr kumimoji="0" lang="en-US" altLang="zh-CN" sz="2400">
                <a:latin typeface="Times New Roman" panose="02020603050405020304" pitchFamily="18" charset="0"/>
                <a:sym typeface="Symbol" panose="05050102010706020507" pitchFamily="18" charset="2"/>
              </a:rPr>
              <a:t></a:t>
            </a:r>
            <a:r>
              <a:rPr kumimoji="0" lang="en-US" altLang="zh-CN" sz="2400">
                <a:latin typeface="Times New Roman" panose="02020603050405020304" pitchFamily="18" charset="0"/>
              </a:rPr>
              <a:t>B</a:t>
            </a:r>
            <a:r>
              <a:rPr kumimoji="0" lang="zh-CN" altLang="en-US" sz="2400">
                <a:latin typeface="Times New Roman" panose="02020603050405020304" pitchFamily="18" charset="0"/>
              </a:rPr>
              <a:t>定义知</a:t>
            </a:r>
            <a:r>
              <a:rPr kumimoji="0" lang="zh-CN" altLang="en-US" sz="2400">
                <a:latin typeface="Times New Roman" panose="02020603050405020304" pitchFamily="18" charset="0"/>
                <a:sym typeface="Symbol" panose="05050102010706020507" pitchFamily="18" charset="2"/>
              </a:rPr>
              <a:t></a:t>
            </a:r>
            <a:r>
              <a:rPr kumimoji="0" lang="en-US" altLang="zh-CN" sz="2400" baseline="-25000">
                <a:latin typeface="Times New Roman" panose="02020603050405020304" pitchFamily="18" charset="0"/>
              </a:rPr>
              <a:t>A</a:t>
            </a:r>
            <a:r>
              <a:rPr kumimoji="0" lang="en-US" altLang="zh-CN" sz="2400">
                <a:latin typeface="Times New Roman" panose="02020603050405020304" pitchFamily="18" charset="0"/>
              </a:rPr>
              <a:t>(x)</a:t>
            </a:r>
            <a:r>
              <a:rPr kumimoji="0" lang="en-US" altLang="zh-CN" sz="2400">
                <a:latin typeface="Times New Roman" panose="02020603050405020304" pitchFamily="18" charset="0"/>
                <a:sym typeface="Symbol" panose="05050102010706020507" pitchFamily="18" charset="2"/>
              </a:rPr>
              <a:t></a:t>
            </a:r>
            <a:r>
              <a:rPr kumimoji="0" lang="en-US" altLang="zh-CN" sz="2400" baseline="-25000">
                <a:latin typeface="Times New Roman" panose="02020603050405020304" pitchFamily="18" charset="0"/>
              </a:rPr>
              <a:t>B</a:t>
            </a:r>
            <a:r>
              <a:rPr kumimoji="0" lang="en-US" altLang="zh-CN" sz="2400">
                <a:latin typeface="Times New Roman" panose="02020603050405020304" pitchFamily="18" charset="0"/>
              </a:rPr>
              <a:t>(x)</a:t>
            </a:r>
            <a:r>
              <a:rPr kumimoji="0" lang="zh-CN" altLang="en-US" sz="2400">
                <a:latin typeface="Times New Roman" panose="02020603050405020304" pitchFamily="18" charset="0"/>
              </a:rPr>
              <a:t>，所以</a:t>
            </a:r>
            <a:endParaRPr kumimoji="0" lang="en-US" altLang="zh-CN" sz="2400">
              <a:latin typeface="Times New Roman" panose="02020603050405020304" pitchFamily="18" charset="0"/>
            </a:endParaRPr>
          </a:p>
          <a:p>
            <a:pPr marL="0" lvl="1" eaLnBrk="1" latinLnBrk="0" hangingPunct="1">
              <a:lnSpc>
                <a:spcPct val="115000"/>
              </a:lnSpc>
              <a:buFontTx/>
              <a:buNone/>
            </a:pPr>
            <a:r>
              <a:rPr kumimoji="0" lang="zh-CN" altLang="en-US" sz="2400">
                <a:latin typeface="Times New Roman" panose="02020603050405020304" pitchFamily="18" charset="0"/>
                <a:sym typeface="Symbol" panose="05050102010706020507" pitchFamily="18" charset="2"/>
              </a:rPr>
              <a:t></a:t>
            </a:r>
            <a:r>
              <a:rPr kumimoji="0" lang="en-US" altLang="zh-CN" sz="2400" baseline="-25000">
                <a:latin typeface="Times New Roman" panose="02020603050405020304" pitchFamily="18" charset="0"/>
              </a:rPr>
              <a:t>A</a:t>
            </a:r>
            <a:r>
              <a:rPr kumimoji="0" lang="en-US" altLang="zh-CN" sz="2400" baseline="-25000">
                <a:latin typeface="Times New Roman" panose="02020603050405020304" pitchFamily="18" charset="0"/>
                <a:sym typeface="Symbol" panose="05050102010706020507" pitchFamily="18" charset="2"/>
              </a:rPr>
              <a:t></a:t>
            </a:r>
            <a:r>
              <a:rPr kumimoji="0" lang="en-US" altLang="zh-CN" sz="2400" baseline="-25000">
                <a:latin typeface="Times New Roman" panose="02020603050405020304" pitchFamily="18" charset="0"/>
              </a:rPr>
              <a:t>B</a:t>
            </a:r>
            <a:r>
              <a:rPr kumimoji="0" lang="en-US" altLang="zh-CN" sz="2400">
                <a:latin typeface="Times New Roman" panose="02020603050405020304" pitchFamily="18" charset="0"/>
              </a:rPr>
              <a:t> = min(</a:t>
            </a:r>
            <a:r>
              <a:rPr kumimoji="0" lang="en-US" altLang="zh-CN" sz="2400">
                <a:latin typeface="Times New Roman" panose="02020603050405020304" pitchFamily="18" charset="0"/>
                <a:sym typeface="Symbol" panose="05050102010706020507" pitchFamily="18" charset="2"/>
              </a:rPr>
              <a:t></a:t>
            </a:r>
            <a:r>
              <a:rPr kumimoji="0" lang="en-US" altLang="zh-CN" sz="2400" baseline="-25000">
                <a:latin typeface="Times New Roman" panose="02020603050405020304" pitchFamily="18" charset="0"/>
              </a:rPr>
              <a:t>A</a:t>
            </a:r>
            <a:r>
              <a:rPr kumimoji="0" lang="en-US" altLang="zh-CN" sz="2400">
                <a:latin typeface="Times New Roman" panose="02020603050405020304" pitchFamily="18" charset="0"/>
              </a:rPr>
              <a:t>(x), </a:t>
            </a:r>
            <a:r>
              <a:rPr kumimoji="0" lang="en-US" altLang="zh-CN" sz="2400">
                <a:latin typeface="Times New Roman" panose="02020603050405020304" pitchFamily="18" charset="0"/>
                <a:sym typeface="Symbol" panose="05050102010706020507" pitchFamily="18" charset="2"/>
              </a:rPr>
              <a:t></a:t>
            </a:r>
            <a:r>
              <a:rPr kumimoji="0" lang="en-US" altLang="zh-CN" sz="2400" baseline="-25000">
                <a:latin typeface="Times New Roman" panose="02020603050405020304" pitchFamily="18" charset="0"/>
              </a:rPr>
              <a:t>B</a:t>
            </a:r>
            <a:r>
              <a:rPr kumimoji="0" lang="en-US" altLang="zh-CN" sz="2400">
                <a:latin typeface="Times New Roman" panose="02020603050405020304" pitchFamily="18" charset="0"/>
              </a:rPr>
              <a:t>(x))=</a:t>
            </a:r>
            <a:r>
              <a:rPr kumimoji="0" lang="en-US" altLang="zh-CN" sz="2400">
                <a:latin typeface="Times New Roman" panose="02020603050405020304" pitchFamily="18" charset="0"/>
                <a:sym typeface="Symbol" panose="05050102010706020507" pitchFamily="18" charset="2"/>
              </a:rPr>
              <a:t></a:t>
            </a:r>
            <a:r>
              <a:rPr kumimoji="0" lang="en-US" altLang="zh-CN" sz="2400" baseline="-25000">
                <a:latin typeface="Times New Roman" panose="02020603050405020304" pitchFamily="18" charset="0"/>
              </a:rPr>
              <a:t>A</a:t>
            </a:r>
            <a:r>
              <a:rPr kumimoji="0" lang="en-US" altLang="zh-CN" sz="2400">
                <a:latin typeface="Times New Roman" panose="02020603050405020304" pitchFamily="18" charset="0"/>
              </a:rPr>
              <a:t>(x)</a:t>
            </a:r>
            <a:r>
              <a:rPr kumimoji="0" lang="zh-CN" altLang="en-US" sz="2400">
                <a:latin typeface="Times New Roman" panose="02020603050405020304" pitchFamily="18" charset="0"/>
              </a:rPr>
              <a:t>，即</a:t>
            </a:r>
            <a:r>
              <a:rPr kumimoji="0" lang="en-US" altLang="zh-CN" sz="2400">
                <a:latin typeface="Times New Roman" panose="02020603050405020304" pitchFamily="18" charset="0"/>
              </a:rPr>
              <a:t>A∩B=A</a:t>
            </a:r>
            <a:r>
              <a:rPr kumimoji="0" lang="zh-CN" altLang="en-US" sz="2400">
                <a:latin typeface="Times New Roman" panose="02020603050405020304" pitchFamily="18" charset="0"/>
              </a:rPr>
              <a:t>；</a:t>
            </a:r>
            <a:endParaRPr kumimoji="0" lang="en-US" altLang="zh-CN" sz="2400">
              <a:latin typeface="Times New Roman" panose="02020603050405020304" pitchFamily="18" charset="0"/>
            </a:endParaRPr>
          </a:p>
          <a:p>
            <a:pPr marL="0" lvl="1" eaLnBrk="1" latinLnBrk="0" hangingPunct="1">
              <a:lnSpc>
                <a:spcPct val="115000"/>
              </a:lnSpc>
              <a:buFontTx/>
              <a:buNone/>
            </a:pPr>
            <a:r>
              <a:rPr kumimoji="0" lang="zh-CN" altLang="en-US" sz="2400">
                <a:latin typeface="Times New Roman" panose="02020603050405020304" pitchFamily="18" charset="0"/>
              </a:rPr>
              <a:t>同理，</a:t>
            </a:r>
            <a:r>
              <a:rPr kumimoji="0" lang="zh-CN" altLang="en-US" sz="2400">
                <a:latin typeface="Times New Roman" panose="02020603050405020304" pitchFamily="18" charset="0"/>
                <a:sym typeface="Symbol" panose="05050102010706020507" pitchFamily="18" charset="2"/>
              </a:rPr>
              <a:t></a:t>
            </a:r>
            <a:r>
              <a:rPr kumimoji="0" lang="en-US" altLang="zh-CN" sz="2400" baseline="-25000">
                <a:latin typeface="Times New Roman" panose="02020603050405020304" pitchFamily="18" charset="0"/>
              </a:rPr>
              <a:t>A</a:t>
            </a:r>
            <a:r>
              <a:rPr kumimoji="0" lang="en-US" altLang="zh-CN" sz="2400" baseline="-25000">
                <a:latin typeface="Times New Roman" panose="02020603050405020304" pitchFamily="18" charset="0"/>
                <a:sym typeface="Symbol" panose="05050102010706020507" pitchFamily="18" charset="2"/>
              </a:rPr>
              <a:t></a:t>
            </a:r>
            <a:r>
              <a:rPr kumimoji="0" lang="en-US" altLang="zh-CN" sz="2400" baseline="-25000">
                <a:latin typeface="Times New Roman" panose="02020603050405020304" pitchFamily="18" charset="0"/>
              </a:rPr>
              <a:t>B</a:t>
            </a:r>
            <a:r>
              <a:rPr kumimoji="0" lang="en-US" altLang="zh-CN" sz="2400">
                <a:latin typeface="Times New Roman" panose="02020603050405020304" pitchFamily="18" charset="0"/>
              </a:rPr>
              <a:t> = max(</a:t>
            </a:r>
            <a:r>
              <a:rPr kumimoji="0" lang="en-US" altLang="zh-CN" sz="2400">
                <a:latin typeface="Times New Roman" panose="02020603050405020304" pitchFamily="18" charset="0"/>
                <a:sym typeface="Symbol" panose="05050102010706020507" pitchFamily="18" charset="2"/>
              </a:rPr>
              <a:t></a:t>
            </a:r>
            <a:r>
              <a:rPr kumimoji="0" lang="en-US" altLang="zh-CN" sz="2400" baseline="-25000">
                <a:latin typeface="Times New Roman" panose="02020603050405020304" pitchFamily="18" charset="0"/>
              </a:rPr>
              <a:t>A</a:t>
            </a:r>
            <a:r>
              <a:rPr kumimoji="0" lang="en-US" altLang="zh-CN" sz="2400">
                <a:latin typeface="Times New Roman" panose="02020603050405020304" pitchFamily="18" charset="0"/>
              </a:rPr>
              <a:t>(x), </a:t>
            </a:r>
            <a:r>
              <a:rPr kumimoji="0" lang="en-US" altLang="zh-CN" sz="2400">
                <a:latin typeface="Times New Roman" panose="02020603050405020304" pitchFamily="18" charset="0"/>
                <a:sym typeface="Symbol" panose="05050102010706020507" pitchFamily="18" charset="2"/>
              </a:rPr>
              <a:t></a:t>
            </a:r>
            <a:r>
              <a:rPr kumimoji="0" lang="en-US" altLang="zh-CN" sz="2400" baseline="-25000">
                <a:latin typeface="Times New Roman" panose="02020603050405020304" pitchFamily="18" charset="0"/>
              </a:rPr>
              <a:t>B</a:t>
            </a:r>
            <a:r>
              <a:rPr kumimoji="0" lang="en-US" altLang="zh-CN" sz="2400">
                <a:latin typeface="Times New Roman" panose="02020603050405020304" pitchFamily="18" charset="0"/>
              </a:rPr>
              <a:t>(x))=</a:t>
            </a:r>
            <a:r>
              <a:rPr kumimoji="0" lang="en-US" altLang="zh-CN" sz="2400">
                <a:latin typeface="Times New Roman" panose="02020603050405020304" pitchFamily="18" charset="0"/>
                <a:sym typeface="Symbol" panose="05050102010706020507" pitchFamily="18" charset="2"/>
              </a:rPr>
              <a:t></a:t>
            </a:r>
            <a:r>
              <a:rPr kumimoji="0" lang="en-US" altLang="zh-CN" sz="2400" baseline="-25000">
                <a:latin typeface="Times New Roman" panose="02020603050405020304" pitchFamily="18" charset="0"/>
              </a:rPr>
              <a:t>B</a:t>
            </a:r>
            <a:r>
              <a:rPr kumimoji="0" lang="en-US" altLang="zh-CN" sz="2400">
                <a:latin typeface="Times New Roman" panose="02020603050405020304" pitchFamily="18" charset="0"/>
              </a:rPr>
              <a:t>(x)</a:t>
            </a:r>
            <a:r>
              <a:rPr kumimoji="0" lang="zh-CN" altLang="en-US" sz="2400">
                <a:latin typeface="Times New Roman" panose="02020603050405020304" pitchFamily="18" charset="0"/>
              </a:rPr>
              <a:t>，即</a:t>
            </a:r>
            <a:r>
              <a:rPr kumimoji="0" lang="en-US" altLang="zh-CN" sz="2400">
                <a:latin typeface="Times New Roman" panose="02020603050405020304" pitchFamily="18" charset="0"/>
              </a:rPr>
              <a:t>A∪B=B</a:t>
            </a:r>
            <a:endParaRPr kumimoji="0" lang="zh-CN" altLang="en-US" sz="2400">
              <a:latin typeface="Gulim" panose="02010600030101010101" charset="-122"/>
              <a:ea typeface="宋体" panose="02010600030101010101" pitchFamily="2" charset="-122"/>
            </a:endParaRPr>
          </a:p>
        </p:txBody>
      </p:sp>
      <p:sp>
        <p:nvSpPr>
          <p:cNvPr id="134149" name="矩形 1"/>
          <p:cNvSpPr>
            <a:spLocks noChangeArrowheads="1"/>
          </p:cNvSpPr>
          <p:nvPr/>
        </p:nvSpPr>
        <p:spPr bwMode="auto">
          <a:xfrm>
            <a:off x="115888" y="677863"/>
            <a:ext cx="7551737" cy="2751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lvl="1" eaLnBrk="1" latinLnBrk="0" hangingPunct="1">
              <a:lnSpc>
                <a:spcPct val="120000"/>
              </a:lnSpc>
              <a:spcBef>
                <a:spcPct val="0"/>
              </a:spcBef>
              <a:buFontTx/>
              <a:buNone/>
            </a:pPr>
            <a:r>
              <a:rPr kumimoji="0" lang="en-US" altLang="zh-CN" sz="2400">
                <a:latin typeface="Times New Roman" panose="02020603050405020304" pitchFamily="18" charset="0"/>
                <a:ea typeface="楷体" panose="02010609060101010101" pitchFamily="49" charset="-122"/>
                <a:cs typeface="Times New Roman" panose="02020603050405020304" pitchFamily="18" charset="0"/>
              </a:rPr>
              <a:t>(4)</a:t>
            </a:r>
            <a:r>
              <a:rPr kumimoji="0" lang="zh-CN" altLang="en-US" sz="2400">
                <a:latin typeface="Times New Roman" panose="02020603050405020304" pitchFamily="18" charset="0"/>
                <a:ea typeface="楷体" panose="02010609060101010101" pitchFamily="49" charset="-122"/>
                <a:cs typeface="Times New Roman" panose="02020603050405020304" pitchFamily="18" charset="0"/>
              </a:rPr>
              <a:t>狄摩根律：～</a:t>
            </a:r>
            <a:r>
              <a:rPr kumimoji="0" lang="en-US" altLang="zh-CN" sz="2400">
                <a:latin typeface="Times New Roman" panose="02020603050405020304" pitchFamily="18" charset="0"/>
                <a:ea typeface="楷体" panose="02010609060101010101" pitchFamily="49" charset="-122"/>
                <a:cs typeface="Times New Roman" panose="02020603050405020304" pitchFamily="18" charset="0"/>
              </a:rPr>
              <a:t>(A∪B)=</a:t>
            </a:r>
            <a:r>
              <a:rPr kumimoji="0" lang="zh-CN" altLang="en-US" sz="2400">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2400">
                <a:latin typeface="Times New Roman" panose="02020603050405020304" pitchFamily="18" charset="0"/>
                <a:ea typeface="楷体" panose="02010609060101010101" pitchFamily="49" charset="-122"/>
                <a:cs typeface="Times New Roman" panose="02020603050405020304" pitchFamily="18" charset="0"/>
              </a:rPr>
              <a:t>A∩</a:t>
            </a:r>
            <a:r>
              <a:rPr kumimoji="0" lang="zh-CN" altLang="en-US" sz="2400">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2400">
                <a:latin typeface="Times New Roman" panose="02020603050405020304" pitchFamily="18" charset="0"/>
                <a:ea typeface="楷体" panose="02010609060101010101" pitchFamily="49" charset="-122"/>
                <a:cs typeface="Times New Roman" panose="02020603050405020304" pitchFamily="18" charset="0"/>
              </a:rPr>
              <a:t>B</a:t>
            </a:r>
          </a:p>
          <a:p>
            <a:pPr lvl="1" eaLnBrk="1" latinLnBrk="0" hangingPunct="1">
              <a:lnSpc>
                <a:spcPct val="120000"/>
              </a:lnSpc>
              <a:spcBef>
                <a:spcPct val="0"/>
              </a:spcBef>
              <a:buFontTx/>
              <a:buNone/>
            </a:pPr>
            <a:r>
              <a:rPr kumimoji="0" lang="en-US" altLang="zh-CN" sz="2400">
                <a:latin typeface="Times New Roman" panose="02020603050405020304" pitchFamily="18" charset="0"/>
                <a:ea typeface="楷体" panose="02010609060101010101" pitchFamily="49" charset="-122"/>
                <a:cs typeface="Times New Roman" panose="02020603050405020304" pitchFamily="18" charset="0"/>
              </a:rPr>
              <a:t>		       </a:t>
            </a:r>
            <a:r>
              <a:rPr kumimoji="0" lang="zh-CN" altLang="en-US" sz="2400">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2400">
                <a:latin typeface="Times New Roman" panose="02020603050405020304" pitchFamily="18" charset="0"/>
                <a:ea typeface="楷体" panose="02010609060101010101" pitchFamily="49" charset="-122"/>
                <a:cs typeface="Times New Roman" panose="02020603050405020304" pitchFamily="18" charset="0"/>
              </a:rPr>
              <a:t>(A∩B)=</a:t>
            </a:r>
            <a:r>
              <a:rPr kumimoji="0" lang="zh-CN" altLang="en-US" sz="2400">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2400">
                <a:latin typeface="Times New Roman" panose="02020603050405020304" pitchFamily="18" charset="0"/>
                <a:ea typeface="楷体" panose="02010609060101010101" pitchFamily="49" charset="-122"/>
                <a:cs typeface="Times New Roman" panose="02020603050405020304" pitchFamily="18" charset="0"/>
              </a:rPr>
              <a:t>A∪</a:t>
            </a:r>
            <a:r>
              <a:rPr kumimoji="0" lang="zh-CN" altLang="en-US" sz="2400">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2400">
                <a:latin typeface="Times New Roman" panose="02020603050405020304" pitchFamily="18" charset="0"/>
                <a:ea typeface="楷体" panose="02010609060101010101" pitchFamily="49" charset="-122"/>
                <a:cs typeface="Times New Roman" panose="02020603050405020304" pitchFamily="18" charset="0"/>
              </a:rPr>
              <a:t>B</a:t>
            </a:r>
          </a:p>
          <a:p>
            <a:pPr lvl="1" eaLnBrk="1" latinLnBrk="0" hangingPunct="1">
              <a:lnSpc>
                <a:spcPct val="120000"/>
              </a:lnSpc>
              <a:spcBef>
                <a:spcPct val="0"/>
              </a:spcBef>
              <a:buFontTx/>
              <a:buNone/>
            </a:pPr>
            <a:r>
              <a:rPr kumimoji="0" lang="en-US" altLang="zh-CN" sz="2400">
                <a:latin typeface="Times New Roman" panose="02020603050405020304" pitchFamily="18" charset="0"/>
                <a:ea typeface="楷体" panose="02010609060101010101" pitchFamily="49" charset="-122"/>
                <a:cs typeface="Times New Roman" panose="02020603050405020304" pitchFamily="18" charset="0"/>
              </a:rPr>
              <a:t>(5) A</a:t>
            </a:r>
            <a:r>
              <a:rPr kumimoji="0" lang="en-US" altLang="zh-CN" sz="2400">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a:t>
            </a:r>
            <a:r>
              <a:rPr kumimoji="0" lang="en-US" altLang="zh-CN" sz="2400">
                <a:latin typeface="Times New Roman" panose="02020603050405020304" pitchFamily="18" charset="0"/>
                <a:ea typeface="楷体" panose="02010609060101010101" pitchFamily="49" charset="-122"/>
                <a:cs typeface="Times New Roman" panose="02020603050405020304" pitchFamily="18" charset="0"/>
              </a:rPr>
              <a:t>(B∪C)= (A</a:t>
            </a:r>
            <a:r>
              <a:rPr kumimoji="0" lang="en-US" altLang="zh-CN" sz="2400">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a:t>
            </a:r>
            <a:r>
              <a:rPr kumimoji="0" lang="en-US" altLang="zh-CN" sz="2400">
                <a:latin typeface="Times New Roman" panose="02020603050405020304" pitchFamily="18" charset="0"/>
                <a:ea typeface="楷体" panose="02010609060101010101" pitchFamily="49" charset="-122"/>
                <a:cs typeface="Times New Roman" panose="02020603050405020304" pitchFamily="18" charset="0"/>
              </a:rPr>
              <a:t>B)∩(A</a:t>
            </a:r>
            <a:r>
              <a:rPr kumimoji="0" lang="en-US" altLang="zh-CN" sz="2400">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a:t>
            </a:r>
            <a:r>
              <a:rPr kumimoji="0" lang="en-US" altLang="zh-CN" sz="2400">
                <a:latin typeface="Times New Roman" panose="02020603050405020304" pitchFamily="18" charset="0"/>
                <a:ea typeface="楷体" panose="02010609060101010101" pitchFamily="49" charset="-122"/>
                <a:cs typeface="Times New Roman" panose="02020603050405020304" pitchFamily="18" charset="0"/>
              </a:rPr>
              <a:t>C)</a:t>
            </a:r>
          </a:p>
          <a:p>
            <a:pPr lvl="1" eaLnBrk="1" latinLnBrk="0" hangingPunct="1">
              <a:lnSpc>
                <a:spcPct val="120000"/>
              </a:lnSpc>
              <a:spcBef>
                <a:spcPct val="0"/>
              </a:spcBef>
              <a:buFontTx/>
              <a:buNone/>
            </a:pPr>
            <a:r>
              <a:rPr kumimoji="0" lang="en-US" altLang="zh-CN" sz="2400">
                <a:latin typeface="Times New Roman" panose="02020603050405020304" pitchFamily="18" charset="0"/>
                <a:ea typeface="楷体" panose="02010609060101010101" pitchFamily="49" charset="-122"/>
                <a:cs typeface="Times New Roman" panose="02020603050405020304" pitchFamily="18" charset="0"/>
              </a:rPr>
              <a:t>     A</a:t>
            </a:r>
            <a:r>
              <a:rPr kumimoji="0" lang="en-US" altLang="zh-CN" sz="2400">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a:t>
            </a:r>
            <a:r>
              <a:rPr kumimoji="0" lang="en-US" altLang="zh-CN" sz="2400">
                <a:latin typeface="Times New Roman" panose="02020603050405020304" pitchFamily="18" charset="0"/>
                <a:ea typeface="楷体" panose="02010609060101010101" pitchFamily="49" charset="-122"/>
                <a:cs typeface="Times New Roman" panose="02020603050405020304" pitchFamily="18" charset="0"/>
              </a:rPr>
              <a:t>(B∩C)=(A</a:t>
            </a:r>
            <a:r>
              <a:rPr kumimoji="0" lang="en-US" altLang="zh-CN" sz="2400">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a:t>
            </a:r>
            <a:r>
              <a:rPr kumimoji="0" lang="en-US" altLang="zh-CN" sz="2400">
                <a:latin typeface="Times New Roman" panose="02020603050405020304" pitchFamily="18" charset="0"/>
                <a:ea typeface="楷体" panose="02010609060101010101" pitchFamily="49" charset="-122"/>
                <a:cs typeface="Times New Roman" panose="02020603050405020304" pitchFamily="18" charset="0"/>
              </a:rPr>
              <a:t>B)∪(A</a:t>
            </a:r>
            <a:r>
              <a:rPr kumimoji="0" lang="en-US" altLang="zh-CN" sz="2400">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a:t>
            </a:r>
            <a:r>
              <a:rPr kumimoji="0" lang="en-US" altLang="zh-CN" sz="2400">
                <a:latin typeface="Times New Roman" panose="02020603050405020304" pitchFamily="18" charset="0"/>
                <a:ea typeface="楷体" panose="02010609060101010101" pitchFamily="49" charset="-122"/>
                <a:cs typeface="Times New Roman" panose="02020603050405020304" pitchFamily="18" charset="0"/>
              </a:rPr>
              <a:t>C)</a:t>
            </a:r>
          </a:p>
          <a:p>
            <a:pPr lvl="1" eaLnBrk="1" latinLnBrk="0" hangingPunct="1">
              <a:lnSpc>
                <a:spcPct val="120000"/>
              </a:lnSpc>
              <a:spcBef>
                <a:spcPct val="0"/>
              </a:spcBef>
              <a:buFontTx/>
              <a:buNone/>
            </a:pPr>
            <a:r>
              <a:rPr kumimoji="0" lang="en-US" altLang="zh-CN" sz="2400">
                <a:latin typeface="Times New Roman" panose="02020603050405020304" pitchFamily="18" charset="0"/>
                <a:ea typeface="楷体" panose="02010609060101010101" pitchFamily="49" charset="-122"/>
                <a:cs typeface="Times New Roman" panose="02020603050405020304" pitchFamily="18" charset="0"/>
              </a:rPr>
              <a:t>(6)A∩B </a:t>
            </a:r>
            <a:r>
              <a:rPr kumimoji="0" lang="en-US" altLang="zh-CN" sz="2400">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 </a:t>
            </a:r>
            <a:r>
              <a:rPr kumimoji="0" lang="en-US" altLang="zh-CN" sz="2400">
                <a:latin typeface="Times New Roman" panose="02020603050405020304" pitchFamily="18" charset="0"/>
                <a:ea typeface="楷体" panose="02010609060101010101" pitchFamily="49" charset="-122"/>
                <a:cs typeface="Times New Roman" panose="02020603050405020304" pitchFamily="18" charset="0"/>
              </a:rPr>
              <a:t>A </a:t>
            </a:r>
            <a:r>
              <a:rPr kumimoji="0" lang="en-US" altLang="zh-CN" sz="2400">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 </a:t>
            </a:r>
            <a:r>
              <a:rPr kumimoji="0" lang="en-US" altLang="zh-CN" sz="2400">
                <a:latin typeface="Times New Roman" panose="02020603050405020304" pitchFamily="18" charset="0"/>
                <a:ea typeface="楷体" panose="02010609060101010101" pitchFamily="49" charset="-122"/>
                <a:cs typeface="Times New Roman" panose="02020603050405020304" pitchFamily="18" charset="0"/>
              </a:rPr>
              <a:t>A∪B</a:t>
            </a:r>
          </a:p>
          <a:p>
            <a:pPr lvl="1" eaLnBrk="1" latinLnBrk="0" hangingPunct="1">
              <a:lnSpc>
                <a:spcPct val="120000"/>
              </a:lnSpc>
              <a:spcBef>
                <a:spcPct val="0"/>
              </a:spcBef>
              <a:buFontTx/>
              <a:buNone/>
            </a:pPr>
            <a:r>
              <a:rPr kumimoji="0" lang="en-US" altLang="zh-CN" sz="2400">
                <a:latin typeface="Times New Roman" panose="02020603050405020304" pitchFamily="18" charset="0"/>
                <a:ea typeface="楷体" panose="02010609060101010101" pitchFamily="49" charset="-122"/>
                <a:cs typeface="Times New Roman" panose="02020603050405020304" pitchFamily="18" charset="0"/>
              </a:rPr>
              <a:t>(7)A</a:t>
            </a:r>
            <a:r>
              <a:rPr kumimoji="0" lang="en-US" altLang="zh-CN" sz="2400">
                <a:latin typeface="Times New Roman" panose="02020603050405020304" pitchFamily="18" charset="0"/>
                <a:ea typeface="楷体" panose="02010609060101010101" pitchFamily="49" charset="-122"/>
                <a:cs typeface="Times New Roman" panose="02020603050405020304" pitchFamily="18" charset="0"/>
                <a:sym typeface="Symbol" panose="05050102010706020507" pitchFamily="18" charset="2"/>
              </a:rPr>
              <a:t></a:t>
            </a:r>
            <a:r>
              <a:rPr kumimoji="0" lang="en-US" altLang="zh-CN" sz="2400">
                <a:latin typeface="Times New Roman" panose="02020603050405020304" pitchFamily="18" charset="0"/>
                <a:ea typeface="楷体" panose="02010609060101010101" pitchFamily="49" charset="-122"/>
                <a:cs typeface="Times New Roman" panose="02020603050405020304" pitchFamily="18" charset="0"/>
              </a:rPr>
              <a:t>B</a:t>
            </a:r>
            <a:r>
              <a:rPr kumimoji="0" lang="zh-CN" altLang="en-US" sz="2400">
                <a:latin typeface="Times New Roman" panose="02020603050405020304" pitchFamily="18" charset="0"/>
                <a:ea typeface="楷体" panose="02010609060101010101" pitchFamily="49" charset="-122"/>
                <a:cs typeface="Times New Roman" panose="02020603050405020304" pitchFamily="18" charset="0"/>
              </a:rPr>
              <a:t>当且仅当</a:t>
            </a:r>
            <a:r>
              <a:rPr kumimoji="0" lang="en-US" altLang="zh-CN" sz="2400">
                <a:latin typeface="Times New Roman" panose="02020603050405020304" pitchFamily="18" charset="0"/>
                <a:ea typeface="楷体" panose="02010609060101010101" pitchFamily="49" charset="-122"/>
                <a:cs typeface="Times New Roman" panose="02020603050405020304" pitchFamily="18" charset="0"/>
              </a:rPr>
              <a:t>A∩B=A</a:t>
            </a:r>
            <a:r>
              <a:rPr kumimoji="0" lang="zh-CN" altLang="en-US" sz="2400">
                <a:latin typeface="Times New Roman" panose="02020603050405020304" pitchFamily="18" charset="0"/>
                <a:ea typeface="楷体" panose="02010609060101010101" pitchFamily="49" charset="-122"/>
                <a:cs typeface="Times New Roman" panose="02020603050405020304" pitchFamily="18" charset="0"/>
              </a:rPr>
              <a:t>当且仅当</a:t>
            </a:r>
            <a:r>
              <a:rPr kumimoji="0" lang="en-US" altLang="zh-CN" sz="2400">
                <a:latin typeface="Times New Roman" panose="02020603050405020304" pitchFamily="18" charset="0"/>
                <a:ea typeface="楷体" panose="02010609060101010101" pitchFamily="49" charset="-122"/>
                <a:cs typeface="Times New Roman" panose="02020603050405020304" pitchFamily="18" charset="0"/>
              </a:rPr>
              <a:t>A∪B=B</a:t>
            </a:r>
            <a:endParaRPr kumimoji="0" lang="zh-CN" altLang="en-US" sz="2400">
              <a:latin typeface="Times New Roman" panose="02020603050405020304" pitchFamily="18" charset="0"/>
              <a:ea typeface="楷体" panose="02010609060101010101" pitchFamily="49" charset="-122"/>
              <a:cs typeface="Times New Roman" panose="02020603050405020304" pitchFamily="18" charset="0"/>
            </a:endParaRPr>
          </a:p>
        </p:txBody>
      </p:sp>
      <p:cxnSp>
        <p:nvCxnSpPr>
          <p:cNvPr id="5" name="直接连接符 4"/>
          <p:cNvCxnSpPr>
            <a:cxnSpLocks noChangeShapeType="1"/>
          </p:cNvCxnSpPr>
          <p:nvPr/>
        </p:nvCxnSpPr>
        <p:spPr bwMode="auto">
          <a:xfrm>
            <a:off x="323850" y="3644900"/>
            <a:ext cx="8291513" cy="0"/>
          </a:xfrm>
          <a:prstGeom prst="line">
            <a:avLst/>
          </a:prstGeom>
          <a:noFill/>
          <a:ln w="28575" algn="ctr">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12330950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99396">
                                            <p:txEl>
                                              <p:pRg st="0" end="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699396">
                                            <p:txEl>
                                              <p:pRg st="1" end="1"/>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699396">
                                            <p:txEl>
                                              <p:pRg st="2" end="2"/>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69939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灯片编号占位符 1"/>
          <p:cNvSpPr>
            <a:spLocks noGrp="1"/>
          </p:cNvSpPr>
          <p:nvPr>
            <p:ph type="sldNum" sz="quarter" idx="4294967295"/>
          </p:nvPr>
        </p:nvSpPr>
        <p:spPr>
          <a:xfrm>
            <a:off x="6553200" y="6245225"/>
            <a:ext cx="2133600" cy="476250"/>
          </a:xfrm>
          <a:prstGeom prst="rect">
            <a:avLst/>
          </a:prstGeom>
          <a:noFill/>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a:spcBef>
                <a:spcPct val="0"/>
              </a:spcBef>
              <a:buFontTx/>
              <a:buNone/>
            </a:pPr>
            <a:fld id="{031A38FE-335B-4948-9B77-68579CD70437}" type="slidenum">
              <a:rPr lang="zh-CN" altLang="en-US" sz="1400" smtClean="0">
                <a:latin typeface="Gulim" panose="02010600030101010101" charset="-122"/>
                <a:ea typeface="Gulim" panose="02010600030101010101" charset="-122"/>
              </a:rPr>
              <a:pPr>
                <a:spcBef>
                  <a:spcPct val="0"/>
                </a:spcBef>
                <a:buFontTx/>
                <a:buNone/>
              </a:pPr>
              <a:t>127</a:t>
            </a:fld>
            <a:endParaRPr lang="en-US" altLang="zh-CN" sz="1400" smtClean="0">
              <a:latin typeface="Gulim" panose="02010600030101010101" charset="-122"/>
              <a:ea typeface="Gulim" panose="02010600030101010101" charset="-122"/>
            </a:endParaRPr>
          </a:p>
        </p:txBody>
      </p:sp>
      <p:sp>
        <p:nvSpPr>
          <p:cNvPr id="144387" name="Text Box 2"/>
          <p:cNvSpPr txBox="1">
            <a:spLocks noChangeArrowheads="1"/>
          </p:cNvSpPr>
          <p:nvPr/>
        </p:nvSpPr>
        <p:spPr bwMode="auto">
          <a:xfrm>
            <a:off x="125413" y="1360488"/>
            <a:ext cx="8893175" cy="437038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algn="just" eaLnBrk="1" latinLnBrk="0" hangingPunct="1">
              <a:spcBef>
                <a:spcPct val="50000"/>
              </a:spcBef>
              <a:buFontTx/>
              <a:buNone/>
            </a:pPr>
            <a:r>
              <a:rPr lang="zh-CN" altLang="en-US" sz="2800">
                <a:latin typeface="Times New Roman" panose="02020603050405020304" pitchFamily="18" charset="0"/>
                <a:ea typeface="楷体" panose="02010609060101010101" pitchFamily="49" charset="-122"/>
              </a:rPr>
              <a:t>   例</a:t>
            </a:r>
            <a:r>
              <a:rPr lang="en-US" altLang="zh-CN" sz="2800">
                <a:latin typeface="Times New Roman" panose="02020603050405020304" pitchFamily="18" charset="0"/>
                <a:ea typeface="楷体" panose="02010609060101010101" pitchFamily="49" charset="-122"/>
              </a:rPr>
              <a:t> </a:t>
            </a:r>
            <a:r>
              <a:rPr lang="zh-CN" altLang="en-US" sz="2800">
                <a:latin typeface="Times New Roman" panose="02020603050405020304" pitchFamily="18" charset="0"/>
                <a:ea typeface="楷体" panose="02010609060101010101" pitchFamily="49" charset="-122"/>
              </a:rPr>
              <a:t>设</a:t>
            </a:r>
            <a:r>
              <a:rPr lang="en-US" altLang="zh-CN" sz="2800">
                <a:latin typeface="Times New Roman" panose="02020603050405020304" pitchFamily="18" charset="0"/>
                <a:ea typeface="楷体" panose="02010609060101010101" pitchFamily="49" charset="-122"/>
              </a:rPr>
              <a:t>U={1,2,3}</a:t>
            </a:r>
            <a:r>
              <a:rPr lang="zh-CN" altLang="en-US" sz="2800">
                <a:latin typeface="Times New Roman" panose="02020603050405020304" pitchFamily="18" charset="0"/>
                <a:ea typeface="楷体" panose="02010609060101010101" pitchFamily="49" charset="-122"/>
              </a:rPr>
              <a:t>，</a:t>
            </a:r>
            <a:r>
              <a:rPr lang="en-US" altLang="zh-CN" sz="2800">
                <a:latin typeface="Times New Roman" panose="02020603050405020304" pitchFamily="18" charset="0"/>
                <a:ea typeface="楷体" panose="02010609060101010101" pitchFamily="49" charset="-122"/>
              </a:rPr>
              <a:t>F</a:t>
            </a:r>
            <a:r>
              <a:rPr lang="zh-CN" altLang="en-US" sz="2800">
                <a:latin typeface="Times New Roman" panose="02020603050405020304" pitchFamily="18" charset="0"/>
                <a:ea typeface="楷体" panose="02010609060101010101" pitchFamily="49" charset="-122"/>
              </a:rPr>
              <a:t>和</a:t>
            </a:r>
            <a:r>
              <a:rPr lang="en-US" altLang="zh-CN" sz="2800">
                <a:latin typeface="Times New Roman" panose="02020603050405020304" pitchFamily="18" charset="0"/>
                <a:ea typeface="楷体" panose="02010609060101010101" pitchFamily="49" charset="-122"/>
              </a:rPr>
              <a:t>G</a:t>
            </a:r>
            <a:r>
              <a:rPr lang="zh-CN" altLang="en-US" sz="2800">
                <a:latin typeface="Times New Roman" panose="02020603050405020304" pitchFamily="18" charset="0"/>
                <a:ea typeface="楷体" panose="02010609060101010101" pitchFamily="49" charset="-122"/>
              </a:rPr>
              <a:t>分别是</a:t>
            </a:r>
            <a:r>
              <a:rPr lang="en-US" altLang="zh-CN" sz="2800">
                <a:latin typeface="Times New Roman" panose="02020603050405020304" pitchFamily="18" charset="0"/>
                <a:ea typeface="楷体" panose="02010609060101010101" pitchFamily="49" charset="-122"/>
              </a:rPr>
              <a:t>U</a:t>
            </a:r>
            <a:r>
              <a:rPr lang="zh-CN" altLang="en-US" sz="2800">
                <a:latin typeface="Times New Roman" panose="02020603050405020304" pitchFamily="18" charset="0"/>
                <a:ea typeface="楷体" panose="02010609060101010101" pitchFamily="49" charset="-122"/>
              </a:rPr>
              <a:t>上的两个模糊集，即</a:t>
            </a:r>
          </a:p>
          <a:p>
            <a:pPr algn="just" eaLnBrk="1" latinLnBrk="0" hangingPunct="1">
              <a:spcBef>
                <a:spcPct val="50000"/>
              </a:spcBef>
              <a:buFontTx/>
              <a:buNone/>
            </a:pPr>
            <a:r>
              <a:rPr lang="zh-CN" altLang="en-US" sz="2400">
                <a:latin typeface="Times New Roman" panose="02020603050405020304" pitchFamily="18" charset="0"/>
                <a:ea typeface="楷体" panose="02010609060101010101" pitchFamily="49" charset="-122"/>
              </a:rPr>
              <a:t>     </a:t>
            </a:r>
            <a:r>
              <a:rPr lang="en-US" altLang="zh-CN" sz="2400">
                <a:latin typeface="Times New Roman" panose="02020603050405020304" pitchFamily="18" charset="0"/>
                <a:ea typeface="楷体" panose="02010609060101010101" pitchFamily="49" charset="-122"/>
              </a:rPr>
              <a:t>F=</a:t>
            </a:r>
            <a:r>
              <a:rPr lang="zh-CN" altLang="en-US" sz="2400">
                <a:latin typeface="Times New Roman" panose="02020603050405020304" pitchFamily="18" charset="0"/>
                <a:ea typeface="楷体" panose="02010609060101010101" pitchFamily="49" charset="-122"/>
              </a:rPr>
              <a:t>小</a:t>
            </a:r>
            <a:r>
              <a:rPr lang="en-US" altLang="zh-CN" sz="2400">
                <a:latin typeface="Times New Roman" panose="02020603050405020304" pitchFamily="18" charset="0"/>
                <a:ea typeface="楷体" panose="02010609060101010101" pitchFamily="49" charset="-122"/>
              </a:rPr>
              <a:t>=1/1+0.6/2+0.1/3</a:t>
            </a:r>
          </a:p>
          <a:p>
            <a:pPr algn="just" eaLnBrk="1" latinLnBrk="0" hangingPunct="1">
              <a:spcBef>
                <a:spcPct val="50000"/>
              </a:spcBef>
              <a:buFontTx/>
              <a:buNone/>
            </a:pPr>
            <a:r>
              <a:rPr lang="en-US" altLang="zh-CN" sz="2400">
                <a:latin typeface="Times New Roman" panose="02020603050405020304" pitchFamily="18" charset="0"/>
                <a:ea typeface="楷体" panose="02010609060101010101" pitchFamily="49" charset="-122"/>
              </a:rPr>
              <a:t>     G=</a:t>
            </a:r>
            <a:r>
              <a:rPr lang="zh-CN" altLang="en-US" sz="2400">
                <a:latin typeface="Times New Roman" panose="02020603050405020304" pitchFamily="18" charset="0"/>
                <a:ea typeface="楷体" panose="02010609060101010101" pitchFamily="49" charset="-122"/>
              </a:rPr>
              <a:t>大</a:t>
            </a:r>
            <a:r>
              <a:rPr lang="en-US" altLang="zh-CN" sz="2400">
                <a:latin typeface="Times New Roman" panose="02020603050405020304" pitchFamily="18" charset="0"/>
                <a:ea typeface="楷体" panose="02010609060101010101" pitchFamily="49" charset="-122"/>
              </a:rPr>
              <a:t>=0.1/1+0.6/2+1/3</a:t>
            </a:r>
          </a:p>
          <a:p>
            <a:pPr algn="just" eaLnBrk="1" latinLnBrk="0" hangingPunct="1">
              <a:spcBef>
                <a:spcPct val="50000"/>
              </a:spcBef>
              <a:buFontTx/>
              <a:buNone/>
            </a:pPr>
            <a:r>
              <a:rPr lang="zh-CN" altLang="en-US" sz="2400">
                <a:latin typeface="Times New Roman" panose="02020603050405020304" pitchFamily="18" charset="0"/>
                <a:ea typeface="楷体" panose="02010609060101010101" pitchFamily="49" charset="-122"/>
              </a:rPr>
              <a:t>则 </a:t>
            </a:r>
            <a:r>
              <a:rPr lang="en-US" altLang="zh-CN" sz="2400">
                <a:latin typeface="Times New Roman" panose="02020603050405020304" pitchFamily="18" charset="0"/>
                <a:ea typeface="楷体" panose="02010609060101010101" pitchFamily="49" charset="-122"/>
              </a:rPr>
              <a:t>F∪G=(1∨0.1)/1+(0.6∨0.6)/2+(0.1∨1) /3 = 1/1+0.6/2+1/3</a:t>
            </a:r>
          </a:p>
          <a:p>
            <a:pPr algn="just" eaLnBrk="1" latinLnBrk="0" hangingPunct="1">
              <a:spcBef>
                <a:spcPct val="50000"/>
              </a:spcBef>
              <a:buFontTx/>
              <a:buNone/>
            </a:pPr>
            <a:r>
              <a:rPr lang="en-US" altLang="zh-CN" sz="2400">
                <a:latin typeface="Times New Roman" panose="02020603050405020304" pitchFamily="18" charset="0"/>
                <a:ea typeface="楷体" panose="02010609060101010101" pitchFamily="49" charset="-122"/>
              </a:rPr>
              <a:t>     F∩G=(1∧0.1)/1+(0.6∧0.6)/2+(0.1∧1) /3 = 0.1/1+0.6/2+0.1/3</a:t>
            </a:r>
          </a:p>
          <a:p>
            <a:pPr eaLnBrk="1" latinLnBrk="0" hangingPunct="1">
              <a:spcBef>
                <a:spcPct val="50000"/>
              </a:spcBef>
              <a:buFontTx/>
              <a:buNone/>
            </a:pPr>
            <a:r>
              <a:rPr lang="en-US" altLang="zh-CN" sz="2400">
                <a:latin typeface="Times New Roman" panose="02020603050405020304" pitchFamily="18" charset="0"/>
                <a:ea typeface="楷体" panose="02010609060101010101" pitchFamily="49" charset="-122"/>
              </a:rPr>
              <a:t>     ﹁F=(1-1)/1+(1-0.6)/2+(1-0.1) /3 =0.4/2+0.9/3 </a:t>
            </a:r>
          </a:p>
          <a:p>
            <a:pPr eaLnBrk="1" latinLnBrk="0" hangingPunct="1">
              <a:spcBef>
                <a:spcPct val="50000"/>
              </a:spcBef>
              <a:buFontTx/>
              <a:buNone/>
            </a:pPr>
            <a:r>
              <a:rPr lang="en-US" altLang="zh-CN" sz="2800">
                <a:latin typeface="Times New Roman" panose="02020603050405020304" pitchFamily="18" charset="0"/>
                <a:ea typeface="楷体" panose="02010609060101010101" pitchFamily="49" charset="-122"/>
              </a:rPr>
              <a:t>    </a:t>
            </a:r>
            <a:r>
              <a:rPr lang="zh-CN" altLang="en-US" sz="2800">
                <a:latin typeface="Times New Roman" panose="02020603050405020304" pitchFamily="18" charset="0"/>
                <a:ea typeface="楷体" panose="02010609060101010101" pitchFamily="49" charset="-122"/>
              </a:rPr>
              <a:t>从这个例子可以看出，两个模糊集之间的运算实际上就是逐点对隶属函数作相应的运算。 </a:t>
            </a:r>
          </a:p>
        </p:txBody>
      </p:sp>
      <p:sp>
        <p:nvSpPr>
          <p:cNvPr id="738307" name="Rectangle 3"/>
          <p:cNvSpPr>
            <a:spLocks noChangeArrowheads="1"/>
          </p:cNvSpPr>
          <p:nvPr/>
        </p:nvSpPr>
        <p:spPr bwMode="auto">
          <a:xfrm>
            <a:off x="685800" y="476250"/>
            <a:ext cx="7772400" cy="792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kumimoji="1" sz="4000">
                <a:solidFill>
                  <a:srgbClr val="0033CC"/>
                </a:solidFill>
                <a:latin typeface="宋体" panose="02010600030101010101" pitchFamily="2" charset="-122"/>
                <a:ea typeface="宋体" panose="02010600030101010101" pitchFamily="2" charset="-122"/>
              </a:defRPr>
            </a:lvl1pPr>
            <a:lvl2pPr>
              <a:defRPr kumimoji="1" sz="4000">
                <a:solidFill>
                  <a:srgbClr val="0033CC"/>
                </a:solidFill>
                <a:latin typeface="宋体" panose="02010600030101010101" pitchFamily="2" charset="-122"/>
                <a:ea typeface="宋体" panose="02010600030101010101" pitchFamily="2" charset="-122"/>
              </a:defRPr>
            </a:lvl2pPr>
            <a:lvl3pPr>
              <a:defRPr kumimoji="1" sz="4000">
                <a:solidFill>
                  <a:srgbClr val="0033CC"/>
                </a:solidFill>
                <a:latin typeface="宋体" panose="02010600030101010101" pitchFamily="2" charset="-122"/>
                <a:ea typeface="宋体" panose="02010600030101010101" pitchFamily="2" charset="-122"/>
              </a:defRPr>
            </a:lvl3pPr>
            <a:lvl4pPr>
              <a:defRPr kumimoji="1" sz="4000">
                <a:solidFill>
                  <a:srgbClr val="0033CC"/>
                </a:solidFill>
                <a:latin typeface="宋体" panose="02010600030101010101" pitchFamily="2" charset="-122"/>
                <a:ea typeface="宋体" panose="02010600030101010101" pitchFamily="2" charset="-122"/>
              </a:defRPr>
            </a:lvl4pPr>
            <a:lvl5pPr>
              <a:defRPr kumimoji="1" sz="4000">
                <a:solidFill>
                  <a:srgbClr val="0033CC"/>
                </a:solidFill>
                <a:latin typeface="宋体" panose="02010600030101010101" pitchFamily="2" charset="-122"/>
                <a:ea typeface="宋体" panose="02010600030101010101" pitchFamily="2" charset="-122"/>
              </a:defRPr>
            </a:lvl5pPr>
            <a:lvl6pPr marL="45720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6pPr>
            <a:lvl7pPr marL="91440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7pPr>
            <a:lvl8pPr marL="137160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8pPr>
            <a:lvl9pPr marL="182880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9pPr>
          </a:lstStyle>
          <a:p>
            <a:pPr algn="ctr" eaLnBrk="1" latinLnBrk="1" hangingPunct="1">
              <a:defRPr/>
            </a:pPr>
            <a:r>
              <a:rPr lang="zh-CN" altLang="en-US" sz="3200" b="1" dirty="0">
                <a:solidFill>
                  <a:schemeClr val="tx1"/>
                </a:solidFill>
                <a:latin typeface="微软雅黑" panose="020B0503020204020204" pitchFamily="34" charset="-122"/>
                <a:ea typeface="微软雅黑" panose="020B0503020204020204" pitchFamily="34" charset="-122"/>
                <a:cs typeface="+mj-cs"/>
              </a:rPr>
              <a:t>例子</a:t>
            </a:r>
          </a:p>
        </p:txBody>
      </p:sp>
    </p:spTree>
    <p:extLst>
      <p:ext uri="{BB962C8B-B14F-4D97-AF65-F5344CB8AC3E}">
        <p14:creationId xmlns:p14="http://schemas.microsoft.com/office/powerpoint/2010/main" val="225595122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4387">
                                            <p:txEl>
                                              <p:pRg st="3" end="3"/>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44387">
                                            <p:txEl>
                                              <p:pRg st="4" end="4"/>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44387">
                                            <p:txEl>
                                              <p:pRg st="5" end="5"/>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4438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灯片编号占位符 3"/>
          <p:cNvSpPr>
            <a:spLocks noGrp="1"/>
          </p:cNvSpPr>
          <p:nvPr>
            <p:ph type="sldNum" sz="quarter" idx="4294967295"/>
          </p:nvPr>
        </p:nvSpPr>
        <p:spPr>
          <a:xfrm>
            <a:off x="6553200" y="6245225"/>
            <a:ext cx="2133600" cy="476250"/>
          </a:xfrm>
          <a:prstGeom prst="rect">
            <a:avLst/>
          </a:prstGeom>
          <a:noFill/>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a:spcBef>
                <a:spcPct val="0"/>
              </a:spcBef>
              <a:buFontTx/>
              <a:buNone/>
            </a:pPr>
            <a:fld id="{58A6D487-3C6B-4969-A8CA-6549FD408396}" type="slidenum">
              <a:rPr lang="zh-CN" altLang="en-US" sz="1400" smtClean="0">
                <a:latin typeface="Gulim" panose="02010600030101010101" charset="-122"/>
                <a:ea typeface="Gulim" panose="02010600030101010101" charset="-122"/>
              </a:rPr>
              <a:pPr>
                <a:spcBef>
                  <a:spcPct val="0"/>
                </a:spcBef>
                <a:buFontTx/>
                <a:buNone/>
              </a:pPr>
              <a:t>128</a:t>
            </a:fld>
            <a:endParaRPr lang="en-US" altLang="zh-CN" sz="1400" smtClean="0">
              <a:latin typeface="Gulim" panose="02010600030101010101" charset="-122"/>
              <a:ea typeface="Gulim" panose="02010600030101010101" charset="-122"/>
            </a:endParaRPr>
          </a:p>
        </p:txBody>
      </p:sp>
      <p:sp>
        <p:nvSpPr>
          <p:cNvPr id="195586" name="Rectangle 2"/>
          <p:cNvSpPr>
            <a:spLocks noGrp="1" noChangeArrowheads="1"/>
          </p:cNvSpPr>
          <p:nvPr>
            <p:ph type="title"/>
          </p:nvPr>
        </p:nvSpPr>
        <p:spPr>
          <a:xfrm>
            <a:off x="684213" y="476250"/>
            <a:ext cx="7772400" cy="731838"/>
          </a:xfrm>
        </p:spPr>
        <p:txBody>
          <a:bodyPr/>
          <a:lstStyle/>
          <a:p>
            <a:pPr algn="ctr" eaLnBrk="1" hangingPunct="1">
              <a:defRPr/>
            </a:pPr>
            <a:r>
              <a:rPr lang="zh-CN" altLang="en-US" sz="3200" b="1" dirty="0">
                <a:solidFill>
                  <a:schemeClr val="tx1"/>
                </a:solidFill>
                <a:latin typeface="微软雅黑" panose="020B0503020204020204" pitchFamily="34" charset="-122"/>
                <a:ea typeface="微软雅黑" panose="020B0503020204020204" pitchFamily="34" charset="-122"/>
              </a:rPr>
              <a:t>模糊</a:t>
            </a:r>
            <a:r>
              <a:rPr lang="zh-CN" altLang="en-US" sz="3200" b="1" dirty="0">
                <a:solidFill>
                  <a:schemeClr val="tx1"/>
                </a:solidFill>
                <a:latin typeface="微软雅黑" panose="020B0503020204020204" pitchFamily="34" charset="-122"/>
                <a:ea typeface="微软雅黑" panose="020B0503020204020204" pitchFamily="34" charset="-122"/>
              </a:rPr>
              <a:t>数据</a:t>
            </a:r>
            <a:r>
              <a:rPr lang="zh-CN" altLang="en-US" sz="3200" b="1" dirty="0">
                <a:solidFill>
                  <a:schemeClr val="tx1"/>
                </a:solidFill>
                <a:latin typeface="微软雅黑" panose="020B0503020204020204" pitchFamily="34" charset="-122"/>
                <a:ea typeface="微软雅黑" panose="020B0503020204020204" pitchFamily="34" charset="-122"/>
              </a:rPr>
              <a:t>的确定</a:t>
            </a:r>
            <a:endParaRPr lang="en-US" altLang="zh-CN" sz="3200" b="1" dirty="0">
              <a:solidFill>
                <a:schemeClr val="tx1"/>
              </a:solidFill>
              <a:latin typeface="微软雅黑" panose="020B0503020204020204" pitchFamily="34" charset="-122"/>
              <a:ea typeface="微软雅黑" panose="020B0503020204020204" pitchFamily="34" charset="-122"/>
            </a:endParaRPr>
          </a:p>
        </p:txBody>
      </p:sp>
      <p:sp>
        <p:nvSpPr>
          <p:cNvPr id="195587" name="Rectangle 3"/>
          <p:cNvSpPr>
            <a:spLocks noGrp="1" noChangeArrowheads="1"/>
          </p:cNvSpPr>
          <p:nvPr>
            <p:ph type="body" idx="1"/>
          </p:nvPr>
        </p:nvSpPr>
        <p:spPr>
          <a:xfrm>
            <a:off x="684213" y="1484313"/>
            <a:ext cx="7772400" cy="4608512"/>
          </a:xfrm>
        </p:spPr>
        <p:txBody>
          <a:bodyPr/>
          <a:lstStyle/>
          <a:p>
            <a:pPr eaLnBrk="1" hangingPunct="1"/>
            <a:r>
              <a:rPr kumimoji="0" lang="zh-CN" altLang="en-US" sz="2400" dirty="0" smtClean="0">
                <a:latin typeface="Times New Roman" panose="02020603050405020304" pitchFamily="18" charset="0"/>
                <a:ea typeface="楷体" panose="02010609060101010101" pitchFamily="49" charset="-122"/>
                <a:sym typeface="Symbol" panose="05050102010706020507" pitchFamily="18" charset="2"/>
              </a:rPr>
              <a:t>确定模糊数据</a:t>
            </a:r>
            <a:r>
              <a:rPr kumimoji="0" lang="en-US" altLang="zh-CN" sz="2400" dirty="0" smtClean="0">
                <a:latin typeface="Times New Roman" panose="02020603050405020304" pitchFamily="18" charset="0"/>
                <a:ea typeface="楷体" panose="02010609060101010101" pitchFamily="49" charset="-122"/>
                <a:sym typeface="Symbol" panose="05050102010706020507" pitchFamily="18" charset="2"/>
              </a:rPr>
              <a:t>—</a:t>
            </a:r>
            <a:r>
              <a:rPr kumimoji="0" lang="zh-CN" altLang="en-US" sz="2400" dirty="0" smtClean="0">
                <a:latin typeface="Times New Roman" panose="02020603050405020304" pitchFamily="18" charset="0"/>
                <a:ea typeface="楷体" panose="02010609060101010101" pitchFamily="49" charset="-122"/>
                <a:sym typeface="Symbol" panose="05050102010706020507" pitchFamily="18" charset="2"/>
              </a:rPr>
              <a:t>即</a:t>
            </a:r>
            <a:r>
              <a:rPr lang="zh-CN" altLang="en-US" sz="2400" dirty="0" smtClean="0">
                <a:latin typeface="Times New Roman" panose="02020603050405020304" pitchFamily="18" charset="0"/>
                <a:ea typeface="楷体" panose="02010609060101010101" pitchFamily="49" charset="-122"/>
              </a:rPr>
              <a:t>隶属函数的确定</a:t>
            </a:r>
          </a:p>
          <a:p>
            <a:pPr algn="just" eaLnBrk="1" hangingPunct="1"/>
            <a:r>
              <a:rPr lang="zh-CN" altLang="en-US" sz="2400" dirty="0" smtClean="0">
                <a:latin typeface="Times New Roman" panose="02020603050405020304" pitchFamily="18" charset="0"/>
                <a:ea typeface="楷体" panose="02010609060101010101" pitchFamily="49" charset="-122"/>
              </a:rPr>
              <a:t>如何确定隶属函数？有多种方法</a:t>
            </a:r>
          </a:p>
          <a:p>
            <a:pPr lvl="1" algn="just" eaLnBrk="1" hangingPunct="1"/>
            <a:r>
              <a:rPr lang="zh-CN" altLang="en-US" sz="2400" dirty="0" smtClean="0">
                <a:latin typeface="Times New Roman" panose="02020603050405020304" pitchFamily="18" charset="0"/>
                <a:ea typeface="楷体" panose="02010609060101010101" pitchFamily="49" charset="-122"/>
              </a:rPr>
              <a:t>调查投票</a:t>
            </a:r>
            <a:r>
              <a:rPr lang="en-US" altLang="zh-CN" sz="2400" dirty="0" smtClean="0">
                <a:latin typeface="Times New Roman" panose="02020603050405020304" pitchFamily="18" charset="0"/>
                <a:ea typeface="楷体" panose="02010609060101010101" pitchFamily="49" charset="-122"/>
              </a:rPr>
              <a:t>—</a:t>
            </a:r>
            <a:r>
              <a:rPr lang="zh-CN" altLang="en-US" sz="2400" dirty="0" smtClean="0">
                <a:latin typeface="Times New Roman" panose="02020603050405020304" pitchFamily="18" charset="0"/>
                <a:ea typeface="楷体" panose="02010609060101010101" pitchFamily="49" charset="-122"/>
              </a:rPr>
              <a:t>根据投票统计所得的数据确定出隶属函数</a:t>
            </a:r>
          </a:p>
          <a:p>
            <a:pPr lvl="1" algn="just" eaLnBrk="1" hangingPunct="1"/>
            <a:r>
              <a:rPr lang="zh-CN" altLang="en-US" sz="2400" dirty="0" smtClean="0">
                <a:latin typeface="Times New Roman" panose="02020603050405020304" pitchFamily="18" charset="0"/>
                <a:ea typeface="楷体" panose="02010609060101010101" pitchFamily="49" charset="-122"/>
              </a:rPr>
              <a:t>用概率分布函数模拟</a:t>
            </a:r>
            <a:r>
              <a:rPr lang="en-US" altLang="zh-CN" sz="2400" dirty="0" smtClean="0">
                <a:latin typeface="Times New Roman" panose="02020603050405020304" pitchFamily="18" charset="0"/>
                <a:ea typeface="楷体" panose="02010609060101010101" pitchFamily="49" charset="-122"/>
              </a:rPr>
              <a:t>—</a:t>
            </a:r>
            <a:r>
              <a:rPr lang="zh-CN" altLang="en-US" sz="2400" dirty="0" smtClean="0">
                <a:latin typeface="Times New Roman" panose="02020603050405020304" pitchFamily="18" charset="0"/>
                <a:ea typeface="楷体" panose="02010609060101010101" pitchFamily="49" charset="-122"/>
              </a:rPr>
              <a:t>分为</a:t>
            </a:r>
            <a:r>
              <a:rPr lang="en-US" altLang="zh-CN" sz="2400" dirty="0" smtClean="0">
                <a:latin typeface="Times New Roman" panose="02020603050405020304" pitchFamily="18" charset="0"/>
                <a:ea typeface="楷体" panose="02010609060101010101" pitchFamily="49" charset="-122"/>
              </a:rPr>
              <a:t>3</a:t>
            </a:r>
            <a:r>
              <a:rPr lang="zh-CN" altLang="en-US" sz="2400" dirty="0" smtClean="0">
                <a:latin typeface="Times New Roman" panose="02020603050405020304" pitchFamily="18" charset="0"/>
                <a:ea typeface="楷体" panose="02010609060101010101" pitchFamily="49" charset="-122"/>
              </a:rPr>
              <a:t>种</a:t>
            </a:r>
          </a:p>
        </p:txBody>
      </p:sp>
      <p:graphicFrame>
        <p:nvGraphicFramePr>
          <p:cNvPr id="6" name="Object 7"/>
          <p:cNvGraphicFramePr>
            <a:graphicFrameLocks noChangeAspect="1"/>
          </p:cNvGraphicFramePr>
          <p:nvPr>
            <p:extLst>
              <p:ext uri="{D42A27DB-BD31-4B8C-83A1-F6EECF244321}">
                <p14:modId xmlns:p14="http://schemas.microsoft.com/office/powerpoint/2010/main" val="1035841165"/>
              </p:ext>
            </p:extLst>
          </p:nvPr>
        </p:nvGraphicFramePr>
        <p:xfrm>
          <a:off x="395536" y="2651565"/>
          <a:ext cx="9601200" cy="3600450"/>
        </p:xfrm>
        <a:graphic>
          <a:graphicData uri="http://schemas.openxmlformats.org/presentationml/2006/ole">
            <mc:AlternateContent xmlns:mc="http://schemas.openxmlformats.org/markup-compatibility/2006">
              <mc:Choice xmlns:v="urn:schemas-microsoft-com:vml" Requires="v">
                <p:oleObj spid="_x0000_s27658" name="Document" r:id="rId4" imgW="4761555" imgH="1785521" progId="Word.Document.8">
                  <p:embed/>
                </p:oleObj>
              </mc:Choice>
              <mc:Fallback>
                <p:oleObj name="Document" r:id="rId4" imgW="4761555" imgH="1785521" progId="Word.Document.8">
                  <p:embed/>
                  <p:pic>
                    <p:nvPicPr>
                      <p:cNvPr id="0" name=""/>
                      <p:cNvPicPr>
                        <a:picLocks noChangeAspect="1" noChangeArrowheads="1"/>
                      </p:cNvPicPr>
                      <p:nvPr/>
                    </p:nvPicPr>
                    <p:blipFill>
                      <a:blip r:embed="rId5"/>
                      <a:srcRect/>
                      <a:stretch>
                        <a:fillRect/>
                      </a:stretch>
                    </p:blipFill>
                    <p:spPr bwMode="auto">
                      <a:xfrm>
                        <a:off x="395536" y="2651565"/>
                        <a:ext cx="96012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矩形 1"/>
          <p:cNvSpPr>
            <a:spLocks noChangeArrowheads="1"/>
          </p:cNvSpPr>
          <p:nvPr/>
        </p:nvSpPr>
        <p:spPr bwMode="auto">
          <a:xfrm>
            <a:off x="1187624" y="5625753"/>
            <a:ext cx="223651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lvl="1" algn="just" eaLnBrk="1" latinLnBrk="0" hangingPunct="1">
              <a:spcBef>
                <a:spcPct val="0"/>
              </a:spcBef>
              <a:buFontTx/>
              <a:buNone/>
            </a:pPr>
            <a:r>
              <a:rPr lang="en-US" altLang="zh-CN" sz="2400" dirty="0">
                <a:latin typeface="Times New Roman" panose="02020603050405020304" pitchFamily="18" charset="0"/>
                <a:ea typeface="楷体" panose="02010609060101010101" pitchFamily="49" charset="-122"/>
              </a:rPr>
              <a:t>(1)</a:t>
            </a:r>
            <a:r>
              <a:rPr lang="zh-CN" altLang="en-US" sz="2400" dirty="0">
                <a:latin typeface="Times New Roman" panose="02020603050405020304" pitchFamily="18" charset="0"/>
                <a:ea typeface="楷体" panose="02010609060101010101" pitchFamily="49" charset="-122"/>
              </a:rPr>
              <a:t>正态分布</a:t>
            </a:r>
          </a:p>
        </p:txBody>
      </p:sp>
      <p:sp>
        <p:nvSpPr>
          <p:cNvPr id="3" name="矩形 2"/>
          <p:cNvSpPr>
            <a:spLocks noChangeArrowheads="1"/>
          </p:cNvSpPr>
          <p:nvPr/>
        </p:nvSpPr>
        <p:spPr bwMode="auto">
          <a:xfrm>
            <a:off x="3405461" y="5589240"/>
            <a:ext cx="254428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lvl="1" algn="just" eaLnBrk="1" latinLnBrk="0" hangingPunct="1">
              <a:spcBef>
                <a:spcPct val="0"/>
              </a:spcBef>
              <a:buFontTx/>
              <a:buNone/>
            </a:pPr>
            <a:r>
              <a:rPr lang="en-US" altLang="zh-CN" sz="2400" dirty="0">
                <a:latin typeface="Times New Roman" panose="02020603050405020304" pitchFamily="18" charset="0"/>
                <a:ea typeface="楷体" panose="02010609060101010101" pitchFamily="49" charset="-122"/>
              </a:rPr>
              <a:t>(2)</a:t>
            </a:r>
            <a:r>
              <a:rPr lang="zh-CN" altLang="en-US" sz="2400" dirty="0">
                <a:latin typeface="Times New Roman" panose="02020603050405020304" pitchFamily="18" charset="0"/>
                <a:ea typeface="楷体" panose="02010609060101010101" pitchFamily="49" charset="-122"/>
              </a:rPr>
              <a:t>戒下型函数</a:t>
            </a:r>
          </a:p>
        </p:txBody>
      </p:sp>
      <p:sp>
        <p:nvSpPr>
          <p:cNvPr id="4" name="矩形 3"/>
          <p:cNvSpPr>
            <a:spLocks noChangeArrowheads="1"/>
          </p:cNvSpPr>
          <p:nvPr/>
        </p:nvSpPr>
        <p:spPr bwMode="auto">
          <a:xfrm>
            <a:off x="5830367" y="5589240"/>
            <a:ext cx="254428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lvl="1" algn="just" eaLnBrk="1" latinLnBrk="0" hangingPunct="1">
              <a:spcBef>
                <a:spcPct val="0"/>
              </a:spcBef>
              <a:buFontTx/>
              <a:buNone/>
            </a:pPr>
            <a:r>
              <a:rPr lang="en-US" altLang="zh-CN" sz="2400" dirty="0">
                <a:latin typeface="Times New Roman" panose="02020603050405020304" pitchFamily="18" charset="0"/>
                <a:ea typeface="楷体" panose="02010609060101010101" pitchFamily="49" charset="-122"/>
              </a:rPr>
              <a:t>(3)</a:t>
            </a:r>
            <a:r>
              <a:rPr lang="zh-CN" altLang="en-US" sz="2400" dirty="0">
                <a:latin typeface="Times New Roman" panose="02020603050405020304" pitchFamily="18" charset="0"/>
                <a:ea typeface="楷体" panose="02010609060101010101" pitchFamily="49" charset="-122"/>
              </a:rPr>
              <a:t>戒上型函数</a:t>
            </a:r>
            <a:endParaRPr lang="en-US" altLang="zh-CN" sz="2400" dirty="0">
              <a:latin typeface="Times New Roman" panose="02020603050405020304" pitchFamily="18" charset="0"/>
              <a:ea typeface="楷体" panose="02010609060101010101" pitchFamily="49" charset="-122"/>
            </a:endParaRPr>
          </a:p>
        </p:txBody>
      </p:sp>
    </p:spTree>
    <p:extLst>
      <p:ext uri="{BB962C8B-B14F-4D97-AF65-F5344CB8AC3E}">
        <p14:creationId xmlns:p14="http://schemas.microsoft.com/office/powerpoint/2010/main" val="23222764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95587">
                                            <p:txEl>
                                              <p:pRg st="1" end="1"/>
                                            </p:txEl>
                                          </p:spTgt>
                                        </p:tgtEl>
                                        <p:attrNameLst>
                                          <p:attrName>style.visibility</p:attrName>
                                        </p:attrNameLst>
                                      </p:cBhvr>
                                      <p:to>
                                        <p:strVal val="visible"/>
                                      </p:to>
                                    </p:set>
                                    <p:animEffect transition="in" filter="blinds(horizontal)">
                                      <p:cBhvr>
                                        <p:cTn id="7" dur="500"/>
                                        <p:tgtEl>
                                          <p:spTgt spid="19558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95587">
                                            <p:txEl>
                                              <p:pRg st="2" end="2"/>
                                            </p:txEl>
                                          </p:spTgt>
                                        </p:tgtEl>
                                        <p:attrNameLst>
                                          <p:attrName>style.visibility</p:attrName>
                                        </p:attrNameLst>
                                      </p:cBhvr>
                                      <p:to>
                                        <p:strVal val="visible"/>
                                      </p:to>
                                    </p:set>
                                    <p:animEffect transition="in" filter="blinds(horizontal)">
                                      <p:cBhvr>
                                        <p:cTn id="12" dur="500"/>
                                        <p:tgtEl>
                                          <p:spTgt spid="195587">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95587">
                                            <p:txEl>
                                              <p:pRg st="3" end="3"/>
                                            </p:txEl>
                                          </p:spTgt>
                                        </p:tgtEl>
                                        <p:attrNameLst>
                                          <p:attrName>style.visibility</p:attrName>
                                        </p:attrNameLst>
                                      </p:cBhvr>
                                      <p:to>
                                        <p:strVal val="visible"/>
                                      </p:to>
                                    </p:set>
                                    <p:animEffect transition="in" filter="blinds(horizontal)">
                                      <p:cBhvr>
                                        <p:cTn id="17" dur="500"/>
                                        <p:tgtEl>
                                          <p:spTgt spid="195587">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4"/>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灯片编号占位符 1"/>
          <p:cNvSpPr>
            <a:spLocks noGrp="1"/>
          </p:cNvSpPr>
          <p:nvPr>
            <p:ph type="sldNum" sz="quarter" idx="4294967295"/>
          </p:nvPr>
        </p:nvSpPr>
        <p:spPr>
          <a:xfrm>
            <a:off x="6553200" y="6245225"/>
            <a:ext cx="2133600" cy="476250"/>
          </a:xfrm>
          <a:prstGeom prst="rect">
            <a:avLst/>
          </a:prstGeom>
          <a:noFill/>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a:spcBef>
                <a:spcPct val="0"/>
              </a:spcBef>
              <a:buFontTx/>
              <a:buNone/>
            </a:pPr>
            <a:fld id="{6019C870-9684-4100-B852-8B386EE4BF49}" type="slidenum">
              <a:rPr lang="zh-CN" altLang="en-US" sz="1400" smtClean="0">
                <a:latin typeface="Gulim" panose="02010600030101010101" charset="-122"/>
                <a:ea typeface="Gulim" panose="02010600030101010101" charset="-122"/>
              </a:rPr>
              <a:pPr>
                <a:spcBef>
                  <a:spcPct val="0"/>
                </a:spcBef>
                <a:buFontTx/>
                <a:buNone/>
              </a:pPr>
              <a:t>129</a:t>
            </a:fld>
            <a:endParaRPr lang="en-US" altLang="zh-CN" sz="1400" smtClean="0">
              <a:latin typeface="Gulim" panose="02010600030101010101" charset="-122"/>
              <a:ea typeface="Gulim" panose="02010600030101010101" charset="-122"/>
            </a:endParaRPr>
          </a:p>
        </p:txBody>
      </p:sp>
      <p:sp>
        <p:nvSpPr>
          <p:cNvPr id="141315" name="Text Box 2"/>
          <p:cNvSpPr txBox="1">
            <a:spLocks noChangeArrowheads="1"/>
          </p:cNvSpPr>
          <p:nvPr/>
        </p:nvSpPr>
        <p:spPr bwMode="auto">
          <a:xfrm>
            <a:off x="250825" y="2082800"/>
            <a:ext cx="8642350" cy="3794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algn="just" eaLnBrk="1" latinLnBrk="0" hangingPunct="1">
              <a:lnSpc>
                <a:spcPct val="105000"/>
              </a:lnSpc>
              <a:spcBef>
                <a:spcPct val="15000"/>
              </a:spcBef>
              <a:buFontTx/>
              <a:buNone/>
            </a:pPr>
            <a:r>
              <a:rPr lang="zh-CN" altLang="en-US" sz="2600" dirty="0">
                <a:latin typeface="Times New Roman" panose="02020603050405020304" pitchFamily="18" charset="0"/>
                <a:ea typeface="楷体" panose="02010609060101010101" pitchFamily="49" charset="-122"/>
              </a:rPr>
              <a:t>     设</a:t>
            </a:r>
            <a:r>
              <a:rPr lang="en-US" altLang="zh-CN" sz="2600" dirty="0">
                <a:latin typeface="Times New Roman" panose="02020603050405020304" pitchFamily="18" charset="0"/>
                <a:ea typeface="楷体" panose="02010609060101010101" pitchFamily="49" charset="-122"/>
              </a:rPr>
              <a:t>V</a:t>
            </a:r>
            <a:r>
              <a:rPr lang="zh-CN" altLang="en-US" sz="2600" dirty="0">
                <a:latin typeface="Times New Roman" panose="02020603050405020304" pitchFamily="18" charset="0"/>
                <a:ea typeface="楷体" panose="02010609060101010101" pitchFamily="49" charset="-122"/>
              </a:rPr>
              <a:t>与</a:t>
            </a:r>
            <a:r>
              <a:rPr lang="en-US" altLang="zh-CN" sz="2600" dirty="0">
                <a:latin typeface="Times New Roman" panose="02020603050405020304" pitchFamily="18" charset="0"/>
                <a:ea typeface="楷体" panose="02010609060101010101" pitchFamily="49" charset="-122"/>
              </a:rPr>
              <a:t>W</a:t>
            </a:r>
            <a:r>
              <a:rPr lang="zh-CN" altLang="en-US" sz="2600" dirty="0">
                <a:latin typeface="Times New Roman" panose="02020603050405020304" pitchFamily="18" charset="0"/>
                <a:ea typeface="楷体" panose="02010609060101010101" pitchFamily="49" charset="-122"/>
              </a:rPr>
              <a:t>是两个普通集合，</a:t>
            </a:r>
            <a:r>
              <a:rPr lang="en-US" altLang="zh-CN" sz="2600" dirty="0">
                <a:latin typeface="Times New Roman" panose="02020603050405020304" pitchFamily="18" charset="0"/>
                <a:ea typeface="楷体" panose="02010609060101010101" pitchFamily="49" charset="-122"/>
              </a:rPr>
              <a:t>V</a:t>
            </a:r>
            <a:r>
              <a:rPr lang="zh-CN" altLang="en-US" sz="2600" dirty="0">
                <a:latin typeface="Times New Roman" panose="02020603050405020304" pitchFamily="18" charset="0"/>
                <a:ea typeface="楷体" panose="02010609060101010101" pitchFamily="49" charset="-122"/>
              </a:rPr>
              <a:t>与</a:t>
            </a:r>
            <a:r>
              <a:rPr lang="en-US" altLang="zh-CN" sz="2600" dirty="0">
                <a:latin typeface="Times New Roman" panose="02020603050405020304" pitchFamily="18" charset="0"/>
                <a:ea typeface="楷体" panose="02010609060101010101" pitchFamily="49" charset="-122"/>
              </a:rPr>
              <a:t>W</a:t>
            </a:r>
            <a:r>
              <a:rPr lang="zh-CN" altLang="en-US" sz="2600" dirty="0">
                <a:latin typeface="Times New Roman" panose="02020603050405020304" pitchFamily="18" charset="0"/>
                <a:ea typeface="楷体" panose="02010609060101010101" pitchFamily="49" charset="-122"/>
              </a:rPr>
              <a:t>的笛卡尔乘积为</a:t>
            </a:r>
          </a:p>
          <a:p>
            <a:pPr eaLnBrk="1" latinLnBrk="0" hangingPunct="1">
              <a:lnSpc>
                <a:spcPct val="105000"/>
              </a:lnSpc>
              <a:spcBef>
                <a:spcPct val="15000"/>
              </a:spcBef>
              <a:buFontTx/>
              <a:buNone/>
            </a:pPr>
            <a:r>
              <a:rPr lang="zh-CN" altLang="en-US" sz="2600" dirty="0">
                <a:latin typeface="Times New Roman" panose="02020603050405020304" pitchFamily="18" charset="0"/>
                <a:ea typeface="楷体" panose="02010609060101010101" pitchFamily="49" charset="-122"/>
              </a:rPr>
              <a:t>            </a:t>
            </a:r>
            <a:r>
              <a:rPr lang="en-US" altLang="zh-CN" sz="2600" dirty="0" err="1">
                <a:latin typeface="Times New Roman" panose="02020603050405020304" pitchFamily="18" charset="0"/>
                <a:ea typeface="楷体" panose="02010609060101010101" pitchFamily="49" charset="-122"/>
              </a:rPr>
              <a:t>V×W</a:t>
            </a:r>
            <a:r>
              <a:rPr lang="en-US" altLang="zh-CN" sz="2600" dirty="0">
                <a:latin typeface="Times New Roman" panose="02020603050405020304" pitchFamily="18" charset="0"/>
                <a:ea typeface="楷体" panose="02010609060101010101" pitchFamily="49" charset="-122"/>
              </a:rPr>
              <a:t> ={(</a:t>
            </a:r>
            <a:r>
              <a:rPr lang="en-US" altLang="zh-CN" sz="2600" dirty="0" err="1">
                <a:latin typeface="Times New Roman" panose="02020603050405020304" pitchFamily="18" charset="0"/>
                <a:ea typeface="楷体" panose="02010609060101010101" pitchFamily="49" charset="-122"/>
              </a:rPr>
              <a:t>v,w</a:t>
            </a:r>
            <a:r>
              <a:rPr lang="en-US" altLang="zh-CN" sz="2600" dirty="0">
                <a:latin typeface="Times New Roman" panose="02020603050405020304" pitchFamily="18" charset="0"/>
                <a:ea typeface="楷体" panose="02010609060101010101" pitchFamily="49" charset="-122"/>
              </a:rPr>
              <a:t>)∣</a:t>
            </a:r>
            <a:r>
              <a:rPr lang="zh-CN" altLang="en-US" sz="2600" dirty="0">
                <a:latin typeface="Times New Roman" panose="02020603050405020304" pitchFamily="18" charset="0"/>
                <a:ea typeface="楷体" panose="02010609060101010101" pitchFamily="49" charset="-122"/>
              </a:rPr>
              <a:t>任意          ，任意           </a:t>
            </a:r>
            <a:r>
              <a:rPr lang="en-US" altLang="zh-CN" sz="2600" dirty="0">
                <a:latin typeface="Times New Roman" panose="02020603050405020304" pitchFamily="18" charset="0"/>
                <a:ea typeface="楷体" panose="02010609060101010101" pitchFamily="49" charset="-122"/>
              </a:rPr>
              <a:t>} </a:t>
            </a:r>
          </a:p>
          <a:p>
            <a:pPr eaLnBrk="1" latinLnBrk="0" hangingPunct="1">
              <a:lnSpc>
                <a:spcPct val="105000"/>
              </a:lnSpc>
              <a:spcBef>
                <a:spcPct val="15000"/>
              </a:spcBef>
              <a:buFontTx/>
              <a:buNone/>
            </a:pPr>
            <a:r>
              <a:rPr lang="en-US" altLang="zh-CN" sz="2600" dirty="0">
                <a:latin typeface="Times New Roman" panose="02020603050405020304" pitchFamily="18" charset="0"/>
                <a:ea typeface="楷体" panose="02010609060101010101" pitchFamily="49" charset="-122"/>
              </a:rPr>
              <a:t>     </a:t>
            </a:r>
            <a:r>
              <a:rPr lang="zh-CN" altLang="en-US" sz="2600" dirty="0">
                <a:latin typeface="Times New Roman" panose="02020603050405020304" pitchFamily="18" charset="0"/>
                <a:ea typeface="楷体" panose="02010609060101010101" pitchFamily="49" charset="-122"/>
              </a:rPr>
              <a:t>所谓从</a:t>
            </a:r>
            <a:r>
              <a:rPr lang="en-US" altLang="zh-CN" sz="2600" dirty="0">
                <a:latin typeface="Times New Roman" panose="02020603050405020304" pitchFamily="18" charset="0"/>
                <a:ea typeface="楷体" panose="02010609060101010101" pitchFamily="49" charset="-122"/>
              </a:rPr>
              <a:t>V</a:t>
            </a:r>
            <a:r>
              <a:rPr lang="zh-CN" altLang="en-US" sz="2600" dirty="0">
                <a:latin typeface="Times New Roman" panose="02020603050405020304" pitchFamily="18" charset="0"/>
                <a:ea typeface="楷体" panose="02010609060101010101" pitchFamily="49" charset="-122"/>
              </a:rPr>
              <a:t>到</a:t>
            </a:r>
            <a:r>
              <a:rPr lang="en-US" altLang="zh-CN" sz="2600" dirty="0">
                <a:latin typeface="Times New Roman" panose="02020603050405020304" pitchFamily="18" charset="0"/>
                <a:ea typeface="楷体" panose="02010609060101010101" pitchFamily="49" charset="-122"/>
              </a:rPr>
              <a:t>W</a:t>
            </a:r>
            <a:r>
              <a:rPr lang="zh-CN" altLang="en-US" sz="2600" dirty="0">
                <a:latin typeface="Times New Roman" panose="02020603050405020304" pitchFamily="18" charset="0"/>
                <a:ea typeface="楷体" panose="02010609060101010101" pitchFamily="49" charset="-122"/>
              </a:rPr>
              <a:t>的关系</a:t>
            </a:r>
            <a:r>
              <a:rPr lang="en-US" altLang="zh-CN" sz="2600" dirty="0">
                <a:latin typeface="Times New Roman" panose="02020603050405020304" pitchFamily="18" charset="0"/>
                <a:ea typeface="楷体" panose="02010609060101010101" pitchFamily="49" charset="-122"/>
              </a:rPr>
              <a:t>R</a:t>
            </a:r>
            <a:r>
              <a:rPr lang="zh-CN" altLang="en-US" sz="2600" dirty="0">
                <a:latin typeface="Times New Roman" panose="02020603050405020304" pitchFamily="18" charset="0"/>
                <a:ea typeface="楷体" panose="02010609060101010101" pitchFamily="49" charset="-122"/>
              </a:rPr>
              <a:t>，是指</a:t>
            </a:r>
            <a:r>
              <a:rPr lang="en-US" altLang="zh-CN" sz="2600" dirty="0" err="1">
                <a:latin typeface="Times New Roman" panose="02020603050405020304" pitchFamily="18" charset="0"/>
                <a:ea typeface="楷体" panose="02010609060101010101" pitchFamily="49" charset="-122"/>
              </a:rPr>
              <a:t>V×W</a:t>
            </a:r>
            <a:r>
              <a:rPr lang="zh-CN" altLang="en-US" sz="2600" dirty="0">
                <a:latin typeface="Times New Roman" panose="02020603050405020304" pitchFamily="18" charset="0"/>
                <a:ea typeface="楷体" panose="02010609060101010101" pitchFamily="49" charset="-122"/>
              </a:rPr>
              <a:t>上的一个子集，即</a:t>
            </a:r>
          </a:p>
          <a:p>
            <a:pPr eaLnBrk="1" latinLnBrk="0" hangingPunct="1">
              <a:lnSpc>
                <a:spcPct val="105000"/>
              </a:lnSpc>
              <a:spcBef>
                <a:spcPct val="15000"/>
              </a:spcBef>
              <a:buFontTx/>
              <a:buNone/>
            </a:pPr>
            <a:r>
              <a:rPr lang="zh-CN" altLang="en-US" sz="2600" dirty="0">
                <a:latin typeface="Times New Roman" panose="02020603050405020304" pitchFamily="18" charset="0"/>
                <a:ea typeface="楷体" panose="02010609060101010101" pitchFamily="49" charset="-122"/>
              </a:rPr>
              <a:t>                </a:t>
            </a:r>
            <a:r>
              <a:rPr lang="en-US" altLang="zh-CN" sz="2600" dirty="0">
                <a:latin typeface="Times New Roman" panose="02020603050405020304" pitchFamily="18" charset="0"/>
                <a:ea typeface="楷体" panose="02010609060101010101" pitchFamily="49" charset="-122"/>
              </a:rPr>
              <a:t>R        </a:t>
            </a:r>
            <a:r>
              <a:rPr lang="en-US" altLang="zh-CN" sz="2600" dirty="0" err="1">
                <a:latin typeface="Times New Roman" panose="02020603050405020304" pitchFamily="18" charset="0"/>
                <a:ea typeface="楷体" panose="02010609060101010101" pitchFamily="49" charset="-122"/>
              </a:rPr>
              <a:t>V×W</a:t>
            </a:r>
            <a:endParaRPr lang="en-US" altLang="zh-CN" sz="2600" dirty="0">
              <a:latin typeface="Times New Roman" panose="02020603050405020304" pitchFamily="18" charset="0"/>
              <a:ea typeface="楷体" panose="02010609060101010101" pitchFamily="49" charset="-122"/>
            </a:endParaRPr>
          </a:p>
          <a:p>
            <a:pPr eaLnBrk="1" latinLnBrk="0" hangingPunct="1">
              <a:lnSpc>
                <a:spcPct val="105000"/>
              </a:lnSpc>
              <a:spcBef>
                <a:spcPct val="15000"/>
              </a:spcBef>
              <a:buFontTx/>
              <a:buNone/>
            </a:pPr>
            <a:r>
              <a:rPr lang="zh-CN" altLang="en-US" sz="2600" dirty="0">
                <a:latin typeface="Times New Roman" panose="02020603050405020304" pitchFamily="18" charset="0"/>
                <a:ea typeface="楷体" panose="02010609060101010101" pitchFamily="49" charset="-122"/>
              </a:rPr>
              <a:t>记为 </a:t>
            </a:r>
          </a:p>
          <a:p>
            <a:pPr eaLnBrk="1" latinLnBrk="0" hangingPunct="1">
              <a:lnSpc>
                <a:spcPct val="105000"/>
              </a:lnSpc>
              <a:spcBef>
                <a:spcPct val="15000"/>
              </a:spcBef>
              <a:buFontTx/>
              <a:buNone/>
            </a:pPr>
            <a:endParaRPr lang="zh-CN" altLang="en-US" sz="2600" dirty="0">
              <a:latin typeface="Times New Roman" panose="02020603050405020304" pitchFamily="18" charset="0"/>
              <a:ea typeface="楷体" panose="02010609060101010101" pitchFamily="49" charset="-122"/>
            </a:endParaRPr>
          </a:p>
          <a:p>
            <a:pPr eaLnBrk="1" latinLnBrk="0" hangingPunct="1">
              <a:lnSpc>
                <a:spcPct val="105000"/>
              </a:lnSpc>
              <a:spcBef>
                <a:spcPct val="15000"/>
              </a:spcBef>
              <a:buFontTx/>
              <a:buNone/>
            </a:pPr>
            <a:r>
              <a:rPr lang="zh-CN" altLang="en-US" sz="2600" dirty="0">
                <a:latin typeface="Times New Roman" panose="02020603050405020304" pitchFamily="18" charset="0"/>
                <a:ea typeface="楷体" panose="02010609060101010101" pitchFamily="49" charset="-122"/>
              </a:rPr>
              <a:t>     对于</a:t>
            </a:r>
            <a:r>
              <a:rPr lang="en-US" altLang="zh-CN" sz="2600" dirty="0" err="1">
                <a:latin typeface="Times New Roman" panose="02020603050405020304" pitchFamily="18" charset="0"/>
                <a:ea typeface="楷体" panose="02010609060101010101" pitchFamily="49" charset="-122"/>
              </a:rPr>
              <a:t>V×W</a:t>
            </a:r>
            <a:r>
              <a:rPr lang="zh-CN" altLang="en-US" sz="2600" dirty="0">
                <a:latin typeface="Times New Roman" panose="02020603050405020304" pitchFamily="18" charset="0"/>
                <a:ea typeface="楷体" panose="02010609060101010101" pitchFamily="49" charset="-122"/>
              </a:rPr>
              <a:t>中的元素</a:t>
            </a:r>
            <a:r>
              <a:rPr lang="en-US" altLang="zh-CN" sz="2600" dirty="0">
                <a:latin typeface="Times New Roman" panose="02020603050405020304" pitchFamily="18" charset="0"/>
                <a:ea typeface="楷体" panose="02010609060101010101" pitchFamily="49" charset="-122"/>
              </a:rPr>
              <a:t>(</a:t>
            </a:r>
            <a:r>
              <a:rPr lang="en-US" altLang="zh-CN" sz="2600" dirty="0" err="1">
                <a:latin typeface="Times New Roman" panose="02020603050405020304" pitchFamily="18" charset="0"/>
                <a:ea typeface="楷体" panose="02010609060101010101" pitchFamily="49" charset="-122"/>
              </a:rPr>
              <a:t>v,w</a:t>
            </a:r>
            <a:r>
              <a:rPr lang="en-US" altLang="zh-CN" sz="2600" dirty="0">
                <a:latin typeface="Times New Roman" panose="02020603050405020304" pitchFamily="18" charset="0"/>
                <a:ea typeface="楷体" panose="02010609060101010101" pitchFamily="49" charset="-122"/>
              </a:rPr>
              <a:t>)</a:t>
            </a:r>
            <a:r>
              <a:rPr lang="zh-CN" altLang="en-US" sz="2600" dirty="0">
                <a:latin typeface="Times New Roman" panose="02020603050405020304" pitchFamily="18" charset="0"/>
                <a:ea typeface="楷体" panose="02010609060101010101" pitchFamily="49" charset="-122"/>
              </a:rPr>
              <a:t>，若</a:t>
            </a:r>
            <a:r>
              <a:rPr lang="en-US" altLang="zh-CN" sz="2600" dirty="0">
                <a:latin typeface="Times New Roman" panose="02020603050405020304" pitchFamily="18" charset="0"/>
                <a:ea typeface="楷体" panose="02010609060101010101" pitchFamily="49" charset="-122"/>
              </a:rPr>
              <a:t>(</a:t>
            </a:r>
            <a:r>
              <a:rPr lang="en-US" altLang="zh-CN" sz="2600" dirty="0" err="1">
                <a:latin typeface="Times New Roman" panose="02020603050405020304" pitchFamily="18" charset="0"/>
                <a:ea typeface="楷体" panose="02010609060101010101" pitchFamily="49" charset="-122"/>
              </a:rPr>
              <a:t>v,w</a:t>
            </a:r>
            <a:r>
              <a:rPr lang="en-US" altLang="zh-CN" sz="2600" dirty="0">
                <a:latin typeface="Times New Roman" panose="02020603050405020304" pitchFamily="18" charset="0"/>
                <a:ea typeface="楷体" panose="02010609060101010101" pitchFamily="49" charset="-122"/>
              </a:rPr>
              <a:t>)∈R</a:t>
            </a:r>
            <a:r>
              <a:rPr lang="zh-CN" altLang="en-US" sz="2600" dirty="0">
                <a:latin typeface="Times New Roman" panose="02020603050405020304" pitchFamily="18" charset="0"/>
                <a:ea typeface="楷体" panose="02010609060101010101" pitchFamily="49" charset="-122"/>
              </a:rPr>
              <a:t>，则称</a:t>
            </a:r>
            <a:r>
              <a:rPr lang="en-US" altLang="zh-CN" sz="2600" dirty="0">
                <a:latin typeface="Times New Roman" panose="02020603050405020304" pitchFamily="18" charset="0"/>
                <a:ea typeface="楷体" panose="02010609060101010101" pitchFamily="49" charset="-122"/>
              </a:rPr>
              <a:t>v</a:t>
            </a:r>
            <a:r>
              <a:rPr lang="zh-CN" altLang="en-US" sz="2600" dirty="0">
                <a:latin typeface="Times New Roman" panose="02020603050405020304" pitchFamily="18" charset="0"/>
                <a:ea typeface="楷体" panose="02010609060101010101" pitchFamily="49" charset="-122"/>
              </a:rPr>
              <a:t>与</a:t>
            </a:r>
            <a:r>
              <a:rPr lang="en-US" altLang="zh-CN" sz="2600" dirty="0">
                <a:latin typeface="Times New Roman" panose="02020603050405020304" pitchFamily="18" charset="0"/>
                <a:ea typeface="楷体" panose="02010609060101010101" pitchFamily="49" charset="-122"/>
              </a:rPr>
              <a:t>w</a:t>
            </a:r>
            <a:r>
              <a:rPr lang="zh-CN" altLang="en-US" sz="2600" dirty="0">
                <a:latin typeface="Times New Roman" panose="02020603050405020304" pitchFamily="18" charset="0"/>
                <a:ea typeface="楷体" panose="02010609060101010101" pitchFamily="49" charset="-122"/>
              </a:rPr>
              <a:t>有关系</a:t>
            </a:r>
            <a:r>
              <a:rPr lang="en-US" altLang="zh-CN" sz="2600" dirty="0">
                <a:latin typeface="Times New Roman" panose="02020603050405020304" pitchFamily="18" charset="0"/>
                <a:ea typeface="楷体" panose="02010609060101010101" pitchFamily="49" charset="-122"/>
              </a:rPr>
              <a:t>R</a:t>
            </a:r>
            <a:r>
              <a:rPr lang="zh-CN" altLang="en-US" sz="2600" dirty="0">
                <a:latin typeface="Times New Roman" panose="02020603050405020304" pitchFamily="18" charset="0"/>
                <a:ea typeface="楷体" panose="02010609060101010101" pitchFamily="49" charset="-122"/>
              </a:rPr>
              <a:t>；若</a:t>
            </a:r>
            <a:r>
              <a:rPr lang="en-US" altLang="zh-CN" sz="2600" dirty="0">
                <a:latin typeface="Times New Roman" panose="02020603050405020304" pitchFamily="18" charset="0"/>
                <a:ea typeface="楷体" panose="02010609060101010101" pitchFamily="49" charset="-122"/>
              </a:rPr>
              <a:t>(</a:t>
            </a:r>
            <a:r>
              <a:rPr lang="en-US" altLang="zh-CN" sz="2600" dirty="0" err="1">
                <a:latin typeface="Times New Roman" panose="02020603050405020304" pitchFamily="18" charset="0"/>
                <a:ea typeface="楷体" panose="02010609060101010101" pitchFamily="49" charset="-122"/>
              </a:rPr>
              <a:t>v,w</a:t>
            </a:r>
            <a:r>
              <a:rPr lang="en-US" altLang="zh-CN" sz="2600" dirty="0">
                <a:latin typeface="Times New Roman" panose="02020603050405020304" pitchFamily="18" charset="0"/>
                <a:ea typeface="楷体" panose="02010609060101010101" pitchFamily="49" charset="-122"/>
              </a:rPr>
              <a:t>)     R</a:t>
            </a:r>
            <a:r>
              <a:rPr lang="zh-CN" altLang="en-US" sz="2600" dirty="0">
                <a:latin typeface="Times New Roman" panose="02020603050405020304" pitchFamily="18" charset="0"/>
                <a:ea typeface="楷体" panose="02010609060101010101" pitchFamily="49" charset="-122"/>
              </a:rPr>
              <a:t>，则称</a:t>
            </a:r>
            <a:r>
              <a:rPr lang="en-US" altLang="zh-CN" sz="2600" dirty="0">
                <a:latin typeface="Times New Roman" panose="02020603050405020304" pitchFamily="18" charset="0"/>
                <a:ea typeface="楷体" panose="02010609060101010101" pitchFamily="49" charset="-122"/>
              </a:rPr>
              <a:t>v</a:t>
            </a:r>
            <a:r>
              <a:rPr lang="zh-CN" altLang="en-US" sz="2600" dirty="0">
                <a:latin typeface="Times New Roman" panose="02020603050405020304" pitchFamily="18" charset="0"/>
                <a:ea typeface="楷体" panose="02010609060101010101" pitchFamily="49" charset="-122"/>
              </a:rPr>
              <a:t>与</a:t>
            </a:r>
            <a:r>
              <a:rPr lang="en-US" altLang="zh-CN" sz="2600" dirty="0">
                <a:latin typeface="Times New Roman" panose="02020603050405020304" pitchFamily="18" charset="0"/>
                <a:ea typeface="楷体" panose="02010609060101010101" pitchFamily="49" charset="-122"/>
              </a:rPr>
              <a:t>w</a:t>
            </a:r>
            <a:r>
              <a:rPr lang="zh-CN" altLang="en-US" sz="2600" dirty="0">
                <a:latin typeface="Times New Roman" panose="02020603050405020304" pitchFamily="18" charset="0"/>
                <a:ea typeface="楷体" panose="02010609060101010101" pitchFamily="49" charset="-122"/>
              </a:rPr>
              <a:t>没有关系。 </a:t>
            </a:r>
          </a:p>
        </p:txBody>
      </p:sp>
      <p:graphicFrame>
        <p:nvGraphicFramePr>
          <p:cNvPr id="141316" name="Object 3"/>
          <p:cNvGraphicFramePr>
            <a:graphicFrameLocks noChangeAspect="1"/>
          </p:cNvGraphicFramePr>
          <p:nvPr/>
        </p:nvGraphicFramePr>
        <p:xfrm>
          <a:off x="2124075" y="4322763"/>
          <a:ext cx="1439863" cy="498475"/>
        </p:xfrm>
        <a:graphic>
          <a:graphicData uri="http://schemas.openxmlformats.org/presentationml/2006/ole">
            <mc:AlternateContent xmlns:mc="http://schemas.openxmlformats.org/markup-compatibility/2006">
              <mc:Choice xmlns:v="urn:schemas-microsoft-com:vml" Requires="v">
                <p:oleObj spid="_x0000_s28714" name="Equation" r:id="rId3" imgW="685800" imgH="203200" progId="Equation.3">
                  <p:embed/>
                </p:oleObj>
              </mc:Choice>
              <mc:Fallback>
                <p:oleObj name="Equation" r:id="rId3" imgW="685800" imgH="2032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4075" y="4322763"/>
                        <a:ext cx="1439863"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1317" name="Object 4"/>
          <p:cNvGraphicFramePr>
            <a:graphicFrameLocks noChangeAspect="1"/>
          </p:cNvGraphicFramePr>
          <p:nvPr/>
        </p:nvGraphicFramePr>
        <p:xfrm>
          <a:off x="4356100" y="2659063"/>
          <a:ext cx="612775" cy="336550"/>
        </p:xfrm>
        <a:graphic>
          <a:graphicData uri="http://schemas.openxmlformats.org/presentationml/2006/ole">
            <mc:AlternateContent xmlns:mc="http://schemas.openxmlformats.org/markup-compatibility/2006">
              <mc:Choice xmlns:v="urn:schemas-microsoft-com:vml" Requires="v">
                <p:oleObj spid="_x0000_s28715" name="Equation" r:id="rId5" imgW="368140" imgH="177723" progId="Equation.3">
                  <p:embed/>
                </p:oleObj>
              </mc:Choice>
              <mc:Fallback>
                <p:oleObj name="Equation" r:id="rId5" imgW="368140" imgH="177723"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56100" y="2659063"/>
                        <a:ext cx="612775"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1318" name="Object 5"/>
          <p:cNvGraphicFramePr>
            <a:graphicFrameLocks noChangeAspect="1"/>
          </p:cNvGraphicFramePr>
          <p:nvPr/>
        </p:nvGraphicFramePr>
        <p:xfrm>
          <a:off x="6156325" y="2659063"/>
          <a:ext cx="792163" cy="327025"/>
        </p:xfrm>
        <a:graphic>
          <a:graphicData uri="http://schemas.openxmlformats.org/presentationml/2006/ole">
            <mc:AlternateContent xmlns:mc="http://schemas.openxmlformats.org/markup-compatibility/2006">
              <mc:Choice xmlns:v="urn:schemas-microsoft-com:vml" Requires="v">
                <p:oleObj spid="_x0000_s28716" name="Equation" r:id="rId7" imgW="431425" imgH="177646" progId="Equation.3">
                  <p:embed/>
                </p:oleObj>
              </mc:Choice>
              <mc:Fallback>
                <p:oleObj name="Equation" r:id="rId7" imgW="431425" imgH="177646"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156325" y="2659063"/>
                        <a:ext cx="792163" cy="327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1319" name="Object 6"/>
          <p:cNvGraphicFramePr>
            <a:graphicFrameLocks noChangeAspect="1"/>
          </p:cNvGraphicFramePr>
          <p:nvPr/>
        </p:nvGraphicFramePr>
        <p:xfrm>
          <a:off x="2051050" y="3595688"/>
          <a:ext cx="325438" cy="325437"/>
        </p:xfrm>
        <a:graphic>
          <a:graphicData uri="http://schemas.openxmlformats.org/presentationml/2006/ole">
            <mc:AlternateContent xmlns:mc="http://schemas.openxmlformats.org/markup-compatibility/2006">
              <mc:Choice xmlns:v="urn:schemas-microsoft-com:vml" Requires="v">
                <p:oleObj spid="_x0000_s28717" name="公式" r:id="rId9" imgW="152268" imgH="152268" progId="Equation.3">
                  <p:embed/>
                </p:oleObj>
              </mc:Choice>
              <mc:Fallback>
                <p:oleObj name="公式" r:id="rId9" imgW="152268" imgH="152268"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051050" y="3595688"/>
                        <a:ext cx="325438" cy="32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1320" name="Object 8"/>
          <p:cNvGraphicFramePr>
            <a:graphicFrameLocks noChangeAspect="1"/>
          </p:cNvGraphicFramePr>
          <p:nvPr/>
        </p:nvGraphicFramePr>
        <p:xfrm>
          <a:off x="2268538" y="5395913"/>
          <a:ext cx="360362" cy="431800"/>
        </p:xfrm>
        <a:graphic>
          <a:graphicData uri="http://schemas.openxmlformats.org/presentationml/2006/ole">
            <mc:AlternateContent xmlns:mc="http://schemas.openxmlformats.org/markup-compatibility/2006">
              <mc:Choice xmlns:v="urn:schemas-microsoft-com:vml" Requires="v">
                <p:oleObj spid="_x0000_s28718" name="Equation" r:id="rId11" imgW="126835" imgH="152202" progId="Equation.DSMT4">
                  <p:embed/>
                </p:oleObj>
              </mc:Choice>
              <mc:Fallback>
                <p:oleObj name="Equation" r:id="rId11" imgW="126835" imgH="152202" progId="Equation.DSMT4">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68538" y="5395913"/>
                        <a:ext cx="360362"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29097" name="Rectangle 9"/>
          <p:cNvSpPr>
            <a:spLocks noChangeArrowheads="1"/>
          </p:cNvSpPr>
          <p:nvPr/>
        </p:nvSpPr>
        <p:spPr bwMode="auto">
          <a:xfrm>
            <a:off x="685800" y="476250"/>
            <a:ext cx="7772400" cy="792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kumimoji="1" sz="4000">
                <a:solidFill>
                  <a:srgbClr val="0033CC"/>
                </a:solidFill>
                <a:latin typeface="宋体" panose="02010600030101010101" pitchFamily="2" charset="-122"/>
                <a:ea typeface="宋体" panose="02010600030101010101" pitchFamily="2" charset="-122"/>
              </a:defRPr>
            </a:lvl1pPr>
            <a:lvl2pPr>
              <a:defRPr kumimoji="1" sz="4000">
                <a:solidFill>
                  <a:srgbClr val="0033CC"/>
                </a:solidFill>
                <a:latin typeface="宋体" panose="02010600030101010101" pitchFamily="2" charset="-122"/>
                <a:ea typeface="宋体" panose="02010600030101010101" pitchFamily="2" charset="-122"/>
              </a:defRPr>
            </a:lvl2pPr>
            <a:lvl3pPr>
              <a:defRPr kumimoji="1" sz="4000">
                <a:solidFill>
                  <a:srgbClr val="0033CC"/>
                </a:solidFill>
                <a:latin typeface="宋体" panose="02010600030101010101" pitchFamily="2" charset="-122"/>
                <a:ea typeface="宋体" panose="02010600030101010101" pitchFamily="2" charset="-122"/>
              </a:defRPr>
            </a:lvl3pPr>
            <a:lvl4pPr>
              <a:defRPr kumimoji="1" sz="4000">
                <a:solidFill>
                  <a:srgbClr val="0033CC"/>
                </a:solidFill>
                <a:latin typeface="宋体" panose="02010600030101010101" pitchFamily="2" charset="-122"/>
                <a:ea typeface="宋体" panose="02010600030101010101" pitchFamily="2" charset="-122"/>
              </a:defRPr>
            </a:lvl4pPr>
            <a:lvl5pPr>
              <a:defRPr kumimoji="1" sz="4000">
                <a:solidFill>
                  <a:srgbClr val="0033CC"/>
                </a:solidFill>
                <a:latin typeface="宋体" panose="02010600030101010101" pitchFamily="2" charset="-122"/>
                <a:ea typeface="宋体" panose="02010600030101010101" pitchFamily="2" charset="-122"/>
              </a:defRPr>
            </a:lvl5pPr>
            <a:lvl6pPr marL="45720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6pPr>
            <a:lvl7pPr marL="91440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7pPr>
            <a:lvl8pPr marL="137160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8pPr>
            <a:lvl9pPr marL="182880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9pPr>
          </a:lstStyle>
          <a:p>
            <a:pPr algn="ctr" eaLnBrk="1" latinLnBrk="1" hangingPunct="1">
              <a:defRPr/>
            </a:pPr>
            <a:r>
              <a:rPr lang="en-US" altLang="zh-CN" sz="3200" b="1" dirty="0">
                <a:solidFill>
                  <a:schemeClr val="tx1"/>
                </a:solidFill>
                <a:latin typeface="微软雅黑" panose="020B0503020204020204" pitchFamily="34" charset="-122"/>
                <a:ea typeface="微软雅黑" panose="020B0503020204020204" pitchFamily="34" charset="-122"/>
                <a:cs typeface="+mj-cs"/>
              </a:rPr>
              <a:t>3.6.2 </a:t>
            </a:r>
            <a:r>
              <a:rPr lang="zh-CN" altLang="en-US" sz="3200" b="1" dirty="0">
                <a:solidFill>
                  <a:schemeClr val="tx1"/>
                </a:solidFill>
                <a:latin typeface="微软雅黑" panose="020B0503020204020204" pitchFamily="34" charset="-122"/>
                <a:ea typeface="微软雅黑" panose="020B0503020204020204" pitchFamily="34" charset="-122"/>
                <a:cs typeface="+mj-cs"/>
              </a:rPr>
              <a:t>模糊</a:t>
            </a:r>
            <a:r>
              <a:rPr lang="zh-CN" altLang="en-US" sz="3200" b="1" dirty="0">
                <a:solidFill>
                  <a:schemeClr val="tx1"/>
                </a:solidFill>
                <a:latin typeface="微软雅黑" panose="020B0503020204020204" pitchFamily="34" charset="-122"/>
                <a:ea typeface="微软雅黑" panose="020B0503020204020204" pitchFamily="34" charset="-122"/>
                <a:cs typeface="+mj-cs"/>
              </a:rPr>
              <a:t>关系</a:t>
            </a:r>
          </a:p>
        </p:txBody>
      </p:sp>
      <p:sp>
        <p:nvSpPr>
          <p:cNvPr id="141323" name="矩形 1"/>
          <p:cNvSpPr>
            <a:spLocks noChangeArrowheads="1"/>
          </p:cNvSpPr>
          <p:nvPr/>
        </p:nvSpPr>
        <p:spPr bwMode="auto">
          <a:xfrm>
            <a:off x="668338" y="1454150"/>
            <a:ext cx="341630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eaLnBrk="1" latinLnBrk="0" hangingPunct="1">
              <a:spcBef>
                <a:spcPct val="0"/>
              </a:spcBef>
              <a:buFontTx/>
              <a:buNone/>
            </a:pPr>
            <a:r>
              <a:rPr kumimoji="0" lang="zh-CN" altLang="en-US" sz="2800" b="1">
                <a:latin typeface="Times New Roman" panose="02020603050405020304" pitchFamily="18" charset="0"/>
                <a:ea typeface="楷体" panose="02010609060101010101" pitchFamily="49" charset="-122"/>
              </a:rPr>
              <a:t>二元普通关系定义：</a:t>
            </a:r>
          </a:p>
        </p:txBody>
      </p:sp>
    </p:spTree>
    <p:extLst>
      <p:ext uri="{BB962C8B-B14F-4D97-AF65-F5344CB8AC3E}">
        <p14:creationId xmlns:p14="http://schemas.microsoft.com/office/powerpoint/2010/main" val="3134952305"/>
      </p:ext>
    </p:extLst>
  </p:cSld>
  <p:clrMapOvr>
    <a:masterClrMapping/>
  </p:clrMapOvr>
  <p:transition/>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灯片编号占位符 1"/>
          <p:cNvSpPr>
            <a:spLocks noGrp="1"/>
          </p:cNvSpPr>
          <p:nvPr>
            <p:ph type="sldNum" sz="quarter" idx="4294967295"/>
          </p:nvPr>
        </p:nvSpPr>
        <p:spPr>
          <a:xfrm>
            <a:off x="6553200" y="6245225"/>
            <a:ext cx="2133600" cy="476250"/>
          </a:xfrm>
          <a:prstGeom prst="rect">
            <a:avLst/>
          </a:prstGeom>
          <a:noFill/>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a:spcBef>
                <a:spcPct val="0"/>
              </a:spcBef>
              <a:buFontTx/>
              <a:buNone/>
            </a:pPr>
            <a:fld id="{8559B5DE-CFF3-47A3-B7F2-07CE73B5AA47}" type="slidenum">
              <a:rPr lang="zh-CN" altLang="en-US" sz="1400" smtClean="0">
                <a:latin typeface="Gulim" panose="02010600030101010101" charset="-122"/>
                <a:ea typeface="Gulim" panose="02010600030101010101" charset="-122"/>
              </a:rPr>
              <a:pPr>
                <a:spcBef>
                  <a:spcPct val="0"/>
                </a:spcBef>
                <a:buFontTx/>
                <a:buNone/>
              </a:pPr>
              <a:t>130</a:t>
            </a:fld>
            <a:endParaRPr lang="en-US" altLang="zh-CN" sz="1400" smtClean="0">
              <a:latin typeface="Gulim" panose="02010600030101010101" charset="-122"/>
              <a:ea typeface="Gulim" panose="02010600030101010101" charset="-122"/>
            </a:endParaRPr>
          </a:p>
        </p:txBody>
      </p:sp>
      <p:sp>
        <p:nvSpPr>
          <p:cNvPr id="142339" name="Text Box 2"/>
          <p:cNvSpPr txBox="1">
            <a:spLocks noChangeArrowheads="1"/>
          </p:cNvSpPr>
          <p:nvPr/>
        </p:nvSpPr>
        <p:spPr bwMode="auto">
          <a:xfrm>
            <a:off x="539750" y="1543050"/>
            <a:ext cx="8389938" cy="37242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algn="just" eaLnBrk="1" latinLnBrk="0" hangingPunct="1">
              <a:spcBef>
                <a:spcPct val="50000"/>
              </a:spcBef>
              <a:buFontTx/>
              <a:buNone/>
            </a:pPr>
            <a:r>
              <a:rPr lang="zh-CN" altLang="en-US" sz="2800">
                <a:latin typeface="Times New Roman" panose="02020603050405020304" pitchFamily="18" charset="0"/>
                <a:ea typeface="楷体" panose="02010609060101010101" pitchFamily="49" charset="-122"/>
              </a:rPr>
              <a:t>    例：设</a:t>
            </a:r>
            <a:r>
              <a:rPr lang="en-US" altLang="zh-CN" sz="2800">
                <a:latin typeface="Times New Roman" panose="02020603050405020304" pitchFamily="18" charset="0"/>
                <a:ea typeface="楷体" panose="02010609060101010101" pitchFamily="49" charset="-122"/>
              </a:rPr>
              <a:t>V={1</a:t>
            </a:r>
            <a:r>
              <a:rPr lang="zh-CN" altLang="en-US" sz="2800">
                <a:latin typeface="Times New Roman" panose="02020603050405020304" pitchFamily="18" charset="0"/>
                <a:ea typeface="楷体" panose="02010609060101010101" pitchFamily="49" charset="-122"/>
              </a:rPr>
              <a:t>班，</a:t>
            </a:r>
            <a:r>
              <a:rPr lang="en-US" altLang="zh-CN" sz="2800">
                <a:latin typeface="Times New Roman" panose="02020603050405020304" pitchFamily="18" charset="0"/>
                <a:ea typeface="楷体" panose="02010609060101010101" pitchFamily="49" charset="-122"/>
              </a:rPr>
              <a:t>2</a:t>
            </a:r>
            <a:r>
              <a:rPr lang="zh-CN" altLang="en-US" sz="2800">
                <a:latin typeface="Times New Roman" panose="02020603050405020304" pitchFamily="18" charset="0"/>
                <a:ea typeface="楷体" panose="02010609060101010101" pitchFamily="49" charset="-122"/>
              </a:rPr>
              <a:t>班，</a:t>
            </a:r>
            <a:r>
              <a:rPr lang="en-US" altLang="zh-CN" sz="2800">
                <a:latin typeface="Times New Roman" panose="02020603050405020304" pitchFamily="18" charset="0"/>
                <a:ea typeface="楷体" panose="02010609060101010101" pitchFamily="49" charset="-122"/>
              </a:rPr>
              <a:t>3</a:t>
            </a:r>
            <a:r>
              <a:rPr lang="zh-CN" altLang="en-US" sz="2800">
                <a:latin typeface="Times New Roman" panose="02020603050405020304" pitchFamily="18" charset="0"/>
                <a:ea typeface="楷体" panose="02010609060101010101" pitchFamily="49" charset="-122"/>
              </a:rPr>
              <a:t>班</a:t>
            </a:r>
            <a:r>
              <a:rPr lang="en-US" altLang="zh-CN" sz="2800">
                <a:latin typeface="Times New Roman" panose="02020603050405020304" pitchFamily="18" charset="0"/>
                <a:ea typeface="楷体" panose="02010609060101010101" pitchFamily="49" charset="-122"/>
              </a:rPr>
              <a:t>}</a:t>
            </a:r>
            <a:r>
              <a:rPr lang="zh-CN" altLang="en-US" sz="2800">
                <a:latin typeface="Times New Roman" panose="02020603050405020304" pitchFamily="18" charset="0"/>
                <a:ea typeface="楷体" panose="02010609060101010101" pitchFamily="49" charset="-122"/>
              </a:rPr>
              <a:t>，</a:t>
            </a:r>
            <a:r>
              <a:rPr lang="en-US" altLang="zh-CN" sz="2800">
                <a:latin typeface="Times New Roman" panose="02020603050405020304" pitchFamily="18" charset="0"/>
                <a:ea typeface="楷体" panose="02010609060101010101" pitchFamily="49" charset="-122"/>
              </a:rPr>
              <a:t>W={</a:t>
            </a:r>
            <a:r>
              <a:rPr lang="zh-CN" altLang="en-US" sz="2800">
                <a:latin typeface="Times New Roman" panose="02020603050405020304" pitchFamily="18" charset="0"/>
                <a:ea typeface="楷体" panose="02010609060101010101" pitchFamily="49" charset="-122"/>
              </a:rPr>
              <a:t>男队，女队</a:t>
            </a:r>
            <a:r>
              <a:rPr lang="en-US" altLang="zh-CN" sz="2800">
                <a:latin typeface="Times New Roman" panose="02020603050405020304" pitchFamily="18" charset="0"/>
                <a:ea typeface="楷体" panose="02010609060101010101" pitchFamily="49" charset="-122"/>
              </a:rPr>
              <a:t>}</a:t>
            </a:r>
          </a:p>
          <a:p>
            <a:pPr algn="just" eaLnBrk="1" latinLnBrk="0" hangingPunct="1">
              <a:spcBef>
                <a:spcPct val="50000"/>
              </a:spcBef>
              <a:buFontTx/>
              <a:buNone/>
            </a:pPr>
            <a:r>
              <a:rPr lang="zh-CN" altLang="en-US" sz="2800">
                <a:latin typeface="Times New Roman" panose="02020603050405020304" pitchFamily="18" charset="0"/>
                <a:ea typeface="楷体" panose="02010609060101010101" pitchFamily="49" charset="-122"/>
              </a:rPr>
              <a:t>则</a:t>
            </a:r>
            <a:r>
              <a:rPr lang="en-US" altLang="zh-CN" sz="2800">
                <a:latin typeface="Times New Roman" panose="02020603050405020304" pitchFamily="18" charset="0"/>
                <a:ea typeface="楷体" panose="02010609060101010101" pitchFamily="49" charset="-122"/>
              </a:rPr>
              <a:t>V×W</a:t>
            </a:r>
            <a:r>
              <a:rPr lang="zh-CN" altLang="en-US" sz="2800">
                <a:latin typeface="Times New Roman" panose="02020603050405020304" pitchFamily="18" charset="0"/>
                <a:ea typeface="楷体" panose="02010609060101010101" pitchFamily="49" charset="-122"/>
              </a:rPr>
              <a:t>中有</a:t>
            </a:r>
            <a:r>
              <a:rPr lang="en-US" altLang="zh-CN" sz="2800">
                <a:latin typeface="Times New Roman" panose="02020603050405020304" pitchFamily="18" charset="0"/>
                <a:ea typeface="楷体" panose="02010609060101010101" pitchFamily="49" charset="-122"/>
              </a:rPr>
              <a:t>6</a:t>
            </a:r>
            <a:r>
              <a:rPr lang="zh-CN" altLang="en-US" sz="2800">
                <a:latin typeface="Times New Roman" panose="02020603050405020304" pitchFamily="18" charset="0"/>
                <a:ea typeface="楷体" panose="02010609060101010101" pitchFamily="49" charset="-122"/>
              </a:rPr>
              <a:t>个元素，即</a:t>
            </a:r>
          </a:p>
          <a:p>
            <a:pPr algn="just" eaLnBrk="1" latinLnBrk="0" hangingPunct="1">
              <a:spcBef>
                <a:spcPct val="50000"/>
              </a:spcBef>
              <a:buFontTx/>
              <a:buNone/>
            </a:pPr>
            <a:r>
              <a:rPr lang="zh-CN" altLang="en-US" sz="2800">
                <a:latin typeface="Times New Roman" panose="02020603050405020304" pitchFamily="18" charset="0"/>
                <a:ea typeface="楷体" panose="02010609060101010101" pitchFamily="49" charset="-122"/>
              </a:rPr>
              <a:t>    </a:t>
            </a:r>
            <a:r>
              <a:rPr lang="en-US" altLang="zh-CN" sz="2800">
                <a:latin typeface="Times New Roman" panose="02020603050405020304" pitchFamily="18" charset="0"/>
                <a:ea typeface="楷体" panose="02010609060101010101" pitchFamily="49" charset="-122"/>
              </a:rPr>
              <a:t>V×W ={(1</a:t>
            </a:r>
            <a:r>
              <a:rPr lang="zh-CN" altLang="en-US" sz="2800">
                <a:latin typeface="Times New Roman" panose="02020603050405020304" pitchFamily="18" charset="0"/>
                <a:ea typeface="楷体" panose="02010609060101010101" pitchFamily="49" charset="-122"/>
              </a:rPr>
              <a:t>班，男队</a:t>
            </a:r>
            <a:r>
              <a:rPr lang="en-US" altLang="zh-CN" sz="2800">
                <a:latin typeface="Times New Roman" panose="02020603050405020304" pitchFamily="18" charset="0"/>
                <a:ea typeface="楷体" panose="02010609060101010101" pitchFamily="49" charset="-122"/>
              </a:rPr>
              <a:t>)</a:t>
            </a:r>
            <a:r>
              <a:rPr lang="zh-CN" altLang="en-US" sz="2800">
                <a:latin typeface="Times New Roman" panose="02020603050405020304" pitchFamily="18" charset="0"/>
                <a:ea typeface="楷体" panose="02010609060101010101" pitchFamily="49" charset="-122"/>
              </a:rPr>
              <a:t>，</a:t>
            </a:r>
            <a:r>
              <a:rPr lang="en-US" altLang="zh-CN" sz="2800">
                <a:latin typeface="Times New Roman" panose="02020603050405020304" pitchFamily="18" charset="0"/>
                <a:ea typeface="楷体" panose="02010609060101010101" pitchFamily="49" charset="-122"/>
              </a:rPr>
              <a:t>(2</a:t>
            </a:r>
            <a:r>
              <a:rPr lang="zh-CN" altLang="en-US" sz="2800">
                <a:latin typeface="Times New Roman" panose="02020603050405020304" pitchFamily="18" charset="0"/>
                <a:ea typeface="楷体" panose="02010609060101010101" pitchFamily="49" charset="-122"/>
              </a:rPr>
              <a:t>班，男队</a:t>
            </a:r>
            <a:r>
              <a:rPr lang="en-US" altLang="zh-CN" sz="2800">
                <a:latin typeface="Times New Roman" panose="02020603050405020304" pitchFamily="18" charset="0"/>
                <a:ea typeface="楷体" panose="02010609060101010101" pitchFamily="49" charset="-122"/>
              </a:rPr>
              <a:t>)</a:t>
            </a:r>
            <a:r>
              <a:rPr lang="zh-CN" altLang="en-US" sz="2800">
                <a:latin typeface="Times New Roman" panose="02020603050405020304" pitchFamily="18" charset="0"/>
                <a:ea typeface="楷体" panose="02010609060101010101" pitchFamily="49" charset="-122"/>
              </a:rPr>
              <a:t>，</a:t>
            </a:r>
            <a:r>
              <a:rPr lang="en-US" altLang="zh-CN" sz="2800">
                <a:latin typeface="Times New Roman" panose="02020603050405020304" pitchFamily="18" charset="0"/>
                <a:ea typeface="楷体" panose="02010609060101010101" pitchFamily="49" charset="-122"/>
              </a:rPr>
              <a:t>(3</a:t>
            </a:r>
            <a:r>
              <a:rPr lang="zh-CN" altLang="en-US" sz="2800">
                <a:latin typeface="Times New Roman" panose="02020603050405020304" pitchFamily="18" charset="0"/>
                <a:ea typeface="楷体" panose="02010609060101010101" pitchFamily="49" charset="-122"/>
              </a:rPr>
              <a:t>班，男队</a:t>
            </a:r>
            <a:r>
              <a:rPr lang="en-US" altLang="zh-CN" sz="2800">
                <a:latin typeface="Times New Roman" panose="02020603050405020304" pitchFamily="18" charset="0"/>
                <a:ea typeface="楷体" panose="02010609060101010101" pitchFamily="49" charset="-122"/>
              </a:rPr>
              <a:t>)</a:t>
            </a:r>
            <a:r>
              <a:rPr lang="zh-CN" altLang="en-US" sz="2800">
                <a:latin typeface="Times New Roman" panose="02020603050405020304" pitchFamily="18" charset="0"/>
                <a:ea typeface="楷体" panose="02010609060101010101" pitchFamily="49" charset="-122"/>
              </a:rPr>
              <a:t>，</a:t>
            </a:r>
            <a:r>
              <a:rPr lang="en-US" altLang="zh-CN" sz="2800">
                <a:latin typeface="Times New Roman" panose="02020603050405020304" pitchFamily="18" charset="0"/>
                <a:ea typeface="楷体" panose="02010609060101010101" pitchFamily="49" charset="-122"/>
              </a:rPr>
              <a:t>(1</a:t>
            </a:r>
            <a:r>
              <a:rPr lang="zh-CN" altLang="en-US" sz="2800">
                <a:latin typeface="Times New Roman" panose="02020603050405020304" pitchFamily="18" charset="0"/>
                <a:ea typeface="楷体" panose="02010609060101010101" pitchFamily="49" charset="-122"/>
              </a:rPr>
              <a:t>班，女队</a:t>
            </a:r>
            <a:r>
              <a:rPr lang="en-US" altLang="zh-CN" sz="2800">
                <a:latin typeface="Times New Roman" panose="02020603050405020304" pitchFamily="18" charset="0"/>
                <a:ea typeface="楷体" panose="02010609060101010101" pitchFamily="49" charset="-122"/>
              </a:rPr>
              <a:t>)</a:t>
            </a:r>
            <a:r>
              <a:rPr lang="zh-CN" altLang="en-US" sz="2800">
                <a:latin typeface="Times New Roman" panose="02020603050405020304" pitchFamily="18" charset="0"/>
                <a:ea typeface="楷体" panose="02010609060101010101" pitchFamily="49" charset="-122"/>
              </a:rPr>
              <a:t>，</a:t>
            </a:r>
            <a:r>
              <a:rPr lang="en-US" altLang="zh-CN" sz="2800">
                <a:latin typeface="Times New Roman" panose="02020603050405020304" pitchFamily="18" charset="0"/>
                <a:ea typeface="楷体" panose="02010609060101010101" pitchFamily="49" charset="-122"/>
              </a:rPr>
              <a:t>(2</a:t>
            </a:r>
            <a:r>
              <a:rPr lang="zh-CN" altLang="en-US" sz="2800">
                <a:latin typeface="Times New Roman" panose="02020603050405020304" pitchFamily="18" charset="0"/>
                <a:ea typeface="楷体" panose="02010609060101010101" pitchFamily="49" charset="-122"/>
              </a:rPr>
              <a:t>班，女队</a:t>
            </a:r>
            <a:r>
              <a:rPr lang="en-US" altLang="zh-CN" sz="2800">
                <a:latin typeface="Times New Roman" panose="02020603050405020304" pitchFamily="18" charset="0"/>
                <a:ea typeface="楷体" panose="02010609060101010101" pitchFamily="49" charset="-122"/>
              </a:rPr>
              <a:t>)</a:t>
            </a:r>
            <a:r>
              <a:rPr lang="zh-CN" altLang="en-US" sz="2800">
                <a:latin typeface="Times New Roman" panose="02020603050405020304" pitchFamily="18" charset="0"/>
                <a:ea typeface="楷体" panose="02010609060101010101" pitchFamily="49" charset="-122"/>
              </a:rPr>
              <a:t>，</a:t>
            </a:r>
            <a:r>
              <a:rPr lang="en-US" altLang="zh-CN" sz="2800">
                <a:latin typeface="Times New Roman" panose="02020603050405020304" pitchFamily="18" charset="0"/>
                <a:ea typeface="楷体" panose="02010609060101010101" pitchFamily="49" charset="-122"/>
              </a:rPr>
              <a:t>(3</a:t>
            </a:r>
            <a:r>
              <a:rPr lang="zh-CN" altLang="en-US" sz="2800">
                <a:latin typeface="Times New Roman" panose="02020603050405020304" pitchFamily="18" charset="0"/>
                <a:ea typeface="楷体" panose="02010609060101010101" pitchFamily="49" charset="-122"/>
              </a:rPr>
              <a:t>班，女队</a:t>
            </a:r>
            <a:r>
              <a:rPr lang="en-US" altLang="zh-CN" sz="2800">
                <a:latin typeface="Times New Roman" panose="02020603050405020304" pitchFamily="18" charset="0"/>
                <a:ea typeface="楷体" panose="02010609060101010101" pitchFamily="49" charset="-122"/>
              </a:rPr>
              <a:t>)}</a:t>
            </a:r>
          </a:p>
          <a:p>
            <a:pPr eaLnBrk="1" latinLnBrk="0" hangingPunct="1">
              <a:spcBef>
                <a:spcPct val="50000"/>
              </a:spcBef>
              <a:buFontTx/>
              <a:buNone/>
            </a:pPr>
            <a:r>
              <a:rPr lang="en-US" altLang="zh-CN" sz="2800">
                <a:latin typeface="Times New Roman" panose="02020603050405020304" pitchFamily="18" charset="0"/>
                <a:ea typeface="楷体" panose="02010609060101010101" pitchFamily="49" charset="-122"/>
              </a:rPr>
              <a:t>    </a:t>
            </a:r>
            <a:r>
              <a:rPr lang="zh-CN" altLang="en-US" sz="2800">
                <a:latin typeface="Times New Roman" panose="02020603050405020304" pitchFamily="18" charset="0"/>
                <a:ea typeface="楷体" panose="02010609060101010101" pitchFamily="49" charset="-122"/>
              </a:rPr>
              <a:t>其中，每个元素是一代表队。假设要进行一种双方对垒的循环赛，则每一个赛局都是</a:t>
            </a:r>
            <a:r>
              <a:rPr lang="en-US" altLang="zh-CN" sz="2800">
                <a:latin typeface="Times New Roman" panose="02020603050405020304" pitchFamily="18" charset="0"/>
                <a:ea typeface="楷体" panose="02010609060101010101" pitchFamily="49" charset="-122"/>
              </a:rPr>
              <a:t>V×W</a:t>
            </a:r>
            <a:r>
              <a:rPr lang="zh-CN" altLang="en-US" sz="2800">
                <a:latin typeface="Times New Roman" panose="02020603050405020304" pitchFamily="18" charset="0"/>
                <a:ea typeface="楷体" panose="02010609060101010101" pitchFamily="49" charset="-122"/>
              </a:rPr>
              <a:t>中的一个子集，它构成了</a:t>
            </a:r>
            <a:r>
              <a:rPr lang="en-US" altLang="zh-CN" sz="2800">
                <a:latin typeface="Times New Roman" panose="02020603050405020304" pitchFamily="18" charset="0"/>
                <a:ea typeface="楷体" panose="02010609060101010101" pitchFamily="49" charset="-122"/>
              </a:rPr>
              <a:t>V×W</a:t>
            </a:r>
            <a:r>
              <a:rPr lang="zh-CN" altLang="en-US" sz="2800">
                <a:latin typeface="Times New Roman" panose="02020603050405020304" pitchFamily="18" charset="0"/>
                <a:ea typeface="楷体" panose="02010609060101010101" pitchFamily="49" charset="-122"/>
              </a:rPr>
              <a:t>上的一个关系。 </a:t>
            </a:r>
          </a:p>
        </p:txBody>
      </p:sp>
      <p:sp>
        <p:nvSpPr>
          <p:cNvPr id="6" name="Rectangle 9"/>
          <p:cNvSpPr>
            <a:spLocks noChangeArrowheads="1"/>
          </p:cNvSpPr>
          <p:nvPr/>
        </p:nvSpPr>
        <p:spPr bwMode="auto">
          <a:xfrm>
            <a:off x="685800" y="476250"/>
            <a:ext cx="7772400" cy="792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kumimoji="1" sz="4000">
                <a:solidFill>
                  <a:srgbClr val="0033CC"/>
                </a:solidFill>
                <a:latin typeface="宋体" panose="02010600030101010101" pitchFamily="2" charset="-122"/>
                <a:ea typeface="宋体" panose="02010600030101010101" pitchFamily="2" charset="-122"/>
              </a:defRPr>
            </a:lvl1pPr>
            <a:lvl2pPr>
              <a:defRPr kumimoji="1" sz="4000">
                <a:solidFill>
                  <a:srgbClr val="0033CC"/>
                </a:solidFill>
                <a:latin typeface="宋体" panose="02010600030101010101" pitchFamily="2" charset="-122"/>
                <a:ea typeface="宋体" panose="02010600030101010101" pitchFamily="2" charset="-122"/>
              </a:defRPr>
            </a:lvl2pPr>
            <a:lvl3pPr>
              <a:defRPr kumimoji="1" sz="4000">
                <a:solidFill>
                  <a:srgbClr val="0033CC"/>
                </a:solidFill>
                <a:latin typeface="宋体" panose="02010600030101010101" pitchFamily="2" charset="-122"/>
                <a:ea typeface="宋体" panose="02010600030101010101" pitchFamily="2" charset="-122"/>
              </a:defRPr>
            </a:lvl3pPr>
            <a:lvl4pPr>
              <a:defRPr kumimoji="1" sz="4000">
                <a:solidFill>
                  <a:srgbClr val="0033CC"/>
                </a:solidFill>
                <a:latin typeface="宋体" panose="02010600030101010101" pitchFamily="2" charset="-122"/>
                <a:ea typeface="宋体" panose="02010600030101010101" pitchFamily="2" charset="-122"/>
              </a:defRPr>
            </a:lvl4pPr>
            <a:lvl5pPr>
              <a:defRPr kumimoji="1" sz="4000">
                <a:solidFill>
                  <a:srgbClr val="0033CC"/>
                </a:solidFill>
                <a:latin typeface="宋体" panose="02010600030101010101" pitchFamily="2" charset="-122"/>
                <a:ea typeface="宋体" panose="02010600030101010101" pitchFamily="2" charset="-122"/>
              </a:defRPr>
            </a:lvl5pPr>
            <a:lvl6pPr marL="45720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6pPr>
            <a:lvl7pPr marL="91440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7pPr>
            <a:lvl8pPr marL="137160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8pPr>
            <a:lvl9pPr marL="182880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9pPr>
          </a:lstStyle>
          <a:p>
            <a:pPr algn="ctr" eaLnBrk="1" latinLnBrk="1" hangingPunct="1">
              <a:defRPr/>
            </a:pPr>
            <a:r>
              <a:rPr lang="en-US" altLang="zh-CN" sz="3200" b="1" dirty="0">
                <a:solidFill>
                  <a:schemeClr val="tx1"/>
                </a:solidFill>
                <a:latin typeface="微软雅黑" panose="020B0503020204020204" pitchFamily="34" charset="-122"/>
                <a:ea typeface="微软雅黑" panose="020B0503020204020204" pitchFamily="34" charset="-122"/>
                <a:cs typeface="+mj-cs"/>
              </a:rPr>
              <a:t>3.6.2 </a:t>
            </a:r>
            <a:r>
              <a:rPr lang="zh-CN" altLang="en-US" sz="3200" b="1" dirty="0">
                <a:solidFill>
                  <a:schemeClr val="tx1"/>
                </a:solidFill>
                <a:latin typeface="微软雅黑" panose="020B0503020204020204" pitchFamily="34" charset="-122"/>
                <a:ea typeface="微软雅黑" panose="020B0503020204020204" pitchFamily="34" charset="-122"/>
                <a:cs typeface="+mj-cs"/>
              </a:rPr>
              <a:t>模糊</a:t>
            </a:r>
            <a:r>
              <a:rPr lang="zh-CN" altLang="en-US" sz="3200" b="1" dirty="0">
                <a:solidFill>
                  <a:schemeClr val="tx1"/>
                </a:solidFill>
                <a:latin typeface="微软雅黑" panose="020B0503020204020204" pitchFamily="34" charset="-122"/>
                <a:ea typeface="微软雅黑" panose="020B0503020204020204" pitchFamily="34" charset="-122"/>
                <a:cs typeface="+mj-cs"/>
              </a:rPr>
              <a:t>关系</a:t>
            </a:r>
          </a:p>
        </p:txBody>
      </p:sp>
    </p:spTree>
    <p:extLst>
      <p:ext uri="{BB962C8B-B14F-4D97-AF65-F5344CB8AC3E}">
        <p14:creationId xmlns:p14="http://schemas.microsoft.com/office/powerpoint/2010/main" val="3460922339"/>
      </p:ext>
    </p:extLst>
  </p:cSld>
  <p:clrMapOvr>
    <a:masterClrMapping/>
  </p:clrMapOvr>
  <p:transition/>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灯片编号占位符 3"/>
          <p:cNvSpPr>
            <a:spLocks noGrp="1"/>
          </p:cNvSpPr>
          <p:nvPr>
            <p:ph type="sldNum" sz="quarter" idx="4294967295"/>
          </p:nvPr>
        </p:nvSpPr>
        <p:spPr>
          <a:xfrm>
            <a:off x="6553200" y="6245225"/>
            <a:ext cx="2133600" cy="476250"/>
          </a:xfrm>
          <a:prstGeom prst="rect">
            <a:avLst/>
          </a:prstGeom>
          <a:noFill/>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a:spcBef>
                <a:spcPct val="0"/>
              </a:spcBef>
              <a:buFontTx/>
              <a:buNone/>
            </a:pPr>
            <a:fld id="{3E5A7F0F-B798-4904-A895-4D6D00DA9C67}" type="slidenum">
              <a:rPr lang="zh-CN" altLang="en-US" sz="1400" smtClean="0">
                <a:latin typeface="Gulim" panose="02010600030101010101" charset="-122"/>
                <a:ea typeface="Gulim" panose="02010600030101010101" charset="-122"/>
              </a:rPr>
              <a:pPr>
                <a:spcBef>
                  <a:spcPct val="0"/>
                </a:spcBef>
                <a:buFontTx/>
                <a:buNone/>
              </a:pPr>
              <a:t>131</a:t>
            </a:fld>
            <a:endParaRPr lang="en-US" altLang="zh-CN" sz="1400" smtClean="0">
              <a:latin typeface="Gulim" panose="02010600030101010101" charset="-122"/>
              <a:ea typeface="Gulim" panose="02010600030101010101" charset="-122"/>
            </a:endParaRPr>
          </a:p>
        </p:txBody>
      </p:sp>
      <p:sp>
        <p:nvSpPr>
          <p:cNvPr id="721924" name="Text Box 4"/>
          <p:cNvSpPr txBox="1">
            <a:spLocks noChangeArrowheads="1"/>
          </p:cNvSpPr>
          <p:nvPr/>
        </p:nvSpPr>
        <p:spPr bwMode="auto">
          <a:xfrm>
            <a:off x="576263" y="1412875"/>
            <a:ext cx="7991475" cy="2881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eaLnBrk="1" hangingPunct="1">
              <a:spcBef>
                <a:spcPct val="0"/>
              </a:spcBef>
            </a:pPr>
            <a:r>
              <a:rPr kumimoji="0" lang="zh-CN" altLang="en-US" sz="2600">
                <a:latin typeface="Times New Roman" panose="02020603050405020304" pitchFamily="18" charset="0"/>
                <a:ea typeface="楷体" panose="02010609060101010101" pitchFamily="49" charset="-122"/>
              </a:rPr>
              <a:t> 二元</a:t>
            </a:r>
            <a:r>
              <a:rPr kumimoji="0" lang="zh-CN" altLang="en-US" sz="3000">
                <a:latin typeface="Times New Roman" panose="02020603050405020304" pitchFamily="18" charset="0"/>
                <a:ea typeface="楷体" panose="02010609060101010101" pitchFamily="49" charset="-122"/>
              </a:rPr>
              <a:t>模糊关系的定义：</a:t>
            </a:r>
          </a:p>
          <a:p>
            <a:pPr marL="0" lvl="1" algn="just" eaLnBrk="1" hangingPunct="1">
              <a:lnSpc>
                <a:spcPct val="120000"/>
              </a:lnSpc>
            </a:pPr>
            <a:r>
              <a:rPr lang="zh-CN" altLang="en-US" sz="2800">
                <a:latin typeface="Times New Roman" panose="02020603050405020304" pitchFamily="18" charset="0"/>
                <a:ea typeface="楷体" panose="02010609060101010101" pitchFamily="49" charset="-122"/>
              </a:rPr>
              <a:t>称 </a:t>
            </a:r>
            <a:r>
              <a:rPr lang="en-US" altLang="zh-CN" sz="2800">
                <a:latin typeface="Times New Roman" panose="02020603050405020304" pitchFamily="18" charset="0"/>
                <a:ea typeface="楷体" panose="02010609060101010101" pitchFamily="49" charset="-122"/>
              </a:rPr>
              <a:t>U×V</a:t>
            </a:r>
            <a:r>
              <a:rPr lang="zh-CN" altLang="en-US" sz="2800">
                <a:latin typeface="Times New Roman" panose="02020603050405020304" pitchFamily="18" charset="0"/>
                <a:ea typeface="楷体" panose="02010609060101010101" pitchFamily="49" charset="-122"/>
              </a:rPr>
              <a:t> 的模糊子集</a:t>
            </a:r>
            <a:r>
              <a:rPr lang="en-US" altLang="zh-CN" sz="2800">
                <a:latin typeface="Times New Roman" panose="02020603050405020304" pitchFamily="18" charset="0"/>
                <a:ea typeface="楷体" panose="02010609060101010101" pitchFamily="49" charset="-122"/>
              </a:rPr>
              <a:t>R</a:t>
            </a:r>
            <a:r>
              <a:rPr lang="zh-CN" altLang="en-US" sz="2800">
                <a:latin typeface="Times New Roman" panose="02020603050405020304" pitchFamily="18" charset="0"/>
                <a:ea typeface="楷体" panose="02010609060101010101" pitchFamily="49" charset="-122"/>
              </a:rPr>
              <a:t>为从</a:t>
            </a:r>
            <a:r>
              <a:rPr lang="en-US" altLang="zh-CN" sz="2800">
                <a:latin typeface="Times New Roman" panose="02020603050405020304" pitchFamily="18" charset="0"/>
                <a:ea typeface="楷体" panose="02010609060101010101" pitchFamily="49" charset="-122"/>
              </a:rPr>
              <a:t>U</a:t>
            </a:r>
            <a:r>
              <a:rPr lang="zh-CN" altLang="en-US" sz="2800">
                <a:latin typeface="Times New Roman" panose="02020603050405020304" pitchFamily="18" charset="0"/>
                <a:ea typeface="楷体" panose="02010609060101010101" pitchFamily="49" charset="-122"/>
              </a:rPr>
              <a:t>到</a:t>
            </a:r>
            <a:r>
              <a:rPr lang="en-US" altLang="zh-CN" sz="2800">
                <a:latin typeface="Times New Roman" panose="02020603050405020304" pitchFamily="18" charset="0"/>
                <a:ea typeface="楷体" panose="02010609060101010101" pitchFamily="49" charset="-122"/>
              </a:rPr>
              <a:t>V</a:t>
            </a:r>
            <a:r>
              <a:rPr lang="zh-CN" altLang="en-US" sz="2800">
                <a:latin typeface="Times New Roman" panose="02020603050405020304" pitchFamily="18" charset="0"/>
                <a:ea typeface="楷体" panose="02010609060101010101" pitchFamily="49" charset="-122"/>
              </a:rPr>
              <a:t>的一个模糊关系，记作</a:t>
            </a:r>
          </a:p>
          <a:p>
            <a:pPr marL="0" lvl="1" algn="just" eaLnBrk="1" hangingPunct="1">
              <a:lnSpc>
                <a:spcPct val="120000"/>
              </a:lnSpc>
              <a:buFontTx/>
              <a:buNone/>
            </a:pPr>
            <a:r>
              <a:rPr lang="zh-CN" altLang="en-US" sz="2800">
                <a:latin typeface="Times New Roman" panose="02020603050405020304" pitchFamily="18" charset="0"/>
                <a:ea typeface="楷体" panose="02010609060101010101" pitchFamily="49" charset="-122"/>
              </a:rPr>
              <a:t>模糊关系</a:t>
            </a:r>
            <a:r>
              <a:rPr lang="en-US" altLang="zh-CN" sz="2800">
                <a:latin typeface="Times New Roman" panose="02020603050405020304" pitchFamily="18" charset="0"/>
                <a:ea typeface="楷体" panose="02010609060101010101" pitchFamily="49" charset="-122"/>
              </a:rPr>
              <a:t>R</a:t>
            </a:r>
            <a:r>
              <a:rPr lang="zh-CN" altLang="en-US" sz="2800">
                <a:latin typeface="Times New Roman" panose="02020603050405020304" pitchFamily="18" charset="0"/>
                <a:ea typeface="楷体" panose="02010609060101010101" pitchFamily="49" charset="-122"/>
              </a:rPr>
              <a:t>由其隶属函数                                刻画。 </a:t>
            </a:r>
          </a:p>
          <a:p>
            <a:pPr marL="0" lvl="1" algn="just" eaLnBrk="1" hangingPunct="1">
              <a:lnSpc>
                <a:spcPct val="120000"/>
              </a:lnSpc>
              <a:buFontTx/>
              <a:buNone/>
            </a:pPr>
            <a:r>
              <a:rPr lang="zh-CN" altLang="en-US" sz="2800">
                <a:latin typeface="Times New Roman" panose="02020603050405020304" pitchFamily="18" charset="0"/>
                <a:ea typeface="楷体" panose="02010609060101010101" pitchFamily="49" charset="-122"/>
              </a:rPr>
              <a:t>                  叫做               具有关系</a:t>
            </a:r>
            <a:r>
              <a:rPr lang="en-US" altLang="zh-CN" sz="2800">
                <a:latin typeface="Times New Roman" panose="02020603050405020304" pitchFamily="18" charset="0"/>
                <a:ea typeface="楷体" panose="02010609060101010101" pitchFamily="49" charset="-122"/>
              </a:rPr>
              <a:t>R</a:t>
            </a:r>
            <a:r>
              <a:rPr lang="zh-CN" altLang="en-US" sz="2800">
                <a:latin typeface="Times New Roman" panose="02020603050405020304" pitchFamily="18" charset="0"/>
                <a:ea typeface="楷体" panose="02010609060101010101" pitchFamily="49" charset="-122"/>
              </a:rPr>
              <a:t>的模糊程度。</a:t>
            </a:r>
          </a:p>
        </p:txBody>
      </p:sp>
      <p:graphicFrame>
        <p:nvGraphicFramePr>
          <p:cNvPr id="143365" name="Object 11"/>
          <p:cNvGraphicFramePr>
            <a:graphicFrameLocks noChangeAspect="1"/>
          </p:cNvGraphicFramePr>
          <p:nvPr/>
        </p:nvGraphicFramePr>
        <p:xfrm>
          <a:off x="1547813" y="2484438"/>
          <a:ext cx="1506537" cy="503237"/>
        </p:xfrm>
        <a:graphic>
          <a:graphicData uri="http://schemas.openxmlformats.org/presentationml/2006/ole">
            <mc:AlternateContent xmlns:mc="http://schemas.openxmlformats.org/markup-compatibility/2006">
              <mc:Choice xmlns:v="urn:schemas-microsoft-com:vml" Requires="v">
                <p:oleObj spid="_x0000_s29730" r:id="rId4" imgW="901700" imgH="304800" progId="">
                  <p:embed/>
                </p:oleObj>
              </mc:Choice>
              <mc:Fallback>
                <p:oleObj r:id="rId4" imgW="901700" imgH="304800" progId="">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47813" y="2484438"/>
                        <a:ext cx="1506537"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3366" name="Object 5"/>
          <p:cNvGraphicFramePr>
            <a:graphicFrameLocks noChangeAspect="1"/>
          </p:cNvGraphicFramePr>
          <p:nvPr/>
        </p:nvGraphicFramePr>
        <p:xfrm>
          <a:off x="4489450" y="3068638"/>
          <a:ext cx="2743200" cy="685800"/>
        </p:xfrm>
        <a:graphic>
          <a:graphicData uri="http://schemas.openxmlformats.org/presentationml/2006/ole">
            <mc:AlternateContent xmlns:mc="http://schemas.openxmlformats.org/markup-compatibility/2006">
              <mc:Choice xmlns:v="urn:schemas-microsoft-com:vml" Requires="v">
                <p:oleObj spid="_x0000_s29731" r:id="rId6" imgW="1143496" imgH="292227" progId="">
                  <p:embed/>
                </p:oleObj>
              </mc:Choice>
              <mc:Fallback>
                <p:oleObj r:id="rId6" imgW="1143496" imgH="292227" progId="">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89450" y="3068638"/>
                        <a:ext cx="27432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3367" name="Object 9"/>
          <p:cNvGraphicFramePr>
            <a:graphicFrameLocks noChangeAspect="1"/>
          </p:cNvGraphicFramePr>
          <p:nvPr/>
        </p:nvGraphicFramePr>
        <p:xfrm>
          <a:off x="747713" y="3622675"/>
          <a:ext cx="1524000" cy="647700"/>
        </p:xfrm>
        <a:graphic>
          <a:graphicData uri="http://schemas.openxmlformats.org/presentationml/2006/ole">
            <mc:AlternateContent xmlns:mc="http://schemas.openxmlformats.org/markup-compatibility/2006">
              <mc:Choice xmlns:v="urn:schemas-microsoft-com:vml" Requires="v">
                <p:oleObj spid="_x0000_s29732" r:id="rId8" imgW="685800" imgH="292100" progId="">
                  <p:embed/>
                </p:oleObj>
              </mc:Choice>
              <mc:Fallback>
                <p:oleObj r:id="rId8" imgW="685800" imgH="292100" progId="">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47713" y="3622675"/>
                        <a:ext cx="15240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3368" name="Object 11"/>
          <p:cNvGraphicFramePr>
            <a:graphicFrameLocks noChangeAspect="1"/>
          </p:cNvGraphicFramePr>
          <p:nvPr/>
        </p:nvGraphicFramePr>
        <p:xfrm>
          <a:off x="3054350" y="3622675"/>
          <a:ext cx="1219200" cy="609600"/>
        </p:xfrm>
        <a:graphic>
          <a:graphicData uri="http://schemas.openxmlformats.org/presentationml/2006/ole">
            <mc:AlternateContent xmlns:mc="http://schemas.openxmlformats.org/markup-compatibility/2006">
              <mc:Choice xmlns:v="urn:schemas-microsoft-com:vml" Requires="v">
                <p:oleObj spid="_x0000_s29733" r:id="rId10" imgW="457597" imgH="228799" progId="">
                  <p:embed/>
                </p:oleObj>
              </mc:Choice>
              <mc:Fallback>
                <p:oleObj r:id="rId10" imgW="457597" imgH="228799" progId="">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054350" y="3622675"/>
                        <a:ext cx="12192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Rectangle 9"/>
          <p:cNvSpPr>
            <a:spLocks noChangeArrowheads="1"/>
          </p:cNvSpPr>
          <p:nvPr/>
        </p:nvSpPr>
        <p:spPr bwMode="auto">
          <a:xfrm>
            <a:off x="685800" y="476250"/>
            <a:ext cx="7772400" cy="792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kumimoji="1" sz="4000">
                <a:solidFill>
                  <a:srgbClr val="0033CC"/>
                </a:solidFill>
                <a:latin typeface="宋体" panose="02010600030101010101" pitchFamily="2" charset="-122"/>
                <a:ea typeface="宋体" panose="02010600030101010101" pitchFamily="2" charset="-122"/>
              </a:defRPr>
            </a:lvl1pPr>
            <a:lvl2pPr>
              <a:defRPr kumimoji="1" sz="4000">
                <a:solidFill>
                  <a:srgbClr val="0033CC"/>
                </a:solidFill>
                <a:latin typeface="宋体" panose="02010600030101010101" pitchFamily="2" charset="-122"/>
                <a:ea typeface="宋体" panose="02010600030101010101" pitchFamily="2" charset="-122"/>
              </a:defRPr>
            </a:lvl2pPr>
            <a:lvl3pPr>
              <a:defRPr kumimoji="1" sz="4000">
                <a:solidFill>
                  <a:srgbClr val="0033CC"/>
                </a:solidFill>
                <a:latin typeface="宋体" panose="02010600030101010101" pitchFamily="2" charset="-122"/>
                <a:ea typeface="宋体" panose="02010600030101010101" pitchFamily="2" charset="-122"/>
              </a:defRPr>
            </a:lvl3pPr>
            <a:lvl4pPr>
              <a:defRPr kumimoji="1" sz="4000">
                <a:solidFill>
                  <a:srgbClr val="0033CC"/>
                </a:solidFill>
                <a:latin typeface="宋体" panose="02010600030101010101" pitchFamily="2" charset="-122"/>
                <a:ea typeface="宋体" panose="02010600030101010101" pitchFamily="2" charset="-122"/>
              </a:defRPr>
            </a:lvl4pPr>
            <a:lvl5pPr>
              <a:defRPr kumimoji="1" sz="4000">
                <a:solidFill>
                  <a:srgbClr val="0033CC"/>
                </a:solidFill>
                <a:latin typeface="宋体" panose="02010600030101010101" pitchFamily="2" charset="-122"/>
                <a:ea typeface="宋体" panose="02010600030101010101" pitchFamily="2" charset="-122"/>
              </a:defRPr>
            </a:lvl5pPr>
            <a:lvl6pPr marL="45720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6pPr>
            <a:lvl7pPr marL="91440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7pPr>
            <a:lvl8pPr marL="137160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8pPr>
            <a:lvl9pPr marL="182880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9pPr>
          </a:lstStyle>
          <a:p>
            <a:pPr algn="ctr" eaLnBrk="1" latinLnBrk="1" hangingPunct="1">
              <a:defRPr/>
            </a:pPr>
            <a:r>
              <a:rPr lang="en-US" altLang="zh-CN" sz="3200" b="1" dirty="0">
                <a:solidFill>
                  <a:schemeClr val="tx1"/>
                </a:solidFill>
                <a:latin typeface="微软雅黑" panose="020B0503020204020204" pitchFamily="34" charset="-122"/>
                <a:ea typeface="微软雅黑" panose="020B0503020204020204" pitchFamily="34" charset="-122"/>
                <a:cs typeface="+mj-cs"/>
              </a:rPr>
              <a:t>3.6.2 </a:t>
            </a:r>
            <a:r>
              <a:rPr lang="zh-CN" altLang="en-US" sz="3200" b="1" dirty="0">
                <a:solidFill>
                  <a:schemeClr val="tx1"/>
                </a:solidFill>
                <a:latin typeface="微软雅黑" panose="020B0503020204020204" pitchFamily="34" charset="-122"/>
                <a:ea typeface="微软雅黑" panose="020B0503020204020204" pitchFamily="34" charset="-122"/>
                <a:cs typeface="+mj-cs"/>
              </a:rPr>
              <a:t>模糊</a:t>
            </a:r>
            <a:r>
              <a:rPr lang="zh-CN" altLang="en-US" sz="3200" b="1" dirty="0">
                <a:solidFill>
                  <a:schemeClr val="tx1"/>
                </a:solidFill>
                <a:latin typeface="微软雅黑" panose="020B0503020204020204" pitchFamily="34" charset="-122"/>
                <a:ea typeface="微软雅黑" panose="020B0503020204020204" pitchFamily="34" charset="-122"/>
                <a:cs typeface="+mj-cs"/>
              </a:rPr>
              <a:t>关系</a:t>
            </a:r>
          </a:p>
        </p:txBody>
      </p:sp>
    </p:spTree>
    <p:extLst>
      <p:ext uri="{BB962C8B-B14F-4D97-AF65-F5344CB8AC3E}">
        <p14:creationId xmlns:p14="http://schemas.microsoft.com/office/powerpoint/2010/main" val="345375284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21924">
                                            <p:txEl>
                                              <p:pRg st="0" end="0"/>
                                            </p:txEl>
                                          </p:spTgt>
                                        </p:tgtEl>
                                        <p:attrNameLst>
                                          <p:attrName>style.visibility</p:attrName>
                                        </p:attrNameLst>
                                      </p:cBhvr>
                                      <p:to>
                                        <p:strVal val="visible"/>
                                      </p:to>
                                    </p:set>
                                    <p:animEffect transition="in" filter="blinds(horizontal)">
                                      <p:cBhvr>
                                        <p:cTn id="7" dur="500"/>
                                        <p:tgtEl>
                                          <p:spTgt spid="72192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721924">
                                            <p:txEl>
                                              <p:pRg st="1" end="1"/>
                                            </p:txEl>
                                          </p:spTgt>
                                        </p:tgtEl>
                                        <p:attrNameLst>
                                          <p:attrName>style.visibility</p:attrName>
                                        </p:attrNameLst>
                                      </p:cBhvr>
                                      <p:to>
                                        <p:strVal val="visible"/>
                                      </p:to>
                                    </p:set>
                                    <p:animEffect transition="in" filter="blinds(horizontal)">
                                      <p:cBhvr>
                                        <p:cTn id="12" dur="500"/>
                                        <p:tgtEl>
                                          <p:spTgt spid="721924">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721924">
                                            <p:txEl>
                                              <p:pRg st="2" end="2"/>
                                            </p:txEl>
                                          </p:spTgt>
                                        </p:tgtEl>
                                        <p:attrNameLst>
                                          <p:attrName>style.visibility</p:attrName>
                                        </p:attrNameLst>
                                      </p:cBhvr>
                                      <p:to>
                                        <p:strVal val="visible"/>
                                      </p:to>
                                    </p:set>
                                    <p:animEffect transition="in" filter="blinds(horizontal)">
                                      <p:cBhvr>
                                        <p:cTn id="17" dur="500"/>
                                        <p:tgtEl>
                                          <p:spTgt spid="721924">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721924">
                                            <p:txEl>
                                              <p:pRg st="3" end="3"/>
                                            </p:txEl>
                                          </p:spTgt>
                                        </p:tgtEl>
                                        <p:attrNameLst>
                                          <p:attrName>style.visibility</p:attrName>
                                        </p:attrNameLst>
                                      </p:cBhvr>
                                      <p:to>
                                        <p:strVal val="visible"/>
                                      </p:to>
                                    </p:set>
                                    <p:animEffect transition="in" filter="blinds(horizontal)">
                                      <p:cBhvr>
                                        <p:cTn id="22" dur="500"/>
                                        <p:tgtEl>
                                          <p:spTgt spid="72192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灯片编号占位符 3"/>
          <p:cNvSpPr>
            <a:spLocks noGrp="1"/>
          </p:cNvSpPr>
          <p:nvPr>
            <p:ph type="sldNum" sz="quarter" idx="4294967295"/>
          </p:nvPr>
        </p:nvSpPr>
        <p:spPr>
          <a:xfrm>
            <a:off x="6553200" y="6245225"/>
            <a:ext cx="2133600" cy="476250"/>
          </a:xfrm>
          <a:prstGeom prst="rect">
            <a:avLst/>
          </a:prstGeom>
          <a:noFill/>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a:spcBef>
                <a:spcPct val="0"/>
              </a:spcBef>
              <a:buFontTx/>
              <a:buNone/>
            </a:pPr>
            <a:fld id="{37506284-446D-43C5-9B43-8C60E8E44361}" type="slidenum">
              <a:rPr lang="zh-CN" altLang="en-US" sz="1400" smtClean="0">
                <a:latin typeface="Gulim" panose="02010600030101010101" charset="-122"/>
                <a:ea typeface="Gulim" panose="02010600030101010101" charset="-122"/>
              </a:rPr>
              <a:pPr>
                <a:spcBef>
                  <a:spcPct val="0"/>
                </a:spcBef>
                <a:buFontTx/>
                <a:buNone/>
              </a:pPr>
              <a:t>132</a:t>
            </a:fld>
            <a:endParaRPr lang="en-US" altLang="zh-CN" sz="1400" smtClean="0">
              <a:latin typeface="Gulim" panose="02010600030101010101" charset="-122"/>
              <a:ea typeface="Gulim" panose="02010600030101010101" charset="-122"/>
            </a:endParaRPr>
          </a:p>
        </p:txBody>
      </p:sp>
      <p:sp>
        <p:nvSpPr>
          <p:cNvPr id="721924" name="Text Box 4"/>
          <p:cNvSpPr txBox="1">
            <a:spLocks noChangeArrowheads="1"/>
          </p:cNvSpPr>
          <p:nvPr/>
        </p:nvSpPr>
        <p:spPr bwMode="auto">
          <a:xfrm>
            <a:off x="576263" y="1412875"/>
            <a:ext cx="7991475" cy="1668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eaLnBrk="1" hangingPunct="1">
              <a:spcBef>
                <a:spcPct val="0"/>
              </a:spcBef>
            </a:pPr>
            <a:r>
              <a:rPr kumimoji="0" lang="zh-CN" altLang="en-US" sz="2800">
                <a:latin typeface="Times New Roman" panose="02020603050405020304" pitchFamily="18" charset="0"/>
                <a:ea typeface="楷体" panose="02010609060101010101" pitchFamily="49" charset="-122"/>
              </a:rPr>
              <a:t> </a:t>
            </a:r>
            <a:r>
              <a:rPr lang="zh-CN" altLang="en-US" sz="2800">
                <a:latin typeface="Times New Roman" panose="02020603050405020304" pitchFamily="18" charset="0"/>
                <a:ea typeface="楷体" panose="02010609060101010101" pitchFamily="49" charset="-122"/>
              </a:rPr>
              <a:t>例：设身高的论域为</a:t>
            </a:r>
            <a:r>
              <a:rPr lang="en-US" altLang="zh-CN" sz="2800">
                <a:latin typeface="Times New Roman" panose="02020603050405020304" pitchFamily="18" charset="0"/>
                <a:ea typeface="楷体" panose="02010609060101010101" pitchFamily="49" charset="-122"/>
              </a:rPr>
              <a:t>U={140,150,160,170,180}</a:t>
            </a:r>
          </a:p>
          <a:p>
            <a:pPr marL="0" lvl="1" algn="just" eaLnBrk="1" hangingPunct="1">
              <a:lnSpc>
                <a:spcPct val="120000"/>
              </a:lnSpc>
              <a:buFontTx/>
              <a:buNone/>
            </a:pPr>
            <a:r>
              <a:rPr kumimoji="0" lang="zh-CN" altLang="en-US" sz="2800">
                <a:latin typeface="Times New Roman" panose="02020603050405020304" pitchFamily="18" charset="0"/>
                <a:ea typeface="楷体" panose="02010609060101010101" pitchFamily="49" charset="-122"/>
              </a:rPr>
              <a:t>体重的论域为     </a:t>
            </a:r>
            <a:r>
              <a:rPr kumimoji="0" lang="en-US" altLang="zh-CN" sz="2800">
                <a:latin typeface="Times New Roman" panose="02020603050405020304" pitchFamily="18" charset="0"/>
                <a:ea typeface="楷体" panose="02010609060101010101" pitchFamily="49" charset="-122"/>
              </a:rPr>
              <a:t>V={40</a:t>
            </a:r>
            <a:r>
              <a:rPr kumimoji="0" lang="zh-CN" altLang="en-US" sz="2800">
                <a:latin typeface="Times New Roman" panose="02020603050405020304" pitchFamily="18" charset="0"/>
                <a:ea typeface="楷体" panose="02010609060101010101" pitchFamily="49" charset="-122"/>
              </a:rPr>
              <a:t>，</a:t>
            </a:r>
            <a:r>
              <a:rPr kumimoji="0" lang="en-US" altLang="zh-CN" sz="2800">
                <a:latin typeface="Times New Roman" panose="02020603050405020304" pitchFamily="18" charset="0"/>
                <a:ea typeface="楷体" panose="02010609060101010101" pitchFamily="49" charset="-122"/>
              </a:rPr>
              <a:t>50</a:t>
            </a:r>
            <a:r>
              <a:rPr kumimoji="0" lang="zh-CN" altLang="en-US" sz="2800">
                <a:latin typeface="Times New Roman" panose="02020603050405020304" pitchFamily="18" charset="0"/>
                <a:ea typeface="楷体" panose="02010609060101010101" pitchFamily="49" charset="-122"/>
              </a:rPr>
              <a:t>，</a:t>
            </a:r>
            <a:r>
              <a:rPr kumimoji="0" lang="en-US" altLang="zh-CN" sz="2800">
                <a:latin typeface="Times New Roman" panose="02020603050405020304" pitchFamily="18" charset="0"/>
                <a:ea typeface="楷体" panose="02010609060101010101" pitchFamily="49" charset="-122"/>
              </a:rPr>
              <a:t>60</a:t>
            </a:r>
            <a:r>
              <a:rPr kumimoji="0" lang="zh-CN" altLang="en-US" sz="2800">
                <a:latin typeface="Times New Roman" panose="02020603050405020304" pitchFamily="18" charset="0"/>
                <a:ea typeface="楷体" panose="02010609060101010101" pitchFamily="49" charset="-122"/>
              </a:rPr>
              <a:t>，</a:t>
            </a:r>
            <a:r>
              <a:rPr kumimoji="0" lang="en-US" altLang="zh-CN" sz="2800">
                <a:latin typeface="Times New Roman" panose="02020603050405020304" pitchFamily="18" charset="0"/>
                <a:ea typeface="楷体" panose="02010609060101010101" pitchFamily="49" charset="-122"/>
              </a:rPr>
              <a:t>70</a:t>
            </a:r>
            <a:r>
              <a:rPr kumimoji="0" lang="zh-CN" altLang="en-US" sz="2800">
                <a:latin typeface="Times New Roman" panose="02020603050405020304" pitchFamily="18" charset="0"/>
                <a:ea typeface="楷体" panose="02010609060101010101" pitchFamily="49" charset="-122"/>
              </a:rPr>
              <a:t>，</a:t>
            </a:r>
            <a:r>
              <a:rPr kumimoji="0" lang="en-US" altLang="zh-CN" sz="2800">
                <a:latin typeface="Times New Roman" panose="02020603050405020304" pitchFamily="18" charset="0"/>
                <a:ea typeface="楷体" panose="02010609060101010101" pitchFamily="49" charset="-122"/>
              </a:rPr>
              <a:t>80}</a:t>
            </a:r>
          </a:p>
          <a:p>
            <a:pPr marL="0" lvl="1" algn="just" eaLnBrk="1" hangingPunct="1">
              <a:lnSpc>
                <a:spcPct val="120000"/>
              </a:lnSpc>
              <a:buFontTx/>
              <a:buNone/>
            </a:pPr>
            <a:r>
              <a:rPr kumimoji="0" lang="zh-CN" altLang="en-US" sz="2800">
                <a:solidFill>
                  <a:srgbClr val="FF0000"/>
                </a:solidFill>
                <a:latin typeface="Times New Roman" panose="02020603050405020304" pitchFamily="18" charset="0"/>
                <a:ea typeface="楷体" panose="02010609060101010101" pitchFamily="49" charset="-122"/>
              </a:rPr>
              <a:t>模糊关系</a:t>
            </a:r>
            <a:r>
              <a:rPr kumimoji="0" lang="en-US" altLang="zh-CN" sz="2800">
                <a:solidFill>
                  <a:srgbClr val="FF0000"/>
                </a:solidFill>
                <a:latin typeface="Times New Roman" panose="02020603050405020304" pitchFamily="18" charset="0"/>
                <a:ea typeface="楷体" panose="02010609060101010101" pitchFamily="49" charset="-122"/>
              </a:rPr>
              <a:t>R</a:t>
            </a:r>
            <a:r>
              <a:rPr kumimoji="0" lang="zh-CN" altLang="en-US" sz="2800">
                <a:solidFill>
                  <a:srgbClr val="FF0000"/>
                </a:solidFill>
                <a:latin typeface="Times New Roman" panose="02020603050405020304" pitchFamily="18" charset="0"/>
                <a:ea typeface="楷体" panose="02010609060101010101" pitchFamily="49" charset="-122"/>
              </a:rPr>
              <a:t>表示个子高的人体重也大</a:t>
            </a:r>
            <a:endParaRPr kumimoji="0" lang="en-US" altLang="zh-CN" sz="2800">
              <a:latin typeface="Times New Roman" panose="02020603050405020304" pitchFamily="18" charset="0"/>
              <a:ea typeface="楷体" panose="02010609060101010101" pitchFamily="49" charset="-122"/>
            </a:endParaRPr>
          </a:p>
        </p:txBody>
      </p:sp>
      <p:pic>
        <p:nvPicPr>
          <p:cNvPr id="145413" name="图片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42988" y="3116263"/>
            <a:ext cx="6769100" cy="289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9"/>
          <p:cNvSpPr>
            <a:spLocks noChangeArrowheads="1"/>
          </p:cNvSpPr>
          <p:nvPr/>
        </p:nvSpPr>
        <p:spPr bwMode="auto">
          <a:xfrm>
            <a:off x="685800" y="476250"/>
            <a:ext cx="7772400" cy="792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kumimoji="1" sz="4000">
                <a:solidFill>
                  <a:srgbClr val="0033CC"/>
                </a:solidFill>
                <a:latin typeface="宋体" panose="02010600030101010101" pitchFamily="2" charset="-122"/>
                <a:ea typeface="宋体" panose="02010600030101010101" pitchFamily="2" charset="-122"/>
              </a:defRPr>
            </a:lvl1pPr>
            <a:lvl2pPr>
              <a:defRPr kumimoji="1" sz="4000">
                <a:solidFill>
                  <a:srgbClr val="0033CC"/>
                </a:solidFill>
                <a:latin typeface="宋体" panose="02010600030101010101" pitchFamily="2" charset="-122"/>
                <a:ea typeface="宋体" panose="02010600030101010101" pitchFamily="2" charset="-122"/>
              </a:defRPr>
            </a:lvl2pPr>
            <a:lvl3pPr>
              <a:defRPr kumimoji="1" sz="4000">
                <a:solidFill>
                  <a:srgbClr val="0033CC"/>
                </a:solidFill>
                <a:latin typeface="宋体" panose="02010600030101010101" pitchFamily="2" charset="-122"/>
                <a:ea typeface="宋体" panose="02010600030101010101" pitchFamily="2" charset="-122"/>
              </a:defRPr>
            </a:lvl3pPr>
            <a:lvl4pPr>
              <a:defRPr kumimoji="1" sz="4000">
                <a:solidFill>
                  <a:srgbClr val="0033CC"/>
                </a:solidFill>
                <a:latin typeface="宋体" panose="02010600030101010101" pitchFamily="2" charset="-122"/>
                <a:ea typeface="宋体" panose="02010600030101010101" pitchFamily="2" charset="-122"/>
              </a:defRPr>
            </a:lvl4pPr>
            <a:lvl5pPr>
              <a:defRPr kumimoji="1" sz="4000">
                <a:solidFill>
                  <a:srgbClr val="0033CC"/>
                </a:solidFill>
                <a:latin typeface="宋体" panose="02010600030101010101" pitchFamily="2" charset="-122"/>
                <a:ea typeface="宋体" panose="02010600030101010101" pitchFamily="2" charset="-122"/>
              </a:defRPr>
            </a:lvl5pPr>
            <a:lvl6pPr marL="45720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6pPr>
            <a:lvl7pPr marL="91440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7pPr>
            <a:lvl8pPr marL="137160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8pPr>
            <a:lvl9pPr marL="182880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9pPr>
          </a:lstStyle>
          <a:p>
            <a:pPr algn="ctr" eaLnBrk="1" latinLnBrk="1" hangingPunct="1">
              <a:defRPr/>
            </a:pPr>
            <a:r>
              <a:rPr lang="en-US" altLang="zh-CN" sz="3200" b="1" dirty="0">
                <a:solidFill>
                  <a:schemeClr val="tx1"/>
                </a:solidFill>
                <a:latin typeface="微软雅黑" panose="020B0503020204020204" pitchFamily="34" charset="-122"/>
                <a:ea typeface="微软雅黑" panose="020B0503020204020204" pitchFamily="34" charset="-122"/>
                <a:cs typeface="+mj-cs"/>
              </a:rPr>
              <a:t>3.6.2 </a:t>
            </a:r>
            <a:r>
              <a:rPr lang="zh-CN" altLang="en-US" sz="3200" b="1" dirty="0">
                <a:solidFill>
                  <a:schemeClr val="tx1"/>
                </a:solidFill>
                <a:latin typeface="微软雅黑" panose="020B0503020204020204" pitchFamily="34" charset="-122"/>
                <a:ea typeface="微软雅黑" panose="020B0503020204020204" pitchFamily="34" charset="-122"/>
                <a:cs typeface="+mj-cs"/>
              </a:rPr>
              <a:t>模糊</a:t>
            </a:r>
            <a:r>
              <a:rPr lang="zh-CN" altLang="en-US" sz="3200" b="1" dirty="0">
                <a:solidFill>
                  <a:schemeClr val="tx1"/>
                </a:solidFill>
                <a:latin typeface="微软雅黑" panose="020B0503020204020204" pitchFamily="34" charset="-122"/>
                <a:ea typeface="微软雅黑" panose="020B0503020204020204" pitchFamily="34" charset="-122"/>
                <a:cs typeface="+mj-cs"/>
              </a:rPr>
              <a:t>关系</a:t>
            </a:r>
          </a:p>
        </p:txBody>
      </p:sp>
    </p:spTree>
    <p:extLst>
      <p:ext uri="{BB962C8B-B14F-4D97-AF65-F5344CB8AC3E}">
        <p14:creationId xmlns:p14="http://schemas.microsoft.com/office/powerpoint/2010/main" val="111683086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21924">
                                            <p:txEl>
                                              <p:pRg st="0" end="0"/>
                                            </p:txEl>
                                          </p:spTgt>
                                        </p:tgtEl>
                                        <p:attrNameLst>
                                          <p:attrName>style.visibility</p:attrName>
                                        </p:attrNameLst>
                                      </p:cBhvr>
                                      <p:to>
                                        <p:strVal val="visible"/>
                                      </p:to>
                                    </p:set>
                                    <p:animEffect transition="in" filter="blinds(horizontal)">
                                      <p:cBhvr>
                                        <p:cTn id="7" dur="500"/>
                                        <p:tgtEl>
                                          <p:spTgt spid="72192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721924">
                                            <p:txEl>
                                              <p:pRg st="1" end="1"/>
                                            </p:txEl>
                                          </p:spTgt>
                                        </p:tgtEl>
                                        <p:attrNameLst>
                                          <p:attrName>style.visibility</p:attrName>
                                        </p:attrNameLst>
                                      </p:cBhvr>
                                      <p:to>
                                        <p:strVal val="visible"/>
                                      </p:to>
                                    </p:set>
                                    <p:animEffect transition="in" filter="blinds(horizontal)">
                                      <p:cBhvr>
                                        <p:cTn id="12" dur="500"/>
                                        <p:tgtEl>
                                          <p:spTgt spid="721924">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721924">
                                            <p:txEl>
                                              <p:pRg st="2" end="2"/>
                                            </p:txEl>
                                          </p:spTgt>
                                        </p:tgtEl>
                                        <p:attrNameLst>
                                          <p:attrName>style.visibility</p:attrName>
                                        </p:attrNameLst>
                                      </p:cBhvr>
                                      <p:to>
                                        <p:strVal val="visible"/>
                                      </p:to>
                                    </p:set>
                                    <p:animEffect transition="in" filter="blinds(horizontal)">
                                      <p:cBhvr>
                                        <p:cTn id="17" dur="500"/>
                                        <p:tgtEl>
                                          <p:spTgt spid="72192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灯片编号占位符 4"/>
          <p:cNvSpPr>
            <a:spLocks noGrp="1"/>
          </p:cNvSpPr>
          <p:nvPr>
            <p:ph type="sldNum" sz="quarter" idx="4294967295"/>
          </p:nvPr>
        </p:nvSpPr>
        <p:spPr>
          <a:xfrm>
            <a:off x="6553200" y="6245225"/>
            <a:ext cx="2133600" cy="476250"/>
          </a:xfrm>
          <a:prstGeom prst="rect">
            <a:avLst/>
          </a:prstGeom>
          <a:noFill/>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a:spcBef>
                <a:spcPct val="0"/>
              </a:spcBef>
              <a:buFontTx/>
              <a:buNone/>
            </a:pPr>
            <a:fld id="{EFFC764C-9197-4512-A1E2-B7BB0FDA5AF9}" type="slidenum">
              <a:rPr lang="zh-CN" altLang="en-US" sz="1400" smtClean="0">
                <a:latin typeface="Gulim" panose="02010600030101010101" charset="-122"/>
                <a:ea typeface="Gulim" panose="02010600030101010101" charset="-122"/>
              </a:rPr>
              <a:pPr>
                <a:spcBef>
                  <a:spcPct val="0"/>
                </a:spcBef>
                <a:buFontTx/>
                <a:buNone/>
              </a:pPr>
              <a:t>133</a:t>
            </a:fld>
            <a:endParaRPr lang="en-US" altLang="zh-CN" sz="1400" smtClean="0">
              <a:latin typeface="Gulim" panose="02010600030101010101" charset="-122"/>
              <a:ea typeface="Gulim" panose="02010600030101010101" charset="-122"/>
            </a:endParaRPr>
          </a:p>
        </p:txBody>
      </p:sp>
      <p:graphicFrame>
        <p:nvGraphicFramePr>
          <p:cNvPr id="147459" name="Object 5"/>
          <p:cNvGraphicFramePr>
            <a:graphicFrameLocks noGrp="1" noChangeAspect="1"/>
          </p:cNvGraphicFramePr>
          <p:nvPr>
            <p:ph sz="half" idx="2"/>
          </p:nvPr>
        </p:nvGraphicFramePr>
        <p:xfrm>
          <a:off x="852488" y="4437063"/>
          <a:ext cx="7637462" cy="1920875"/>
        </p:xfrm>
        <a:graphic>
          <a:graphicData uri="http://schemas.openxmlformats.org/presentationml/2006/ole">
            <mc:AlternateContent xmlns:mc="http://schemas.openxmlformats.org/markup-compatibility/2006">
              <mc:Choice xmlns:v="urn:schemas-microsoft-com:vml" Requires="v">
                <p:oleObj spid="_x0000_s30738" name="图片" r:id="rId4" imgW="4352925" imgH="1095375" progId="Word.Picture.8">
                  <p:embed/>
                </p:oleObj>
              </mc:Choice>
              <mc:Fallback>
                <p:oleObj name="图片" r:id="rId4" imgW="4352925" imgH="1095375" progId="Word.Picture.8">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2488" y="4437063"/>
                        <a:ext cx="7637462" cy="1920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147460" name="Rectangle 6"/>
          <p:cNvSpPr>
            <a:spLocks noChangeArrowheads="1"/>
          </p:cNvSpPr>
          <p:nvPr/>
        </p:nvSpPr>
        <p:spPr bwMode="auto">
          <a:xfrm>
            <a:off x="468313" y="1484313"/>
            <a:ext cx="3887787" cy="2246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eaLnBrk="1" hangingPunct="1">
              <a:spcBef>
                <a:spcPct val="0"/>
              </a:spcBef>
            </a:pPr>
            <a:r>
              <a:rPr kumimoji="0" lang="zh-CN" altLang="en-US" sz="2800">
                <a:latin typeface="Times New Roman" panose="02020603050405020304" pitchFamily="18" charset="0"/>
                <a:ea typeface="楷体" panose="02010609060101010101" pitchFamily="49" charset="-122"/>
              </a:rPr>
              <a:t> 例子：设</a:t>
            </a:r>
            <a:r>
              <a:rPr kumimoji="0" lang="en-US" altLang="zh-CN" sz="2800">
                <a:latin typeface="Times New Roman" panose="02020603050405020304" pitchFamily="18" charset="0"/>
                <a:ea typeface="楷体" panose="02010609060101010101" pitchFamily="49" charset="-122"/>
              </a:rPr>
              <a:t>U={1, 2, 3, 4, 5}</a:t>
            </a:r>
            <a:r>
              <a:rPr kumimoji="0" lang="zh-CN" altLang="en-US" sz="2800">
                <a:latin typeface="Times New Roman" panose="02020603050405020304" pitchFamily="18" charset="0"/>
                <a:ea typeface="楷体" panose="02010609060101010101" pitchFamily="49" charset="-122"/>
              </a:rPr>
              <a:t>，</a:t>
            </a:r>
            <a:r>
              <a:rPr kumimoji="0" lang="en-US" altLang="zh-CN" sz="2800">
                <a:latin typeface="Times New Roman" panose="02020603050405020304" pitchFamily="18" charset="0"/>
                <a:ea typeface="楷体" panose="02010609060101010101" pitchFamily="49" charset="-122"/>
              </a:rPr>
              <a:t>U</a:t>
            </a:r>
            <a:r>
              <a:rPr kumimoji="0" lang="zh-CN" altLang="en-US" sz="2800">
                <a:latin typeface="Times New Roman" panose="02020603050405020304" pitchFamily="18" charset="0"/>
                <a:ea typeface="楷体" panose="02010609060101010101" pitchFamily="49" charset="-122"/>
              </a:rPr>
              <a:t>上“远小于”关系可用</a:t>
            </a:r>
            <a:r>
              <a:rPr kumimoji="0" lang="en-US" altLang="zh-CN" sz="2800">
                <a:latin typeface="Times New Roman" panose="02020603050405020304" pitchFamily="18" charset="0"/>
                <a:ea typeface="楷体" panose="02010609060101010101" pitchFamily="49" charset="-122"/>
              </a:rPr>
              <a:t>U</a:t>
            </a:r>
            <a:r>
              <a:rPr kumimoji="0" lang="en-US" altLang="zh-CN" sz="2800" baseline="30000">
                <a:latin typeface="Times New Roman" panose="02020603050405020304" pitchFamily="18" charset="0"/>
                <a:ea typeface="楷体" panose="02010609060101010101" pitchFamily="49" charset="-122"/>
              </a:rPr>
              <a:t>2</a:t>
            </a:r>
            <a:r>
              <a:rPr kumimoji="0" lang="zh-CN" altLang="en-US" sz="2800">
                <a:latin typeface="Times New Roman" panose="02020603050405020304" pitchFamily="18" charset="0"/>
                <a:ea typeface="楷体" panose="02010609060101010101" pitchFamily="49" charset="-122"/>
              </a:rPr>
              <a:t>的模糊子集</a:t>
            </a:r>
            <a:r>
              <a:rPr kumimoji="0" lang="en-US" altLang="zh-CN" sz="2800">
                <a:latin typeface="Times New Roman" panose="02020603050405020304" pitchFamily="18" charset="0"/>
                <a:ea typeface="楷体" panose="02010609060101010101" pitchFamily="49" charset="-122"/>
              </a:rPr>
              <a:t>R&lt;&lt;</a:t>
            </a:r>
            <a:r>
              <a:rPr kumimoji="0" lang="zh-CN" altLang="en-US" sz="2800">
                <a:latin typeface="Times New Roman" panose="02020603050405020304" pitchFamily="18" charset="0"/>
                <a:ea typeface="楷体" panose="02010609060101010101" pitchFamily="49" charset="-122"/>
              </a:rPr>
              <a:t>表示，其</a:t>
            </a:r>
            <a:r>
              <a:rPr kumimoji="0" lang="zh-CN" altLang="en-US" sz="2800">
                <a:solidFill>
                  <a:srgbClr val="C00000"/>
                </a:solidFill>
                <a:latin typeface="Times New Roman" panose="02020603050405020304" pitchFamily="18" charset="0"/>
                <a:ea typeface="楷体" panose="02010609060101010101" pitchFamily="49" charset="-122"/>
              </a:rPr>
              <a:t>加权有向图</a:t>
            </a:r>
            <a:r>
              <a:rPr kumimoji="0" lang="zh-CN" altLang="en-US" sz="2800">
                <a:latin typeface="Times New Roman" panose="02020603050405020304" pitchFamily="18" charset="0"/>
                <a:ea typeface="楷体" panose="02010609060101010101" pitchFamily="49" charset="-122"/>
              </a:rPr>
              <a:t>和</a:t>
            </a:r>
            <a:r>
              <a:rPr kumimoji="0" lang="zh-CN" altLang="en-US" sz="2800">
                <a:solidFill>
                  <a:srgbClr val="C00000"/>
                </a:solidFill>
                <a:latin typeface="Times New Roman" panose="02020603050405020304" pitchFamily="18" charset="0"/>
                <a:ea typeface="楷体" panose="02010609060101010101" pitchFamily="49" charset="-122"/>
              </a:rPr>
              <a:t>关系矩阵</a:t>
            </a:r>
            <a:r>
              <a:rPr kumimoji="0" lang="zh-CN" altLang="en-US" sz="2800">
                <a:latin typeface="Times New Roman" panose="02020603050405020304" pitchFamily="18" charset="0"/>
                <a:ea typeface="楷体" panose="02010609060101010101" pitchFamily="49" charset="-122"/>
              </a:rPr>
              <a:t>如下图所示</a:t>
            </a:r>
          </a:p>
        </p:txBody>
      </p:sp>
      <p:graphicFrame>
        <p:nvGraphicFramePr>
          <p:cNvPr id="147462" name="Object 3"/>
          <p:cNvGraphicFramePr>
            <a:graphicFrameLocks noGrp="1" noChangeAspect="1"/>
          </p:cNvGraphicFramePr>
          <p:nvPr>
            <p:ph sz="half" idx="1"/>
          </p:nvPr>
        </p:nvGraphicFramePr>
        <p:xfrm>
          <a:off x="4575175" y="1555750"/>
          <a:ext cx="3455988" cy="2303463"/>
        </p:xfrm>
        <a:graphic>
          <a:graphicData uri="http://schemas.openxmlformats.org/presentationml/2006/ole">
            <mc:AlternateContent xmlns:mc="http://schemas.openxmlformats.org/markup-compatibility/2006">
              <mc:Choice xmlns:v="urn:schemas-microsoft-com:vml" Requires="v">
                <p:oleObj spid="_x0000_s30739" name="图片" r:id="rId6" imgW="2686226" imgH="1771687" progId="Word.Picture.8">
                  <p:embed/>
                </p:oleObj>
              </mc:Choice>
              <mc:Fallback>
                <p:oleObj name="图片" r:id="rId6" imgW="2686226" imgH="1771687" progId="Word.Picture.8">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75175" y="1555750"/>
                        <a:ext cx="3455988" cy="2303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 name="Rectangle 9"/>
          <p:cNvSpPr>
            <a:spLocks noChangeArrowheads="1"/>
          </p:cNvSpPr>
          <p:nvPr/>
        </p:nvSpPr>
        <p:spPr bwMode="auto">
          <a:xfrm>
            <a:off x="685800" y="476250"/>
            <a:ext cx="7772400" cy="792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kumimoji="1" sz="4000">
                <a:solidFill>
                  <a:srgbClr val="0033CC"/>
                </a:solidFill>
                <a:latin typeface="宋体" panose="02010600030101010101" pitchFamily="2" charset="-122"/>
                <a:ea typeface="宋体" panose="02010600030101010101" pitchFamily="2" charset="-122"/>
              </a:defRPr>
            </a:lvl1pPr>
            <a:lvl2pPr>
              <a:defRPr kumimoji="1" sz="4000">
                <a:solidFill>
                  <a:srgbClr val="0033CC"/>
                </a:solidFill>
                <a:latin typeface="宋体" panose="02010600030101010101" pitchFamily="2" charset="-122"/>
                <a:ea typeface="宋体" panose="02010600030101010101" pitchFamily="2" charset="-122"/>
              </a:defRPr>
            </a:lvl2pPr>
            <a:lvl3pPr>
              <a:defRPr kumimoji="1" sz="4000">
                <a:solidFill>
                  <a:srgbClr val="0033CC"/>
                </a:solidFill>
                <a:latin typeface="宋体" panose="02010600030101010101" pitchFamily="2" charset="-122"/>
                <a:ea typeface="宋体" panose="02010600030101010101" pitchFamily="2" charset="-122"/>
              </a:defRPr>
            </a:lvl3pPr>
            <a:lvl4pPr>
              <a:defRPr kumimoji="1" sz="4000">
                <a:solidFill>
                  <a:srgbClr val="0033CC"/>
                </a:solidFill>
                <a:latin typeface="宋体" panose="02010600030101010101" pitchFamily="2" charset="-122"/>
                <a:ea typeface="宋体" panose="02010600030101010101" pitchFamily="2" charset="-122"/>
              </a:defRPr>
            </a:lvl4pPr>
            <a:lvl5pPr>
              <a:defRPr kumimoji="1" sz="4000">
                <a:solidFill>
                  <a:srgbClr val="0033CC"/>
                </a:solidFill>
                <a:latin typeface="宋体" panose="02010600030101010101" pitchFamily="2" charset="-122"/>
                <a:ea typeface="宋体" panose="02010600030101010101" pitchFamily="2" charset="-122"/>
              </a:defRPr>
            </a:lvl5pPr>
            <a:lvl6pPr marL="45720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6pPr>
            <a:lvl7pPr marL="91440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7pPr>
            <a:lvl8pPr marL="137160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8pPr>
            <a:lvl9pPr marL="182880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9pPr>
          </a:lstStyle>
          <a:p>
            <a:pPr algn="ctr" eaLnBrk="1" latinLnBrk="1" hangingPunct="1">
              <a:defRPr/>
            </a:pPr>
            <a:r>
              <a:rPr lang="en-US" altLang="zh-CN" sz="3200" b="1" dirty="0">
                <a:solidFill>
                  <a:schemeClr val="tx1"/>
                </a:solidFill>
                <a:latin typeface="微软雅黑" panose="020B0503020204020204" pitchFamily="34" charset="-122"/>
                <a:ea typeface="微软雅黑" panose="020B0503020204020204" pitchFamily="34" charset="-122"/>
                <a:cs typeface="+mj-cs"/>
              </a:rPr>
              <a:t>3.6.2 </a:t>
            </a:r>
            <a:r>
              <a:rPr lang="zh-CN" altLang="en-US" sz="3200" b="1" dirty="0">
                <a:solidFill>
                  <a:schemeClr val="tx1"/>
                </a:solidFill>
                <a:latin typeface="微软雅黑" panose="020B0503020204020204" pitchFamily="34" charset="-122"/>
                <a:ea typeface="微软雅黑" panose="020B0503020204020204" pitchFamily="34" charset="-122"/>
                <a:cs typeface="+mj-cs"/>
              </a:rPr>
              <a:t>模糊</a:t>
            </a:r>
            <a:r>
              <a:rPr lang="zh-CN" altLang="en-US" sz="3200" b="1" dirty="0">
                <a:solidFill>
                  <a:schemeClr val="tx1"/>
                </a:solidFill>
                <a:latin typeface="微软雅黑" panose="020B0503020204020204" pitchFamily="34" charset="-122"/>
                <a:ea typeface="微软雅黑" panose="020B0503020204020204" pitchFamily="34" charset="-122"/>
                <a:cs typeface="+mj-cs"/>
              </a:rPr>
              <a:t>关系</a:t>
            </a:r>
          </a:p>
        </p:txBody>
      </p:sp>
    </p:spTree>
    <p:extLst>
      <p:ext uri="{BB962C8B-B14F-4D97-AF65-F5344CB8AC3E}">
        <p14:creationId xmlns:p14="http://schemas.microsoft.com/office/powerpoint/2010/main" val="2464529281"/>
      </p:ext>
    </p:extLst>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灯片编号占位符 3"/>
          <p:cNvSpPr>
            <a:spLocks noGrp="1"/>
          </p:cNvSpPr>
          <p:nvPr>
            <p:ph type="sldNum" sz="quarter" idx="4294967295"/>
          </p:nvPr>
        </p:nvSpPr>
        <p:spPr>
          <a:xfrm>
            <a:off x="6553200" y="6245225"/>
            <a:ext cx="2133600" cy="476250"/>
          </a:xfrm>
          <a:prstGeom prst="rect">
            <a:avLst/>
          </a:prstGeom>
          <a:noFill/>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a:spcBef>
                <a:spcPct val="0"/>
              </a:spcBef>
              <a:buFontTx/>
              <a:buNone/>
            </a:pPr>
            <a:fld id="{A8EA8E51-47B1-4835-8578-E2378C14A884}" type="slidenum">
              <a:rPr lang="zh-CN" altLang="en-US" sz="1400" smtClean="0">
                <a:latin typeface="Gulim" panose="02010600030101010101" charset="-122"/>
                <a:ea typeface="Gulim" panose="02010600030101010101" charset="-122"/>
              </a:rPr>
              <a:pPr>
                <a:spcBef>
                  <a:spcPct val="0"/>
                </a:spcBef>
                <a:buFontTx/>
                <a:buNone/>
              </a:pPr>
              <a:t>134</a:t>
            </a:fld>
            <a:endParaRPr lang="en-US" altLang="zh-CN" sz="1400" smtClean="0">
              <a:latin typeface="Gulim" panose="02010600030101010101" charset="-122"/>
              <a:ea typeface="Gulim" panose="02010600030101010101" charset="-122"/>
            </a:endParaRPr>
          </a:p>
        </p:txBody>
      </p:sp>
      <p:sp>
        <p:nvSpPr>
          <p:cNvPr id="721924" name="Text Box 4"/>
          <p:cNvSpPr txBox="1">
            <a:spLocks noChangeArrowheads="1"/>
          </p:cNvSpPr>
          <p:nvPr/>
        </p:nvSpPr>
        <p:spPr bwMode="auto">
          <a:xfrm>
            <a:off x="611188" y="1557338"/>
            <a:ext cx="7993062" cy="5554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eaLnBrk="1" hangingPunct="1">
              <a:spcBef>
                <a:spcPct val="0"/>
              </a:spcBef>
            </a:pPr>
            <a:r>
              <a:rPr kumimoji="0" lang="zh-CN" altLang="en-US" sz="2600">
                <a:latin typeface="Times New Roman" panose="02020603050405020304" pitchFamily="18" charset="0"/>
                <a:ea typeface="楷体" panose="02010609060101010101" pitchFamily="49" charset="-122"/>
              </a:rPr>
              <a:t> 扩展 </a:t>
            </a:r>
            <a:r>
              <a:rPr kumimoji="0" lang="en-US" altLang="zh-CN" sz="2600">
                <a:latin typeface="Times New Roman" panose="02020603050405020304" pitchFamily="18" charset="0"/>
                <a:ea typeface="楷体" panose="02010609060101010101" pitchFamily="49" charset="-122"/>
              </a:rPr>
              <a:t>—— n</a:t>
            </a:r>
            <a:r>
              <a:rPr kumimoji="0" lang="zh-CN" altLang="en-US" sz="2600">
                <a:latin typeface="Times New Roman" panose="02020603050405020304" pitchFamily="18" charset="0"/>
                <a:ea typeface="楷体" panose="02010609060101010101" pitchFamily="49" charset="-122"/>
              </a:rPr>
              <a:t>元</a:t>
            </a:r>
            <a:r>
              <a:rPr kumimoji="0" lang="zh-CN" altLang="en-US" sz="3000">
                <a:latin typeface="Times New Roman" panose="02020603050405020304" pitchFamily="18" charset="0"/>
                <a:ea typeface="楷体" panose="02010609060101010101" pitchFamily="49" charset="-122"/>
              </a:rPr>
              <a:t>模糊关系的定义：</a:t>
            </a:r>
          </a:p>
          <a:p>
            <a:pPr lvl="1" eaLnBrk="1" hangingPunct="1">
              <a:lnSpc>
                <a:spcPct val="110000"/>
              </a:lnSpc>
              <a:spcBef>
                <a:spcPct val="0"/>
              </a:spcBef>
            </a:pPr>
            <a:r>
              <a:rPr kumimoji="0" lang="zh-CN" altLang="en-US" sz="3000">
                <a:latin typeface="Times New Roman" panose="02020603050405020304" pitchFamily="18" charset="0"/>
                <a:ea typeface="楷体" panose="02010609060101010101" pitchFamily="49" charset="-122"/>
              </a:rPr>
              <a:t> </a:t>
            </a:r>
            <a:r>
              <a:rPr kumimoji="0" lang="zh-CN" altLang="en-US" sz="2600">
                <a:latin typeface="Times New Roman" panose="02020603050405020304" pitchFamily="18" charset="0"/>
                <a:ea typeface="楷体" panose="02010609060101010101" pitchFamily="49" charset="-122"/>
              </a:rPr>
              <a:t>集合</a:t>
            </a:r>
            <a:r>
              <a:rPr kumimoji="0" lang="en-US" altLang="zh-CN" sz="2600">
                <a:latin typeface="Times New Roman" panose="02020603050405020304" pitchFamily="18" charset="0"/>
                <a:ea typeface="楷体" panose="02010609060101010101" pitchFamily="49" charset="-122"/>
              </a:rPr>
              <a:t>U1</a:t>
            </a:r>
            <a:r>
              <a:rPr kumimoji="0" lang="zh-CN" altLang="en-US" sz="2600">
                <a:latin typeface="Times New Roman" panose="02020603050405020304" pitchFamily="18" charset="0"/>
                <a:ea typeface="楷体" panose="02010609060101010101" pitchFamily="49" charset="-122"/>
              </a:rPr>
              <a:t>～</a:t>
            </a:r>
            <a:r>
              <a:rPr kumimoji="0" lang="en-US" altLang="zh-CN" sz="2600">
                <a:latin typeface="Times New Roman" panose="02020603050405020304" pitchFamily="18" charset="0"/>
                <a:ea typeface="楷体" panose="02010609060101010101" pitchFamily="49" charset="-122"/>
              </a:rPr>
              <a:t>Un</a:t>
            </a:r>
            <a:r>
              <a:rPr kumimoji="0" lang="zh-CN" altLang="en-US" sz="2600">
                <a:latin typeface="Times New Roman" panose="02020603050405020304" pitchFamily="18" charset="0"/>
                <a:ea typeface="楷体" panose="02010609060101010101" pitchFamily="49" charset="-122"/>
              </a:rPr>
              <a:t>的笛卡儿乘积</a:t>
            </a:r>
            <a:r>
              <a:rPr kumimoji="0" lang="en-US" altLang="zh-CN" sz="2600">
                <a:latin typeface="Times New Roman" panose="02020603050405020304" pitchFamily="18" charset="0"/>
                <a:ea typeface="楷体" panose="02010609060101010101" pitchFamily="49" charset="-122"/>
              </a:rPr>
              <a:t>U1×…×Un</a:t>
            </a:r>
            <a:r>
              <a:rPr kumimoji="0" lang="zh-CN" altLang="en-US" sz="2600">
                <a:latin typeface="Times New Roman" panose="02020603050405020304" pitchFamily="18" charset="0"/>
                <a:ea typeface="楷体" panose="02010609060101010101" pitchFamily="49" charset="-122"/>
              </a:rPr>
              <a:t>为基底集的任一模糊子集</a:t>
            </a:r>
            <a:r>
              <a:rPr kumimoji="0" lang="en-US" altLang="zh-CN" sz="2600">
                <a:latin typeface="Times New Roman" panose="02020603050405020304" pitchFamily="18" charset="0"/>
                <a:ea typeface="楷体" panose="02010609060101010101" pitchFamily="49" charset="-122"/>
              </a:rPr>
              <a:t>R</a:t>
            </a:r>
            <a:r>
              <a:rPr kumimoji="0" lang="zh-CN" altLang="en-US" sz="2600">
                <a:latin typeface="Times New Roman" panose="02020603050405020304" pitchFamily="18" charset="0"/>
                <a:ea typeface="楷体" panose="02010609060101010101" pitchFamily="49" charset="-122"/>
              </a:rPr>
              <a:t>称为</a:t>
            </a:r>
            <a:r>
              <a:rPr kumimoji="0" lang="en-US" altLang="zh-CN" sz="2600">
                <a:latin typeface="Times New Roman" panose="02020603050405020304" pitchFamily="18" charset="0"/>
                <a:ea typeface="楷体" panose="02010609060101010101" pitchFamily="49" charset="-122"/>
              </a:rPr>
              <a:t>U1×…×Un</a:t>
            </a:r>
            <a:r>
              <a:rPr kumimoji="0" lang="zh-CN" altLang="en-US" sz="2600">
                <a:latin typeface="Times New Roman" panose="02020603050405020304" pitchFamily="18" charset="0"/>
                <a:ea typeface="楷体" panose="02010609060101010101" pitchFamily="49" charset="-122"/>
              </a:rPr>
              <a:t>间的一个</a:t>
            </a:r>
            <a:r>
              <a:rPr kumimoji="0" lang="en-US" altLang="zh-CN" sz="2600">
                <a:latin typeface="Times New Roman" panose="02020603050405020304" pitchFamily="18" charset="0"/>
                <a:ea typeface="楷体" panose="02010609060101010101" pitchFamily="49" charset="-122"/>
              </a:rPr>
              <a:t>n</a:t>
            </a:r>
            <a:r>
              <a:rPr kumimoji="0" lang="zh-CN" altLang="en-US" sz="2600">
                <a:latin typeface="Times New Roman" panose="02020603050405020304" pitchFamily="18" charset="0"/>
                <a:ea typeface="楷体" panose="02010609060101010101" pitchFamily="49" charset="-122"/>
              </a:rPr>
              <a:t>元模糊关系</a:t>
            </a:r>
            <a:r>
              <a:rPr kumimoji="0" lang="en-US" altLang="zh-CN" sz="2600">
                <a:latin typeface="Times New Roman" panose="02020603050405020304" pitchFamily="18" charset="0"/>
                <a:ea typeface="楷体" panose="02010609060101010101" pitchFamily="49" charset="-122"/>
              </a:rPr>
              <a:t>(fuzzy relation)</a:t>
            </a:r>
            <a:r>
              <a:rPr kumimoji="0" lang="zh-CN" altLang="en-US" sz="2600">
                <a:latin typeface="Times New Roman" panose="02020603050405020304" pitchFamily="18" charset="0"/>
                <a:ea typeface="楷体" panose="02010609060101010101" pitchFamily="49" charset="-122"/>
              </a:rPr>
              <a:t>，特别地，</a:t>
            </a:r>
            <a:r>
              <a:rPr kumimoji="0" lang="en-US" altLang="zh-CN" sz="2600">
                <a:latin typeface="Times New Roman" panose="02020603050405020304" pitchFamily="18" charset="0"/>
                <a:ea typeface="楷体" panose="02010609060101010101" pitchFamily="49" charset="-122"/>
              </a:rPr>
              <a:t>Un</a:t>
            </a:r>
            <a:r>
              <a:rPr kumimoji="0" lang="zh-CN" altLang="en-US" sz="2600">
                <a:latin typeface="Times New Roman" panose="02020603050405020304" pitchFamily="18" charset="0"/>
                <a:ea typeface="楷体" panose="02010609060101010101" pitchFamily="49" charset="-122"/>
              </a:rPr>
              <a:t>的任一模糊子集称为</a:t>
            </a:r>
            <a:r>
              <a:rPr kumimoji="0" lang="en-US" altLang="zh-CN" sz="2600">
                <a:latin typeface="Times New Roman" panose="02020603050405020304" pitchFamily="18" charset="0"/>
                <a:ea typeface="楷体" panose="02010609060101010101" pitchFamily="49" charset="-122"/>
              </a:rPr>
              <a:t>U</a:t>
            </a:r>
            <a:r>
              <a:rPr kumimoji="0" lang="zh-CN" altLang="en-US" sz="2600">
                <a:latin typeface="Times New Roman" panose="02020603050405020304" pitchFamily="18" charset="0"/>
                <a:ea typeface="楷体" panose="02010609060101010101" pitchFamily="49" charset="-122"/>
              </a:rPr>
              <a:t>上的一个</a:t>
            </a:r>
            <a:r>
              <a:rPr kumimoji="0" lang="en-US" altLang="zh-CN" sz="2600">
                <a:latin typeface="Times New Roman" panose="02020603050405020304" pitchFamily="18" charset="0"/>
                <a:ea typeface="楷体" panose="02010609060101010101" pitchFamily="49" charset="-122"/>
              </a:rPr>
              <a:t>n</a:t>
            </a:r>
            <a:r>
              <a:rPr kumimoji="0" lang="zh-CN" altLang="en-US" sz="2600">
                <a:latin typeface="Times New Roman" panose="02020603050405020304" pitchFamily="18" charset="0"/>
                <a:ea typeface="楷体" panose="02010609060101010101" pitchFamily="49" charset="-122"/>
              </a:rPr>
              <a:t>元模糊关系</a:t>
            </a:r>
          </a:p>
          <a:p>
            <a:pPr algn="just" eaLnBrk="1" hangingPunct="1">
              <a:lnSpc>
                <a:spcPct val="120000"/>
              </a:lnSpc>
            </a:pPr>
            <a:r>
              <a:rPr lang="zh-CN" altLang="en-US" sz="2800">
                <a:latin typeface="Times New Roman" panose="02020603050405020304" pitchFamily="18" charset="0"/>
                <a:ea typeface="楷体" panose="02010609060101010101" pitchFamily="49" charset="-122"/>
              </a:rPr>
              <a:t>模糊关系是集合的笛卡尔积的子集</a:t>
            </a:r>
            <a:r>
              <a:rPr lang="en-US" altLang="zh-CN" sz="2800">
                <a:latin typeface="Times New Roman" panose="02020603050405020304" pitchFamily="18" charset="0"/>
                <a:ea typeface="楷体" panose="02010609060101010101" pitchFamily="49" charset="-122"/>
              </a:rPr>
              <a:t>+</a:t>
            </a:r>
            <a:r>
              <a:rPr lang="zh-CN" altLang="en-US" sz="2800">
                <a:latin typeface="Times New Roman" panose="02020603050405020304" pitchFamily="18" charset="0"/>
                <a:ea typeface="楷体" panose="02010609060101010101" pitchFamily="49" charset="-122"/>
              </a:rPr>
              <a:t>对集合的隶属函数</a:t>
            </a:r>
            <a:endParaRPr lang="en-US" altLang="zh-CN" sz="2800">
              <a:latin typeface="Times New Roman" panose="02020603050405020304" pitchFamily="18" charset="0"/>
              <a:ea typeface="楷体" panose="02010609060101010101" pitchFamily="49" charset="-122"/>
            </a:endParaRPr>
          </a:p>
          <a:p>
            <a:pPr lvl="1" algn="just" eaLnBrk="1" hangingPunct="1">
              <a:lnSpc>
                <a:spcPct val="120000"/>
              </a:lnSpc>
            </a:pPr>
            <a:r>
              <a:rPr lang="zh-CN" altLang="en-US" sz="2800">
                <a:latin typeface="Times New Roman" panose="02020603050405020304" pitchFamily="18" charset="0"/>
                <a:ea typeface="楷体" panose="02010609060101010101" pitchFamily="49" charset="-122"/>
              </a:rPr>
              <a:t>设</a:t>
            </a:r>
            <a:r>
              <a:rPr lang="en-US" altLang="zh-CN" sz="2800">
                <a:latin typeface="Times New Roman" panose="02020603050405020304" pitchFamily="18" charset="0"/>
                <a:ea typeface="楷体" panose="02010609060101010101" pitchFamily="49" charset="-122"/>
              </a:rPr>
              <a:t>R</a:t>
            </a:r>
            <a:r>
              <a:rPr lang="zh-CN" altLang="en-US" sz="2800">
                <a:latin typeface="Times New Roman" panose="02020603050405020304" pitchFamily="18" charset="0"/>
                <a:ea typeface="楷体" panose="02010609060101010101" pitchFamily="49" charset="-122"/>
              </a:rPr>
              <a:t>为</a:t>
            </a:r>
            <a:r>
              <a:rPr lang="en-US" altLang="zh-CN" sz="2800">
                <a:latin typeface="Times New Roman" panose="02020603050405020304" pitchFamily="18" charset="0"/>
                <a:ea typeface="楷体" panose="02010609060101010101" pitchFamily="49" charset="-122"/>
              </a:rPr>
              <a:t>A</a:t>
            </a:r>
            <a:r>
              <a:rPr lang="en-US" altLang="zh-CN" sz="2800" baseline="-25000">
                <a:latin typeface="Times New Roman" panose="02020603050405020304" pitchFamily="18" charset="0"/>
                <a:ea typeface="楷体" panose="02010609060101010101" pitchFamily="49" charset="-122"/>
              </a:rPr>
              <a:t>1</a:t>
            </a:r>
            <a:r>
              <a:rPr lang="en-US" altLang="zh-CN" sz="2800">
                <a:latin typeface="Times New Roman" panose="02020603050405020304" pitchFamily="18" charset="0"/>
                <a:ea typeface="楷体" panose="02010609060101010101" pitchFamily="49" charset="-122"/>
                <a:sym typeface="Symbol" panose="05050102010706020507" pitchFamily="18" charset="2"/>
              </a:rPr>
              <a:t>A</a:t>
            </a:r>
            <a:r>
              <a:rPr lang="en-US" altLang="zh-CN" sz="2800" baseline="-25000">
                <a:latin typeface="Times New Roman" panose="02020603050405020304" pitchFamily="18" charset="0"/>
                <a:ea typeface="楷体" panose="02010609060101010101" pitchFamily="49" charset="-122"/>
                <a:sym typeface="Symbol" panose="05050102010706020507" pitchFamily="18" charset="2"/>
              </a:rPr>
              <a:t>2</a:t>
            </a:r>
            <a:r>
              <a:rPr lang="en-US" altLang="zh-CN" sz="2800">
                <a:latin typeface="Times New Roman" panose="02020603050405020304" pitchFamily="18" charset="0"/>
                <a:ea typeface="楷体" panose="02010609060101010101" pitchFamily="49" charset="-122"/>
                <a:sym typeface="Symbol" panose="05050102010706020507" pitchFamily="18" charset="2"/>
              </a:rPr>
              <a:t>...A</a:t>
            </a:r>
            <a:r>
              <a:rPr lang="en-US" altLang="zh-CN" sz="2800" baseline="-25000">
                <a:latin typeface="Times New Roman" panose="02020603050405020304" pitchFamily="18" charset="0"/>
                <a:ea typeface="楷体" panose="02010609060101010101" pitchFamily="49" charset="-122"/>
                <a:sym typeface="Symbol" panose="05050102010706020507" pitchFamily="18" charset="2"/>
              </a:rPr>
              <a:t>n</a:t>
            </a:r>
            <a:r>
              <a:rPr lang="zh-CN" altLang="en-US" sz="2800">
                <a:latin typeface="Times New Roman" panose="02020603050405020304" pitchFamily="18" charset="0"/>
                <a:ea typeface="楷体" panose="02010609060101010101" pitchFamily="49" charset="-122"/>
                <a:sym typeface="Symbol" panose="05050102010706020507" pitchFamily="18" charset="2"/>
              </a:rPr>
              <a:t>上的一个</a:t>
            </a:r>
            <a:r>
              <a:rPr lang="en-US" altLang="zh-CN" sz="2800">
                <a:latin typeface="Times New Roman" panose="02020603050405020304" pitchFamily="18" charset="0"/>
                <a:ea typeface="楷体" panose="02010609060101010101" pitchFamily="49" charset="-122"/>
                <a:sym typeface="Symbol" panose="05050102010706020507" pitchFamily="18" charset="2"/>
              </a:rPr>
              <a:t>n</a:t>
            </a:r>
            <a:r>
              <a:rPr lang="zh-CN" altLang="en-US" sz="2800">
                <a:latin typeface="Times New Roman" panose="02020603050405020304" pitchFamily="18" charset="0"/>
                <a:ea typeface="楷体" panose="02010609060101010101" pitchFamily="49" charset="-122"/>
                <a:sym typeface="Symbol" panose="05050102010706020507" pitchFamily="18" charset="2"/>
              </a:rPr>
              <a:t>元模糊关系，则</a:t>
            </a:r>
            <a:r>
              <a:rPr lang="en-US" altLang="zh-CN" sz="2800">
                <a:latin typeface="Times New Roman" panose="02020603050405020304" pitchFamily="18" charset="0"/>
                <a:ea typeface="楷体" panose="02010609060101010101" pitchFamily="49" charset="-122"/>
                <a:sym typeface="Symbol" panose="05050102010706020507" pitchFamily="18" charset="2"/>
              </a:rPr>
              <a:t>R</a:t>
            </a:r>
            <a:r>
              <a:rPr lang="zh-CN" altLang="en-US" sz="2800">
                <a:latin typeface="Times New Roman" panose="02020603050405020304" pitchFamily="18" charset="0"/>
                <a:ea typeface="楷体" panose="02010609060101010101" pitchFamily="49" charset="-122"/>
                <a:sym typeface="Symbol" panose="05050102010706020507" pitchFamily="18" charset="2"/>
              </a:rPr>
              <a:t>中的元素表示为	</a:t>
            </a:r>
            <a:r>
              <a:rPr lang="en-US" altLang="zh-CN" sz="2800">
                <a:latin typeface="Times New Roman" panose="02020603050405020304" pitchFamily="18" charset="0"/>
                <a:ea typeface="楷体" panose="02010609060101010101" pitchFamily="49" charset="-122"/>
                <a:sym typeface="Symbol" panose="05050102010706020507" pitchFamily="18" charset="2"/>
              </a:rPr>
              <a:t>((a</a:t>
            </a:r>
            <a:r>
              <a:rPr lang="en-US" altLang="zh-CN" sz="2800" baseline="-25000">
                <a:latin typeface="Times New Roman" panose="02020603050405020304" pitchFamily="18" charset="0"/>
                <a:ea typeface="楷体" panose="02010609060101010101" pitchFamily="49" charset="-122"/>
                <a:sym typeface="Symbol" panose="05050102010706020507" pitchFamily="18" charset="2"/>
              </a:rPr>
              <a:t>1</a:t>
            </a:r>
            <a:r>
              <a:rPr lang="en-US" altLang="zh-CN" sz="2800">
                <a:latin typeface="Times New Roman" panose="02020603050405020304" pitchFamily="18" charset="0"/>
                <a:ea typeface="楷体" panose="02010609060101010101" pitchFamily="49" charset="-122"/>
                <a:sym typeface="Symbol" panose="05050102010706020507" pitchFamily="18" charset="2"/>
              </a:rPr>
              <a:t>,a</a:t>
            </a:r>
            <a:r>
              <a:rPr lang="en-US" altLang="zh-CN" sz="2800" baseline="-25000">
                <a:latin typeface="Times New Roman" panose="02020603050405020304" pitchFamily="18" charset="0"/>
                <a:ea typeface="楷体" panose="02010609060101010101" pitchFamily="49" charset="-122"/>
                <a:sym typeface="Symbol" panose="05050102010706020507" pitchFamily="18" charset="2"/>
              </a:rPr>
              <a:t>2</a:t>
            </a:r>
            <a:r>
              <a:rPr lang="en-US" altLang="zh-CN" sz="2800">
                <a:latin typeface="Times New Roman" panose="02020603050405020304" pitchFamily="18" charset="0"/>
                <a:ea typeface="楷体" panose="02010609060101010101" pitchFamily="49" charset="-122"/>
                <a:sym typeface="Symbol" panose="05050102010706020507" pitchFamily="18" charset="2"/>
              </a:rPr>
              <a:t>,…,a</a:t>
            </a:r>
            <a:r>
              <a:rPr lang="en-US" altLang="zh-CN" sz="2800" baseline="-25000">
                <a:latin typeface="Times New Roman" panose="02020603050405020304" pitchFamily="18" charset="0"/>
                <a:ea typeface="楷体" panose="02010609060101010101" pitchFamily="49" charset="-122"/>
                <a:sym typeface="Symbol" panose="05050102010706020507" pitchFamily="18" charset="2"/>
              </a:rPr>
              <a:t>n</a:t>
            </a:r>
            <a:r>
              <a:rPr lang="en-US" altLang="zh-CN" sz="2800">
                <a:latin typeface="Times New Roman" panose="02020603050405020304" pitchFamily="18" charset="0"/>
                <a:ea typeface="楷体" panose="02010609060101010101" pitchFamily="49" charset="-122"/>
                <a:sym typeface="Symbol" panose="05050102010706020507" pitchFamily="18" charset="2"/>
              </a:rPr>
              <a:t>),(a</a:t>
            </a:r>
            <a:r>
              <a:rPr lang="en-US" altLang="zh-CN" sz="2800" baseline="-25000">
                <a:latin typeface="Times New Roman" panose="02020603050405020304" pitchFamily="18" charset="0"/>
                <a:ea typeface="楷体" panose="02010609060101010101" pitchFamily="49" charset="-122"/>
                <a:sym typeface="Symbol" panose="05050102010706020507" pitchFamily="18" charset="2"/>
              </a:rPr>
              <a:t>1</a:t>
            </a:r>
            <a:r>
              <a:rPr lang="en-US" altLang="zh-CN" sz="2800">
                <a:latin typeface="Times New Roman" panose="02020603050405020304" pitchFamily="18" charset="0"/>
                <a:ea typeface="楷体" panose="02010609060101010101" pitchFamily="49" charset="-122"/>
                <a:sym typeface="Symbol" panose="05050102010706020507" pitchFamily="18" charset="2"/>
              </a:rPr>
              <a:t>,a</a:t>
            </a:r>
            <a:r>
              <a:rPr lang="en-US" altLang="zh-CN" sz="2800" baseline="-25000">
                <a:latin typeface="Times New Roman" panose="02020603050405020304" pitchFamily="18" charset="0"/>
                <a:ea typeface="楷体" panose="02010609060101010101" pitchFamily="49" charset="-122"/>
                <a:sym typeface="Symbol" panose="05050102010706020507" pitchFamily="18" charset="2"/>
              </a:rPr>
              <a:t>2</a:t>
            </a:r>
            <a:r>
              <a:rPr lang="en-US" altLang="zh-CN" sz="2800">
                <a:latin typeface="Times New Roman" panose="02020603050405020304" pitchFamily="18" charset="0"/>
                <a:ea typeface="楷体" panose="02010609060101010101" pitchFamily="49" charset="-122"/>
                <a:sym typeface="Symbol" panose="05050102010706020507" pitchFamily="18" charset="2"/>
              </a:rPr>
              <a:t>,…,a</a:t>
            </a:r>
            <a:r>
              <a:rPr lang="en-US" altLang="zh-CN" sz="2800" baseline="-25000">
                <a:latin typeface="Times New Roman" panose="02020603050405020304" pitchFamily="18" charset="0"/>
                <a:ea typeface="楷体" panose="02010609060101010101" pitchFamily="49" charset="-122"/>
                <a:sym typeface="Symbol" panose="05050102010706020507" pitchFamily="18" charset="2"/>
              </a:rPr>
              <a:t>n</a:t>
            </a:r>
            <a:r>
              <a:rPr lang="en-US" altLang="zh-CN" sz="2800">
                <a:latin typeface="Times New Roman" panose="02020603050405020304" pitchFamily="18" charset="0"/>
                <a:ea typeface="楷体" panose="02010609060101010101" pitchFamily="49" charset="-122"/>
                <a:sym typeface="Symbol" panose="05050102010706020507" pitchFamily="18" charset="2"/>
              </a:rPr>
              <a:t>))</a:t>
            </a:r>
            <a:r>
              <a:rPr lang="zh-CN" altLang="en-US" sz="2800">
                <a:latin typeface="Times New Roman" panose="02020603050405020304" pitchFamily="18" charset="0"/>
                <a:ea typeface="楷体" panose="02010609060101010101" pitchFamily="49" charset="-122"/>
                <a:sym typeface="Symbol" panose="05050102010706020507" pitchFamily="18" charset="2"/>
              </a:rPr>
              <a:t>其中</a:t>
            </a:r>
            <a:r>
              <a:rPr lang="en-US" altLang="zh-CN" sz="2800">
                <a:latin typeface="Times New Roman" panose="02020603050405020304" pitchFamily="18" charset="0"/>
                <a:ea typeface="楷体" panose="02010609060101010101" pitchFamily="49" charset="-122"/>
                <a:sym typeface="Symbol" panose="05050102010706020507" pitchFamily="18" charset="2"/>
              </a:rPr>
              <a:t>a</a:t>
            </a:r>
            <a:r>
              <a:rPr lang="en-US" altLang="zh-CN" sz="2800" baseline="-25000">
                <a:latin typeface="Times New Roman" panose="02020603050405020304" pitchFamily="18" charset="0"/>
                <a:ea typeface="楷体" panose="02010609060101010101" pitchFamily="49" charset="-122"/>
                <a:sym typeface="Symbol" panose="05050102010706020507" pitchFamily="18" charset="2"/>
              </a:rPr>
              <a:t>n</a:t>
            </a:r>
            <a:r>
              <a:rPr lang="en-US" altLang="zh-CN" sz="2800">
                <a:latin typeface="Times New Roman" panose="02020603050405020304" pitchFamily="18" charset="0"/>
                <a:ea typeface="楷体" panose="02010609060101010101" pitchFamily="49" charset="-122"/>
                <a:sym typeface="Symbol" panose="05050102010706020507" pitchFamily="18" charset="2"/>
              </a:rPr>
              <a:t>∈Ai</a:t>
            </a:r>
            <a:r>
              <a:rPr lang="zh-CN" altLang="en-US" sz="2800">
                <a:latin typeface="Times New Roman" panose="02020603050405020304" pitchFamily="18" charset="0"/>
                <a:ea typeface="楷体" panose="02010609060101010101" pitchFamily="49" charset="-122"/>
                <a:sym typeface="Symbol" panose="05050102010706020507" pitchFamily="18" charset="2"/>
              </a:rPr>
              <a:t>，</a:t>
            </a:r>
            <a:r>
              <a:rPr lang="en-US" altLang="zh-CN" sz="2800">
                <a:latin typeface="Times New Roman" panose="02020603050405020304" pitchFamily="18" charset="0"/>
                <a:ea typeface="楷体" panose="02010609060101010101" pitchFamily="49" charset="-122"/>
                <a:sym typeface="Symbol" panose="05050102010706020507" pitchFamily="18" charset="2"/>
              </a:rPr>
              <a:t>(a</a:t>
            </a:r>
            <a:r>
              <a:rPr lang="en-US" altLang="zh-CN" sz="2800" baseline="-25000">
                <a:latin typeface="Times New Roman" panose="02020603050405020304" pitchFamily="18" charset="0"/>
                <a:ea typeface="楷体" panose="02010609060101010101" pitchFamily="49" charset="-122"/>
                <a:sym typeface="Symbol" panose="05050102010706020507" pitchFamily="18" charset="2"/>
              </a:rPr>
              <a:t>1</a:t>
            </a:r>
            <a:r>
              <a:rPr lang="en-US" altLang="zh-CN" sz="2800">
                <a:latin typeface="Times New Roman" panose="02020603050405020304" pitchFamily="18" charset="0"/>
                <a:ea typeface="楷体" panose="02010609060101010101" pitchFamily="49" charset="-122"/>
                <a:sym typeface="Symbol" panose="05050102010706020507" pitchFamily="18" charset="2"/>
              </a:rPr>
              <a:t>,a</a:t>
            </a:r>
            <a:r>
              <a:rPr lang="en-US" altLang="zh-CN" sz="2800" baseline="-25000">
                <a:latin typeface="Times New Roman" panose="02020603050405020304" pitchFamily="18" charset="0"/>
                <a:ea typeface="楷体" panose="02010609060101010101" pitchFamily="49" charset="-122"/>
                <a:sym typeface="Symbol" panose="05050102010706020507" pitchFamily="18" charset="2"/>
              </a:rPr>
              <a:t>2</a:t>
            </a:r>
            <a:r>
              <a:rPr lang="en-US" altLang="zh-CN" sz="2800">
                <a:latin typeface="Times New Roman" panose="02020603050405020304" pitchFamily="18" charset="0"/>
                <a:ea typeface="楷体" panose="02010609060101010101" pitchFamily="49" charset="-122"/>
                <a:sym typeface="Symbol" panose="05050102010706020507" pitchFamily="18" charset="2"/>
              </a:rPr>
              <a:t>,…,a</a:t>
            </a:r>
            <a:r>
              <a:rPr lang="en-US" altLang="zh-CN" sz="2800" baseline="-25000">
                <a:latin typeface="Times New Roman" panose="02020603050405020304" pitchFamily="18" charset="0"/>
                <a:ea typeface="楷体" panose="02010609060101010101" pitchFamily="49" charset="-122"/>
                <a:sym typeface="Symbol" panose="05050102010706020507" pitchFamily="18" charset="2"/>
              </a:rPr>
              <a:t>n</a:t>
            </a:r>
            <a:r>
              <a:rPr lang="en-US" altLang="zh-CN" sz="2800">
                <a:latin typeface="Times New Roman" panose="02020603050405020304" pitchFamily="18" charset="0"/>
                <a:ea typeface="楷体" panose="02010609060101010101" pitchFamily="49" charset="-122"/>
                <a:sym typeface="Symbol" panose="05050102010706020507" pitchFamily="18" charset="2"/>
              </a:rPr>
              <a:t>)  </a:t>
            </a:r>
            <a:r>
              <a:rPr lang="zh-CN" altLang="en-US" sz="2800">
                <a:latin typeface="Times New Roman" panose="02020603050405020304" pitchFamily="18" charset="0"/>
                <a:ea typeface="楷体" panose="02010609060101010101" pitchFamily="49" charset="-122"/>
                <a:sym typeface="Symbol" panose="05050102010706020507" pitchFamily="18" charset="2"/>
              </a:rPr>
              <a:t>是对</a:t>
            </a:r>
            <a:r>
              <a:rPr lang="en-US" altLang="zh-CN" sz="2800">
                <a:latin typeface="Times New Roman" panose="02020603050405020304" pitchFamily="18" charset="0"/>
                <a:ea typeface="楷体" panose="02010609060101010101" pitchFamily="49" charset="-122"/>
                <a:sym typeface="Symbol" panose="05050102010706020507" pitchFamily="18" charset="2"/>
              </a:rPr>
              <a:t>R</a:t>
            </a:r>
            <a:r>
              <a:rPr lang="zh-CN" altLang="en-US" sz="2800">
                <a:latin typeface="Times New Roman" panose="02020603050405020304" pitchFamily="18" charset="0"/>
                <a:ea typeface="楷体" panose="02010609060101010101" pitchFamily="49" charset="-122"/>
                <a:sym typeface="Symbol" panose="05050102010706020507" pitchFamily="18" charset="2"/>
              </a:rPr>
              <a:t>的隶属度</a:t>
            </a:r>
          </a:p>
          <a:p>
            <a:pPr lvl="1" eaLnBrk="1" hangingPunct="1">
              <a:spcBef>
                <a:spcPct val="0"/>
              </a:spcBef>
              <a:buFontTx/>
              <a:buNone/>
            </a:pPr>
            <a:endParaRPr kumimoji="0" lang="zh-CN" altLang="en-US" sz="3000">
              <a:latin typeface="Times New Roman" panose="02020603050405020304" pitchFamily="18" charset="0"/>
              <a:ea typeface="楷体" panose="02010609060101010101" pitchFamily="49" charset="-122"/>
            </a:endParaRPr>
          </a:p>
        </p:txBody>
      </p:sp>
      <p:sp>
        <p:nvSpPr>
          <p:cNvPr id="8" name="Rectangle 9"/>
          <p:cNvSpPr>
            <a:spLocks noChangeArrowheads="1"/>
          </p:cNvSpPr>
          <p:nvPr/>
        </p:nvSpPr>
        <p:spPr bwMode="auto">
          <a:xfrm>
            <a:off x="685800" y="476250"/>
            <a:ext cx="7772400" cy="792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kumimoji="1" sz="4000">
                <a:solidFill>
                  <a:srgbClr val="0033CC"/>
                </a:solidFill>
                <a:latin typeface="宋体" panose="02010600030101010101" pitchFamily="2" charset="-122"/>
                <a:ea typeface="宋体" panose="02010600030101010101" pitchFamily="2" charset="-122"/>
              </a:defRPr>
            </a:lvl1pPr>
            <a:lvl2pPr>
              <a:defRPr kumimoji="1" sz="4000">
                <a:solidFill>
                  <a:srgbClr val="0033CC"/>
                </a:solidFill>
                <a:latin typeface="宋体" panose="02010600030101010101" pitchFamily="2" charset="-122"/>
                <a:ea typeface="宋体" panose="02010600030101010101" pitchFamily="2" charset="-122"/>
              </a:defRPr>
            </a:lvl2pPr>
            <a:lvl3pPr>
              <a:defRPr kumimoji="1" sz="4000">
                <a:solidFill>
                  <a:srgbClr val="0033CC"/>
                </a:solidFill>
                <a:latin typeface="宋体" panose="02010600030101010101" pitchFamily="2" charset="-122"/>
                <a:ea typeface="宋体" panose="02010600030101010101" pitchFamily="2" charset="-122"/>
              </a:defRPr>
            </a:lvl3pPr>
            <a:lvl4pPr>
              <a:defRPr kumimoji="1" sz="4000">
                <a:solidFill>
                  <a:srgbClr val="0033CC"/>
                </a:solidFill>
                <a:latin typeface="宋体" panose="02010600030101010101" pitchFamily="2" charset="-122"/>
                <a:ea typeface="宋体" panose="02010600030101010101" pitchFamily="2" charset="-122"/>
              </a:defRPr>
            </a:lvl4pPr>
            <a:lvl5pPr>
              <a:defRPr kumimoji="1" sz="4000">
                <a:solidFill>
                  <a:srgbClr val="0033CC"/>
                </a:solidFill>
                <a:latin typeface="宋体" panose="02010600030101010101" pitchFamily="2" charset="-122"/>
                <a:ea typeface="宋体" panose="02010600030101010101" pitchFamily="2" charset="-122"/>
              </a:defRPr>
            </a:lvl5pPr>
            <a:lvl6pPr marL="45720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6pPr>
            <a:lvl7pPr marL="91440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7pPr>
            <a:lvl8pPr marL="137160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8pPr>
            <a:lvl9pPr marL="182880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9pPr>
          </a:lstStyle>
          <a:p>
            <a:pPr algn="ctr" eaLnBrk="1" latinLnBrk="1" hangingPunct="1">
              <a:defRPr/>
            </a:pPr>
            <a:r>
              <a:rPr lang="en-US" altLang="zh-CN" sz="3200" b="1" dirty="0">
                <a:solidFill>
                  <a:schemeClr val="tx1"/>
                </a:solidFill>
                <a:latin typeface="微软雅黑" panose="020B0503020204020204" pitchFamily="34" charset="-122"/>
                <a:ea typeface="微软雅黑" panose="020B0503020204020204" pitchFamily="34" charset="-122"/>
                <a:cs typeface="+mj-cs"/>
              </a:rPr>
              <a:t>3.6.2 </a:t>
            </a:r>
            <a:r>
              <a:rPr lang="zh-CN" altLang="en-US" sz="3200" b="1" dirty="0">
                <a:solidFill>
                  <a:schemeClr val="tx1"/>
                </a:solidFill>
                <a:latin typeface="微软雅黑" panose="020B0503020204020204" pitchFamily="34" charset="-122"/>
                <a:ea typeface="微软雅黑" panose="020B0503020204020204" pitchFamily="34" charset="-122"/>
                <a:cs typeface="+mj-cs"/>
              </a:rPr>
              <a:t>模糊</a:t>
            </a:r>
            <a:r>
              <a:rPr lang="zh-CN" altLang="en-US" sz="3200" b="1" dirty="0">
                <a:solidFill>
                  <a:schemeClr val="tx1"/>
                </a:solidFill>
                <a:latin typeface="微软雅黑" panose="020B0503020204020204" pitchFamily="34" charset="-122"/>
                <a:ea typeface="微软雅黑" panose="020B0503020204020204" pitchFamily="34" charset="-122"/>
                <a:cs typeface="+mj-cs"/>
              </a:rPr>
              <a:t>关系</a:t>
            </a:r>
          </a:p>
        </p:txBody>
      </p:sp>
    </p:spTree>
    <p:extLst>
      <p:ext uri="{BB962C8B-B14F-4D97-AF65-F5344CB8AC3E}">
        <p14:creationId xmlns:p14="http://schemas.microsoft.com/office/powerpoint/2010/main" val="310477477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21924">
                                            <p:txEl>
                                              <p:pRg st="0" end="0"/>
                                            </p:txEl>
                                          </p:spTgt>
                                        </p:tgtEl>
                                        <p:attrNameLst>
                                          <p:attrName>style.visibility</p:attrName>
                                        </p:attrNameLst>
                                      </p:cBhvr>
                                      <p:to>
                                        <p:strVal val="visible"/>
                                      </p:to>
                                    </p:set>
                                    <p:animEffect transition="in" filter="blinds(horizontal)">
                                      <p:cBhvr>
                                        <p:cTn id="7" dur="500"/>
                                        <p:tgtEl>
                                          <p:spTgt spid="721924">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721924">
                                            <p:txEl>
                                              <p:pRg st="1" end="1"/>
                                            </p:txEl>
                                          </p:spTgt>
                                        </p:tgtEl>
                                        <p:attrNameLst>
                                          <p:attrName>style.visibility</p:attrName>
                                        </p:attrNameLst>
                                      </p:cBhvr>
                                      <p:to>
                                        <p:strVal val="visible"/>
                                      </p:to>
                                    </p:set>
                                    <p:animEffect transition="in" filter="blinds(horizontal)">
                                      <p:cBhvr>
                                        <p:cTn id="10" dur="500"/>
                                        <p:tgtEl>
                                          <p:spTgt spid="721924">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721924">
                                            <p:txEl>
                                              <p:pRg st="2" end="2"/>
                                            </p:txEl>
                                          </p:spTgt>
                                        </p:tgtEl>
                                        <p:attrNameLst>
                                          <p:attrName>style.visibility</p:attrName>
                                        </p:attrNameLst>
                                      </p:cBhvr>
                                      <p:to>
                                        <p:strVal val="visible"/>
                                      </p:to>
                                    </p:set>
                                    <p:animEffect transition="in" filter="blinds(horizontal)">
                                      <p:cBhvr>
                                        <p:cTn id="13" dur="500"/>
                                        <p:tgtEl>
                                          <p:spTgt spid="721924">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721924">
                                            <p:txEl>
                                              <p:pRg st="3" end="3"/>
                                            </p:txEl>
                                          </p:spTgt>
                                        </p:tgtEl>
                                        <p:attrNameLst>
                                          <p:attrName>style.visibility</p:attrName>
                                        </p:attrNameLst>
                                      </p:cBhvr>
                                      <p:to>
                                        <p:strVal val="visible"/>
                                      </p:to>
                                    </p:set>
                                    <p:animEffect transition="in" filter="blinds(horizontal)">
                                      <p:cBhvr>
                                        <p:cTn id="16" dur="500"/>
                                        <p:tgtEl>
                                          <p:spTgt spid="72192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灯片编号占位符 1"/>
          <p:cNvSpPr>
            <a:spLocks noGrp="1"/>
          </p:cNvSpPr>
          <p:nvPr>
            <p:ph type="sldNum" sz="quarter" idx="4294967295"/>
          </p:nvPr>
        </p:nvSpPr>
        <p:spPr>
          <a:xfrm>
            <a:off x="6553200" y="6245225"/>
            <a:ext cx="2133600" cy="476250"/>
          </a:xfrm>
          <a:prstGeom prst="rect">
            <a:avLst/>
          </a:prstGeom>
          <a:noFill/>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a:spcBef>
                <a:spcPct val="0"/>
              </a:spcBef>
              <a:buFontTx/>
              <a:buNone/>
            </a:pPr>
            <a:fld id="{9E1B489F-544F-4F4F-AB90-0A9F9C5BC6A3}" type="slidenum">
              <a:rPr lang="zh-CN" altLang="en-US" sz="1400" smtClean="0">
                <a:latin typeface="Gulim" panose="02010600030101010101" charset="-122"/>
                <a:ea typeface="Gulim" panose="02010600030101010101" charset="-122"/>
              </a:rPr>
              <a:pPr>
                <a:spcBef>
                  <a:spcPct val="0"/>
                </a:spcBef>
                <a:buFontTx/>
                <a:buNone/>
              </a:pPr>
              <a:t>135</a:t>
            </a:fld>
            <a:endParaRPr lang="en-US" altLang="zh-CN" sz="1400" smtClean="0">
              <a:latin typeface="Gulim" panose="02010600030101010101" charset="-122"/>
              <a:ea typeface="Gulim" panose="02010600030101010101" charset="-122"/>
            </a:endParaRPr>
          </a:p>
        </p:txBody>
      </p:sp>
      <p:sp>
        <p:nvSpPr>
          <p:cNvPr id="162819" name="Text Box 2"/>
          <p:cNvSpPr txBox="1">
            <a:spLocks noChangeArrowheads="1"/>
          </p:cNvSpPr>
          <p:nvPr/>
        </p:nvSpPr>
        <p:spPr bwMode="auto">
          <a:xfrm>
            <a:off x="179388" y="1412875"/>
            <a:ext cx="8496300" cy="48323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itchFamily="18" charset="-127"/>
                <a:ea typeface="-윤체M" pitchFamily="18" charset="-127"/>
              </a:defRPr>
            </a:lvl2pPr>
            <a:lvl3pPr marL="1143000" indent="-228600" latinLnBrk="1">
              <a:spcBef>
                <a:spcPct val="20000"/>
              </a:spcBef>
              <a:buChar char="•"/>
              <a:defRPr kumimoji="1">
                <a:solidFill>
                  <a:schemeClr val="tx1"/>
                </a:solidFill>
                <a:latin typeface="-윤체M" pitchFamily="18" charset="-127"/>
                <a:ea typeface="-윤체M" pitchFamily="18" charset="-127"/>
              </a:defRPr>
            </a:lvl3pPr>
            <a:lvl4pPr marL="1600200" indent="-228600" latinLnBrk="1">
              <a:spcBef>
                <a:spcPct val="20000"/>
              </a:spcBef>
              <a:buChar char="•"/>
              <a:defRPr kumimoji="1" sz="1600">
                <a:solidFill>
                  <a:schemeClr val="tx1"/>
                </a:solidFill>
                <a:latin typeface="-윤체M" pitchFamily="18" charset="-127"/>
                <a:ea typeface="-윤체M" pitchFamily="18" charset="-127"/>
              </a:defRPr>
            </a:lvl4pPr>
            <a:lvl5pPr marL="2057400" indent="-228600" latinLnBrk="1">
              <a:spcBef>
                <a:spcPct val="20000"/>
              </a:spcBef>
              <a:buChar char="•"/>
              <a:defRPr kumimoji="1" sz="1400">
                <a:solidFill>
                  <a:schemeClr val="tx1"/>
                </a:solidFill>
                <a:latin typeface="-윤체M" pitchFamily="18" charset="-127"/>
                <a:ea typeface="-윤체M"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9pPr>
          </a:lstStyle>
          <a:p>
            <a:pPr eaLnBrk="1" latinLnBrk="0" hangingPunct="1">
              <a:spcBef>
                <a:spcPct val="50000"/>
              </a:spcBef>
              <a:buFontTx/>
              <a:buNone/>
              <a:defRPr/>
            </a:pPr>
            <a:r>
              <a:rPr lang="zh-CN" altLang="en-US" sz="2800" dirty="0" smtClean="0">
                <a:latin typeface="Times New Roman" panose="02020603050405020304" pitchFamily="18" charset="0"/>
                <a:ea typeface="楷体" panose="02010609060101010101" pitchFamily="49" charset="-122"/>
              </a:rPr>
              <a:t>设</a:t>
            </a:r>
            <a:r>
              <a:rPr lang="en-US" altLang="zh-CN" sz="2800" dirty="0" smtClean="0">
                <a:latin typeface="Times New Roman" panose="02020603050405020304" pitchFamily="18" charset="0"/>
                <a:ea typeface="楷体" panose="02010609060101010101" pitchFamily="49" charset="-122"/>
              </a:rPr>
              <a:t>A</a:t>
            </a:r>
            <a:r>
              <a:rPr lang="zh-CN" altLang="en-US" sz="2800" dirty="0" smtClean="0">
                <a:latin typeface="Times New Roman" panose="02020603050405020304" pitchFamily="18" charset="0"/>
                <a:ea typeface="楷体" panose="02010609060101010101" pitchFamily="49" charset="-122"/>
              </a:rPr>
              <a:t>、</a:t>
            </a:r>
            <a:r>
              <a:rPr lang="en-US" altLang="zh-CN" sz="2800" dirty="0" smtClean="0">
                <a:latin typeface="Times New Roman" panose="02020603050405020304" pitchFamily="18" charset="0"/>
                <a:ea typeface="楷体" panose="02010609060101010101" pitchFamily="49" charset="-122"/>
              </a:rPr>
              <a:t>B</a:t>
            </a:r>
            <a:r>
              <a:rPr lang="zh-CN" altLang="en-US" sz="2800" dirty="0" smtClean="0">
                <a:latin typeface="Times New Roman" panose="02020603050405020304" pitchFamily="18" charset="0"/>
                <a:ea typeface="楷体" panose="02010609060101010101" pitchFamily="49" charset="-122"/>
              </a:rPr>
              <a:t>是建立在</a:t>
            </a:r>
            <a:r>
              <a:rPr lang="en-US" altLang="zh-CN" sz="2800" dirty="0" smtClean="0">
                <a:latin typeface="Times New Roman" panose="02020603050405020304" pitchFamily="18" charset="0"/>
                <a:ea typeface="楷体" panose="02010609060101010101" pitchFamily="49" charset="-122"/>
              </a:rPr>
              <a:t>U</a:t>
            </a:r>
            <a:r>
              <a:rPr lang="zh-CN" altLang="en-US" sz="2800" dirty="0" smtClean="0">
                <a:latin typeface="Times New Roman" panose="02020603050405020304" pitchFamily="18" charset="0"/>
                <a:ea typeface="楷体" panose="02010609060101010101" pitchFamily="49" charset="-122"/>
              </a:rPr>
              <a:t>、</a:t>
            </a:r>
            <a:r>
              <a:rPr lang="en-US" altLang="zh-CN" sz="2800" dirty="0" smtClean="0">
                <a:latin typeface="Times New Roman" panose="02020603050405020304" pitchFamily="18" charset="0"/>
                <a:ea typeface="楷体" panose="02010609060101010101" pitchFamily="49" charset="-122"/>
              </a:rPr>
              <a:t>V</a:t>
            </a:r>
            <a:r>
              <a:rPr lang="zh-CN" altLang="en-US" sz="2800" dirty="0" smtClean="0">
                <a:latin typeface="Times New Roman" panose="02020603050405020304" pitchFamily="18" charset="0"/>
                <a:ea typeface="楷体" panose="02010609060101010101" pitchFamily="49" charset="-122"/>
              </a:rPr>
              <a:t>上的模糊集合，</a:t>
            </a:r>
            <a:r>
              <a:rPr lang="en-US" altLang="zh-CN" sz="2800" dirty="0" smtClean="0">
                <a:latin typeface="Times New Roman" panose="02020603050405020304" pitchFamily="18" charset="0"/>
                <a:ea typeface="楷体" panose="02010609060101010101" pitchFamily="49" charset="-122"/>
              </a:rPr>
              <a:t>×,</a:t>
            </a:r>
            <a:r>
              <a:rPr kumimoji="0" lang="en-US" altLang="zh-CN" sz="2800" dirty="0" smtClean="0">
                <a:latin typeface="Times New Roman" panose="02020603050405020304" pitchFamily="18" charset="0"/>
                <a:ea typeface="楷体" panose="02010609060101010101" pitchFamily="49" charset="-122"/>
                <a:sym typeface="Symbol" panose="05050102010706020507" pitchFamily="18" charset="2"/>
              </a:rPr>
              <a:t>,</a:t>
            </a:r>
            <a:r>
              <a:rPr kumimoji="0" lang="zh-CN" altLang="en-US" sz="2800" dirty="0" smtClean="0">
                <a:latin typeface="Times New Roman" panose="02020603050405020304" pitchFamily="18" charset="0"/>
              </a:rPr>
              <a:t> ～</a:t>
            </a:r>
            <a:r>
              <a:rPr kumimoji="0" lang="en-US" altLang="zh-CN" sz="2800" dirty="0" smtClean="0">
                <a:latin typeface="Times New Roman" panose="02020603050405020304" pitchFamily="18" charset="0"/>
              </a:rPr>
              <a:t>,</a:t>
            </a:r>
            <a:r>
              <a:rPr lang="en-US" altLang="zh-CN" sz="2800" dirty="0" smtClean="0">
                <a:latin typeface="Times New Roman" panose="02020603050405020304" pitchFamily="18" charset="0"/>
                <a:ea typeface="楷体" panose="02010609060101010101" pitchFamily="49" charset="-122"/>
              </a:rPr>
              <a:t> →</a:t>
            </a:r>
            <a:r>
              <a:rPr lang="zh-CN" altLang="en-US" sz="2800" dirty="0" smtClean="0">
                <a:latin typeface="Times New Roman" panose="02020603050405020304" pitchFamily="18" charset="0"/>
                <a:ea typeface="楷体" panose="02010609060101010101" pitchFamily="49" charset="-122"/>
              </a:rPr>
              <a:t>分别是模糊集的笛卡尔乘积、并，否定，蕴含运算，</a:t>
            </a:r>
            <a:endParaRPr lang="en-US" altLang="zh-CN" sz="2800" dirty="0" smtClean="0">
              <a:latin typeface="Times New Roman" panose="02020603050405020304" pitchFamily="18" charset="0"/>
              <a:ea typeface="楷体" panose="02010609060101010101" pitchFamily="49" charset="-122"/>
            </a:endParaRPr>
          </a:p>
          <a:p>
            <a:pPr marL="514350" indent="-514350" eaLnBrk="1" latinLnBrk="0" hangingPunct="1">
              <a:spcBef>
                <a:spcPct val="50000"/>
              </a:spcBef>
              <a:buFontTx/>
              <a:buAutoNum type="arabicPeriod"/>
              <a:defRPr/>
            </a:pPr>
            <a:r>
              <a:rPr lang="zh-CN" altLang="en-US" sz="2800" dirty="0" smtClean="0">
                <a:latin typeface="Times New Roman" panose="02020603050405020304" pitchFamily="18" charset="0"/>
                <a:ea typeface="楷体" panose="02010609060101010101" pitchFamily="49" charset="-122"/>
              </a:rPr>
              <a:t>条件命题的极大极小规则：</a:t>
            </a:r>
            <a:r>
              <a:rPr lang="en-US" altLang="zh-CN" sz="2800" dirty="0" smtClean="0">
                <a:latin typeface="Times New Roman" panose="02020603050405020304" pitchFamily="18" charset="0"/>
                <a:ea typeface="楷体" panose="02010609060101010101" pitchFamily="49" charset="-122"/>
              </a:rPr>
              <a:t>Rm</a:t>
            </a:r>
          </a:p>
          <a:p>
            <a:pPr algn="ctr" eaLnBrk="1" latinLnBrk="0" hangingPunct="1">
              <a:spcBef>
                <a:spcPct val="50000"/>
              </a:spcBef>
              <a:buFontTx/>
              <a:buNone/>
              <a:defRPr/>
            </a:pPr>
            <a:r>
              <a:rPr lang="en-US" altLang="zh-CN" sz="2800" dirty="0" smtClean="0">
                <a:latin typeface="Times New Roman" panose="02020603050405020304" pitchFamily="18" charset="0"/>
                <a:ea typeface="楷体" panose="02010609060101010101" pitchFamily="49" charset="-122"/>
              </a:rPr>
              <a:t>Rm=(A×B)</a:t>
            </a:r>
            <a:r>
              <a:rPr kumimoji="0" lang="en-US" altLang="zh-CN" sz="2800" dirty="0" smtClean="0">
                <a:latin typeface="Times New Roman" panose="02020603050405020304" pitchFamily="18" charset="0"/>
                <a:ea typeface="楷体" panose="02010609060101010101" pitchFamily="49" charset="-122"/>
                <a:sym typeface="Symbol" panose="05050102010706020507" pitchFamily="18" charset="2"/>
              </a:rPr>
              <a:t> (</a:t>
            </a:r>
            <a:r>
              <a:rPr kumimoji="0" lang="zh-CN" altLang="en-US" sz="2800" dirty="0" smtClean="0">
                <a:latin typeface="Times New Roman" panose="02020603050405020304" pitchFamily="18" charset="0"/>
              </a:rPr>
              <a:t>～ </a:t>
            </a:r>
            <a:r>
              <a:rPr kumimoji="0" lang="en-US" altLang="zh-CN" sz="2800" dirty="0" smtClean="0">
                <a:latin typeface="Times New Roman" panose="02020603050405020304" pitchFamily="18" charset="0"/>
                <a:ea typeface="楷体" panose="02010609060101010101" pitchFamily="49" charset="-122"/>
                <a:sym typeface="Symbol" panose="05050102010706020507" pitchFamily="18" charset="2"/>
              </a:rPr>
              <a:t>A</a:t>
            </a:r>
            <a:r>
              <a:rPr lang="en-US" altLang="zh-CN" sz="2800" dirty="0" smtClean="0">
                <a:latin typeface="Times New Roman" panose="02020603050405020304" pitchFamily="18" charset="0"/>
                <a:ea typeface="楷体" panose="02010609060101010101" pitchFamily="49" charset="-122"/>
              </a:rPr>
              <a:t>×V)</a:t>
            </a:r>
          </a:p>
          <a:p>
            <a:pPr eaLnBrk="1" latinLnBrk="0" hangingPunct="1">
              <a:spcBef>
                <a:spcPct val="50000"/>
              </a:spcBef>
              <a:buFontTx/>
              <a:buNone/>
              <a:defRPr/>
            </a:pPr>
            <a:r>
              <a:rPr lang="en-US" altLang="zh-CN" sz="2800" dirty="0" smtClean="0">
                <a:latin typeface="Times New Roman" panose="02020603050405020304" pitchFamily="18" charset="0"/>
                <a:ea typeface="楷体" panose="02010609060101010101" pitchFamily="49" charset="-122"/>
              </a:rPr>
              <a:t>2. </a:t>
            </a:r>
            <a:r>
              <a:rPr lang="en-US" altLang="zh-CN" sz="2800" dirty="0" err="1" smtClean="0">
                <a:latin typeface="Times New Roman" panose="02020603050405020304" pitchFamily="18" charset="0"/>
                <a:ea typeface="楷体" panose="02010609060101010101" pitchFamily="49" charset="-122"/>
              </a:rPr>
              <a:t>Mamdani</a:t>
            </a:r>
            <a:r>
              <a:rPr lang="zh-CN" altLang="en-US" sz="2800" dirty="0" smtClean="0">
                <a:latin typeface="Times New Roman" panose="02020603050405020304" pitchFamily="18" charset="0"/>
                <a:ea typeface="楷体" panose="02010609060101010101" pitchFamily="49" charset="-122"/>
              </a:rPr>
              <a:t>方法：</a:t>
            </a:r>
            <a:r>
              <a:rPr lang="en-US" altLang="zh-CN" sz="2800" dirty="0" err="1" smtClean="0">
                <a:latin typeface="Times New Roman" panose="02020603050405020304" pitchFamily="18" charset="0"/>
                <a:ea typeface="楷体" panose="02010609060101010101" pitchFamily="49" charset="-122"/>
              </a:rPr>
              <a:t>Rc</a:t>
            </a:r>
            <a:endParaRPr lang="en-US" altLang="zh-CN" sz="2800" dirty="0" smtClean="0">
              <a:latin typeface="Times New Roman" panose="02020603050405020304" pitchFamily="18" charset="0"/>
              <a:ea typeface="楷体" panose="02010609060101010101" pitchFamily="49" charset="-122"/>
            </a:endParaRPr>
          </a:p>
          <a:p>
            <a:pPr algn="ctr" eaLnBrk="1" latinLnBrk="0" hangingPunct="1">
              <a:spcBef>
                <a:spcPct val="50000"/>
              </a:spcBef>
              <a:buFontTx/>
              <a:buNone/>
              <a:defRPr/>
            </a:pPr>
            <a:r>
              <a:rPr lang="en-US" altLang="zh-CN" sz="2800" dirty="0" err="1" smtClean="0">
                <a:latin typeface="Times New Roman" panose="02020603050405020304" pitchFamily="18" charset="0"/>
                <a:ea typeface="楷体" panose="02010609060101010101" pitchFamily="49" charset="-122"/>
              </a:rPr>
              <a:t>Rc</a:t>
            </a:r>
            <a:r>
              <a:rPr lang="en-US" altLang="zh-CN" sz="2800" dirty="0" smtClean="0">
                <a:latin typeface="Times New Roman" panose="02020603050405020304" pitchFamily="18" charset="0"/>
                <a:ea typeface="楷体" panose="02010609060101010101" pitchFamily="49" charset="-122"/>
              </a:rPr>
              <a:t>=A×B</a:t>
            </a:r>
          </a:p>
          <a:p>
            <a:pPr eaLnBrk="1" latinLnBrk="0" hangingPunct="1">
              <a:spcBef>
                <a:spcPct val="50000"/>
              </a:spcBef>
              <a:buFontTx/>
              <a:buNone/>
              <a:defRPr/>
            </a:pPr>
            <a:r>
              <a:rPr lang="en-US" altLang="zh-CN" sz="2800" dirty="0" smtClean="0">
                <a:latin typeface="Times New Roman" panose="02020603050405020304" pitchFamily="18" charset="0"/>
                <a:ea typeface="楷体" panose="02010609060101010101" pitchFamily="49" charset="-122"/>
              </a:rPr>
              <a:t>3. </a:t>
            </a:r>
            <a:r>
              <a:rPr lang="en-US" altLang="zh-CN" sz="2800" dirty="0" err="1" smtClean="0">
                <a:latin typeface="Times New Roman" panose="02020603050405020304" pitchFamily="18" charset="0"/>
                <a:ea typeface="楷体" panose="02010609060101010101" pitchFamily="49" charset="-122"/>
              </a:rPr>
              <a:t>Mizumoto</a:t>
            </a:r>
            <a:r>
              <a:rPr lang="en-US" altLang="zh-CN" sz="2800" dirty="0" smtClean="0">
                <a:latin typeface="Times New Roman" panose="02020603050405020304" pitchFamily="18" charset="0"/>
                <a:ea typeface="楷体" panose="02010609060101010101" pitchFamily="49" charset="-122"/>
              </a:rPr>
              <a:t> </a:t>
            </a:r>
            <a:r>
              <a:rPr lang="zh-CN" altLang="en-US" sz="2800" dirty="0" smtClean="0">
                <a:latin typeface="Times New Roman" panose="02020603050405020304" pitchFamily="18" charset="0"/>
                <a:ea typeface="楷体" panose="02010609060101010101" pitchFamily="49" charset="-122"/>
              </a:rPr>
              <a:t>方法： </a:t>
            </a:r>
            <a:r>
              <a:rPr lang="en-US" altLang="zh-CN" sz="2800" dirty="0" err="1" smtClean="0">
                <a:latin typeface="Times New Roman" panose="02020603050405020304" pitchFamily="18" charset="0"/>
                <a:ea typeface="楷体" panose="02010609060101010101" pitchFamily="49" charset="-122"/>
              </a:rPr>
              <a:t>Rg</a:t>
            </a:r>
            <a:endParaRPr lang="en-US" altLang="zh-CN" sz="2800" dirty="0" smtClean="0">
              <a:latin typeface="Times New Roman" panose="02020603050405020304" pitchFamily="18" charset="0"/>
              <a:ea typeface="楷体" panose="02010609060101010101" pitchFamily="49" charset="-122"/>
            </a:endParaRPr>
          </a:p>
          <a:p>
            <a:pPr algn="ctr" eaLnBrk="1" latinLnBrk="0" hangingPunct="1">
              <a:spcBef>
                <a:spcPct val="50000"/>
              </a:spcBef>
              <a:buFontTx/>
              <a:buNone/>
              <a:defRPr/>
            </a:pPr>
            <a:r>
              <a:rPr lang="en-US" altLang="zh-CN" sz="2800" dirty="0" err="1" smtClean="0">
                <a:latin typeface="Times New Roman" panose="02020603050405020304" pitchFamily="18" charset="0"/>
                <a:ea typeface="楷体" panose="02010609060101010101" pitchFamily="49" charset="-122"/>
              </a:rPr>
              <a:t>Rg</a:t>
            </a:r>
            <a:r>
              <a:rPr lang="en-US" altLang="zh-CN" sz="2800" dirty="0" smtClean="0">
                <a:latin typeface="Times New Roman" panose="02020603050405020304" pitchFamily="18" charset="0"/>
                <a:ea typeface="楷体" panose="02010609060101010101" pitchFamily="49" charset="-122"/>
              </a:rPr>
              <a:t> = A×V→U×B</a:t>
            </a:r>
            <a:endParaRPr lang="zh-CN" altLang="en-US" sz="2800" dirty="0" smtClean="0">
              <a:latin typeface="Times New Roman" panose="02020603050405020304" pitchFamily="18" charset="0"/>
              <a:ea typeface="楷体" panose="02010609060101010101" pitchFamily="49" charset="-122"/>
            </a:endParaRPr>
          </a:p>
        </p:txBody>
      </p:sp>
      <p:sp>
        <p:nvSpPr>
          <p:cNvPr id="732167" name="Rectangle 7"/>
          <p:cNvSpPr>
            <a:spLocks noChangeArrowheads="1"/>
          </p:cNvSpPr>
          <p:nvPr/>
        </p:nvSpPr>
        <p:spPr bwMode="auto">
          <a:xfrm>
            <a:off x="685800" y="476250"/>
            <a:ext cx="7772400" cy="792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kumimoji="1" sz="4000">
                <a:solidFill>
                  <a:srgbClr val="0033CC"/>
                </a:solidFill>
                <a:latin typeface="宋体" panose="02010600030101010101" pitchFamily="2" charset="-122"/>
                <a:ea typeface="宋体" panose="02010600030101010101" pitchFamily="2" charset="-122"/>
              </a:defRPr>
            </a:lvl1pPr>
            <a:lvl2pPr>
              <a:defRPr kumimoji="1" sz="4000">
                <a:solidFill>
                  <a:srgbClr val="0033CC"/>
                </a:solidFill>
                <a:latin typeface="宋体" panose="02010600030101010101" pitchFamily="2" charset="-122"/>
                <a:ea typeface="宋体" panose="02010600030101010101" pitchFamily="2" charset="-122"/>
              </a:defRPr>
            </a:lvl2pPr>
            <a:lvl3pPr>
              <a:defRPr kumimoji="1" sz="4000">
                <a:solidFill>
                  <a:srgbClr val="0033CC"/>
                </a:solidFill>
                <a:latin typeface="宋体" panose="02010600030101010101" pitchFamily="2" charset="-122"/>
                <a:ea typeface="宋体" panose="02010600030101010101" pitchFamily="2" charset="-122"/>
              </a:defRPr>
            </a:lvl3pPr>
            <a:lvl4pPr>
              <a:defRPr kumimoji="1" sz="4000">
                <a:solidFill>
                  <a:srgbClr val="0033CC"/>
                </a:solidFill>
                <a:latin typeface="宋体" panose="02010600030101010101" pitchFamily="2" charset="-122"/>
                <a:ea typeface="宋体" panose="02010600030101010101" pitchFamily="2" charset="-122"/>
              </a:defRPr>
            </a:lvl4pPr>
            <a:lvl5pPr>
              <a:defRPr kumimoji="1" sz="4000">
                <a:solidFill>
                  <a:srgbClr val="0033CC"/>
                </a:solidFill>
                <a:latin typeface="宋体" panose="02010600030101010101" pitchFamily="2" charset="-122"/>
                <a:ea typeface="宋体" panose="02010600030101010101" pitchFamily="2" charset="-122"/>
              </a:defRPr>
            </a:lvl5pPr>
            <a:lvl6pPr marL="45720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6pPr>
            <a:lvl7pPr marL="91440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7pPr>
            <a:lvl8pPr marL="137160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8pPr>
            <a:lvl9pPr marL="182880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9pPr>
          </a:lstStyle>
          <a:p>
            <a:pPr algn="ctr" eaLnBrk="1" latinLnBrk="1" hangingPunct="1">
              <a:defRPr/>
            </a:pPr>
            <a:r>
              <a:rPr lang="zh-CN" altLang="en-US" sz="3200" b="1" dirty="0">
                <a:solidFill>
                  <a:schemeClr val="tx1"/>
                </a:solidFill>
                <a:latin typeface="微软雅黑" panose="020B0503020204020204" pitchFamily="34" charset="-122"/>
                <a:ea typeface="微软雅黑" panose="020B0503020204020204" pitchFamily="34" charset="-122"/>
                <a:cs typeface="+mj-cs"/>
              </a:rPr>
              <a:t>构建模糊</a:t>
            </a:r>
            <a:r>
              <a:rPr lang="zh-CN" altLang="en-US" sz="3200" b="1" dirty="0">
                <a:solidFill>
                  <a:schemeClr val="tx1"/>
                </a:solidFill>
                <a:latin typeface="微软雅黑" panose="020B0503020204020204" pitchFamily="34" charset="-122"/>
                <a:ea typeface="微软雅黑" panose="020B0503020204020204" pitchFamily="34" charset="-122"/>
                <a:cs typeface="+mj-cs"/>
              </a:rPr>
              <a:t>关系</a:t>
            </a:r>
            <a:r>
              <a:rPr lang="zh-CN" altLang="en-US" sz="3200" b="1" dirty="0">
                <a:solidFill>
                  <a:schemeClr val="tx1"/>
                </a:solidFill>
                <a:latin typeface="微软雅黑" panose="020B0503020204020204" pitchFamily="34" charset="-122"/>
                <a:ea typeface="微软雅黑" panose="020B0503020204020204" pitchFamily="34" charset="-122"/>
                <a:cs typeface="+mj-cs"/>
              </a:rPr>
              <a:t>的方法</a:t>
            </a:r>
          </a:p>
        </p:txBody>
      </p:sp>
    </p:spTree>
    <p:extLst>
      <p:ext uri="{BB962C8B-B14F-4D97-AF65-F5344CB8AC3E}">
        <p14:creationId xmlns:p14="http://schemas.microsoft.com/office/powerpoint/2010/main" val="1902471547"/>
      </p:ext>
    </p:extLst>
  </p:cSld>
  <p:clrMapOvr>
    <a:masterClrMapping/>
  </p:clrMapOvr>
  <p:transition/>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灯片编号占位符 3"/>
          <p:cNvSpPr>
            <a:spLocks noGrp="1"/>
          </p:cNvSpPr>
          <p:nvPr>
            <p:ph type="sldNum" sz="quarter" idx="4294967295"/>
          </p:nvPr>
        </p:nvSpPr>
        <p:spPr>
          <a:xfrm>
            <a:off x="6553200" y="6245225"/>
            <a:ext cx="2133600" cy="476250"/>
          </a:xfrm>
          <a:prstGeom prst="rect">
            <a:avLst/>
          </a:prstGeom>
          <a:noFill/>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a:spcBef>
                <a:spcPct val="0"/>
              </a:spcBef>
              <a:buFontTx/>
              <a:buNone/>
            </a:pPr>
            <a:fld id="{7B163FC6-39AE-4DBA-BF93-487B5EA3D0D2}" type="slidenum">
              <a:rPr lang="en-US" altLang="zh-CN" sz="1400" smtClean="0">
                <a:latin typeface="Gulim" panose="02010600030101010101" charset="-122"/>
                <a:ea typeface="Gulim" panose="02010600030101010101" charset="-122"/>
              </a:rPr>
              <a:pPr>
                <a:spcBef>
                  <a:spcPct val="0"/>
                </a:spcBef>
                <a:buFontTx/>
                <a:buNone/>
              </a:pPr>
              <a:t>136</a:t>
            </a:fld>
            <a:endParaRPr lang="en-US" altLang="zh-CN" sz="1400" smtClean="0">
              <a:latin typeface="Gulim" panose="02010600030101010101" charset="-122"/>
              <a:ea typeface="Gulim" panose="02010600030101010101" charset="-122"/>
            </a:endParaRPr>
          </a:p>
        </p:txBody>
      </p:sp>
      <p:sp>
        <p:nvSpPr>
          <p:cNvPr id="152579" name="Text Box 2"/>
          <p:cNvSpPr txBox="1">
            <a:spLocks noChangeArrowheads="1"/>
          </p:cNvSpPr>
          <p:nvPr/>
        </p:nvSpPr>
        <p:spPr bwMode="auto">
          <a:xfrm>
            <a:off x="179388" y="1311275"/>
            <a:ext cx="8785225" cy="1403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latinLnBrk="0">
              <a:lnSpc>
                <a:spcPct val="115000"/>
              </a:lnSpc>
              <a:spcBef>
                <a:spcPct val="10000"/>
              </a:spcBef>
              <a:buFontTx/>
              <a:buNone/>
            </a:pPr>
            <a:r>
              <a:rPr lang="en-US" altLang="zh-CN" sz="2400">
                <a:latin typeface="Times New Roman" panose="02020603050405020304" pitchFamily="18" charset="0"/>
                <a:ea typeface="楷体" panose="02010609060101010101" pitchFamily="49" charset="-122"/>
              </a:rPr>
              <a:t>R</a:t>
            </a:r>
            <a:r>
              <a:rPr lang="en-US" altLang="zh-CN" sz="2400" baseline="-25000">
                <a:latin typeface="Times New Roman" panose="02020603050405020304" pitchFamily="18" charset="0"/>
                <a:ea typeface="楷体" panose="02010609060101010101" pitchFamily="49" charset="-122"/>
              </a:rPr>
              <a:t>m</a:t>
            </a:r>
            <a:r>
              <a:rPr lang="zh-CN" altLang="en-US" sz="2400">
                <a:latin typeface="Times New Roman" panose="02020603050405020304" pitchFamily="18" charset="0"/>
                <a:ea typeface="楷体" panose="02010609060101010101" pitchFamily="49" charset="-122"/>
              </a:rPr>
              <a:t>是由扎德提出的一种构造模糊关系的方法。设</a:t>
            </a:r>
            <a:r>
              <a:rPr lang="en-US" altLang="zh-CN" sz="2400">
                <a:latin typeface="Times New Roman" panose="02020603050405020304" pitchFamily="18" charset="0"/>
                <a:ea typeface="楷体" panose="02010609060101010101" pitchFamily="49" charset="-122"/>
              </a:rPr>
              <a:t>F</a:t>
            </a:r>
            <a:r>
              <a:rPr lang="zh-CN" altLang="en-US" sz="2400">
                <a:latin typeface="Times New Roman" panose="02020603050405020304" pitchFamily="18" charset="0"/>
                <a:ea typeface="楷体" panose="02010609060101010101" pitchFamily="49" charset="-122"/>
              </a:rPr>
              <a:t>和</a:t>
            </a:r>
            <a:r>
              <a:rPr lang="en-US" altLang="zh-CN" sz="2400">
                <a:latin typeface="Times New Roman" panose="02020603050405020304" pitchFamily="18" charset="0"/>
                <a:ea typeface="楷体" panose="02010609060101010101" pitchFamily="49" charset="-122"/>
              </a:rPr>
              <a:t>G</a:t>
            </a:r>
            <a:r>
              <a:rPr lang="zh-CN" altLang="en-US" sz="2400">
                <a:latin typeface="Times New Roman" panose="02020603050405020304" pitchFamily="18" charset="0"/>
                <a:ea typeface="楷体" panose="02010609060101010101" pitchFamily="49" charset="-122"/>
              </a:rPr>
              <a:t>分别是论域</a:t>
            </a:r>
            <a:r>
              <a:rPr lang="en-US" altLang="zh-CN" sz="2400">
                <a:latin typeface="Times New Roman" panose="02020603050405020304" pitchFamily="18" charset="0"/>
                <a:ea typeface="楷体" panose="02010609060101010101" pitchFamily="49" charset="-122"/>
              </a:rPr>
              <a:t>U</a:t>
            </a:r>
            <a:r>
              <a:rPr lang="zh-CN" altLang="en-US" sz="2400">
                <a:latin typeface="Times New Roman" panose="02020603050405020304" pitchFamily="18" charset="0"/>
                <a:ea typeface="楷体" panose="02010609060101010101" pitchFamily="49" charset="-122"/>
              </a:rPr>
              <a:t>和</a:t>
            </a:r>
            <a:r>
              <a:rPr lang="en-US" altLang="zh-CN" sz="2400">
                <a:latin typeface="Times New Roman" panose="02020603050405020304" pitchFamily="18" charset="0"/>
                <a:ea typeface="楷体" panose="02010609060101010101" pitchFamily="49" charset="-122"/>
              </a:rPr>
              <a:t>V</a:t>
            </a:r>
            <a:r>
              <a:rPr lang="zh-CN" altLang="en-US" sz="2400">
                <a:latin typeface="Times New Roman" panose="02020603050405020304" pitchFamily="18" charset="0"/>
                <a:ea typeface="楷体" panose="02010609060101010101" pitchFamily="49" charset="-122"/>
              </a:rPr>
              <a:t>上的两个模糊集，则</a:t>
            </a:r>
            <a:r>
              <a:rPr lang="en-US" altLang="zh-CN" sz="2400">
                <a:latin typeface="Times New Roman" panose="02020603050405020304" pitchFamily="18" charset="0"/>
                <a:ea typeface="楷体" panose="02010609060101010101" pitchFamily="49" charset="-122"/>
              </a:rPr>
              <a:t>R</a:t>
            </a:r>
            <a:r>
              <a:rPr lang="en-US" altLang="zh-CN" sz="2400" baseline="-25000">
                <a:latin typeface="Times New Roman" panose="02020603050405020304" pitchFamily="18" charset="0"/>
                <a:ea typeface="楷体" panose="02010609060101010101" pitchFamily="49" charset="-122"/>
              </a:rPr>
              <a:t>m</a:t>
            </a:r>
            <a:r>
              <a:rPr lang="zh-CN" altLang="en-US" sz="2400">
                <a:latin typeface="Times New Roman" panose="02020603050405020304" pitchFamily="18" charset="0"/>
                <a:ea typeface="楷体" panose="02010609060101010101" pitchFamily="49" charset="-122"/>
              </a:rPr>
              <a:t>定义为</a:t>
            </a:r>
            <a:r>
              <a:rPr lang="en-US" altLang="zh-CN" sz="2400">
                <a:latin typeface="Times New Roman" panose="02020603050405020304" pitchFamily="18" charset="0"/>
                <a:ea typeface="楷体" panose="02010609060101010101" pitchFamily="49" charset="-122"/>
              </a:rPr>
              <a:t> (F×G)</a:t>
            </a:r>
            <a:r>
              <a:rPr kumimoji="0" lang="en-US" altLang="zh-CN" sz="2400">
                <a:latin typeface="Times New Roman" panose="02020603050405020304" pitchFamily="18" charset="0"/>
                <a:ea typeface="楷体" panose="02010609060101010101" pitchFamily="49" charset="-122"/>
                <a:sym typeface="Symbol" panose="05050102010706020507" pitchFamily="18" charset="2"/>
              </a:rPr>
              <a:t> (</a:t>
            </a:r>
            <a:r>
              <a:rPr kumimoji="0" lang="zh-CN" altLang="en-US" sz="2400">
                <a:latin typeface="Times New Roman" panose="02020603050405020304" pitchFamily="18" charset="0"/>
              </a:rPr>
              <a:t>～</a:t>
            </a:r>
            <a:r>
              <a:rPr kumimoji="0" lang="en-US" altLang="zh-CN" sz="2400">
                <a:latin typeface="Times New Roman" panose="02020603050405020304" pitchFamily="18" charset="0"/>
              </a:rPr>
              <a:t>F</a:t>
            </a:r>
            <a:r>
              <a:rPr lang="en-US" altLang="zh-CN" sz="2400">
                <a:latin typeface="Times New Roman" panose="02020603050405020304" pitchFamily="18" charset="0"/>
                <a:ea typeface="楷体" panose="02010609060101010101" pitchFamily="49" charset="-122"/>
              </a:rPr>
              <a:t>×G)</a:t>
            </a:r>
            <a:r>
              <a:rPr lang="zh-CN" altLang="en-US" sz="2400">
                <a:latin typeface="Times New Roman" panose="02020603050405020304" pitchFamily="18" charset="0"/>
                <a:ea typeface="楷体" panose="02010609060101010101" pitchFamily="49" charset="-122"/>
              </a:rPr>
              <a:t>，即</a:t>
            </a:r>
            <a:endParaRPr lang="en-US" altLang="zh-CN" sz="2400">
              <a:latin typeface="Times New Roman" panose="02020603050405020304" pitchFamily="18" charset="0"/>
              <a:ea typeface="楷体" panose="02010609060101010101" pitchFamily="49" charset="-122"/>
            </a:endParaRPr>
          </a:p>
          <a:p>
            <a:pPr latinLnBrk="0">
              <a:lnSpc>
                <a:spcPct val="115000"/>
              </a:lnSpc>
              <a:spcBef>
                <a:spcPct val="10000"/>
              </a:spcBef>
              <a:buFontTx/>
              <a:buNone/>
            </a:pPr>
            <a:r>
              <a:rPr lang="zh-CN" altLang="en-US" sz="2400">
                <a:latin typeface="Times New Roman" panose="02020603050405020304" pitchFamily="18" charset="0"/>
                <a:ea typeface="楷体" panose="02010609060101010101" pitchFamily="49" charset="-122"/>
              </a:rPr>
              <a:t> </a:t>
            </a:r>
          </a:p>
        </p:txBody>
      </p:sp>
      <p:graphicFrame>
        <p:nvGraphicFramePr>
          <p:cNvPr id="152580" name="Object 3"/>
          <p:cNvGraphicFramePr>
            <a:graphicFrameLocks noChangeAspect="1"/>
          </p:cNvGraphicFramePr>
          <p:nvPr/>
        </p:nvGraphicFramePr>
        <p:xfrm>
          <a:off x="1881188" y="2338388"/>
          <a:ext cx="5226050" cy="808037"/>
        </p:xfrm>
        <a:graphic>
          <a:graphicData uri="http://schemas.openxmlformats.org/presentationml/2006/ole">
            <mc:AlternateContent xmlns:mc="http://schemas.openxmlformats.org/markup-compatibility/2006">
              <mc:Choice xmlns:v="urn:schemas-microsoft-com:vml" Requires="v">
                <p:oleObj spid="_x0000_s31762" name="公式" r:id="rId3" imgW="2654300" imgH="381000" progId="Equation.3">
                  <p:embed/>
                </p:oleObj>
              </mc:Choice>
              <mc:Fallback>
                <p:oleObj name="公式" r:id="rId3" imgW="2654300" imgH="3810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81188" y="2338388"/>
                        <a:ext cx="5226050" cy="808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2581" name="Text Box 4"/>
          <p:cNvSpPr txBox="1">
            <a:spLocks noChangeArrowheads="1"/>
          </p:cNvSpPr>
          <p:nvPr/>
        </p:nvSpPr>
        <p:spPr bwMode="auto">
          <a:xfrm>
            <a:off x="179388" y="3192463"/>
            <a:ext cx="8785225" cy="1703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latinLnBrk="0">
              <a:lnSpc>
                <a:spcPct val="105000"/>
              </a:lnSpc>
              <a:spcBef>
                <a:spcPct val="15000"/>
              </a:spcBef>
              <a:buFontTx/>
              <a:buNone/>
            </a:pPr>
            <a:r>
              <a:rPr lang="zh-CN" altLang="en-US" sz="2400">
                <a:latin typeface="Times New Roman" panose="02020603050405020304" pitchFamily="18" charset="0"/>
                <a:ea typeface="楷体" panose="02010609060101010101" pitchFamily="49" charset="-122"/>
              </a:rPr>
              <a:t>其中，</a:t>
            </a:r>
            <a:r>
              <a:rPr lang="en-US" altLang="zh-CN" sz="2400">
                <a:latin typeface="Times New Roman" panose="02020603050405020304" pitchFamily="18" charset="0"/>
                <a:ea typeface="楷体" panose="02010609060101010101" pitchFamily="49" charset="-122"/>
              </a:rPr>
              <a:t>×</a:t>
            </a:r>
            <a:r>
              <a:rPr lang="zh-CN" altLang="en-US" sz="2400">
                <a:latin typeface="Times New Roman" panose="02020603050405020304" pitchFamily="18" charset="0"/>
                <a:ea typeface="楷体" panose="02010609060101010101" pitchFamily="49" charset="-122"/>
              </a:rPr>
              <a:t>号表示模糊集的笛卡尔乘积。</a:t>
            </a:r>
          </a:p>
          <a:p>
            <a:pPr latinLnBrk="0">
              <a:lnSpc>
                <a:spcPct val="110000"/>
              </a:lnSpc>
              <a:spcBef>
                <a:spcPct val="5000"/>
              </a:spcBef>
              <a:buFontTx/>
              <a:buNone/>
            </a:pPr>
            <a:r>
              <a:rPr lang="zh-CN" altLang="en-US" sz="2400">
                <a:latin typeface="Times New Roman" panose="02020603050405020304" pitchFamily="18" charset="0"/>
                <a:ea typeface="楷体" panose="02010609060101010101" pitchFamily="49" charset="-122"/>
              </a:rPr>
              <a:t>    例</a:t>
            </a:r>
            <a:r>
              <a:rPr lang="en-US" altLang="zh-CN" sz="2400">
                <a:latin typeface="Times New Roman" panose="02020603050405020304" pitchFamily="18" charset="0"/>
                <a:ea typeface="楷体" panose="02010609060101010101" pitchFamily="49" charset="-122"/>
              </a:rPr>
              <a:t> </a:t>
            </a:r>
            <a:r>
              <a:rPr lang="zh-CN" altLang="en-US" sz="2400">
                <a:latin typeface="Times New Roman" panose="02020603050405020304" pitchFamily="18" charset="0"/>
                <a:ea typeface="楷体" panose="02010609060101010101" pitchFamily="49" charset="-122"/>
              </a:rPr>
              <a:t>设</a:t>
            </a:r>
            <a:r>
              <a:rPr lang="en-US" altLang="zh-CN" sz="2400">
                <a:latin typeface="Times New Roman" panose="02020603050405020304" pitchFamily="18" charset="0"/>
                <a:ea typeface="楷体" panose="02010609060101010101" pitchFamily="49" charset="-122"/>
              </a:rPr>
              <a:t>U=V={1</a:t>
            </a:r>
            <a:r>
              <a:rPr lang="zh-CN" altLang="en-US" sz="2400">
                <a:latin typeface="Times New Roman" panose="02020603050405020304" pitchFamily="18" charset="0"/>
                <a:ea typeface="楷体" panose="02010609060101010101" pitchFamily="49" charset="-122"/>
              </a:rPr>
              <a:t>，</a:t>
            </a:r>
            <a:r>
              <a:rPr lang="en-US" altLang="zh-CN" sz="2400">
                <a:latin typeface="Times New Roman" panose="02020603050405020304" pitchFamily="18" charset="0"/>
                <a:ea typeface="楷体" panose="02010609060101010101" pitchFamily="49" charset="-122"/>
              </a:rPr>
              <a:t>2</a:t>
            </a:r>
            <a:r>
              <a:rPr lang="zh-CN" altLang="en-US" sz="2400">
                <a:latin typeface="Times New Roman" panose="02020603050405020304" pitchFamily="18" charset="0"/>
                <a:ea typeface="楷体" panose="02010609060101010101" pitchFamily="49" charset="-122"/>
              </a:rPr>
              <a:t>，</a:t>
            </a:r>
            <a:r>
              <a:rPr lang="en-US" altLang="zh-CN" sz="2400">
                <a:latin typeface="Times New Roman" panose="02020603050405020304" pitchFamily="18" charset="0"/>
                <a:ea typeface="楷体" panose="02010609060101010101" pitchFamily="49" charset="-122"/>
              </a:rPr>
              <a:t>3}</a:t>
            </a:r>
            <a:r>
              <a:rPr lang="zh-CN" altLang="en-US" sz="2400">
                <a:latin typeface="Times New Roman" panose="02020603050405020304" pitchFamily="18" charset="0"/>
                <a:ea typeface="楷体" panose="02010609060101010101" pitchFamily="49" charset="-122"/>
              </a:rPr>
              <a:t>，</a:t>
            </a:r>
            <a:r>
              <a:rPr lang="en-US" altLang="zh-CN" sz="2400">
                <a:latin typeface="Times New Roman" panose="02020603050405020304" pitchFamily="18" charset="0"/>
                <a:ea typeface="楷体" panose="02010609060101010101" pitchFamily="49" charset="-122"/>
              </a:rPr>
              <a:t>F</a:t>
            </a:r>
            <a:r>
              <a:rPr lang="zh-CN" altLang="en-US" sz="2400">
                <a:latin typeface="Times New Roman" panose="02020603050405020304" pitchFamily="18" charset="0"/>
                <a:ea typeface="楷体" panose="02010609060101010101" pitchFamily="49" charset="-122"/>
              </a:rPr>
              <a:t>和</a:t>
            </a:r>
            <a:r>
              <a:rPr lang="en-US" altLang="zh-CN" sz="2400">
                <a:latin typeface="Times New Roman" panose="02020603050405020304" pitchFamily="18" charset="0"/>
                <a:ea typeface="楷体" panose="02010609060101010101" pitchFamily="49" charset="-122"/>
              </a:rPr>
              <a:t>G</a:t>
            </a:r>
            <a:r>
              <a:rPr lang="zh-CN" altLang="en-US" sz="2400">
                <a:latin typeface="Times New Roman" panose="02020603050405020304" pitchFamily="18" charset="0"/>
                <a:ea typeface="楷体" panose="02010609060101010101" pitchFamily="49" charset="-122"/>
              </a:rPr>
              <a:t>分别是</a:t>
            </a:r>
            <a:r>
              <a:rPr lang="en-US" altLang="zh-CN" sz="2400">
                <a:latin typeface="Times New Roman" panose="02020603050405020304" pitchFamily="18" charset="0"/>
                <a:ea typeface="楷体" panose="02010609060101010101" pitchFamily="49" charset="-122"/>
              </a:rPr>
              <a:t>U</a:t>
            </a:r>
            <a:r>
              <a:rPr lang="zh-CN" altLang="en-US" sz="2400">
                <a:latin typeface="Times New Roman" panose="02020603050405020304" pitchFamily="18" charset="0"/>
                <a:ea typeface="楷体" panose="02010609060101010101" pitchFamily="49" charset="-122"/>
              </a:rPr>
              <a:t>和</a:t>
            </a:r>
            <a:r>
              <a:rPr lang="en-US" altLang="zh-CN" sz="2400">
                <a:latin typeface="Times New Roman" panose="02020603050405020304" pitchFamily="18" charset="0"/>
                <a:ea typeface="楷体" panose="02010609060101010101" pitchFamily="49" charset="-122"/>
              </a:rPr>
              <a:t>V</a:t>
            </a:r>
            <a:r>
              <a:rPr lang="zh-CN" altLang="en-US" sz="2400">
                <a:latin typeface="Times New Roman" panose="02020603050405020304" pitchFamily="18" charset="0"/>
                <a:ea typeface="楷体" panose="02010609060101010101" pitchFamily="49" charset="-122"/>
              </a:rPr>
              <a:t>上的两个模糊集，且    </a:t>
            </a:r>
            <a:r>
              <a:rPr lang="en-US" altLang="zh-CN" sz="2400">
                <a:latin typeface="Times New Roman" panose="02020603050405020304" pitchFamily="18" charset="0"/>
                <a:ea typeface="楷体" panose="02010609060101010101" pitchFamily="49" charset="-122"/>
              </a:rPr>
              <a:t>F=1/1+0.6/2+0.1/3,    G=0.1/1+0.6/2+1/3</a:t>
            </a:r>
            <a:r>
              <a:rPr lang="zh-CN" altLang="en-US" sz="2400">
                <a:latin typeface="Times New Roman" panose="02020603050405020304" pitchFamily="18" charset="0"/>
                <a:ea typeface="楷体" panose="02010609060101010101" pitchFamily="49" charset="-122"/>
              </a:rPr>
              <a:t>，求</a:t>
            </a:r>
            <a:r>
              <a:rPr lang="en-US" altLang="zh-CN" sz="2400">
                <a:latin typeface="Times New Roman" panose="02020603050405020304" pitchFamily="18" charset="0"/>
                <a:ea typeface="楷体" panose="02010609060101010101" pitchFamily="49" charset="-122"/>
              </a:rPr>
              <a:t>U×V </a:t>
            </a:r>
            <a:r>
              <a:rPr lang="zh-CN" altLang="en-US" sz="2400">
                <a:latin typeface="Times New Roman" panose="02020603050405020304" pitchFamily="18" charset="0"/>
                <a:ea typeface="楷体" panose="02010609060101010101" pitchFamily="49" charset="-122"/>
              </a:rPr>
              <a:t>上的 </a:t>
            </a:r>
            <a:r>
              <a:rPr lang="en-US" altLang="zh-CN" sz="2400">
                <a:latin typeface="Times New Roman" panose="02020603050405020304" pitchFamily="18" charset="0"/>
                <a:ea typeface="楷体" panose="02010609060101010101" pitchFamily="49" charset="-122"/>
              </a:rPr>
              <a:t>R</a:t>
            </a:r>
            <a:r>
              <a:rPr lang="en-US" altLang="zh-CN" sz="2400" baseline="-25000">
                <a:latin typeface="Times New Roman" panose="02020603050405020304" pitchFamily="18" charset="0"/>
                <a:ea typeface="楷体" panose="02010609060101010101" pitchFamily="49" charset="-122"/>
              </a:rPr>
              <a:t>m</a:t>
            </a:r>
            <a:r>
              <a:rPr lang="en-US" altLang="zh-CN" sz="2400">
                <a:latin typeface="Times New Roman" panose="02020603050405020304" pitchFamily="18" charset="0"/>
                <a:ea typeface="楷体" panose="02010609060101010101" pitchFamily="49" charset="-122"/>
              </a:rPr>
              <a:t> </a:t>
            </a:r>
          </a:p>
          <a:p>
            <a:pPr latinLnBrk="0">
              <a:lnSpc>
                <a:spcPct val="110000"/>
              </a:lnSpc>
              <a:spcBef>
                <a:spcPct val="5000"/>
              </a:spcBef>
              <a:buFontTx/>
              <a:buNone/>
            </a:pPr>
            <a:r>
              <a:rPr lang="en-US" altLang="zh-CN" sz="2400">
                <a:latin typeface="Times New Roman" panose="02020603050405020304" pitchFamily="18" charset="0"/>
                <a:ea typeface="楷体" panose="02010609060101010101" pitchFamily="49" charset="-122"/>
              </a:rPr>
              <a:t>    </a:t>
            </a:r>
            <a:r>
              <a:rPr lang="zh-CN" altLang="en-US" sz="2400">
                <a:latin typeface="Times New Roman" panose="02020603050405020304" pitchFamily="18" charset="0"/>
                <a:ea typeface="楷体" panose="02010609060101010101" pitchFamily="49" charset="-122"/>
              </a:rPr>
              <a:t>解：</a:t>
            </a:r>
          </a:p>
        </p:txBody>
      </p:sp>
      <p:graphicFrame>
        <p:nvGraphicFramePr>
          <p:cNvPr id="152582" name="Object 6"/>
          <p:cNvGraphicFramePr>
            <a:graphicFrameLocks noChangeAspect="1"/>
          </p:cNvGraphicFramePr>
          <p:nvPr/>
        </p:nvGraphicFramePr>
        <p:xfrm>
          <a:off x="1331913" y="4960938"/>
          <a:ext cx="2952750" cy="1530350"/>
        </p:xfrm>
        <a:graphic>
          <a:graphicData uri="http://schemas.openxmlformats.org/presentationml/2006/ole">
            <mc:AlternateContent xmlns:mc="http://schemas.openxmlformats.org/markup-compatibility/2006">
              <mc:Choice xmlns:v="urn:schemas-microsoft-com:vml" Requires="v">
                <p:oleObj spid="_x0000_s31763" name="Equation" r:id="rId5" imgW="1358310" imgH="710891" progId="Equation.3">
                  <p:embed/>
                </p:oleObj>
              </mc:Choice>
              <mc:Fallback>
                <p:oleObj name="Equation" r:id="rId5" imgW="1358310" imgH="710891"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31913" y="4960938"/>
                        <a:ext cx="2952750" cy="153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2583" name="Text Box 7"/>
          <p:cNvSpPr txBox="1">
            <a:spLocks noChangeArrowheads="1"/>
          </p:cNvSpPr>
          <p:nvPr/>
        </p:nvSpPr>
        <p:spPr bwMode="auto">
          <a:xfrm>
            <a:off x="5148263" y="4868863"/>
            <a:ext cx="3240087"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latinLnBrk="0">
              <a:lnSpc>
                <a:spcPct val="110000"/>
              </a:lnSpc>
              <a:spcBef>
                <a:spcPct val="5000"/>
              </a:spcBef>
              <a:buFontTx/>
              <a:buNone/>
            </a:pPr>
            <a:r>
              <a:rPr lang="zh-CN" altLang="en-US" sz="2400" b="1">
                <a:solidFill>
                  <a:srgbClr val="C00000"/>
                </a:solidFill>
                <a:latin typeface="Times New Roman" panose="02020603050405020304" pitchFamily="18" charset="0"/>
                <a:ea typeface="楷体" panose="02010609060101010101" pitchFamily="49" charset="-122"/>
              </a:rPr>
              <a:t>如：</a:t>
            </a:r>
            <a:r>
              <a:rPr lang="en-US" altLang="zh-CN" sz="2400" b="1">
                <a:solidFill>
                  <a:srgbClr val="C00000"/>
                </a:solidFill>
                <a:latin typeface="Times New Roman" panose="02020603050405020304" pitchFamily="18" charset="0"/>
                <a:ea typeface="楷体" panose="02010609060101010101" pitchFamily="49" charset="-122"/>
              </a:rPr>
              <a:t>R</a:t>
            </a:r>
            <a:r>
              <a:rPr lang="en-US" altLang="zh-CN" sz="2400" b="1" baseline="-25000">
                <a:solidFill>
                  <a:srgbClr val="C00000"/>
                </a:solidFill>
                <a:latin typeface="Times New Roman" panose="02020603050405020304" pitchFamily="18" charset="0"/>
                <a:ea typeface="楷体" panose="02010609060101010101" pitchFamily="49" charset="-122"/>
              </a:rPr>
              <a:t>m</a:t>
            </a:r>
            <a:r>
              <a:rPr lang="en-US" altLang="zh-CN" sz="2400" b="1">
                <a:solidFill>
                  <a:srgbClr val="C00000"/>
                </a:solidFill>
                <a:latin typeface="Times New Roman" panose="02020603050405020304" pitchFamily="18" charset="0"/>
                <a:ea typeface="楷体" panose="02010609060101010101" pitchFamily="49" charset="-122"/>
              </a:rPr>
              <a:t>(2, 3) = (0.6∧1)∨(1-0.6) = 0.6∨0.4 = 0.6 </a:t>
            </a:r>
          </a:p>
        </p:txBody>
      </p:sp>
      <p:sp>
        <p:nvSpPr>
          <p:cNvPr id="2" name="矩形 1"/>
          <p:cNvSpPr/>
          <p:nvPr/>
        </p:nvSpPr>
        <p:spPr>
          <a:xfrm>
            <a:off x="1150938" y="530225"/>
            <a:ext cx="6684962" cy="1076325"/>
          </a:xfrm>
          <a:prstGeom prst="rect">
            <a:avLst/>
          </a:prstGeom>
        </p:spPr>
        <p:txBody>
          <a:bodyPr wrap="none">
            <a:spAutoFit/>
          </a:bodyPr>
          <a:lstStyle/>
          <a:p>
            <a:pPr algn="ctr" eaLnBrk="1" latinLnBrk="1" hangingPunct="1">
              <a:defRPr/>
            </a:pPr>
            <a:r>
              <a:rPr kumimoji="1" lang="zh-CN" altLang="en-US" sz="3200" b="1" dirty="0">
                <a:latin typeface="微软雅黑" panose="020B0503020204020204" pitchFamily="34" charset="-122"/>
                <a:ea typeface="微软雅黑" panose="020B0503020204020204" pitchFamily="34" charset="-122"/>
                <a:cs typeface="+mj-cs"/>
              </a:rPr>
              <a:t>构建模糊关系的方法</a:t>
            </a:r>
            <a:r>
              <a:rPr kumimoji="1" lang="en-US" altLang="zh-CN" sz="3200" b="1" dirty="0">
                <a:latin typeface="微软雅黑" panose="020B0503020204020204" pitchFamily="34" charset="-122"/>
                <a:ea typeface="微软雅黑" panose="020B0503020204020204" pitchFamily="34" charset="-122"/>
                <a:cs typeface="+mj-cs"/>
              </a:rPr>
              <a:t>---</a:t>
            </a:r>
            <a:r>
              <a:rPr lang="zh-CN" altLang="en-US" sz="3200" b="1" dirty="0">
                <a:solidFill>
                  <a:srgbClr val="A50021"/>
                </a:solidFill>
                <a:latin typeface="Times New Roman" panose="02020603050405020304" pitchFamily="18" charset="0"/>
              </a:rPr>
              <a:t>模糊关系</a:t>
            </a:r>
            <a:r>
              <a:rPr lang="en-US" altLang="zh-CN" sz="3200" b="1" dirty="0">
                <a:solidFill>
                  <a:srgbClr val="A50021"/>
                </a:solidFill>
                <a:latin typeface="Times New Roman" panose="02020603050405020304" pitchFamily="18" charset="0"/>
              </a:rPr>
              <a:t>R</a:t>
            </a:r>
            <a:r>
              <a:rPr lang="en-US" altLang="zh-CN" sz="3200" b="1" baseline="-25000" dirty="0">
                <a:solidFill>
                  <a:srgbClr val="A50021"/>
                </a:solidFill>
                <a:latin typeface="Times New Roman" panose="02020603050405020304" pitchFamily="18" charset="0"/>
              </a:rPr>
              <a:t>m</a:t>
            </a:r>
          </a:p>
          <a:p>
            <a:pPr algn="ctr" eaLnBrk="1" latinLnBrk="1" hangingPunct="1">
              <a:defRPr/>
            </a:pPr>
            <a:endParaRPr lang="zh-CN" altLang="en-US" sz="3200" b="1" dirty="0">
              <a:effectLst>
                <a:outerShdw blurRad="38100" dist="38100" dir="2700000" algn="tl">
                  <a:srgbClr val="C0C0C0"/>
                </a:outerShdw>
              </a:effectLst>
            </a:endParaRPr>
          </a:p>
        </p:txBody>
      </p:sp>
    </p:spTree>
    <p:extLst>
      <p:ext uri="{BB962C8B-B14F-4D97-AF65-F5344CB8AC3E}">
        <p14:creationId xmlns:p14="http://schemas.microsoft.com/office/powerpoint/2010/main" val="97601140"/>
      </p:ext>
    </p:extLst>
  </p:cSld>
  <p:clrMapOvr>
    <a:masterClrMapping/>
  </p:clrMapOvr>
  <p:transition spd="slow"/>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灯片编号占位符 3"/>
          <p:cNvSpPr>
            <a:spLocks noGrp="1"/>
          </p:cNvSpPr>
          <p:nvPr>
            <p:ph type="sldNum" sz="quarter" idx="4294967295"/>
          </p:nvPr>
        </p:nvSpPr>
        <p:spPr>
          <a:xfrm>
            <a:off x="6553200" y="6245225"/>
            <a:ext cx="2133600" cy="476250"/>
          </a:xfrm>
          <a:prstGeom prst="rect">
            <a:avLst/>
          </a:prstGeom>
          <a:noFill/>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a:spcBef>
                <a:spcPct val="0"/>
              </a:spcBef>
              <a:buFontTx/>
              <a:buNone/>
            </a:pPr>
            <a:fld id="{63B1F190-A287-4499-9F3A-8E4B69E12B78}" type="slidenum">
              <a:rPr lang="en-US" altLang="zh-CN" sz="1400" smtClean="0">
                <a:latin typeface="Gulim" panose="02010600030101010101" charset="-122"/>
                <a:ea typeface="Gulim" panose="02010600030101010101" charset="-122"/>
              </a:rPr>
              <a:pPr>
                <a:spcBef>
                  <a:spcPct val="0"/>
                </a:spcBef>
                <a:buFontTx/>
                <a:buNone/>
              </a:pPr>
              <a:t>137</a:t>
            </a:fld>
            <a:endParaRPr lang="en-US" altLang="zh-CN" sz="1400" smtClean="0">
              <a:latin typeface="Gulim" panose="02010600030101010101" charset="-122"/>
              <a:ea typeface="Gulim" panose="02010600030101010101" charset="-122"/>
            </a:endParaRPr>
          </a:p>
        </p:txBody>
      </p:sp>
      <p:sp>
        <p:nvSpPr>
          <p:cNvPr id="153603" name="Text Box 2"/>
          <p:cNvSpPr txBox="1">
            <a:spLocks noChangeArrowheads="1"/>
          </p:cNvSpPr>
          <p:nvPr/>
        </p:nvSpPr>
        <p:spPr bwMode="auto">
          <a:xfrm>
            <a:off x="179388" y="1520825"/>
            <a:ext cx="8785225" cy="93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latinLnBrk="0">
              <a:lnSpc>
                <a:spcPct val="115000"/>
              </a:lnSpc>
              <a:spcBef>
                <a:spcPct val="10000"/>
              </a:spcBef>
              <a:buFontTx/>
              <a:buNone/>
            </a:pPr>
            <a:r>
              <a:rPr lang="en-US" altLang="zh-CN" sz="2400">
                <a:latin typeface="Times New Roman" panose="02020603050405020304" pitchFamily="18" charset="0"/>
                <a:ea typeface="楷体" panose="02010609060101010101" pitchFamily="49" charset="-122"/>
              </a:rPr>
              <a:t>R</a:t>
            </a:r>
            <a:r>
              <a:rPr lang="en-US" altLang="zh-CN" sz="2400" baseline="-25000">
                <a:latin typeface="Times New Roman" panose="02020603050405020304" pitchFamily="18" charset="0"/>
                <a:ea typeface="楷体" panose="02010609060101010101" pitchFamily="49" charset="-122"/>
              </a:rPr>
              <a:t>c</a:t>
            </a:r>
            <a:r>
              <a:rPr lang="zh-CN" altLang="en-US" sz="2400">
                <a:latin typeface="Times New Roman" panose="02020603050405020304" pitchFamily="18" charset="0"/>
                <a:ea typeface="楷体" panose="02010609060101010101" pitchFamily="49" charset="-122"/>
              </a:rPr>
              <a:t>是由麦姆德尼</a:t>
            </a:r>
            <a:r>
              <a:rPr lang="en-US" altLang="zh-CN" sz="2400">
                <a:latin typeface="Times New Roman" panose="02020603050405020304" pitchFamily="18" charset="0"/>
                <a:ea typeface="楷体" panose="02010609060101010101" pitchFamily="49" charset="-122"/>
              </a:rPr>
              <a:t>(Mamdani)</a:t>
            </a:r>
            <a:r>
              <a:rPr lang="zh-CN" altLang="en-US" sz="2400">
                <a:latin typeface="Times New Roman" panose="02020603050405020304" pitchFamily="18" charset="0"/>
                <a:ea typeface="楷体" panose="02010609060101010101" pitchFamily="49" charset="-122"/>
              </a:rPr>
              <a:t>提出的一种构造模糊关系的方法。</a:t>
            </a:r>
          </a:p>
          <a:p>
            <a:pPr latinLnBrk="0">
              <a:lnSpc>
                <a:spcPct val="115000"/>
              </a:lnSpc>
              <a:spcBef>
                <a:spcPct val="10000"/>
              </a:spcBef>
              <a:buFontTx/>
              <a:buNone/>
            </a:pPr>
            <a:r>
              <a:rPr lang="zh-CN" altLang="en-US" sz="2400">
                <a:latin typeface="Times New Roman" panose="02020603050405020304" pitchFamily="18" charset="0"/>
                <a:ea typeface="楷体" panose="02010609060101010101" pitchFamily="49" charset="-122"/>
              </a:rPr>
              <a:t>    设</a:t>
            </a:r>
            <a:r>
              <a:rPr lang="en-US" altLang="zh-CN" sz="2400">
                <a:latin typeface="Times New Roman" panose="02020603050405020304" pitchFamily="18" charset="0"/>
                <a:ea typeface="楷体" panose="02010609060101010101" pitchFamily="49" charset="-122"/>
              </a:rPr>
              <a:t>F</a:t>
            </a:r>
            <a:r>
              <a:rPr lang="zh-CN" altLang="en-US" sz="2400">
                <a:latin typeface="Times New Roman" panose="02020603050405020304" pitchFamily="18" charset="0"/>
                <a:ea typeface="楷体" panose="02010609060101010101" pitchFamily="49" charset="-122"/>
              </a:rPr>
              <a:t>和</a:t>
            </a:r>
            <a:r>
              <a:rPr lang="en-US" altLang="zh-CN" sz="2400">
                <a:latin typeface="Times New Roman" panose="02020603050405020304" pitchFamily="18" charset="0"/>
                <a:ea typeface="楷体" panose="02010609060101010101" pitchFamily="49" charset="-122"/>
              </a:rPr>
              <a:t>G</a:t>
            </a:r>
            <a:r>
              <a:rPr lang="zh-CN" altLang="en-US" sz="2400">
                <a:latin typeface="Times New Roman" panose="02020603050405020304" pitchFamily="18" charset="0"/>
                <a:ea typeface="楷体" panose="02010609060101010101" pitchFamily="49" charset="-122"/>
              </a:rPr>
              <a:t>分别是论域</a:t>
            </a:r>
            <a:r>
              <a:rPr lang="en-US" altLang="zh-CN" sz="2400">
                <a:latin typeface="Times New Roman" panose="02020603050405020304" pitchFamily="18" charset="0"/>
                <a:ea typeface="楷体" panose="02010609060101010101" pitchFamily="49" charset="-122"/>
              </a:rPr>
              <a:t>U</a:t>
            </a:r>
            <a:r>
              <a:rPr lang="zh-CN" altLang="en-US" sz="2400">
                <a:latin typeface="Times New Roman" panose="02020603050405020304" pitchFamily="18" charset="0"/>
                <a:ea typeface="楷体" panose="02010609060101010101" pitchFamily="49" charset="-122"/>
              </a:rPr>
              <a:t>和</a:t>
            </a:r>
            <a:r>
              <a:rPr lang="en-US" altLang="zh-CN" sz="2400">
                <a:latin typeface="Times New Roman" panose="02020603050405020304" pitchFamily="18" charset="0"/>
                <a:ea typeface="楷体" panose="02010609060101010101" pitchFamily="49" charset="-122"/>
              </a:rPr>
              <a:t>V</a:t>
            </a:r>
            <a:r>
              <a:rPr lang="zh-CN" altLang="en-US" sz="2400">
                <a:latin typeface="Times New Roman" panose="02020603050405020304" pitchFamily="18" charset="0"/>
                <a:ea typeface="楷体" panose="02010609060101010101" pitchFamily="49" charset="-122"/>
              </a:rPr>
              <a:t>上的两个模糊集，则</a:t>
            </a:r>
            <a:r>
              <a:rPr lang="en-US" altLang="zh-CN" sz="2400">
                <a:latin typeface="Times New Roman" panose="02020603050405020304" pitchFamily="18" charset="0"/>
                <a:ea typeface="楷体" panose="02010609060101010101" pitchFamily="49" charset="-122"/>
              </a:rPr>
              <a:t>R</a:t>
            </a:r>
            <a:r>
              <a:rPr lang="en-US" altLang="zh-CN" sz="2400" baseline="-25000">
                <a:latin typeface="Times New Roman" panose="02020603050405020304" pitchFamily="18" charset="0"/>
                <a:ea typeface="楷体" panose="02010609060101010101" pitchFamily="49" charset="-122"/>
              </a:rPr>
              <a:t>c</a:t>
            </a:r>
            <a:r>
              <a:rPr lang="zh-CN" altLang="en-US" sz="2400">
                <a:latin typeface="Times New Roman" panose="02020603050405020304" pitchFamily="18" charset="0"/>
                <a:ea typeface="楷体" panose="02010609060101010101" pitchFamily="49" charset="-122"/>
              </a:rPr>
              <a:t>定义为</a:t>
            </a:r>
            <a:r>
              <a:rPr lang="zh-CN" altLang="en-US" sz="2400">
                <a:latin typeface="Tahoma" panose="020B0604030504040204" pitchFamily="34" charset="0"/>
                <a:ea typeface="楷体" panose="02010609060101010101" pitchFamily="49" charset="-122"/>
              </a:rPr>
              <a:t> </a:t>
            </a:r>
          </a:p>
        </p:txBody>
      </p:sp>
      <p:graphicFrame>
        <p:nvGraphicFramePr>
          <p:cNvPr id="153604" name="Object 3"/>
          <p:cNvGraphicFramePr>
            <a:graphicFrameLocks noChangeAspect="1"/>
          </p:cNvGraphicFramePr>
          <p:nvPr/>
        </p:nvGraphicFramePr>
        <p:xfrm>
          <a:off x="1835150" y="2554288"/>
          <a:ext cx="3922713" cy="685800"/>
        </p:xfrm>
        <a:graphic>
          <a:graphicData uri="http://schemas.openxmlformats.org/presentationml/2006/ole">
            <mc:AlternateContent xmlns:mc="http://schemas.openxmlformats.org/markup-compatibility/2006">
              <mc:Choice xmlns:v="urn:schemas-microsoft-com:vml" Requires="v">
                <p:oleObj spid="_x0000_s32794" name="Equation" r:id="rId3" imgW="1841500" imgH="381000" progId="Equation.3">
                  <p:embed/>
                </p:oleObj>
              </mc:Choice>
              <mc:Fallback>
                <p:oleObj name="Equation" r:id="rId3" imgW="1841500" imgH="3810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5150" y="2554288"/>
                        <a:ext cx="3922713"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3605" name="Text Box 4"/>
          <p:cNvSpPr txBox="1">
            <a:spLocks noChangeArrowheads="1"/>
          </p:cNvSpPr>
          <p:nvPr/>
        </p:nvSpPr>
        <p:spPr bwMode="auto">
          <a:xfrm>
            <a:off x="179388" y="3284538"/>
            <a:ext cx="5578475" cy="1439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latinLnBrk="0">
              <a:lnSpc>
                <a:spcPct val="115000"/>
              </a:lnSpc>
              <a:spcBef>
                <a:spcPct val="10000"/>
              </a:spcBef>
              <a:buFontTx/>
              <a:buNone/>
            </a:pPr>
            <a:r>
              <a:rPr lang="en-US" altLang="zh-CN" sz="2400">
                <a:latin typeface="Times New Roman" panose="02020603050405020304" pitchFamily="18" charset="0"/>
                <a:ea typeface="楷体" panose="02010609060101010101" pitchFamily="49" charset="-122"/>
              </a:rPr>
              <a:t>    </a:t>
            </a:r>
            <a:r>
              <a:rPr lang="zh-CN" altLang="en-US" sz="2400">
                <a:latin typeface="Times New Roman" panose="02020603050405020304" pitchFamily="18" charset="0"/>
                <a:ea typeface="楷体" panose="02010609060101010101" pitchFamily="49" charset="-122"/>
              </a:rPr>
              <a:t>例：对上例所给出的模糊集</a:t>
            </a:r>
          </a:p>
          <a:p>
            <a:pPr latinLnBrk="0">
              <a:lnSpc>
                <a:spcPct val="115000"/>
              </a:lnSpc>
              <a:spcBef>
                <a:spcPct val="10000"/>
              </a:spcBef>
              <a:buFontTx/>
              <a:buNone/>
            </a:pPr>
            <a:r>
              <a:rPr lang="zh-CN" altLang="en-US" sz="2400">
                <a:latin typeface="Times New Roman" panose="02020603050405020304" pitchFamily="18" charset="0"/>
                <a:ea typeface="楷体" panose="02010609060101010101" pitchFamily="49" charset="-122"/>
              </a:rPr>
              <a:t>    </a:t>
            </a:r>
            <a:r>
              <a:rPr lang="en-US" altLang="zh-CN" sz="2400">
                <a:latin typeface="Times New Roman" panose="02020603050405020304" pitchFamily="18" charset="0"/>
                <a:ea typeface="楷体" panose="02010609060101010101" pitchFamily="49" charset="-122"/>
              </a:rPr>
              <a:t>F=1/1+0.6/2+0.1/3,    G=0.1/1+0.6/2+1/3 </a:t>
            </a:r>
          </a:p>
          <a:p>
            <a:pPr latinLnBrk="0">
              <a:lnSpc>
                <a:spcPct val="115000"/>
              </a:lnSpc>
              <a:spcBef>
                <a:spcPct val="10000"/>
              </a:spcBef>
              <a:buFontTx/>
              <a:buNone/>
            </a:pPr>
            <a:r>
              <a:rPr lang="zh-CN" altLang="en-US" sz="2400">
                <a:latin typeface="Times New Roman" panose="02020603050405020304" pitchFamily="18" charset="0"/>
                <a:ea typeface="楷体" panose="02010609060101010101" pitchFamily="49" charset="-122"/>
              </a:rPr>
              <a:t>其</a:t>
            </a:r>
            <a:r>
              <a:rPr lang="en-US" altLang="zh-CN" sz="2400">
                <a:latin typeface="Times New Roman" panose="02020603050405020304" pitchFamily="18" charset="0"/>
                <a:ea typeface="楷体" panose="02010609060101010101" pitchFamily="49" charset="-122"/>
              </a:rPr>
              <a:t>R</a:t>
            </a:r>
            <a:r>
              <a:rPr lang="en-US" altLang="zh-CN" sz="2400" baseline="-25000">
                <a:latin typeface="Times New Roman" panose="02020603050405020304" pitchFamily="18" charset="0"/>
                <a:ea typeface="楷体" panose="02010609060101010101" pitchFamily="49" charset="-122"/>
              </a:rPr>
              <a:t>c</a:t>
            </a:r>
            <a:r>
              <a:rPr lang="zh-CN" altLang="en-US" sz="2400">
                <a:latin typeface="Times New Roman" panose="02020603050405020304" pitchFamily="18" charset="0"/>
                <a:ea typeface="楷体" panose="02010609060101010101" pitchFamily="49" charset="-122"/>
              </a:rPr>
              <a:t>为</a:t>
            </a:r>
          </a:p>
        </p:txBody>
      </p:sp>
      <p:graphicFrame>
        <p:nvGraphicFramePr>
          <p:cNvPr id="153606" name="Object 5"/>
          <p:cNvGraphicFramePr>
            <a:graphicFrameLocks noChangeAspect="1"/>
          </p:cNvGraphicFramePr>
          <p:nvPr/>
        </p:nvGraphicFramePr>
        <p:xfrm>
          <a:off x="6094413" y="3240088"/>
          <a:ext cx="2757487" cy="1343025"/>
        </p:xfrm>
        <a:graphic>
          <a:graphicData uri="http://schemas.openxmlformats.org/presentationml/2006/ole">
            <mc:AlternateContent xmlns:mc="http://schemas.openxmlformats.org/markup-compatibility/2006">
              <mc:Choice xmlns:v="urn:schemas-microsoft-com:vml" Requires="v">
                <p:oleObj spid="_x0000_s32795" name="Equation" r:id="rId5" imgW="1320227" imgH="710891" progId="Equation.3">
                  <p:embed/>
                </p:oleObj>
              </mc:Choice>
              <mc:Fallback>
                <p:oleObj name="Equation" r:id="rId5" imgW="1320227" imgH="710891"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94413" y="3240088"/>
                        <a:ext cx="2757487" cy="134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3607" name="Text Box 6"/>
          <p:cNvSpPr txBox="1">
            <a:spLocks noChangeArrowheads="1"/>
          </p:cNvSpPr>
          <p:nvPr/>
        </p:nvSpPr>
        <p:spPr bwMode="auto">
          <a:xfrm>
            <a:off x="565150" y="4891088"/>
            <a:ext cx="1800225"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latinLnBrk="0">
              <a:lnSpc>
                <a:spcPct val="110000"/>
              </a:lnSpc>
              <a:spcBef>
                <a:spcPct val="10000"/>
              </a:spcBef>
              <a:buFontTx/>
              <a:buNone/>
            </a:pPr>
            <a:r>
              <a:rPr lang="zh-CN" altLang="en-US" sz="2400" b="1">
                <a:latin typeface="Times New Roman" panose="02020603050405020304" pitchFamily="18" charset="0"/>
                <a:ea typeface="楷体" panose="02010609060101010101" pitchFamily="49" charset="-122"/>
              </a:rPr>
              <a:t>如</a:t>
            </a:r>
            <a:r>
              <a:rPr lang="en-US" altLang="zh-CN" sz="2400" b="1">
                <a:latin typeface="Times New Roman" panose="02020603050405020304" pitchFamily="18" charset="0"/>
                <a:ea typeface="楷体" panose="02010609060101010101" pitchFamily="49" charset="-122"/>
              </a:rPr>
              <a:t>R</a:t>
            </a:r>
            <a:r>
              <a:rPr lang="en-US" altLang="zh-CN" sz="2400" b="1" baseline="-25000">
                <a:latin typeface="Times New Roman" panose="02020603050405020304" pitchFamily="18" charset="0"/>
                <a:ea typeface="楷体" panose="02010609060101010101" pitchFamily="49" charset="-122"/>
              </a:rPr>
              <a:t>c</a:t>
            </a:r>
            <a:r>
              <a:rPr lang="en-US" altLang="zh-CN" sz="2400" b="1">
                <a:latin typeface="Times New Roman" panose="02020603050405020304" pitchFamily="18" charset="0"/>
                <a:ea typeface="楷体" panose="02010609060101010101" pitchFamily="49" charset="-122"/>
              </a:rPr>
              <a:t>(3, 2)</a:t>
            </a:r>
            <a:r>
              <a:rPr lang="zh-CN" altLang="en-US" sz="2400" b="1">
                <a:latin typeface="Times New Roman" panose="02020603050405020304" pitchFamily="18" charset="0"/>
                <a:ea typeface="楷体" panose="02010609060101010101" pitchFamily="49" charset="-122"/>
              </a:rPr>
              <a:t>：</a:t>
            </a:r>
            <a:r>
              <a:rPr lang="zh-CN" altLang="en-US" sz="2800">
                <a:latin typeface="Tahoma" panose="020B0604030504040204" pitchFamily="34" charset="0"/>
                <a:ea typeface="楷体" panose="02010609060101010101" pitchFamily="49" charset="-122"/>
              </a:rPr>
              <a:t> </a:t>
            </a:r>
          </a:p>
        </p:txBody>
      </p:sp>
      <p:graphicFrame>
        <p:nvGraphicFramePr>
          <p:cNvPr id="153608" name="Object 7"/>
          <p:cNvGraphicFramePr>
            <a:graphicFrameLocks noChangeAspect="1"/>
          </p:cNvGraphicFramePr>
          <p:nvPr/>
        </p:nvGraphicFramePr>
        <p:xfrm>
          <a:off x="2484438" y="4970463"/>
          <a:ext cx="4737100" cy="487362"/>
        </p:xfrm>
        <a:graphic>
          <a:graphicData uri="http://schemas.openxmlformats.org/presentationml/2006/ole">
            <mc:AlternateContent xmlns:mc="http://schemas.openxmlformats.org/markup-compatibility/2006">
              <mc:Choice xmlns:v="urn:schemas-microsoft-com:vml" Requires="v">
                <p:oleObj spid="_x0000_s32796" name="Equation" r:id="rId7" imgW="2603500" imgH="228600" progId="Equation.3">
                  <p:embed/>
                </p:oleObj>
              </mc:Choice>
              <mc:Fallback>
                <p:oleObj name="Equation" r:id="rId7" imgW="2603500" imgH="2286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84438" y="4970463"/>
                        <a:ext cx="4737100" cy="487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矩形 10"/>
          <p:cNvSpPr/>
          <p:nvPr/>
        </p:nvSpPr>
        <p:spPr>
          <a:xfrm>
            <a:off x="1150938" y="530225"/>
            <a:ext cx="6684962" cy="1076325"/>
          </a:xfrm>
          <a:prstGeom prst="rect">
            <a:avLst/>
          </a:prstGeom>
        </p:spPr>
        <p:txBody>
          <a:bodyPr wrap="none">
            <a:spAutoFit/>
          </a:bodyPr>
          <a:lstStyle/>
          <a:p>
            <a:pPr algn="ctr" eaLnBrk="1" latinLnBrk="1" hangingPunct="1">
              <a:defRPr/>
            </a:pPr>
            <a:r>
              <a:rPr kumimoji="1" lang="zh-CN" altLang="en-US" sz="3200" b="1" dirty="0">
                <a:latin typeface="微软雅黑" panose="020B0503020204020204" pitchFamily="34" charset="-122"/>
                <a:ea typeface="微软雅黑" panose="020B0503020204020204" pitchFamily="34" charset="-122"/>
                <a:cs typeface="+mj-cs"/>
              </a:rPr>
              <a:t>构建模糊关系的方法</a:t>
            </a:r>
            <a:r>
              <a:rPr kumimoji="1" lang="en-US" altLang="zh-CN" sz="3200" b="1" dirty="0">
                <a:latin typeface="微软雅黑" panose="020B0503020204020204" pitchFamily="34" charset="-122"/>
                <a:ea typeface="微软雅黑" panose="020B0503020204020204" pitchFamily="34" charset="-122"/>
                <a:cs typeface="+mj-cs"/>
              </a:rPr>
              <a:t>---</a:t>
            </a:r>
            <a:r>
              <a:rPr lang="zh-CN" altLang="en-US" sz="3200" b="1" dirty="0">
                <a:solidFill>
                  <a:srgbClr val="A50021"/>
                </a:solidFill>
                <a:latin typeface="Times New Roman" panose="02020603050405020304" pitchFamily="18" charset="0"/>
              </a:rPr>
              <a:t>模糊关系</a:t>
            </a:r>
            <a:r>
              <a:rPr lang="en-US" altLang="zh-CN" sz="3200" b="1" dirty="0" err="1">
                <a:solidFill>
                  <a:srgbClr val="A50021"/>
                </a:solidFill>
                <a:latin typeface="Times New Roman" panose="02020603050405020304" pitchFamily="18" charset="0"/>
              </a:rPr>
              <a:t>R</a:t>
            </a:r>
            <a:r>
              <a:rPr lang="en-US" altLang="zh-CN" sz="3200" b="1" baseline="-25000" dirty="0" err="1">
                <a:solidFill>
                  <a:srgbClr val="A50021"/>
                </a:solidFill>
                <a:latin typeface="Times New Roman" panose="02020603050405020304" pitchFamily="18" charset="0"/>
              </a:rPr>
              <a:t>c</a:t>
            </a:r>
            <a:endParaRPr lang="en-US" altLang="zh-CN" sz="3200" b="1" baseline="-25000" dirty="0">
              <a:solidFill>
                <a:srgbClr val="A50021"/>
              </a:solidFill>
              <a:latin typeface="Times New Roman" panose="02020603050405020304" pitchFamily="18" charset="0"/>
            </a:endParaRPr>
          </a:p>
          <a:p>
            <a:pPr algn="ctr" eaLnBrk="1" latinLnBrk="1" hangingPunct="1">
              <a:defRPr/>
            </a:pPr>
            <a:endParaRPr lang="zh-CN" altLang="en-US" sz="3200" b="1" dirty="0">
              <a:effectLst>
                <a:outerShdw blurRad="38100" dist="38100" dir="2700000" algn="tl">
                  <a:srgbClr val="C0C0C0"/>
                </a:outerShdw>
              </a:effectLst>
            </a:endParaRPr>
          </a:p>
        </p:txBody>
      </p:sp>
    </p:spTree>
    <p:extLst>
      <p:ext uri="{BB962C8B-B14F-4D97-AF65-F5344CB8AC3E}">
        <p14:creationId xmlns:p14="http://schemas.microsoft.com/office/powerpoint/2010/main" val="1894024595"/>
      </p:ext>
    </p:extLst>
  </p:cSld>
  <p:clrMapOvr>
    <a:masterClrMapping/>
  </p:clrMapOvr>
  <p:transition spd="slow"/>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灯片编号占位符 3"/>
          <p:cNvSpPr>
            <a:spLocks noGrp="1"/>
          </p:cNvSpPr>
          <p:nvPr>
            <p:ph type="sldNum" sz="quarter" idx="4294967295"/>
          </p:nvPr>
        </p:nvSpPr>
        <p:spPr>
          <a:xfrm>
            <a:off x="6553200" y="6245225"/>
            <a:ext cx="2133600" cy="476250"/>
          </a:xfrm>
          <a:prstGeom prst="rect">
            <a:avLst/>
          </a:prstGeom>
          <a:noFill/>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a:spcBef>
                <a:spcPct val="0"/>
              </a:spcBef>
              <a:buFontTx/>
              <a:buNone/>
            </a:pPr>
            <a:fld id="{B0FA2912-4C82-43A0-8F1B-43ED9BBC11D3}" type="slidenum">
              <a:rPr lang="en-US" altLang="zh-CN" sz="1400" smtClean="0">
                <a:latin typeface="Gulim" panose="02010600030101010101" charset="-122"/>
                <a:ea typeface="Gulim" panose="02010600030101010101" charset="-122"/>
              </a:rPr>
              <a:pPr>
                <a:spcBef>
                  <a:spcPct val="0"/>
                </a:spcBef>
                <a:buFontTx/>
                <a:buNone/>
              </a:pPr>
              <a:t>138</a:t>
            </a:fld>
            <a:endParaRPr lang="en-US" altLang="zh-CN" sz="1400" smtClean="0">
              <a:latin typeface="Gulim" panose="02010600030101010101" charset="-122"/>
              <a:ea typeface="Gulim" panose="02010600030101010101" charset="-122"/>
            </a:endParaRPr>
          </a:p>
        </p:txBody>
      </p:sp>
      <p:sp>
        <p:nvSpPr>
          <p:cNvPr id="154627" name="Text Box 2"/>
          <p:cNvSpPr txBox="1">
            <a:spLocks noChangeArrowheads="1"/>
          </p:cNvSpPr>
          <p:nvPr/>
        </p:nvSpPr>
        <p:spPr bwMode="auto">
          <a:xfrm>
            <a:off x="344488" y="1349375"/>
            <a:ext cx="8785225" cy="93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latinLnBrk="0">
              <a:lnSpc>
                <a:spcPct val="115000"/>
              </a:lnSpc>
              <a:spcBef>
                <a:spcPct val="10000"/>
              </a:spcBef>
              <a:buFontTx/>
              <a:buNone/>
            </a:pPr>
            <a:r>
              <a:rPr lang="en-US" altLang="zh-CN" sz="2400">
                <a:latin typeface="Times New Roman" panose="02020603050405020304" pitchFamily="18" charset="0"/>
                <a:ea typeface="楷体" panose="02010609060101010101" pitchFamily="49" charset="-122"/>
              </a:rPr>
              <a:t>R</a:t>
            </a:r>
            <a:r>
              <a:rPr lang="en-US" altLang="zh-CN" sz="2400" baseline="-25000">
                <a:latin typeface="Times New Roman" panose="02020603050405020304" pitchFamily="18" charset="0"/>
                <a:ea typeface="楷体" panose="02010609060101010101" pitchFamily="49" charset="-122"/>
              </a:rPr>
              <a:t>g</a:t>
            </a:r>
            <a:r>
              <a:rPr lang="zh-CN" altLang="en-US" sz="2400">
                <a:latin typeface="Times New Roman" panose="02020603050405020304" pitchFamily="18" charset="0"/>
                <a:ea typeface="楷体" panose="02010609060101010101" pitchFamily="49" charset="-122"/>
              </a:rPr>
              <a:t>是米祖莫托</a:t>
            </a:r>
            <a:r>
              <a:rPr lang="en-US" altLang="zh-CN" sz="2400">
                <a:latin typeface="Times New Roman" panose="02020603050405020304" pitchFamily="18" charset="0"/>
                <a:ea typeface="楷体" panose="02010609060101010101" pitchFamily="49" charset="-122"/>
              </a:rPr>
              <a:t>(Mizumoto)</a:t>
            </a:r>
            <a:r>
              <a:rPr lang="zh-CN" altLang="en-US" sz="2400">
                <a:latin typeface="Times New Roman" panose="02020603050405020304" pitchFamily="18" charset="0"/>
                <a:ea typeface="楷体" panose="02010609060101010101" pitchFamily="49" charset="-122"/>
              </a:rPr>
              <a:t>提出的一种构造模糊关系的方法。</a:t>
            </a:r>
          </a:p>
          <a:p>
            <a:pPr latinLnBrk="0">
              <a:lnSpc>
                <a:spcPct val="115000"/>
              </a:lnSpc>
              <a:spcBef>
                <a:spcPct val="10000"/>
              </a:spcBef>
              <a:buFontTx/>
              <a:buNone/>
            </a:pPr>
            <a:r>
              <a:rPr lang="zh-CN" altLang="en-US" sz="2400">
                <a:latin typeface="Times New Roman" panose="02020603050405020304" pitchFamily="18" charset="0"/>
                <a:ea typeface="楷体" panose="02010609060101010101" pitchFamily="49" charset="-122"/>
              </a:rPr>
              <a:t>    设</a:t>
            </a:r>
            <a:r>
              <a:rPr lang="en-US" altLang="zh-CN" sz="2400">
                <a:latin typeface="Times New Roman" panose="02020603050405020304" pitchFamily="18" charset="0"/>
                <a:ea typeface="楷体" panose="02010609060101010101" pitchFamily="49" charset="-122"/>
              </a:rPr>
              <a:t>F</a:t>
            </a:r>
            <a:r>
              <a:rPr lang="zh-CN" altLang="en-US" sz="2400">
                <a:latin typeface="Times New Roman" panose="02020603050405020304" pitchFamily="18" charset="0"/>
                <a:ea typeface="楷体" panose="02010609060101010101" pitchFamily="49" charset="-122"/>
              </a:rPr>
              <a:t>和</a:t>
            </a:r>
            <a:r>
              <a:rPr lang="en-US" altLang="zh-CN" sz="2400">
                <a:latin typeface="Times New Roman" panose="02020603050405020304" pitchFamily="18" charset="0"/>
                <a:ea typeface="楷体" panose="02010609060101010101" pitchFamily="49" charset="-122"/>
              </a:rPr>
              <a:t>G</a:t>
            </a:r>
            <a:r>
              <a:rPr lang="zh-CN" altLang="en-US" sz="2400">
                <a:latin typeface="Times New Roman" panose="02020603050405020304" pitchFamily="18" charset="0"/>
                <a:ea typeface="楷体" panose="02010609060101010101" pitchFamily="49" charset="-122"/>
              </a:rPr>
              <a:t>分别是论域</a:t>
            </a:r>
            <a:r>
              <a:rPr lang="en-US" altLang="zh-CN" sz="2400">
                <a:latin typeface="Times New Roman" panose="02020603050405020304" pitchFamily="18" charset="0"/>
                <a:ea typeface="楷体" panose="02010609060101010101" pitchFamily="49" charset="-122"/>
              </a:rPr>
              <a:t>U</a:t>
            </a:r>
            <a:r>
              <a:rPr lang="zh-CN" altLang="en-US" sz="2400">
                <a:latin typeface="Times New Roman" panose="02020603050405020304" pitchFamily="18" charset="0"/>
                <a:ea typeface="楷体" panose="02010609060101010101" pitchFamily="49" charset="-122"/>
              </a:rPr>
              <a:t>和</a:t>
            </a:r>
            <a:r>
              <a:rPr lang="en-US" altLang="zh-CN" sz="2400">
                <a:latin typeface="Times New Roman" panose="02020603050405020304" pitchFamily="18" charset="0"/>
                <a:ea typeface="楷体" panose="02010609060101010101" pitchFamily="49" charset="-122"/>
              </a:rPr>
              <a:t>V</a:t>
            </a:r>
            <a:r>
              <a:rPr lang="zh-CN" altLang="en-US" sz="2400">
                <a:latin typeface="Times New Roman" panose="02020603050405020304" pitchFamily="18" charset="0"/>
                <a:ea typeface="楷体" panose="02010609060101010101" pitchFamily="49" charset="-122"/>
              </a:rPr>
              <a:t>上的两个模糊集，则</a:t>
            </a:r>
            <a:r>
              <a:rPr lang="en-US" altLang="zh-CN" sz="2400">
                <a:latin typeface="Times New Roman" panose="02020603050405020304" pitchFamily="18" charset="0"/>
                <a:ea typeface="楷体" panose="02010609060101010101" pitchFamily="49" charset="-122"/>
              </a:rPr>
              <a:t>R</a:t>
            </a:r>
            <a:r>
              <a:rPr lang="en-US" altLang="zh-CN" sz="2400" baseline="-25000">
                <a:latin typeface="Times New Roman" panose="02020603050405020304" pitchFamily="18" charset="0"/>
                <a:ea typeface="楷体" panose="02010609060101010101" pitchFamily="49" charset="-122"/>
              </a:rPr>
              <a:t>g</a:t>
            </a:r>
            <a:r>
              <a:rPr lang="zh-CN" altLang="en-US" sz="2400">
                <a:latin typeface="Times New Roman" panose="02020603050405020304" pitchFamily="18" charset="0"/>
                <a:ea typeface="楷体" panose="02010609060101010101" pitchFamily="49" charset="-122"/>
              </a:rPr>
              <a:t>定义为 </a:t>
            </a:r>
          </a:p>
        </p:txBody>
      </p:sp>
      <p:graphicFrame>
        <p:nvGraphicFramePr>
          <p:cNvPr id="154628" name="Object 3"/>
          <p:cNvGraphicFramePr>
            <a:graphicFrameLocks noChangeAspect="1"/>
          </p:cNvGraphicFramePr>
          <p:nvPr/>
        </p:nvGraphicFramePr>
        <p:xfrm>
          <a:off x="2125663" y="2395538"/>
          <a:ext cx="4514850" cy="771525"/>
        </p:xfrm>
        <a:graphic>
          <a:graphicData uri="http://schemas.openxmlformats.org/presentationml/2006/ole">
            <mc:AlternateContent xmlns:mc="http://schemas.openxmlformats.org/markup-compatibility/2006">
              <mc:Choice xmlns:v="urn:schemas-microsoft-com:vml" Requires="v">
                <p:oleObj spid="_x0000_s33810" name="Equation" r:id="rId3" imgW="1930400" imgH="381000" progId="Equation.3">
                  <p:embed/>
                </p:oleObj>
              </mc:Choice>
              <mc:Fallback>
                <p:oleObj name="Equation" r:id="rId3" imgW="1930400" imgH="3810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5663" y="2395538"/>
                        <a:ext cx="4514850" cy="77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4629" name="Text Box 4"/>
          <p:cNvSpPr txBox="1">
            <a:spLocks noChangeArrowheads="1"/>
          </p:cNvSpPr>
          <p:nvPr/>
        </p:nvSpPr>
        <p:spPr bwMode="auto">
          <a:xfrm>
            <a:off x="179388" y="3068638"/>
            <a:ext cx="990600"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latinLnBrk="0">
              <a:spcBef>
                <a:spcPct val="10000"/>
              </a:spcBef>
              <a:buFontTx/>
              <a:buNone/>
            </a:pPr>
            <a:r>
              <a:rPr lang="zh-CN" altLang="en-US" sz="2400" b="1">
                <a:latin typeface="Times New Roman" panose="02020603050405020304" pitchFamily="18" charset="0"/>
                <a:ea typeface="楷体" panose="02010609060101010101" pitchFamily="49" charset="-122"/>
              </a:rPr>
              <a:t>其中</a:t>
            </a:r>
            <a:r>
              <a:rPr lang="zh-CN" altLang="en-US" sz="2400">
                <a:latin typeface="Tahoma" panose="020B0604030504040204" pitchFamily="34" charset="0"/>
                <a:ea typeface="楷体" panose="02010609060101010101" pitchFamily="49" charset="-122"/>
              </a:rPr>
              <a:t> </a:t>
            </a:r>
          </a:p>
        </p:txBody>
      </p:sp>
      <p:sp>
        <p:nvSpPr>
          <p:cNvPr id="154630" name="Text Box 6"/>
          <p:cNvSpPr txBox="1">
            <a:spLocks noChangeArrowheads="1"/>
          </p:cNvSpPr>
          <p:nvPr/>
        </p:nvSpPr>
        <p:spPr bwMode="auto">
          <a:xfrm>
            <a:off x="344488" y="4416425"/>
            <a:ext cx="8077200" cy="879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latinLnBrk="0">
              <a:lnSpc>
                <a:spcPct val="105000"/>
              </a:lnSpc>
              <a:spcBef>
                <a:spcPct val="10000"/>
              </a:spcBef>
              <a:buFontTx/>
              <a:buNone/>
            </a:pPr>
            <a:r>
              <a:rPr lang="en-US" altLang="zh-CN" sz="2400">
                <a:latin typeface="Times New Roman" panose="02020603050405020304" pitchFamily="18" charset="0"/>
                <a:ea typeface="楷体" panose="02010609060101010101" pitchFamily="49" charset="-122"/>
              </a:rPr>
              <a:t>    </a:t>
            </a:r>
            <a:r>
              <a:rPr lang="zh-CN" altLang="en-US" sz="2400">
                <a:latin typeface="Times New Roman" panose="02020603050405020304" pitchFamily="18" charset="0"/>
                <a:ea typeface="楷体" panose="02010609060101010101" pitchFamily="49" charset="-122"/>
              </a:rPr>
              <a:t>例：对上例所给出的模糊集</a:t>
            </a:r>
          </a:p>
          <a:p>
            <a:pPr latinLnBrk="0">
              <a:lnSpc>
                <a:spcPct val="105000"/>
              </a:lnSpc>
              <a:spcBef>
                <a:spcPct val="10000"/>
              </a:spcBef>
              <a:buFontTx/>
              <a:buNone/>
            </a:pPr>
            <a:r>
              <a:rPr lang="zh-CN" altLang="en-US" sz="2400">
                <a:latin typeface="Times New Roman" panose="02020603050405020304" pitchFamily="18" charset="0"/>
                <a:ea typeface="楷体" panose="02010609060101010101" pitchFamily="49" charset="-122"/>
              </a:rPr>
              <a:t>   </a:t>
            </a:r>
            <a:r>
              <a:rPr lang="en-US" altLang="zh-CN" sz="2400">
                <a:latin typeface="Times New Roman" panose="02020603050405020304" pitchFamily="18" charset="0"/>
                <a:ea typeface="楷体" panose="02010609060101010101" pitchFamily="49" charset="-122"/>
              </a:rPr>
              <a:t>F=1/1+0.6/2+0.1/3,    G=0.1/1+0.6/2+1/3</a:t>
            </a:r>
          </a:p>
        </p:txBody>
      </p:sp>
      <p:graphicFrame>
        <p:nvGraphicFramePr>
          <p:cNvPr id="154631" name="Object 7"/>
          <p:cNvGraphicFramePr>
            <a:graphicFrameLocks noChangeAspect="1"/>
          </p:cNvGraphicFramePr>
          <p:nvPr/>
        </p:nvGraphicFramePr>
        <p:xfrm>
          <a:off x="6156325" y="4397375"/>
          <a:ext cx="2335213" cy="1539875"/>
        </p:xfrm>
        <a:graphic>
          <a:graphicData uri="http://schemas.openxmlformats.org/presentationml/2006/ole">
            <mc:AlternateContent xmlns:mc="http://schemas.openxmlformats.org/markup-compatibility/2006">
              <mc:Choice xmlns:v="urn:schemas-microsoft-com:vml" Requires="v">
                <p:oleObj spid="_x0000_s33811" name="Equation" r:id="rId5" imgW="1180588" imgH="710891" progId="Equation.3">
                  <p:embed/>
                </p:oleObj>
              </mc:Choice>
              <mc:Fallback>
                <p:oleObj name="Equation" r:id="rId5" imgW="1180588" imgH="710891"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56325" y="4397375"/>
                        <a:ext cx="2335213" cy="153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矩形 10"/>
          <p:cNvSpPr/>
          <p:nvPr/>
        </p:nvSpPr>
        <p:spPr>
          <a:xfrm>
            <a:off x="1162050" y="482600"/>
            <a:ext cx="6684963" cy="1076325"/>
          </a:xfrm>
          <a:prstGeom prst="rect">
            <a:avLst/>
          </a:prstGeom>
        </p:spPr>
        <p:txBody>
          <a:bodyPr wrap="none">
            <a:spAutoFit/>
          </a:bodyPr>
          <a:lstStyle/>
          <a:p>
            <a:pPr algn="ctr" eaLnBrk="1" latinLnBrk="1" hangingPunct="1">
              <a:defRPr/>
            </a:pPr>
            <a:r>
              <a:rPr kumimoji="1" lang="zh-CN" altLang="en-US" sz="3200" b="1" dirty="0">
                <a:latin typeface="微软雅黑" panose="020B0503020204020204" pitchFamily="34" charset="-122"/>
                <a:ea typeface="微软雅黑" panose="020B0503020204020204" pitchFamily="34" charset="-122"/>
                <a:cs typeface="+mj-cs"/>
              </a:rPr>
              <a:t>构建模糊关系的方法</a:t>
            </a:r>
            <a:r>
              <a:rPr kumimoji="1" lang="en-US" altLang="zh-CN" sz="3200" b="1" dirty="0">
                <a:latin typeface="微软雅黑" panose="020B0503020204020204" pitchFamily="34" charset="-122"/>
                <a:ea typeface="微软雅黑" panose="020B0503020204020204" pitchFamily="34" charset="-122"/>
                <a:cs typeface="+mj-cs"/>
              </a:rPr>
              <a:t>---</a:t>
            </a:r>
            <a:r>
              <a:rPr lang="zh-CN" altLang="en-US" sz="3200" b="1" dirty="0">
                <a:solidFill>
                  <a:srgbClr val="A50021"/>
                </a:solidFill>
                <a:latin typeface="Times New Roman" panose="02020603050405020304" pitchFamily="18" charset="0"/>
              </a:rPr>
              <a:t>模糊关系</a:t>
            </a:r>
            <a:r>
              <a:rPr lang="en-US" altLang="zh-CN" sz="3200" b="1" dirty="0" err="1">
                <a:solidFill>
                  <a:srgbClr val="A50021"/>
                </a:solidFill>
                <a:latin typeface="Times New Roman" panose="02020603050405020304" pitchFamily="18" charset="0"/>
              </a:rPr>
              <a:t>R</a:t>
            </a:r>
            <a:r>
              <a:rPr lang="en-US" altLang="zh-CN" sz="3200" b="1" baseline="-25000" dirty="0" err="1">
                <a:solidFill>
                  <a:srgbClr val="A50021"/>
                </a:solidFill>
                <a:latin typeface="Times New Roman" panose="02020603050405020304" pitchFamily="18" charset="0"/>
              </a:rPr>
              <a:t>g</a:t>
            </a:r>
            <a:endParaRPr lang="en-US" altLang="zh-CN" sz="3200" b="1" baseline="-25000" dirty="0">
              <a:solidFill>
                <a:srgbClr val="A50021"/>
              </a:solidFill>
              <a:latin typeface="Times New Roman" panose="02020603050405020304" pitchFamily="18" charset="0"/>
            </a:endParaRPr>
          </a:p>
          <a:p>
            <a:pPr algn="ctr" eaLnBrk="1" latinLnBrk="1" hangingPunct="1">
              <a:defRPr/>
            </a:pPr>
            <a:endParaRPr lang="zh-CN" altLang="en-US" sz="3200" b="1" dirty="0">
              <a:effectLst>
                <a:outerShdw blurRad="38100" dist="38100" dir="2700000" algn="tl">
                  <a:srgbClr val="C0C0C0"/>
                </a:outerShdw>
              </a:effectLst>
            </a:endParaRPr>
          </a:p>
        </p:txBody>
      </p:sp>
      <p:pic>
        <p:nvPicPr>
          <p:cNvPr id="154633" name="图片 2"/>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1462088" y="3209925"/>
            <a:ext cx="6550025"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34130850"/>
      </p:ext>
    </p:extLst>
  </p:cSld>
  <p:clrMapOvr>
    <a:masterClrMapping/>
  </p:clrMapOvr>
  <p:transition spd="slow"/>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灯片编号占位符 1"/>
          <p:cNvSpPr>
            <a:spLocks noGrp="1"/>
          </p:cNvSpPr>
          <p:nvPr>
            <p:ph type="sldNum" sz="quarter" idx="4294967295"/>
          </p:nvPr>
        </p:nvSpPr>
        <p:spPr>
          <a:xfrm>
            <a:off x="6553200" y="6245225"/>
            <a:ext cx="2133600" cy="476250"/>
          </a:xfrm>
          <a:prstGeom prst="rect">
            <a:avLst/>
          </a:prstGeom>
          <a:noFill/>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a:spcBef>
                <a:spcPct val="0"/>
              </a:spcBef>
              <a:buFontTx/>
              <a:buNone/>
            </a:pPr>
            <a:fld id="{078BA070-7AA2-41FC-AFF2-BFA6FB09239C}" type="slidenum">
              <a:rPr lang="zh-CN" altLang="en-US" sz="1400" smtClean="0">
                <a:latin typeface="Gulim" panose="02010600030101010101" charset="-122"/>
                <a:ea typeface="Gulim" panose="02010600030101010101" charset="-122"/>
              </a:rPr>
              <a:pPr>
                <a:spcBef>
                  <a:spcPct val="0"/>
                </a:spcBef>
                <a:buFontTx/>
                <a:buNone/>
              </a:pPr>
              <a:t>139</a:t>
            </a:fld>
            <a:endParaRPr lang="en-US" altLang="zh-CN" sz="1400" smtClean="0">
              <a:latin typeface="Gulim" panose="02010600030101010101" charset="-122"/>
              <a:ea typeface="Gulim" panose="02010600030101010101" charset="-122"/>
            </a:endParaRPr>
          </a:p>
        </p:txBody>
      </p:sp>
      <p:sp>
        <p:nvSpPr>
          <p:cNvPr id="155651" name="Text Box 2"/>
          <p:cNvSpPr txBox="1">
            <a:spLocks noChangeArrowheads="1"/>
          </p:cNvSpPr>
          <p:nvPr/>
        </p:nvSpPr>
        <p:spPr bwMode="auto">
          <a:xfrm>
            <a:off x="303213" y="1557338"/>
            <a:ext cx="8534400" cy="4154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eaLnBrk="1" hangingPunct="1">
              <a:lnSpc>
                <a:spcPct val="120000"/>
              </a:lnSpc>
            </a:pPr>
            <a:r>
              <a:rPr lang="zh-CN" altLang="en-US" sz="2400">
                <a:latin typeface="Times New Roman" panose="02020603050405020304" pitchFamily="18" charset="0"/>
                <a:ea typeface="楷体" panose="02010609060101010101" pitchFamily="49" charset="-122"/>
              </a:rPr>
              <a:t>普通关系的合成</a:t>
            </a:r>
          </a:p>
          <a:p>
            <a:pPr eaLnBrk="1" hangingPunct="1">
              <a:lnSpc>
                <a:spcPct val="120000"/>
              </a:lnSpc>
              <a:buFontTx/>
              <a:buNone/>
            </a:pPr>
            <a:r>
              <a:rPr lang="zh-CN" altLang="en-US" sz="2400">
                <a:latin typeface="Times New Roman" panose="02020603050405020304" pitchFamily="18" charset="0"/>
                <a:ea typeface="楷体" panose="02010609060101010101" pitchFamily="49" charset="-122"/>
              </a:rPr>
              <a:t>   </a:t>
            </a:r>
            <a:r>
              <a:rPr lang="en-US" altLang="zh-CN" sz="2400">
                <a:latin typeface="Times New Roman" panose="02020603050405020304" pitchFamily="18" charset="0"/>
                <a:ea typeface="楷体" panose="02010609060101010101" pitchFamily="49" charset="-122"/>
              </a:rPr>
              <a:t>U</a:t>
            </a:r>
            <a:r>
              <a:rPr lang="zh-CN" altLang="en-US" sz="2400">
                <a:latin typeface="Times New Roman" panose="02020603050405020304" pitchFamily="18" charset="0"/>
                <a:ea typeface="楷体" panose="02010609060101010101" pitchFamily="49" charset="-122"/>
              </a:rPr>
              <a:t>：人群， </a:t>
            </a:r>
            <a:r>
              <a:rPr lang="en-US" altLang="zh-CN" sz="2400">
                <a:latin typeface="Times New Roman" panose="02020603050405020304" pitchFamily="18" charset="0"/>
                <a:ea typeface="楷体" panose="02010609060101010101" pitchFamily="49" charset="-122"/>
              </a:rPr>
              <a:t>Q</a:t>
            </a:r>
            <a:r>
              <a:rPr lang="zh-CN" altLang="en-US" sz="2400">
                <a:latin typeface="Times New Roman" panose="02020603050405020304" pitchFamily="18" charset="0"/>
                <a:ea typeface="楷体" panose="02010609060101010101" pitchFamily="49" charset="-122"/>
              </a:rPr>
              <a:t>：兄弟， </a:t>
            </a:r>
            <a:r>
              <a:rPr lang="en-US" altLang="zh-CN" sz="2400">
                <a:latin typeface="Times New Roman" panose="02020603050405020304" pitchFamily="18" charset="0"/>
                <a:ea typeface="楷体" panose="02010609060101010101" pitchFamily="49" charset="-122"/>
              </a:rPr>
              <a:t>R</a:t>
            </a:r>
            <a:r>
              <a:rPr lang="zh-CN" altLang="en-US" sz="2400">
                <a:latin typeface="Times New Roman" panose="02020603050405020304" pitchFamily="18" charset="0"/>
                <a:ea typeface="楷体" panose="02010609060101010101" pitchFamily="49" charset="-122"/>
              </a:rPr>
              <a:t>：父子， </a:t>
            </a:r>
            <a:r>
              <a:rPr lang="en-US" altLang="zh-CN" sz="2400">
                <a:latin typeface="Times New Roman" panose="02020603050405020304" pitchFamily="18" charset="0"/>
                <a:ea typeface="楷体" panose="02010609060101010101" pitchFamily="49" charset="-122"/>
              </a:rPr>
              <a:t>S</a:t>
            </a:r>
            <a:r>
              <a:rPr lang="zh-CN" altLang="en-US" sz="2400">
                <a:latin typeface="Times New Roman" panose="02020603050405020304" pitchFamily="18" charset="0"/>
                <a:ea typeface="楷体" panose="02010609060101010101" pitchFamily="49" charset="-122"/>
              </a:rPr>
              <a:t>：叔侄</a:t>
            </a:r>
          </a:p>
          <a:p>
            <a:pPr eaLnBrk="1" hangingPunct="1">
              <a:lnSpc>
                <a:spcPct val="120000"/>
              </a:lnSpc>
              <a:buFontTx/>
              <a:buNone/>
            </a:pPr>
            <a:r>
              <a:rPr lang="zh-CN" altLang="en-US" sz="2400">
                <a:latin typeface="Times New Roman" panose="02020603050405020304" pitchFamily="18" charset="0"/>
                <a:ea typeface="楷体" panose="02010609060101010101" pitchFamily="49" charset="-122"/>
              </a:rPr>
              <a:t>   三个关系中有这样的联系：</a:t>
            </a:r>
          </a:p>
          <a:p>
            <a:pPr eaLnBrk="1" hangingPunct="1">
              <a:lnSpc>
                <a:spcPct val="120000"/>
              </a:lnSpc>
              <a:buFontTx/>
              <a:buNone/>
            </a:pPr>
            <a:r>
              <a:rPr lang="zh-CN" altLang="en-US" sz="2400">
                <a:latin typeface="Times New Roman" panose="02020603050405020304" pitchFamily="18" charset="0"/>
                <a:ea typeface="楷体" panose="02010609060101010101" pitchFamily="49" charset="-122"/>
              </a:rPr>
              <a:t>   </a:t>
            </a:r>
            <a:r>
              <a:rPr lang="en-US" altLang="zh-CN" sz="2400">
                <a:latin typeface="Times New Roman" panose="02020603050405020304" pitchFamily="18" charset="0"/>
                <a:ea typeface="楷体" panose="02010609060101010101" pitchFamily="49" charset="-122"/>
              </a:rPr>
              <a:t>x</a:t>
            </a:r>
            <a:r>
              <a:rPr lang="zh-CN" altLang="en-US" sz="2400">
                <a:latin typeface="Times New Roman" panose="02020603050405020304" pitchFamily="18" charset="0"/>
                <a:ea typeface="楷体" panose="02010609060101010101" pitchFamily="49" charset="-122"/>
              </a:rPr>
              <a:t>是</a:t>
            </a:r>
            <a:r>
              <a:rPr lang="en-US" altLang="zh-CN" sz="2400">
                <a:latin typeface="Times New Roman" panose="02020603050405020304" pitchFamily="18" charset="0"/>
                <a:ea typeface="楷体" panose="02010609060101010101" pitchFamily="49" charset="-122"/>
              </a:rPr>
              <a:t>z</a:t>
            </a:r>
            <a:r>
              <a:rPr lang="zh-CN" altLang="en-US" sz="2400">
                <a:latin typeface="Times New Roman" panose="02020603050405020304" pitchFamily="18" charset="0"/>
                <a:ea typeface="楷体" panose="02010609060101010101" pitchFamily="49" charset="-122"/>
              </a:rPr>
              <a:t>的叔叔                     至少有一个 </a:t>
            </a:r>
            <a:r>
              <a:rPr lang="en-US" altLang="zh-CN" sz="2400">
                <a:latin typeface="Times New Roman" panose="02020603050405020304" pitchFamily="18" charset="0"/>
                <a:ea typeface="楷体" panose="02010609060101010101" pitchFamily="49" charset="-122"/>
              </a:rPr>
              <a:t>y</a:t>
            </a:r>
            <a:r>
              <a:rPr lang="zh-CN" altLang="en-US" sz="2400">
                <a:latin typeface="Times New Roman" panose="02020603050405020304" pitchFamily="18" charset="0"/>
                <a:ea typeface="楷体" panose="02010609060101010101" pitchFamily="49" charset="-122"/>
              </a:rPr>
              <a:t>，使</a:t>
            </a:r>
            <a:r>
              <a:rPr lang="en-US" altLang="zh-CN" sz="2400">
                <a:latin typeface="Times New Roman" panose="02020603050405020304" pitchFamily="18" charset="0"/>
                <a:ea typeface="楷体" panose="02010609060101010101" pitchFamily="49" charset="-122"/>
              </a:rPr>
              <a:t>y</a:t>
            </a:r>
            <a:r>
              <a:rPr lang="zh-CN" altLang="en-US" sz="2400">
                <a:latin typeface="Times New Roman" panose="02020603050405020304" pitchFamily="18" charset="0"/>
                <a:ea typeface="楷体" panose="02010609060101010101" pitchFamily="49" charset="-122"/>
              </a:rPr>
              <a:t>是</a:t>
            </a:r>
            <a:r>
              <a:rPr lang="en-US" altLang="zh-CN" sz="2400">
                <a:latin typeface="Times New Roman" panose="02020603050405020304" pitchFamily="18" charset="0"/>
                <a:ea typeface="楷体" panose="02010609060101010101" pitchFamily="49" charset="-122"/>
              </a:rPr>
              <a:t>x</a:t>
            </a:r>
            <a:r>
              <a:rPr lang="zh-CN" altLang="en-US" sz="2400">
                <a:latin typeface="Times New Roman" panose="02020603050405020304" pitchFamily="18" charset="0"/>
                <a:ea typeface="楷体" panose="02010609060101010101" pitchFamily="49" charset="-122"/>
              </a:rPr>
              <a:t>的哥哥</a:t>
            </a:r>
            <a:endParaRPr lang="en-US" altLang="zh-CN" sz="2400">
              <a:latin typeface="Times New Roman" panose="02020603050405020304" pitchFamily="18" charset="0"/>
              <a:ea typeface="楷体" panose="02010609060101010101" pitchFamily="49" charset="-122"/>
            </a:endParaRPr>
          </a:p>
          <a:p>
            <a:pPr eaLnBrk="1" hangingPunct="1">
              <a:lnSpc>
                <a:spcPct val="120000"/>
              </a:lnSpc>
              <a:buFontTx/>
              <a:buNone/>
            </a:pPr>
            <a:r>
              <a:rPr lang="zh-CN" altLang="en-US" sz="2400">
                <a:latin typeface="Times New Roman" panose="02020603050405020304" pitchFamily="18" charset="0"/>
                <a:ea typeface="楷体" panose="02010609060101010101" pitchFamily="49" charset="-122"/>
              </a:rPr>
              <a:t>   而且</a:t>
            </a:r>
            <a:r>
              <a:rPr lang="en-US" altLang="zh-CN" sz="2400">
                <a:latin typeface="Times New Roman" panose="02020603050405020304" pitchFamily="18" charset="0"/>
                <a:ea typeface="楷体" panose="02010609060101010101" pitchFamily="49" charset="-122"/>
              </a:rPr>
              <a:t>y</a:t>
            </a:r>
            <a:r>
              <a:rPr lang="zh-CN" altLang="en-US" sz="2400">
                <a:latin typeface="Times New Roman" panose="02020603050405020304" pitchFamily="18" charset="0"/>
                <a:ea typeface="楷体" panose="02010609060101010101" pitchFamily="49" charset="-122"/>
              </a:rPr>
              <a:t>是</a:t>
            </a:r>
            <a:r>
              <a:rPr lang="en-US" altLang="zh-CN" sz="2400">
                <a:latin typeface="Times New Roman" panose="02020603050405020304" pitchFamily="18" charset="0"/>
                <a:ea typeface="楷体" panose="02010609060101010101" pitchFamily="49" charset="-122"/>
              </a:rPr>
              <a:t>z</a:t>
            </a:r>
            <a:r>
              <a:rPr lang="zh-CN" altLang="en-US" sz="2400">
                <a:latin typeface="Times New Roman" panose="02020603050405020304" pitchFamily="18" charset="0"/>
                <a:ea typeface="楷体" panose="02010609060101010101" pitchFamily="49" charset="-122"/>
              </a:rPr>
              <a:t>的父亲</a:t>
            </a:r>
          </a:p>
          <a:p>
            <a:pPr eaLnBrk="1" hangingPunct="1">
              <a:lnSpc>
                <a:spcPct val="120000"/>
              </a:lnSpc>
              <a:buFontTx/>
              <a:buNone/>
            </a:pPr>
            <a:r>
              <a:rPr lang="zh-CN" altLang="en-US" sz="2400">
                <a:latin typeface="Times New Roman" panose="02020603050405020304" pitchFamily="18" charset="0"/>
                <a:ea typeface="楷体" panose="02010609060101010101" pitchFamily="49" charset="-122"/>
              </a:rPr>
              <a:t>   我们称叔侄关系是弟兄关系对父子关系的合成。记：</a:t>
            </a:r>
          </a:p>
          <a:p>
            <a:pPr eaLnBrk="1" hangingPunct="1">
              <a:lnSpc>
                <a:spcPct val="120000"/>
              </a:lnSpc>
              <a:buFontTx/>
              <a:buNone/>
            </a:pPr>
            <a:r>
              <a:rPr lang="zh-CN" altLang="en-US" sz="2400">
                <a:latin typeface="Times New Roman" panose="02020603050405020304" pitchFamily="18" charset="0"/>
                <a:ea typeface="楷体" panose="02010609060101010101" pitchFamily="49" charset="-122"/>
              </a:rPr>
              <a:t>           </a:t>
            </a:r>
            <a:r>
              <a:rPr lang="zh-CN" altLang="en-US" sz="2400">
                <a:solidFill>
                  <a:srgbClr val="C00000"/>
                </a:solidFill>
                <a:latin typeface="Times New Roman" panose="02020603050405020304" pitchFamily="18" charset="0"/>
                <a:ea typeface="楷体" panose="02010609060101010101" pitchFamily="49" charset="-122"/>
              </a:rPr>
              <a:t>叔侄</a:t>
            </a:r>
            <a:r>
              <a:rPr lang="en-US" altLang="zh-CN" sz="2400">
                <a:solidFill>
                  <a:srgbClr val="C00000"/>
                </a:solidFill>
                <a:latin typeface="Times New Roman" panose="02020603050405020304" pitchFamily="18" charset="0"/>
                <a:ea typeface="楷体" panose="02010609060101010101" pitchFamily="49" charset="-122"/>
              </a:rPr>
              <a:t>=</a:t>
            </a:r>
            <a:r>
              <a:rPr lang="zh-CN" altLang="en-US" sz="2400">
                <a:solidFill>
                  <a:srgbClr val="C00000"/>
                </a:solidFill>
                <a:latin typeface="Times New Roman" panose="02020603050405020304" pitchFamily="18" charset="0"/>
                <a:ea typeface="楷体" panose="02010609060101010101" pitchFamily="49" charset="-122"/>
              </a:rPr>
              <a:t>弟兄</a:t>
            </a:r>
            <a:r>
              <a:rPr lang="en-US" altLang="zh-CN" sz="2400">
                <a:solidFill>
                  <a:srgbClr val="C00000"/>
                </a:solidFill>
                <a:latin typeface="Times New Roman" panose="02020603050405020304" pitchFamily="18" charset="0"/>
                <a:ea typeface="楷体" panose="02010609060101010101" pitchFamily="49" charset="-122"/>
              </a:rPr>
              <a:t>°</a:t>
            </a:r>
            <a:r>
              <a:rPr lang="zh-CN" altLang="en-US" sz="2400">
                <a:solidFill>
                  <a:srgbClr val="C00000"/>
                </a:solidFill>
                <a:latin typeface="Times New Roman" panose="02020603050405020304" pitchFamily="18" charset="0"/>
                <a:ea typeface="楷体" panose="02010609060101010101" pitchFamily="49" charset="-122"/>
              </a:rPr>
              <a:t>父子  </a:t>
            </a:r>
            <a:endParaRPr lang="en-US" altLang="zh-CN" sz="2400">
              <a:solidFill>
                <a:srgbClr val="C00000"/>
              </a:solidFill>
              <a:latin typeface="Times New Roman" panose="02020603050405020304" pitchFamily="18" charset="0"/>
              <a:ea typeface="楷体" panose="02010609060101010101" pitchFamily="49" charset="-122"/>
            </a:endParaRPr>
          </a:p>
          <a:p>
            <a:pPr eaLnBrk="1" hangingPunct="1">
              <a:lnSpc>
                <a:spcPct val="120000"/>
              </a:lnSpc>
              <a:buFontTx/>
              <a:buNone/>
            </a:pPr>
            <a:r>
              <a:rPr lang="zh-CN" altLang="en-US" sz="2400">
                <a:solidFill>
                  <a:srgbClr val="C00000"/>
                </a:solidFill>
                <a:latin typeface="Times New Roman" panose="02020603050405020304" pitchFamily="18" charset="0"/>
                <a:ea typeface="楷体" panose="02010609060101010101" pitchFamily="49" charset="-122"/>
              </a:rPr>
              <a:t>           或者：</a:t>
            </a:r>
            <a:r>
              <a:rPr lang="en-US" altLang="zh-CN" sz="2400">
                <a:solidFill>
                  <a:srgbClr val="C00000"/>
                </a:solidFill>
                <a:latin typeface="Times New Roman" panose="02020603050405020304" pitchFamily="18" charset="0"/>
                <a:ea typeface="楷体" panose="02010609060101010101" pitchFamily="49" charset="-122"/>
              </a:rPr>
              <a:t>S = Q °R</a:t>
            </a:r>
            <a:endParaRPr lang="zh-CN" altLang="en-US" sz="2400">
              <a:solidFill>
                <a:srgbClr val="C00000"/>
              </a:solidFill>
              <a:latin typeface="Times New Roman" panose="02020603050405020304" pitchFamily="18" charset="0"/>
              <a:ea typeface="楷体" panose="02010609060101010101" pitchFamily="49" charset="-122"/>
            </a:endParaRPr>
          </a:p>
        </p:txBody>
      </p:sp>
      <p:sp>
        <p:nvSpPr>
          <p:cNvPr id="739333" name="Rectangle 5"/>
          <p:cNvSpPr>
            <a:spLocks noChangeArrowheads="1"/>
          </p:cNvSpPr>
          <p:nvPr/>
        </p:nvSpPr>
        <p:spPr bwMode="auto">
          <a:xfrm>
            <a:off x="684213" y="549275"/>
            <a:ext cx="7772400" cy="731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kumimoji="1" sz="4000">
                <a:solidFill>
                  <a:srgbClr val="0033CC"/>
                </a:solidFill>
                <a:latin typeface="宋体" panose="02010600030101010101" pitchFamily="2" charset="-122"/>
                <a:ea typeface="宋体" panose="02010600030101010101" pitchFamily="2" charset="-122"/>
              </a:defRPr>
            </a:lvl1pPr>
            <a:lvl2pPr>
              <a:defRPr kumimoji="1" sz="4000">
                <a:solidFill>
                  <a:srgbClr val="0033CC"/>
                </a:solidFill>
                <a:latin typeface="宋体" panose="02010600030101010101" pitchFamily="2" charset="-122"/>
                <a:ea typeface="宋体" panose="02010600030101010101" pitchFamily="2" charset="-122"/>
              </a:defRPr>
            </a:lvl2pPr>
            <a:lvl3pPr>
              <a:defRPr kumimoji="1" sz="4000">
                <a:solidFill>
                  <a:srgbClr val="0033CC"/>
                </a:solidFill>
                <a:latin typeface="宋体" panose="02010600030101010101" pitchFamily="2" charset="-122"/>
                <a:ea typeface="宋体" panose="02010600030101010101" pitchFamily="2" charset="-122"/>
              </a:defRPr>
            </a:lvl3pPr>
            <a:lvl4pPr>
              <a:defRPr kumimoji="1" sz="4000">
                <a:solidFill>
                  <a:srgbClr val="0033CC"/>
                </a:solidFill>
                <a:latin typeface="宋体" panose="02010600030101010101" pitchFamily="2" charset="-122"/>
                <a:ea typeface="宋体" panose="02010600030101010101" pitchFamily="2" charset="-122"/>
              </a:defRPr>
            </a:lvl4pPr>
            <a:lvl5pPr>
              <a:defRPr kumimoji="1" sz="4000">
                <a:solidFill>
                  <a:srgbClr val="0033CC"/>
                </a:solidFill>
                <a:latin typeface="宋体" panose="02010600030101010101" pitchFamily="2" charset="-122"/>
                <a:ea typeface="宋体" panose="02010600030101010101" pitchFamily="2" charset="-122"/>
              </a:defRPr>
            </a:lvl5pPr>
            <a:lvl6pPr marL="45720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6pPr>
            <a:lvl7pPr marL="91440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7pPr>
            <a:lvl8pPr marL="137160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8pPr>
            <a:lvl9pPr marL="182880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9pPr>
          </a:lstStyle>
          <a:p>
            <a:pPr algn="ctr" eaLnBrk="1" latinLnBrk="1" hangingPunct="1">
              <a:defRPr/>
            </a:pPr>
            <a:r>
              <a:rPr lang="zh-CN" altLang="en-US" sz="3200" b="1" dirty="0">
                <a:solidFill>
                  <a:schemeClr val="tx1"/>
                </a:solidFill>
                <a:latin typeface="微软雅黑" panose="020B0503020204020204" pitchFamily="34" charset="-122"/>
                <a:ea typeface="微软雅黑" panose="020B0503020204020204" pitchFamily="34" charset="-122"/>
                <a:cs typeface="+mj-cs"/>
              </a:rPr>
              <a:t>模糊关系的合成</a:t>
            </a:r>
            <a:endParaRPr lang="en-US" altLang="zh-CN" sz="3200" b="1" dirty="0">
              <a:solidFill>
                <a:schemeClr val="tx1"/>
              </a:solidFill>
              <a:latin typeface="微软雅黑" panose="020B0503020204020204" pitchFamily="34" charset="-122"/>
              <a:ea typeface="微软雅黑" panose="020B0503020204020204" pitchFamily="34" charset="-122"/>
              <a:cs typeface="+mj-cs"/>
            </a:endParaRPr>
          </a:p>
        </p:txBody>
      </p:sp>
      <p:graphicFrame>
        <p:nvGraphicFramePr>
          <p:cNvPr id="155654" name="Object 5"/>
          <p:cNvGraphicFramePr>
            <a:graphicFrameLocks noChangeAspect="1"/>
          </p:cNvGraphicFramePr>
          <p:nvPr/>
        </p:nvGraphicFramePr>
        <p:xfrm>
          <a:off x="2195513" y="3213100"/>
          <a:ext cx="1512887" cy="382588"/>
        </p:xfrm>
        <a:graphic>
          <a:graphicData uri="http://schemas.openxmlformats.org/presentationml/2006/ole">
            <mc:AlternateContent xmlns:mc="http://schemas.openxmlformats.org/markup-compatibility/2006">
              <mc:Choice xmlns:v="urn:schemas-microsoft-com:vml" Requires="v">
                <p:oleObj spid="_x0000_s34842" r:id="rId3" imgW="787400" imgH="203200" progId="">
                  <p:embed/>
                </p:oleObj>
              </mc:Choice>
              <mc:Fallback>
                <p:oleObj r:id="rId3" imgW="787400" imgH="203200"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5513" y="3213100"/>
                        <a:ext cx="1512887" cy="382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5655" name="Object 7"/>
          <p:cNvGraphicFramePr>
            <a:graphicFrameLocks noChangeAspect="1"/>
          </p:cNvGraphicFramePr>
          <p:nvPr/>
        </p:nvGraphicFramePr>
        <p:xfrm>
          <a:off x="7669213" y="3141663"/>
          <a:ext cx="1168400" cy="381000"/>
        </p:xfrm>
        <a:graphic>
          <a:graphicData uri="http://schemas.openxmlformats.org/presentationml/2006/ole">
            <mc:AlternateContent xmlns:mc="http://schemas.openxmlformats.org/markup-compatibility/2006">
              <mc:Choice xmlns:v="urn:schemas-microsoft-com:vml" Requires="v">
                <p:oleObj spid="_x0000_s34843" r:id="rId5" imgW="622570" imgH="203288" progId="">
                  <p:embed/>
                </p:oleObj>
              </mc:Choice>
              <mc:Fallback>
                <p:oleObj r:id="rId5" imgW="622570" imgH="203288" progId="">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69213" y="3141663"/>
                        <a:ext cx="1168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5656" name="Object 9"/>
          <p:cNvGraphicFramePr>
            <a:graphicFrameLocks noChangeAspect="1"/>
          </p:cNvGraphicFramePr>
          <p:nvPr/>
        </p:nvGraphicFramePr>
        <p:xfrm>
          <a:off x="2843213" y="3684588"/>
          <a:ext cx="1152525" cy="373062"/>
        </p:xfrm>
        <a:graphic>
          <a:graphicData uri="http://schemas.openxmlformats.org/presentationml/2006/ole">
            <mc:AlternateContent xmlns:mc="http://schemas.openxmlformats.org/markup-compatibility/2006">
              <mc:Choice xmlns:v="urn:schemas-microsoft-com:vml" Requires="v">
                <p:oleObj spid="_x0000_s34844" r:id="rId7" imgW="622570" imgH="203288" progId="">
                  <p:embed/>
                </p:oleObj>
              </mc:Choice>
              <mc:Fallback>
                <p:oleObj r:id="rId7" imgW="622570" imgH="203288" progId="">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43213" y="3684588"/>
                        <a:ext cx="1152525" cy="373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63334619"/>
      </p:ext>
    </p:extLst>
  </p:cSld>
  <p:clrMapOvr>
    <a:masterClrMapping/>
  </p:clrMapOvr>
  <p:transition/>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灯片编号占位符 1"/>
          <p:cNvSpPr>
            <a:spLocks noGrp="1"/>
          </p:cNvSpPr>
          <p:nvPr>
            <p:ph type="sldNum" sz="quarter" idx="4294967295"/>
          </p:nvPr>
        </p:nvSpPr>
        <p:spPr>
          <a:xfrm>
            <a:off x="6553200" y="6245225"/>
            <a:ext cx="2133600" cy="476250"/>
          </a:xfrm>
          <a:prstGeom prst="rect">
            <a:avLst/>
          </a:prstGeom>
          <a:noFill/>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a:spcBef>
                <a:spcPct val="0"/>
              </a:spcBef>
              <a:buFontTx/>
              <a:buNone/>
            </a:pPr>
            <a:fld id="{89A9CA59-BFEC-4B3E-95AF-16E3E655E63A}" type="slidenum">
              <a:rPr lang="zh-CN" altLang="en-US" sz="1400" smtClean="0">
                <a:latin typeface="Gulim" panose="02010600030101010101" charset="-122"/>
                <a:ea typeface="Gulim" panose="02010600030101010101" charset="-122"/>
              </a:rPr>
              <a:pPr>
                <a:spcBef>
                  <a:spcPct val="0"/>
                </a:spcBef>
                <a:buFontTx/>
                <a:buNone/>
              </a:pPr>
              <a:t>140</a:t>
            </a:fld>
            <a:endParaRPr lang="en-US" altLang="zh-CN" sz="1400" smtClean="0">
              <a:latin typeface="Gulim" panose="02010600030101010101" charset="-122"/>
              <a:ea typeface="Gulim" panose="02010600030101010101" charset="-122"/>
            </a:endParaRPr>
          </a:p>
        </p:txBody>
      </p:sp>
      <p:sp>
        <p:nvSpPr>
          <p:cNvPr id="156675" name="Text Box 2"/>
          <p:cNvSpPr txBox="1">
            <a:spLocks noChangeArrowheads="1"/>
          </p:cNvSpPr>
          <p:nvPr/>
        </p:nvSpPr>
        <p:spPr bwMode="auto">
          <a:xfrm>
            <a:off x="303213" y="1628775"/>
            <a:ext cx="8534400" cy="3297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algn="just" eaLnBrk="1" latinLnBrk="0" hangingPunct="1">
              <a:lnSpc>
                <a:spcPct val="120000"/>
              </a:lnSpc>
              <a:buFontTx/>
              <a:buNone/>
            </a:pPr>
            <a:r>
              <a:rPr lang="zh-CN" altLang="en-US" sz="2800">
                <a:latin typeface="Times New Roman" panose="02020603050405020304" pitchFamily="18" charset="0"/>
                <a:ea typeface="楷体" panose="02010609060101010101" pitchFamily="49" charset="-122"/>
              </a:rPr>
              <a:t>     定义： 设</a:t>
            </a:r>
            <a:r>
              <a:rPr lang="en-US" altLang="zh-CN" sz="2800">
                <a:latin typeface="Times New Roman" panose="02020603050405020304" pitchFamily="18" charset="0"/>
                <a:ea typeface="楷体" panose="02010609060101010101" pitchFamily="49" charset="-122"/>
              </a:rPr>
              <a:t>R</a:t>
            </a:r>
            <a:r>
              <a:rPr lang="en-US" altLang="zh-CN" sz="2800" baseline="-25000">
                <a:latin typeface="Times New Roman" panose="02020603050405020304" pitchFamily="18" charset="0"/>
                <a:ea typeface="楷体" panose="02010609060101010101" pitchFamily="49" charset="-122"/>
              </a:rPr>
              <a:t>1</a:t>
            </a:r>
            <a:r>
              <a:rPr lang="zh-CN" altLang="en-US" sz="2800">
                <a:latin typeface="Times New Roman" panose="02020603050405020304" pitchFamily="18" charset="0"/>
                <a:ea typeface="楷体" panose="02010609060101010101" pitchFamily="49" charset="-122"/>
              </a:rPr>
              <a:t>与</a:t>
            </a:r>
            <a:r>
              <a:rPr lang="en-US" altLang="zh-CN" sz="2800">
                <a:latin typeface="Times New Roman" panose="02020603050405020304" pitchFamily="18" charset="0"/>
                <a:ea typeface="楷体" panose="02010609060101010101" pitchFamily="49" charset="-122"/>
              </a:rPr>
              <a:t>R</a:t>
            </a:r>
            <a:r>
              <a:rPr lang="en-US" altLang="zh-CN" sz="2800" baseline="-25000">
                <a:latin typeface="Times New Roman" panose="02020603050405020304" pitchFamily="18" charset="0"/>
                <a:ea typeface="楷体" panose="02010609060101010101" pitchFamily="49" charset="-122"/>
              </a:rPr>
              <a:t>2</a:t>
            </a:r>
            <a:r>
              <a:rPr lang="zh-CN" altLang="en-US" sz="2800">
                <a:latin typeface="Times New Roman" panose="02020603050405020304" pitchFamily="18" charset="0"/>
                <a:ea typeface="楷体" panose="02010609060101010101" pitchFamily="49" charset="-122"/>
              </a:rPr>
              <a:t>分别是</a:t>
            </a:r>
            <a:r>
              <a:rPr lang="en-US" altLang="zh-CN" sz="2800">
                <a:latin typeface="Times New Roman" panose="02020603050405020304" pitchFamily="18" charset="0"/>
                <a:ea typeface="楷体" panose="02010609060101010101" pitchFamily="49" charset="-122"/>
              </a:rPr>
              <a:t>U×V</a:t>
            </a:r>
            <a:r>
              <a:rPr lang="zh-CN" altLang="en-US" sz="2800">
                <a:latin typeface="Times New Roman" panose="02020603050405020304" pitchFamily="18" charset="0"/>
                <a:ea typeface="楷体" panose="02010609060101010101" pitchFamily="49" charset="-122"/>
              </a:rPr>
              <a:t>与</a:t>
            </a:r>
            <a:r>
              <a:rPr lang="en-US" altLang="zh-CN" sz="2800">
                <a:latin typeface="Times New Roman" panose="02020603050405020304" pitchFamily="18" charset="0"/>
                <a:ea typeface="楷体" panose="02010609060101010101" pitchFamily="49" charset="-122"/>
              </a:rPr>
              <a:t>V×W</a:t>
            </a:r>
            <a:r>
              <a:rPr lang="zh-CN" altLang="en-US" sz="2800">
                <a:latin typeface="Times New Roman" panose="02020603050405020304" pitchFamily="18" charset="0"/>
                <a:ea typeface="楷体" panose="02010609060101010101" pitchFamily="49" charset="-122"/>
              </a:rPr>
              <a:t>上的两个模糊关系，则</a:t>
            </a:r>
            <a:r>
              <a:rPr lang="en-US" altLang="zh-CN" sz="2800">
                <a:latin typeface="Times New Roman" panose="02020603050405020304" pitchFamily="18" charset="0"/>
                <a:ea typeface="楷体" panose="02010609060101010101" pitchFamily="49" charset="-122"/>
              </a:rPr>
              <a:t>R</a:t>
            </a:r>
            <a:r>
              <a:rPr lang="en-US" altLang="zh-CN" sz="2800" baseline="-25000">
                <a:latin typeface="Times New Roman" panose="02020603050405020304" pitchFamily="18" charset="0"/>
                <a:ea typeface="楷体" panose="02010609060101010101" pitchFamily="49" charset="-122"/>
              </a:rPr>
              <a:t>1</a:t>
            </a:r>
            <a:r>
              <a:rPr lang="zh-CN" altLang="en-US" sz="2800">
                <a:latin typeface="Times New Roman" panose="02020603050405020304" pitchFamily="18" charset="0"/>
                <a:ea typeface="楷体" panose="02010609060101010101" pitchFamily="49" charset="-122"/>
              </a:rPr>
              <a:t>与</a:t>
            </a:r>
            <a:r>
              <a:rPr lang="en-US" altLang="zh-CN" sz="2800">
                <a:latin typeface="Times New Roman" panose="02020603050405020304" pitchFamily="18" charset="0"/>
                <a:ea typeface="楷体" panose="02010609060101010101" pitchFamily="49" charset="-122"/>
              </a:rPr>
              <a:t>R</a:t>
            </a:r>
            <a:r>
              <a:rPr lang="en-US" altLang="zh-CN" sz="2800" baseline="-25000">
                <a:latin typeface="Times New Roman" panose="02020603050405020304" pitchFamily="18" charset="0"/>
                <a:ea typeface="楷体" panose="02010609060101010101" pitchFamily="49" charset="-122"/>
              </a:rPr>
              <a:t>2</a:t>
            </a:r>
            <a:r>
              <a:rPr lang="zh-CN" altLang="en-US" sz="2800">
                <a:latin typeface="Times New Roman" panose="02020603050405020304" pitchFamily="18" charset="0"/>
                <a:ea typeface="楷体" panose="02010609060101010101" pitchFamily="49" charset="-122"/>
              </a:rPr>
              <a:t>的合成是从</a:t>
            </a:r>
            <a:r>
              <a:rPr lang="en-US" altLang="zh-CN" sz="2800">
                <a:latin typeface="Times New Roman" panose="02020603050405020304" pitchFamily="18" charset="0"/>
                <a:ea typeface="楷体" panose="02010609060101010101" pitchFamily="49" charset="-122"/>
              </a:rPr>
              <a:t>U</a:t>
            </a:r>
            <a:r>
              <a:rPr lang="zh-CN" altLang="en-US" sz="2800">
                <a:latin typeface="Times New Roman" panose="02020603050405020304" pitchFamily="18" charset="0"/>
                <a:ea typeface="楷体" panose="02010609060101010101" pitchFamily="49" charset="-122"/>
              </a:rPr>
              <a:t>到</a:t>
            </a:r>
            <a:r>
              <a:rPr lang="en-US" altLang="zh-CN" sz="2800">
                <a:latin typeface="Times New Roman" panose="02020603050405020304" pitchFamily="18" charset="0"/>
                <a:ea typeface="楷体" panose="02010609060101010101" pitchFamily="49" charset="-122"/>
              </a:rPr>
              <a:t>W</a:t>
            </a:r>
            <a:r>
              <a:rPr lang="zh-CN" altLang="en-US" sz="2800">
                <a:latin typeface="Times New Roman" panose="02020603050405020304" pitchFamily="18" charset="0"/>
                <a:ea typeface="楷体" panose="02010609060101010101" pitchFamily="49" charset="-122"/>
              </a:rPr>
              <a:t>的一个模糊关系，记为   </a:t>
            </a:r>
            <a:r>
              <a:rPr lang="en-US" altLang="zh-CN" sz="2800">
                <a:latin typeface="Times New Roman" panose="02020603050405020304" pitchFamily="18" charset="0"/>
                <a:ea typeface="楷体" panose="02010609060101010101" pitchFamily="49" charset="-122"/>
              </a:rPr>
              <a:t>R</a:t>
            </a:r>
            <a:r>
              <a:rPr lang="en-US" altLang="zh-CN" sz="2800" baseline="-25000">
                <a:latin typeface="Times New Roman" panose="02020603050405020304" pitchFamily="18" charset="0"/>
                <a:ea typeface="楷体" panose="02010609060101010101" pitchFamily="49" charset="-122"/>
              </a:rPr>
              <a:t>1</a:t>
            </a:r>
            <a:r>
              <a:rPr lang="en-US" altLang="zh-CN" sz="2800">
                <a:latin typeface="Times New Roman" panose="02020603050405020304" pitchFamily="18" charset="0"/>
                <a:ea typeface="楷体" panose="02010609060101010101" pitchFamily="49" charset="-122"/>
              </a:rPr>
              <a:t>οR</a:t>
            </a:r>
            <a:r>
              <a:rPr lang="en-US" altLang="zh-CN" sz="2800" baseline="-25000">
                <a:latin typeface="Times New Roman" panose="02020603050405020304" pitchFamily="18" charset="0"/>
                <a:ea typeface="楷体" panose="02010609060101010101" pitchFamily="49" charset="-122"/>
              </a:rPr>
              <a:t>2</a:t>
            </a:r>
            <a:r>
              <a:rPr lang="en-US" altLang="zh-CN" sz="2800">
                <a:latin typeface="Times New Roman" panose="02020603050405020304" pitchFamily="18" charset="0"/>
                <a:ea typeface="楷体" panose="02010609060101010101" pitchFamily="49" charset="-122"/>
              </a:rPr>
              <a:t> </a:t>
            </a:r>
            <a:r>
              <a:rPr lang="zh-CN" altLang="en-US" sz="2800">
                <a:latin typeface="Times New Roman" panose="02020603050405020304" pitchFamily="18" charset="0"/>
                <a:ea typeface="楷体" panose="02010609060101010101" pitchFamily="49" charset="-122"/>
              </a:rPr>
              <a:t>。其隶属函数为 </a:t>
            </a:r>
          </a:p>
          <a:p>
            <a:pPr algn="just" eaLnBrk="1" latinLnBrk="0" hangingPunct="1">
              <a:lnSpc>
                <a:spcPct val="110000"/>
              </a:lnSpc>
              <a:buFontTx/>
              <a:buNone/>
            </a:pPr>
            <a:endParaRPr lang="zh-CN" altLang="en-US" sz="2800">
              <a:latin typeface="Times New Roman" panose="02020603050405020304" pitchFamily="18" charset="0"/>
              <a:ea typeface="楷体" panose="02010609060101010101" pitchFamily="49" charset="-122"/>
            </a:endParaRPr>
          </a:p>
          <a:p>
            <a:pPr algn="just" eaLnBrk="1" latinLnBrk="0" hangingPunct="1">
              <a:lnSpc>
                <a:spcPct val="110000"/>
              </a:lnSpc>
              <a:buFontTx/>
              <a:buNone/>
            </a:pPr>
            <a:endParaRPr lang="zh-CN" altLang="en-US" sz="2800">
              <a:latin typeface="Times New Roman" panose="02020603050405020304" pitchFamily="18" charset="0"/>
              <a:ea typeface="楷体" panose="02010609060101010101" pitchFamily="49" charset="-122"/>
            </a:endParaRPr>
          </a:p>
          <a:p>
            <a:pPr algn="just" eaLnBrk="1" latinLnBrk="0" hangingPunct="1">
              <a:lnSpc>
                <a:spcPct val="110000"/>
              </a:lnSpc>
              <a:buFontTx/>
              <a:buNone/>
            </a:pPr>
            <a:r>
              <a:rPr lang="zh-CN" altLang="en-US" sz="2800">
                <a:latin typeface="Times New Roman" panose="02020603050405020304" pitchFamily="18" charset="0"/>
                <a:ea typeface="楷体" panose="02010609060101010101" pitchFamily="49" charset="-122"/>
              </a:rPr>
              <a:t>其中，∧和∨分别表示取最小和取最大。</a:t>
            </a:r>
          </a:p>
        </p:txBody>
      </p:sp>
      <p:graphicFrame>
        <p:nvGraphicFramePr>
          <p:cNvPr id="156676" name="Object 4"/>
          <p:cNvGraphicFramePr>
            <a:graphicFrameLocks noChangeAspect="1"/>
          </p:cNvGraphicFramePr>
          <p:nvPr/>
        </p:nvGraphicFramePr>
        <p:xfrm>
          <a:off x="900113" y="3429000"/>
          <a:ext cx="7667625" cy="787400"/>
        </p:xfrm>
        <a:graphic>
          <a:graphicData uri="http://schemas.openxmlformats.org/presentationml/2006/ole">
            <mc:AlternateContent xmlns:mc="http://schemas.openxmlformats.org/markup-compatibility/2006">
              <mc:Choice xmlns:v="urn:schemas-microsoft-com:vml" Requires="v">
                <p:oleObj spid="_x0000_s35850" name="Equation" r:id="rId3" imgW="2298700" imgH="241300" progId="Equation.3">
                  <p:embed/>
                </p:oleObj>
              </mc:Choice>
              <mc:Fallback>
                <p:oleObj name="Equation" r:id="rId3" imgW="2298700" imgH="2413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113" y="3429000"/>
                        <a:ext cx="7667625" cy="78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39333" name="Rectangle 5"/>
          <p:cNvSpPr>
            <a:spLocks noChangeArrowheads="1"/>
          </p:cNvSpPr>
          <p:nvPr/>
        </p:nvSpPr>
        <p:spPr bwMode="auto">
          <a:xfrm>
            <a:off x="684213" y="549275"/>
            <a:ext cx="7772400" cy="731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kumimoji="1" sz="4000">
                <a:solidFill>
                  <a:srgbClr val="0033CC"/>
                </a:solidFill>
                <a:latin typeface="宋体" panose="02010600030101010101" pitchFamily="2" charset="-122"/>
                <a:ea typeface="宋体" panose="02010600030101010101" pitchFamily="2" charset="-122"/>
              </a:defRPr>
            </a:lvl1pPr>
            <a:lvl2pPr>
              <a:defRPr kumimoji="1" sz="4000">
                <a:solidFill>
                  <a:srgbClr val="0033CC"/>
                </a:solidFill>
                <a:latin typeface="宋体" panose="02010600030101010101" pitchFamily="2" charset="-122"/>
                <a:ea typeface="宋体" panose="02010600030101010101" pitchFamily="2" charset="-122"/>
              </a:defRPr>
            </a:lvl2pPr>
            <a:lvl3pPr>
              <a:defRPr kumimoji="1" sz="4000">
                <a:solidFill>
                  <a:srgbClr val="0033CC"/>
                </a:solidFill>
                <a:latin typeface="宋体" panose="02010600030101010101" pitchFamily="2" charset="-122"/>
                <a:ea typeface="宋体" panose="02010600030101010101" pitchFamily="2" charset="-122"/>
              </a:defRPr>
            </a:lvl3pPr>
            <a:lvl4pPr>
              <a:defRPr kumimoji="1" sz="4000">
                <a:solidFill>
                  <a:srgbClr val="0033CC"/>
                </a:solidFill>
                <a:latin typeface="宋体" panose="02010600030101010101" pitchFamily="2" charset="-122"/>
                <a:ea typeface="宋体" panose="02010600030101010101" pitchFamily="2" charset="-122"/>
              </a:defRPr>
            </a:lvl4pPr>
            <a:lvl5pPr>
              <a:defRPr kumimoji="1" sz="4000">
                <a:solidFill>
                  <a:srgbClr val="0033CC"/>
                </a:solidFill>
                <a:latin typeface="宋体" panose="02010600030101010101" pitchFamily="2" charset="-122"/>
                <a:ea typeface="宋体" panose="02010600030101010101" pitchFamily="2" charset="-122"/>
              </a:defRPr>
            </a:lvl5pPr>
            <a:lvl6pPr marL="45720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6pPr>
            <a:lvl7pPr marL="91440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7pPr>
            <a:lvl8pPr marL="137160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8pPr>
            <a:lvl9pPr marL="182880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9pPr>
          </a:lstStyle>
          <a:p>
            <a:pPr algn="ctr" eaLnBrk="1" latinLnBrk="1" hangingPunct="1">
              <a:defRPr/>
            </a:pPr>
            <a:r>
              <a:rPr lang="zh-CN" altLang="en-US" sz="3200" b="1" dirty="0">
                <a:solidFill>
                  <a:schemeClr val="tx1"/>
                </a:solidFill>
                <a:latin typeface="微软雅黑" panose="020B0503020204020204" pitchFamily="34" charset="-122"/>
                <a:ea typeface="微软雅黑" panose="020B0503020204020204" pitchFamily="34" charset="-122"/>
                <a:cs typeface="+mj-cs"/>
              </a:rPr>
              <a:t>模糊</a:t>
            </a:r>
            <a:r>
              <a:rPr lang="zh-CN" altLang="en-US" sz="3200" b="1" dirty="0">
                <a:solidFill>
                  <a:schemeClr val="tx1"/>
                </a:solidFill>
                <a:latin typeface="微软雅黑" panose="020B0503020204020204" pitchFamily="34" charset="-122"/>
                <a:ea typeface="微软雅黑" panose="020B0503020204020204" pitchFamily="34" charset="-122"/>
                <a:cs typeface="+mj-cs"/>
              </a:rPr>
              <a:t>关系</a:t>
            </a:r>
            <a:r>
              <a:rPr lang="zh-CN" altLang="en-US" sz="3200" b="1" dirty="0">
                <a:solidFill>
                  <a:schemeClr val="tx1"/>
                </a:solidFill>
                <a:latin typeface="微软雅黑" panose="020B0503020204020204" pitchFamily="34" charset="-122"/>
                <a:ea typeface="微软雅黑" panose="020B0503020204020204" pitchFamily="34" charset="-122"/>
                <a:cs typeface="+mj-cs"/>
              </a:rPr>
              <a:t>的合成</a:t>
            </a:r>
            <a:endParaRPr lang="en-US" altLang="zh-CN" sz="3200" b="1" dirty="0">
              <a:solidFill>
                <a:schemeClr val="tx1"/>
              </a:solidFill>
              <a:latin typeface="微软雅黑" panose="020B0503020204020204" pitchFamily="34" charset="-122"/>
              <a:ea typeface="微软雅黑" panose="020B0503020204020204" pitchFamily="34" charset="-122"/>
              <a:cs typeface="+mj-cs"/>
            </a:endParaRPr>
          </a:p>
        </p:txBody>
      </p:sp>
    </p:spTree>
    <p:extLst>
      <p:ext uri="{BB962C8B-B14F-4D97-AF65-F5344CB8AC3E}">
        <p14:creationId xmlns:p14="http://schemas.microsoft.com/office/powerpoint/2010/main" val="1314243555"/>
      </p:ext>
    </p:extLst>
  </p:cSld>
  <p:clrMapOvr>
    <a:masterClrMapping/>
  </p:clrMapOvr>
  <p:transition/>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灯片编号占位符 1"/>
          <p:cNvSpPr>
            <a:spLocks noGrp="1"/>
          </p:cNvSpPr>
          <p:nvPr>
            <p:ph type="sldNum" sz="quarter" idx="4294967295"/>
          </p:nvPr>
        </p:nvSpPr>
        <p:spPr>
          <a:xfrm>
            <a:off x="6553200" y="6245225"/>
            <a:ext cx="2133600" cy="476250"/>
          </a:xfrm>
          <a:prstGeom prst="rect">
            <a:avLst/>
          </a:prstGeom>
          <a:noFill/>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a:spcBef>
                <a:spcPct val="0"/>
              </a:spcBef>
              <a:buFontTx/>
              <a:buNone/>
            </a:pPr>
            <a:fld id="{51381B88-5A6D-40E8-9C5D-AFBCD32E2372}" type="slidenum">
              <a:rPr lang="zh-CN" altLang="en-US" sz="1400" smtClean="0">
                <a:latin typeface="Gulim" panose="02010600030101010101" charset="-122"/>
                <a:ea typeface="Gulim" panose="02010600030101010101" charset="-122"/>
              </a:rPr>
              <a:pPr>
                <a:spcBef>
                  <a:spcPct val="0"/>
                </a:spcBef>
                <a:buFontTx/>
                <a:buNone/>
              </a:pPr>
              <a:t>141</a:t>
            </a:fld>
            <a:endParaRPr lang="en-US" altLang="zh-CN" sz="1400" smtClean="0">
              <a:latin typeface="Gulim" panose="02010600030101010101" charset="-122"/>
              <a:ea typeface="Gulim" panose="02010600030101010101" charset="-122"/>
            </a:endParaRPr>
          </a:p>
        </p:txBody>
      </p:sp>
      <p:sp>
        <p:nvSpPr>
          <p:cNvPr id="157699" name="Text Box 2"/>
          <p:cNvSpPr txBox="1">
            <a:spLocks noChangeArrowheads="1"/>
          </p:cNvSpPr>
          <p:nvPr/>
        </p:nvSpPr>
        <p:spPr bwMode="auto">
          <a:xfrm>
            <a:off x="179388" y="1557338"/>
            <a:ext cx="85058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eaLnBrk="1" latinLnBrk="0" hangingPunct="1">
              <a:spcBef>
                <a:spcPct val="50000"/>
              </a:spcBef>
              <a:buFontTx/>
              <a:buNone/>
            </a:pPr>
            <a:r>
              <a:rPr lang="zh-CN" altLang="en-US" sz="2400">
                <a:latin typeface="Times New Roman" panose="02020603050405020304" pitchFamily="18" charset="0"/>
                <a:ea typeface="楷体" panose="02010609060101010101" pitchFamily="49" charset="-122"/>
              </a:rPr>
              <a:t>    例设有以下两个模糊关系 </a:t>
            </a:r>
          </a:p>
        </p:txBody>
      </p:sp>
      <p:graphicFrame>
        <p:nvGraphicFramePr>
          <p:cNvPr id="157700" name="Object 3"/>
          <p:cNvGraphicFramePr>
            <a:graphicFrameLocks noChangeAspect="1"/>
          </p:cNvGraphicFramePr>
          <p:nvPr/>
        </p:nvGraphicFramePr>
        <p:xfrm>
          <a:off x="1187450" y="2025650"/>
          <a:ext cx="5653088" cy="1465263"/>
        </p:xfrm>
        <a:graphic>
          <a:graphicData uri="http://schemas.openxmlformats.org/presentationml/2006/ole">
            <mc:AlternateContent xmlns:mc="http://schemas.openxmlformats.org/markup-compatibility/2006">
              <mc:Choice xmlns:v="urn:schemas-microsoft-com:vml" Requires="v">
                <p:oleObj spid="_x0000_s36882" name="Equation" r:id="rId3" imgW="2717800" imgH="711200" progId="Equation.3">
                  <p:embed/>
                </p:oleObj>
              </mc:Choice>
              <mc:Fallback>
                <p:oleObj name="Equation" r:id="rId3" imgW="2717800" imgH="7112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450" y="2025650"/>
                        <a:ext cx="5653088" cy="146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7701" name="Text Box 4"/>
          <p:cNvSpPr txBox="1">
            <a:spLocks noChangeArrowheads="1"/>
          </p:cNvSpPr>
          <p:nvPr/>
        </p:nvSpPr>
        <p:spPr bwMode="auto">
          <a:xfrm>
            <a:off x="250825" y="3465513"/>
            <a:ext cx="594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eaLnBrk="1" latinLnBrk="0" hangingPunct="1">
              <a:spcBef>
                <a:spcPct val="50000"/>
              </a:spcBef>
              <a:buFontTx/>
              <a:buNone/>
            </a:pPr>
            <a:r>
              <a:rPr lang="zh-CN" altLang="en-US" sz="2400">
                <a:latin typeface="Times New Roman" panose="02020603050405020304" pitchFamily="18" charset="0"/>
                <a:ea typeface="楷体" panose="02010609060101010101" pitchFamily="49" charset="-122"/>
              </a:rPr>
              <a:t>则</a:t>
            </a:r>
            <a:r>
              <a:rPr lang="en-US" altLang="zh-CN" sz="2400">
                <a:latin typeface="Times New Roman" panose="02020603050405020304" pitchFamily="18" charset="0"/>
                <a:ea typeface="楷体" panose="02010609060101010101" pitchFamily="49" charset="-122"/>
              </a:rPr>
              <a:t>R</a:t>
            </a:r>
            <a:r>
              <a:rPr lang="en-US" altLang="zh-CN" sz="2400" baseline="-25000">
                <a:latin typeface="Times New Roman" panose="02020603050405020304" pitchFamily="18" charset="0"/>
                <a:ea typeface="楷体" panose="02010609060101010101" pitchFamily="49" charset="-122"/>
              </a:rPr>
              <a:t>1</a:t>
            </a:r>
            <a:r>
              <a:rPr lang="zh-CN" altLang="en-US" sz="2400">
                <a:latin typeface="Times New Roman" panose="02020603050405020304" pitchFamily="18" charset="0"/>
                <a:ea typeface="楷体" panose="02010609060101010101" pitchFamily="49" charset="-122"/>
              </a:rPr>
              <a:t>与</a:t>
            </a:r>
            <a:r>
              <a:rPr lang="en-US" altLang="zh-CN" sz="2400">
                <a:latin typeface="Times New Roman" panose="02020603050405020304" pitchFamily="18" charset="0"/>
                <a:ea typeface="楷体" panose="02010609060101010101" pitchFamily="49" charset="-122"/>
              </a:rPr>
              <a:t>R</a:t>
            </a:r>
            <a:r>
              <a:rPr lang="en-US" altLang="zh-CN" sz="2400" baseline="-25000">
                <a:latin typeface="Times New Roman" panose="02020603050405020304" pitchFamily="18" charset="0"/>
                <a:ea typeface="楷体" panose="02010609060101010101" pitchFamily="49" charset="-122"/>
              </a:rPr>
              <a:t>2</a:t>
            </a:r>
            <a:r>
              <a:rPr lang="zh-CN" altLang="en-US" sz="2400">
                <a:latin typeface="Times New Roman" panose="02020603050405020304" pitchFamily="18" charset="0"/>
                <a:ea typeface="楷体" panose="02010609060101010101" pitchFamily="49" charset="-122"/>
              </a:rPr>
              <a:t>的合成是 </a:t>
            </a:r>
          </a:p>
        </p:txBody>
      </p:sp>
      <p:graphicFrame>
        <p:nvGraphicFramePr>
          <p:cNvPr id="157702" name="Object 5"/>
          <p:cNvGraphicFramePr>
            <a:graphicFrameLocks noChangeAspect="1"/>
          </p:cNvGraphicFramePr>
          <p:nvPr/>
        </p:nvGraphicFramePr>
        <p:xfrm>
          <a:off x="1150938" y="3968750"/>
          <a:ext cx="3060700" cy="903288"/>
        </p:xfrm>
        <a:graphic>
          <a:graphicData uri="http://schemas.openxmlformats.org/presentationml/2006/ole">
            <mc:AlternateContent xmlns:mc="http://schemas.openxmlformats.org/markup-compatibility/2006">
              <mc:Choice xmlns:v="urn:schemas-microsoft-com:vml" Requires="v">
                <p:oleObj spid="_x0000_s36883" name="公式" r:id="rId5" imgW="1511300" imgH="457200" progId="Equation.3">
                  <p:embed/>
                </p:oleObj>
              </mc:Choice>
              <mc:Fallback>
                <p:oleObj name="公式" r:id="rId5" imgW="1511300" imgH="4572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50938" y="3968750"/>
                        <a:ext cx="3060700" cy="903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7703" name="Text Box 6"/>
          <p:cNvSpPr txBox="1">
            <a:spLocks noChangeArrowheads="1"/>
          </p:cNvSpPr>
          <p:nvPr/>
        </p:nvSpPr>
        <p:spPr bwMode="auto">
          <a:xfrm>
            <a:off x="179388" y="4797425"/>
            <a:ext cx="8469312" cy="140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algn="just" eaLnBrk="1" latinLnBrk="0" hangingPunct="1">
              <a:lnSpc>
                <a:spcPct val="120000"/>
              </a:lnSpc>
              <a:spcBef>
                <a:spcPct val="25000"/>
              </a:spcBef>
              <a:buFontTx/>
              <a:buNone/>
            </a:pPr>
            <a:r>
              <a:rPr lang="zh-CN" altLang="en-US" sz="2400">
                <a:latin typeface="Times New Roman" panose="02020603050405020304" pitchFamily="18" charset="0"/>
                <a:ea typeface="楷体" panose="02010609060101010101" pitchFamily="49" charset="-122"/>
              </a:rPr>
              <a:t>    其方法是把</a:t>
            </a:r>
            <a:r>
              <a:rPr lang="en-US" altLang="zh-CN" sz="2400">
                <a:latin typeface="Times New Roman" panose="02020603050405020304" pitchFamily="18" charset="0"/>
                <a:ea typeface="楷体" panose="02010609060101010101" pitchFamily="49" charset="-122"/>
              </a:rPr>
              <a:t>R</a:t>
            </a:r>
            <a:r>
              <a:rPr lang="en-US" altLang="zh-CN" sz="2400" baseline="-25000">
                <a:latin typeface="Times New Roman" panose="02020603050405020304" pitchFamily="18" charset="0"/>
                <a:ea typeface="楷体" panose="02010609060101010101" pitchFamily="49" charset="-122"/>
              </a:rPr>
              <a:t>1</a:t>
            </a:r>
            <a:r>
              <a:rPr lang="zh-CN" altLang="en-US" sz="2400">
                <a:latin typeface="Times New Roman" panose="02020603050405020304" pitchFamily="18" charset="0"/>
                <a:ea typeface="楷体" panose="02010609060101010101" pitchFamily="49" charset="-122"/>
              </a:rPr>
              <a:t>的第</a:t>
            </a:r>
            <a:r>
              <a:rPr lang="en-US" altLang="zh-CN" sz="2400">
                <a:latin typeface="Times New Roman" panose="02020603050405020304" pitchFamily="18" charset="0"/>
                <a:ea typeface="楷体" panose="02010609060101010101" pitchFamily="49" charset="-122"/>
              </a:rPr>
              <a:t>i</a:t>
            </a:r>
            <a:r>
              <a:rPr lang="zh-CN" altLang="en-US" sz="2400">
                <a:latin typeface="Times New Roman" panose="02020603050405020304" pitchFamily="18" charset="0"/>
                <a:ea typeface="楷体" panose="02010609060101010101" pitchFamily="49" charset="-122"/>
              </a:rPr>
              <a:t>行元素分别与</a:t>
            </a:r>
            <a:r>
              <a:rPr lang="en-US" altLang="zh-CN" sz="2400">
                <a:latin typeface="Times New Roman" panose="02020603050405020304" pitchFamily="18" charset="0"/>
                <a:ea typeface="楷体" panose="02010609060101010101" pitchFamily="49" charset="-122"/>
              </a:rPr>
              <a:t>R</a:t>
            </a:r>
            <a:r>
              <a:rPr lang="en-US" altLang="zh-CN" sz="2400" baseline="-25000">
                <a:latin typeface="Times New Roman" panose="02020603050405020304" pitchFamily="18" charset="0"/>
                <a:ea typeface="楷体" panose="02010609060101010101" pitchFamily="49" charset="-122"/>
              </a:rPr>
              <a:t>2</a:t>
            </a:r>
            <a:r>
              <a:rPr lang="zh-CN" altLang="en-US" sz="2400">
                <a:latin typeface="Times New Roman" panose="02020603050405020304" pitchFamily="18" charset="0"/>
                <a:ea typeface="楷体" panose="02010609060101010101" pitchFamily="49" charset="-122"/>
              </a:rPr>
              <a:t>的第</a:t>
            </a:r>
            <a:r>
              <a:rPr lang="en-US" altLang="zh-CN" sz="2400">
                <a:latin typeface="Times New Roman" panose="02020603050405020304" pitchFamily="18" charset="0"/>
                <a:ea typeface="楷体" panose="02010609060101010101" pitchFamily="49" charset="-122"/>
              </a:rPr>
              <a:t>j</a:t>
            </a:r>
            <a:r>
              <a:rPr lang="zh-CN" altLang="en-US" sz="2400">
                <a:latin typeface="Times New Roman" panose="02020603050405020304" pitchFamily="18" charset="0"/>
                <a:ea typeface="楷体" panose="02010609060101010101" pitchFamily="49" charset="-122"/>
              </a:rPr>
              <a:t>列的对应元素相比较，两个数中取最小者，然后再在所得的一组最小数中取最大的一个，并以此数作为</a:t>
            </a:r>
            <a:r>
              <a:rPr lang="en-US" altLang="zh-CN" sz="2400">
                <a:latin typeface="Times New Roman" panose="02020603050405020304" pitchFamily="18" charset="0"/>
                <a:ea typeface="楷体" panose="02010609060101010101" pitchFamily="49" charset="-122"/>
              </a:rPr>
              <a:t>R</a:t>
            </a:r>
            <a:r>
              <a:rPr lang="en-US" altLang="zh-CN" sz="2400" baseline="-25000">
                <a:latin typeface="Times New Roman" panose="02020603050405020304" pitchFamily="18" charset="0"/>
                <a:ea typeface="楷体" panose="02010609060101010101" pitchFamily="49" charset="-122"/>
              </a:rPr>
              <a:t>1</a:t>
            </a:r>
            <a:r>
              <a:rPr lang="en-US" altLang="zh-CN" sz="2400">
                <a:latin typeface="Times New Roman" panose="02020603050405020304" pitchFamily="18" charset="0"/>
                <a:ea typeface="楷体" panose="02010609060101010101" pitchFamily="49" charset="-122"/>
              </a:rPr>
              <a:t>οR</a:t>
            </a:r>
            <a:r>
              <a:rPr lang="en-US" altLang="zh-CN" sz="2400" baseline="-25000">
                <a:latin typeface="Times New Roman" panose="02020603050405020304" pitchFamily="18" charset="0"/>
                <a:ea typeface="楷体" panose="02010609060101010101" pitchFamily="49" charset="-122"/>
              </a:rPr>
              <a:t>2</a:t>
            </a:r>
            <a:r>
              <a:rPr lang="zh-CN" altLang="en-US" sz="2400">
                <a:latin typeface="Times New Roman" panose="02020603050405020304" pitchFamily="18" charset="0"/>
                <a:ea typeface="楷体" panose="02010609060101010101" pitchFamily="49" charset="-122"/>
              </a:rPr>
              <a:t>的元素</a:t>
            </a:r>
            <a:r>
              <a:rPr lang="en-US" altLang="zh-CN" sz="2400">
                <a:latin typeface="Times New Roman" panose="02020603050405020304" pitchFamily="18" charset="0"/>
                <a:ea typeface="楷体" panose="02010609060101010101" pitchFamily="49" charset="-122"/>
              </a:rPr>
              <a:t>R(i,j)</a:t>
            </a:r>
            <a:r>
              <a:rPr lang="zh-CN" altLang="en-US" sz="2400">
                <a:latin typeface="Times New Roman" panose="02020603050405020304" pitchFamily="18" charset="0"/>
                <a:ea typeface="楷体" panose="02010609060101010101" pitchFamily="49" charset="-122"/>
              </a:rPr>
              <a:t>。</a:t>
            </a:r>
          </a:p>
        </p:txBody>
      </p:sp>
      <p:sp>
        <p:nvSpPr>
          <p:cNvPr id="740360" name="Rectangle 8"/>
          <p:cNvSpPr>
            <a:spLocks noChangeArrowheads="1"/>
          </p:cNvSpPr>
          <p:nvPr/>
        </p:nvSpPr>
        <p:spPr bwMode="auto">
          <a:xfrm>
            <a:off x="684213" y="549275"/>
            <a:ext cx="7772400" cy="731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kumimoji="1" sz="4000">
                <a:solidFill>
                  <a:srgbClr val="0033CC"/>
                </a:solidFill>
                <a:latin typeface="宋体" panose="02010600030101010101" pitchFamily="2" charset="-122"/>
                <a:ea typeface="宋体" panose="02010600030101010101" pitchFamily="2" charset="-122"/>
              </a:defRPr>
            </a:lvl1pPr>
            <a:lvl2pPr>
              <a:defRPr kumimoji="1" sz="4000">
                <a:solidFill>
                  <a:srgbClr val="0033CC"/>
                </a:solidFill>
                <a:latin typeface="宋体" panose="02010600030101010101" pitchFamily="2" charset="-122"/>
                <a:ea typeface="宋体" panose="02010600030101010101" pitchFamily="2" charset="-122"/>
              </a:defRPr>
            </a:lvl2pPr>
            <a:lvl3pPr>
              <a:defRPr kumimoji="1" sz="4000">
                <a:solidFill>
                  <a:srgbClr val="0033CC"/>
                </a:solidFill>
                <a:latin typeface="宋体" panose="02010600030101010101" pitchFamily="2" charset="-122"/>
                <a:ea typeface="宋体" panose="02010600030101010101" pitchFamily="2" charset="-122"/>
              </a:defRPr>
            </a:lvl3pPr>
            <a:lvl4pPr>
              <a:defRPr kumimoji="1" sz="4000">
                <a:solidFill>
                  <a:srgbClr val="0033CC"/>
                </a:solidFill>
                <a:latin typeface="宋体" panose="02010600030101010101" pitchFamily="2" charset="-122"/>
                <a:ea typeface="宋体" panose="02010600030101010101" pitchFamily="2" charset="-122"/>
              </a:defRPr>
            </a:lvl4pPr>
            <a:lvl5pPr>
              <a:defRPr kumimoji="1" sz="4000">
                <a:solidFill>
                  <a:srgbClr val="0033CC"/>
                </a:solidFill>
                <a:latin typeface="宋体" panose="02010600030101010101" pitchFamily="2" charset="-122"/>
                <a:ea typeface="宋体" panose="02010600030101010101" pitchFamily="2" charset="-122"/>
              </a:defRPr>
            </a:lvl5pPr>
            <a:lvl6pPr marL="45720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6pPr>
            <a:lvl7pPr marL="91440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7pPr>
            <a:lvl8pPr marL="137160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8pPr>
            <a:lvl9pPr marL="1828800" fontAlgn="base" latinLnBrk="1">
              <a:spcBef>
                <a:spcPct val="0"/>
              </a:spcBef>
              <a:spcAft>
                <a:spcPct val="0"/>
              </a:spcAft>
              <a:defRPr kumimoji="1" sz="4000">
                <a:solidFill>
                  <a:srgbClr val="0033CC"/>
                </a:solidFill>
                <a:latin typeface="宋体" panose="02010600030101010101" pitchFamily="2" charset="-122"/>
                <a:ea typeface="宋体" panose="02010600030101010101" pitchFamily="2" charset="-122"/>
              </a:defRPr>
            </a:lvl9pPr>
          </a:lstStyle>
          <a:p>
            <a:pPr algn="ctr" eaLnBrk="1" latinLnBrk="1" hangingPunct="1">
              <a:defRPr/>
            </a:pPr>
            <a:r>
              <a:rPr lang="zh-CN" altLang="en-US" sz="3200" b="1" dirty="0">
                <a:solidFill>
                  <a:schemeClr val="tx1"/>
                </a:solidFill>
                <a:latin typeface="微软雅黑" panose="020B0503020204020204" pitchFamily="34" charset="-122"/>
                <a:ea typeface="微软雅黑" panose="020B0503020204020204" pitchFamily="34" charset="-122"/>
                <a:cs typeface="+mj-cs"/>
              </a:rPr>
              <a:t>模糊</a:t>
            </a:r>
            <a:r>
              <a:rPr lang="zh-CN" altLang="en-US" sz="3200" b="1" dirty="0">
                <a:solidFill>
                  <a:schemeClr val="tx1"/>
                </a:solidFill>
                <a:latin typeface="微软雅黑" panose="020B0503020204020204" pitchFamily="34" charset="-122"/>
                <a:ea typeface="微软雅黑" panose="020B0503020204020204" pitchFamily="34" charset="-122"/>
                <a:cs typeface="+mj-cs"/>
              </a:rPr>
              <a:t>关系</a:t>
            </a:r>
            <a:r>
              <a:rPr lang="zh-CN" altLang="en-US" sz="3200" b="1" dirty="0">
                <a:solidFill>
                  <a:schemeClr val="tx1"/>
                </a:solidFill>
                <a:latin typeface="微软雅黑" panose="020B0503020204020204" pitchFamily="34" charset="-122"/>
                <a:ea typeface="微软雅黑" panose="020B0503020204020204" pitchFamily="34" charset="-122"/>
                <a:cs typeface="+mj-cs"/>
              </a:rPr>
              <a:t>的合成</a:t>
            </a:r>
            <a:endParaRPr lang="en-US" altLang="zh-CN" sz="3200" b="1" dirty="0">
              <a:solidFill>
                <a:schemeClr val="tx1"/>
              </a:solidFill>
              <a:latin typeface="微软雅黑" panose="020B0503020204020204" pitchFamily="34" charset="-122"/>
              <a:ea typeface="微软雅黑" panose="020B0503020204020204" pitchFamily="34" charset="-122"/>
              <a:cs typeface="+mj-cs"/>
            </a:endParaRPr>
          </a:p>
        </p:txBody>
      </p:sp>
    </p:spTree>
    <p:extLst>
      <p:ext uri="{BB962C8B-B14F-4D97-AF65-F5344CB8AC3E}">
        <p14:creationId xmlns:p14="http://schemas.microsoft.com/office/powerpoint/2010/main" val="1981229070"/>
      </p:ext>
    </p:extLst>
  </p:cSld>
  <p:clrMapOvr>
    <a:masterClrMapping/>
  </p:clrMapOvr>
  <p:transition/>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灯片编号占位符 1"/>
          <p:cNvSpPr>
            <a:spLocks noGrp="1"/>
          </p:cNvSpPr>
          <p:nvPr>
            <p:ph type="sldNum" sz="quarter" idx="4294967295"/>
          </p:nvPr>
        </p:nvSpPr>
        <p:spPr>
          <a:xfrm>
            <a:off x="6553200" y="6245225"/>
            <a:ext cx="2133600" cy="476250"/>
          </a:xfrm>
          <a:prstGeom prst="rect">
            <a:avLst/>
          </a:prstGeom>
          <a:noFill/>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a:spcBef>
                <a:spcPct val="0"/>
              </a:spcBef>
              <a:buFontTx/>
              <a:buNone/>
            </a:pPr>
            <a:fld id="{0F083AF5-CED7-49FE-9B0D-A40C3F30F9C9}" type="slidenum">
              <a:rPr lang="zh-CN" altLang="en-US" sz="1400" smtClean="0">
                <a:latin typeface="Gulim" panose="02010600030101010101" charset="-122"/>
                <a:ea typeface="Gulim" panose="02010600030101010101" charset="-122"/>
              </a:rPr>
              <a:pPr>
                <a:spcBef>
                  <a:spcPct val="0"/>
                </a:spcBef>
                <a:buFontTx/>
                <a:buNone/>
              </a:pPr>
              <a:t>142</a:t>
            </a:fld>
            <a:endParaRPr lang="en-US" altLang="zh-CN" sz="1400" smtClean="0">
              <a:latin typeface="Gulim" panose="02010600030101010101" charset="-122"/>
              <a:ea typeface="Gulim" panose="02010600030101010101" charset="-122"/>
            </a:endParaRPr>
          </a:p>
        </p:txBody>
      </p:sp>
      <p:sp>
        <p:nvSpPr>
          <p:cNvPr id="177155" name="Text Box 2"/>
          <p:cNvSpPr txBox="1">
            <a:spLocks noChangeArrowheads="1"/>
          </p:cNvSpPr>
          <p:nvPr/>
        </p:nvSpPr>
        <p:spPr bwMode="auto">
          <a:xfrm>
            <a:off x="179388" y="981075"/>
            <a:ext cx="8856662" cy="5189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itchFamily="18" charset="-122"/>
                <a:ea typeface="-윤체M" pitchFamily="18" charset="-122"/>
              </a:defRPr>
            </a:lvl2pPr>
            <a:lvl3pPr marL="1143000" indent="-228600" latinLnBrk="1">
              <a:spcBef>
                <a:spcPct val="20000"/>
              </a:spcBef>
              <a:buChar char="•"/>
              <a:defRPr kumimoji="1">
                <a:solidFill>
                  <a:schemeClr val="tx1"/>
                </a:solidFill>
                <a:latin typeface="-윤체M" pitchFamily="18" charset="-122"/>
                <a:ea typeface="-윤체M" pitchFamily="18" charset="-122"/>
              </a:defRPr>
            </a:lvl3pPr>
            <a:lvl4pPr marL="1600200" indent="-228600" latinLnBrk="1">
              <a:spcBef>
                <a:spcPct val="20000"/>
              </a:spcBef>
              <a:buChar char="•"/>
              <a:defRPr kumimoji="1" sz="1600">
                <a:solidFill>
                  <a:schemeClr val="tx1"/>
                </a:solidFill>
                <a:latin typeface="-윤체M" pitchFamily="18" charset="-122"/>
                <a:ea typeface="-윤체M" pitchFamily="18" charset="-122"/>
              </a:defRPr>
            </a:lvl4pPr>
            <a:lvl5pPr marL="2057400" indent="-228600" latinLnBrk="1">
              <a:spcBef>
                <a:spcPct val="20000"/>
              </a:spcBef>
              <a:buChar char="•"/>
              <a:defRPr kumimoji="1" sz="1400">
                <a:solidFill>
                  <a:schemeClr val="tx1"/>
                </a:solidFill>
                <a:latin typeface="-윤체M" pitchFamily="18" charset="-122"/>
                <a:ea typeface="-윤체M" pitchFamily="18" charset="-122"/>
              </a:defRPr>
            </a:lvl5pPr>
            <a:lvl6pPr marL="2514600" indent="-228600" eaLnBrk="0" fontAlgn="base" latinLnBrk="1" hangingPunct="0">
              <a:spcBef>
                <a:spcPct val="20000"/>
              </a:spcBef>
              <a:spcAft>
                <a:spcPct val="0"/>
              </a:spcAft>
              <a:buChar char="•"/>
              <a:defRPr kumimoji="1" sz="1400">
                <a:solidFill>
                  <a:schemeClr val="tx1"/>
                </a:solidFill>
                <a:latin typeface="-윤체M" pitchFamily="18" charset="-122"/>
                <a:ea typeface="-윤체M" pitchFamily="18" charset="-122"/>
              </a:defRPr>
            </a:lvl6pPr>
            <a:lvl7pPr marL="2971800" indent="-228600" eaLnBrk="0" fontAlgn="base" latinLnBrk="1" hangingPunct="0">
              <a:spcBef>
                <a:spcPct val="20000"/>
              </a:spcBef>
              <a:spcAft>
                <a:spcPct val="0"/>
              </a:spcAft>
              <a:buChar char="•"/>
              <a:defRPr kumimoji="1" sz="1400">
                <a:solidFill>
                  <a:schemeClr val="tx1"/>
                </a:solidFill>
                <a:latin typeface="-윤체M" pitchFamily="18" charset="-122"/>
                <a:ea typeface="-윤체M" pitchFamily="18" charset="-122"/>
              </a:defRPr>
            </a:lvl7pPr>
            <a:lvl8pPr marL="3429000" indent="-228600" eaLnBrk="0" fontAlgn="base" latinLnBrk="1" hangingPunct="0">
              <a:spcBef>
                <a:spcPct val="20000"/>
              </a:spcBef>
              <a:spcAft>
                <a:spcPct val="0"/>
              </a:spcAft>
              <a:buChar char="•"/>
              <a:defRPr kumimoji="1" sz="1400">
                <a:solidFill>
                  <a:schemeClr val="tx1"/>
                </a:solidFill>
                <a:latin typeface="-윤체M" pitchFamily="18" charset="-122"/>
                <a:ea typeface="-윤체M" pitchFamily="18" charset="-122"/>
              </a:defRPr>
            </a:lvl8pPr>
            <a:lvl9pPr marL="3886200" indent="-228600" eaLnBrk="0" fontAlgn="base" latinLnBrk="1" hangingPunct="0">
              <a:spcBef>
                <a:spcPct val="20000"/>
              </a:spcBef>
              <a:spcAft>
                <a:spcPct val="0"/>
              </a:spcAft>
              <a:buChar char="•"/>
              <a:defRPr kumimoji="1" sz="1400">
                <a:solidFill>
                  <a:schemeClr val="tx1"/>
                </a:solidFill>
                <a:latin typeface="-윤체M" pitchFamily="18" charset="-122"/>
                <a:ea typeface="-윤체M" pitchFamily="18" charset="-122"/>
              </a:defRPr>
            </a:lvl9pPr>
          </a:lstStyle>
          <a:p>
            <a:pPr>
              <a:lnSpc>
                <a:spcPct val="120000"/>
              </a:lnSpc>
              <a:buFont typeface="Wingdings" panose="05000000000000000000" pitchFamily="2" charset="2"/>
              <a:buNone/>
              <a:defRPr/>
            </a:pPr>
            <a:r>
              <a:rPr lang="zh-CN" altLang="en-US" sz="2400" dirty="0" smtClean="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模糊命题</a:t>
            </a:r>
            <a:r>
              <a:rPr lang="zh-CN" altLang="en-US" sz="2400" dirty="0" smtClean="0">
                <a:latin typeface="Times New Roman" panose="02020603050405020304" pitchFamily="18" charset="0"/>
                <a:ea typeface="楷体" panose="02010609060101010101" pitchFamily="49" charset="-122"/>
                <a:cs typeface="Times New Roman" panose="02020603050405020304" pitchFamily="18" charset="0"/>
              </a:rPr>
              <a:t>：含有模糊概念、模糊数据的语句称为模糊命题。它的一般表示形式为：</a:t>
            </a:r>
          </a:p>
          <a:p>
            <a:pPr algn="ctr">
              <a:lnSpc>
                <a:spcPct val="120000"/>
              </a:lnSpc>
              <a:buFont typeface="Wingdings" panose="05000000000000000000" pitchFamily="2" charset="2"/>
              <a:buNone/>
              <a:defRPr/>
            </a:pPr>
            <a:r>
              <a:rPr lang="en-US" altLang="zh-CN" sz="2400" i="1" dirty="0"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rPr>
              <a:t> is </a:t>
            </a:r>
            <a:r>
              <a:rPr lang="en-US" altLang="zh-CN" sz="2400" i="1" dirty="0" smtClean="0">
                <a:latin typeface="Times New Roman" panose="02020603050405020304" pitchFamily="18" charset="0"/>
                <a:ea typeface="楷体" panose="02010609060101010101" pitchFamily="49" charset="-122"/>
                <a:cs typeface="Times New Roman" panose="02020603050405020304" pitchFamily="18" charset="0"/>
              </a:rPr>
              <a:t>A</a:t>
            </a:r>
            <a:r>
              <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rPr>
              <a:t>    </a:t>
            </a:r>
            <a:r>
              <a:rPr lang="zh-CN" altLang="en-US" sz="2400" dirty="0" smtClean="0">
                <a:latin typeface="Times New Roman" panose="02020603050405020304" pitchFamily="18" charset="0"/>
                <a:ea typeface="楷体" panose="02010609060101010101" pitchFamily="49" charset="-122"/>
                <a:cs typeface="Times New Roman" panose="02020603050405020304" pitchFamily="18" charset="0"/>
              </a:rPr>
              <a:t>或者   </a:t>
            </a:r>
            <a:r>
              <a:rPr lang="en-US" altLang="zh-CN" sz="2400" i="1" dirty="0" smtClean="0">
                <a:latin typeface="Times New Roman" panose="02020603050405020304" pitchFamily="18" charset="0"/>
                <a:ea typeface="楷体" panose="02010609060101010101" pitchFamily="49" charset="-122"/>
                <a:cs typeface="Times New Roman" panose="02020603050405020304" pitchFamily="18" charset="0"/>
              </a:rPr>
              <a:t>x</a:t>
            </a:r>
            <a:r>
              <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rPr>
              <a:t> is </a:t>
            </a:r>
            <a:r>
              <a:rPr lang="en-US" altLang="zh-CN" sz="2400" i="1" dirty="0" smtClean="0">
                <a:latin typeface="Times New Roman" panose="02020603050405020304" pitchFamily="18" charset="0"/>
                <a:ea typeface="楷体" panose="02010609060101010101" pitchFamily="49" charset="-122"/>
                <a:cs typeface="Times New Roman" panose="02020603050405020304" pitchFamily="18" charset="0"/>
              </a:rPr>
              <a:t>A</a:t>
            </a:r>
            <a:r>
              <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rPr>
              <a:t>	(CF)</a:t>
            </a:r>
          </a:p>
          <a:p>
            <a:pPr marL="457200" indent="-457200">
              <a:lnSpc>
                <a:spcPct val="120000"/>
              </a:lnSpc>
              <a:defRPr/>
            </a:pPr>
            <a:r>
              <a:rPr lang="en-US" altLang="zh-CN" sz="2400" i="1" dirty="0" smtClean="0">
                <a:latin typeface="Times New Roman" panose="02020603050405020304" pitchFamily="18" charset="0"/>
                <a:ea typeface="楷体" panose="02010609060101010101" pitchFamily="49" charset="-122"/>
                <a:cs typeface="Times New Roman" panose="02020603050405020304" pitchFamily="18" charset="0"/>
              </a:rPr>
              <a:t>A</a:t>
            </a:r>
            <a:r>
              <a:rPr lang="zh-CN" altLang="en-US" sz="2400" dirty="0" smtClean="0">
                <a:latin typeface="Times New Roman" panose="02020603050405020304" pitchFamily="18" charset="0"/>
                <a:ea typeface="楷体" panose="02010609060101010101" pitchFamily="49" charset="-122"/>
                <a:cs typeface="Times New Roman" panose="02020603050405020304" pitchFamily="18" charset="0"/>
              </a:rPr>
              <a:t>是模糊概念或者模糊数，用相应的模糊集及隶属函数刻画； </a:t>
            </a:r>
            <a:endPar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endParaRPr>
          </a:p>
          <a:p>
            <a:pPr marL="457200" indent="-457200">
              <a:lnSpc>
                <a:spcPct val="120000"/>
              </a:lnSpc>
              <a:defRPr/>
            </a:pPr>
            <a:r>
              <a:rPr lang="en-US" altLang="zh-CN" sz="2400" i="1" dirty="0" smtClean="0">
                <a:latin typeface="Times New Roman" panose="02020603050405020304" pitchFamily="18" charset="0"/>
                <a:ea typeface="楷体" panose="02010609060101010101" pitchFamily="49" charset="-122"/>
                <a:cs typeface="Times New Roman" panose="02020603050405020304" pitchFamily="18" charset="0"/>
              </a:rPr>
              <a:t>x</a:t>
            </a:r>
            <a:r>
              <a:rPr lang="zh-CN" altLang="en-US" sz="2400" dirty="0" smtClean="0">
                <a:latin typeface="Times New Roman" panose="02020603050405020304" pitchFamily="18" charset="0"/>
                <a:ea typeface="楷体" panose="02010609060101010101" pitchFamily="49" charset="-122"/>
                <a:cs typeface="Times New Roman" panose="02020603050405020304" pitchFamily="18" charset="0"/>
              </a:rPr>
              <a:t>是论域上的变量，用以代表所论述对象的属性； </a:t>
            </a:r>
            <a:endPar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endParaRPr>
          </a:p>
          <a:p>
            <a:pPr marL="457200" indent="-457200">
              <a:lnSpc>
                <a:spcPct val="120000"/>
              </a:lnSpc>
              <a:defRPr/>
            </a:pPr>
            <a:r>
              <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rPr>
              <a:t>CF</a:t>
            </a:r>
            <a:r>
              <a:rPr lang="zh-CN" altLang="en-US" sz="2400" dirty="0" smtClean="0">
                <a:latin typeface="Times New Roman" panose="02020603050405020304" pitchFamily="18" charset="0"/>
                <a:ea typeface="楷体" panose="02010609060101010101" pitchFamily="49" charset="-122"/>
                <a:cs typeface="Times New Roman" panose="02020603050405020304" pitchFamily="18" charset="0"/>
              </a:rPr>
              <a:t>是该模糊命题的可信度，它既可以是一个确定的数，也可以是一个模糊数或者模糊语言值。</a:t>
            </a:r>
          </a:p>
          <a:p>
            <a:pPr marL="1200150" lvl="1" indent="-457200">
              <a:lnSpc>
                <a:spcPct val="120000"/>
              </a:lnSpc>
              <a:defRPr/>
            </a:pPr>
            <a:r>
              <a:rPr lang="zh-CN" altLang="en-US" sz="2400" dirty="0" smtClean="0">
                <a:latin typeface="Times New Roman" panose="02020603050405020304" pitchFamily="18" charset="0"/>
                <a:ea typeface="楷体" panose="02010609060101010101" pitchFamily="49" charset="-122"/>
                <a:cs typeface="Times New Roman" panose="02020603050405020304" pitchFamily="18" charset="0"/>
              </a:rPr>
              <a:t>模糊语言值是指表示大小、长短、多少等程度的一些词汇。如：极大、很大、相当大、比较大。模糊语言值同样可用模糊集描述。</a:t>
            </a:r>
          </a:p>
          <a:p>
            <a:pPr eaLnBrk="1" latinLnBrk="0" hangingPunct="1">
              <a:lnSpc>
                <a:spcPct val="120000"/>
              </a:lnSpc>
              <a:spcBef>
                <a:spcPct val="0"/>
              </a:spcBef>
              <a:buFontTx/>
              <a:buNone/>
              <a:defRPr/>
            </a:pPr>
            <a:endParaRPr lang="en-US" altLang="zh-CN" sz="2400" baseline="30000" dirty="0" smtClean="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89444" name="Rectangle 3"/>
          <p:cNvSpPr>
            <a:spLocks noChangeArrowheads="1"/>
          </p:cNvSpPr>
          <p:nvPr/>
        </p:nvSpPr>
        <p:spPr bwMode="auto">
          <a:xfrm>
            <a:off x="1042988" y="207963"/>
            <a:ext cx="66611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itchFamily="18" charset="-127"/>
                <a:ea typeface="-윤체M" pitchFamily="18" charset="-127"/>
              </a:defRPr>
            </a:lvl2pPr>
            <a:lvl3pPr marL="1143000" indent="-228600" latinLnBrk="1">
              <a:spcBef>
                <a:spcPct val="20000"/>
              </a:spcBef>
              <a:buChar char="•"/>
              <a:defRPr kumimoji="1">
                <a:solidFill>
                  <a:schemeClr val="tx1"/>
                </a:solidFill>
                <a:latin typeface="-윤체M" pitchFamily="18" charset="-127"/>
                <a:ea typeface="-윤체M" pitchFamily="18" charset="-127"/>
              </a:defRPr>
            </a:lvl3pPr>
            <a:lvl4pPr marL="1600200" indent="-228600" latinLnBrk="1">
              <a:spcBef>
                <a:spcPct val="20000"/>
              </a:spcBef>
              <a:buChar char="•"/>
              <a:defRPr kumimoji="1" sz="1600">
                <a:solidFill>
                  <a:schemeClr val="tx1"/>
                </a:solidFill>
                <a:latin typeface="-윤체M" pitchFamily="18" charset="-127"/>
                <a:ea typeface="-윤체M" pitchFamily="18" charset="-127"/>
              </a:defRPr>
            </a:lvl4pPr>
            <a:lvl5pPr marL="2057400" indent="-228600" latinLnBrk="1">
              <a:spcBef>
                <a:spcPct val="20000"/>
              </a:spcBef>
              <a:buChar char="•"/>
              <a:defRPr kumimoji="1" sz="1400">
                <a:solidFill>
                  <a:schemeClr val="tx1"/>
                </a:solidFill>
                <a:latin typeface="-윤체M" pitchFamily="18" charset="-127"/>
                <a:ea typeface="-윤체M"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9pPr>
          </a:lstStyle>
          <a:p>
            <a:pPr algn="ctr" eaLnBrk="1" latinLnBrk="0" hangingPunct="1">
              <a:spcBef>
                <a:spcPct val="0"/>
              </a:spcBef>
              <a:buFontTx/>
              <a:buNone/>
              <a:defRPr/>
            </a:pPr>
            <a:r>
              <a:rPr lang="en-US" altLang="zh-CN" b="1" dirty="0">
                <a:latin typeface="微软雅黑" panose="020B0503020204020204" pitchFamily="34" charset="-122"/>
                <a:ea typeface="微软雅黑" panose="020B0503020204020204" pitchFamily="34" charset="-122"/>
                <a:cs typeface="+mj-cs"/>
              </a:rPr>
              <a:t>3.6.3 </a:t>
            </a:r>
            <a:r>
              <a:rPr lang="zh-CN" altLang="en-US" b="1" dirty="0">
                <a:latin typeface="微软雅黑" panose="020B0503020204020204" pitchFamily="34" charset="-122"/>
                <a:ea typeface="微软雅黑" panose="020B0503020204020204" pitchFamily="34" charset="-122"/>
                <a:cs typeface="+mj-cs"/>
              </a:rPr>
              <a:t>基于</a:t>
            </a:r>
            <a:r>
              <a:rPr lang="zh-CN" altLang="en-US" b="1" dirty="0">
                <a:latin typeface="微软雅黑" panose="020B0503020204020204" pitchFamily="34" charset="-122"/>
                <a:ea typeface="微软雅黑" panose="020B0503020204020204" pitchFamily="34" charset="-122"/>
                <a:cs typeface="+mj-cs"/>
              </a:rPr>
              <a:t>模糊</a:t>
            </a:r>
            <a:r>
              <a:rPr lang="zh-CN" altLang="en-US" b="1" dirty="0">
                <a:latin typeface="微软雅黑" panose="020B0503020204020204" pitchFamily="34" charset="-122"/>
                <a:ea typeface="微软雅黑" panose="020B0503020204020204" pitchFamily="34" charset="-122"/>
                <a:cs typeface="+mj-cs"/>
              </a:rPr>
              <a:t>关系的推理</a:t>
            </a:r>
          </a:p>
        </p:txBody>
      </p:sp>
    </p:spTree>
    <p:extLst>
      <p:ext uri="{BB962C8B-B14F-4D97-AF65-F5344CB8AC3E}">
        <p14:creationId xmlns:p14="http://schemas.microsoft.com/office/powerpoint/2010/main" val="2230105070"/>
      </p:ext>
    </p:extLst>
  </p:cSld>
  <p:clrMapOvr>
    <a:masterClrMapping/>
  </p:clrMapOvr>
  <p:transition/>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灯片编号占位符 1"/>
          <p:cNvSpPr>
            <a:spLocks noGrp="1"/>
          </p:cNvSpPr>
          <p:nvPr>
            <p:ph type="sldNum" sz="quarter" idx="4294967295"/>
          </p:nvPr>
        </p:nvSpPr>
        <p:spPr>
          <a:xfrm>
            <a:off x="6553200" y="6245225"/>
            <a:ext cx="2133600" cy="476250"/>
          </a:xfrm>
          <a:prstGeom prst="rect">
            <a:avLst/>
          </a:prstGeom>
          <a:noFill/>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a:spcBef>
                <a:spcPct val="0"/>
              </a:spcBef>
              <a:buFontTx/>
              <a:buNone/>
            </a:pPr>
            <a:fld id="{FEC0EF92-2FD8-44AF-9187-03E849735408}" type="slidenum">
              <a:rPr lang="zh-CN" altLang="en-US" sz="1400" smtClean="0">
                <a:latin typeface="Gulim" panose="02010600030101010101" charset="-122"/>
                <a:ea typeface="Gulim" panose="02010600030101010101" charset="-122"/>
              </a:rPr>
              <a:pPr>
                <a:spcBef>
                  <a:spcPct val="0"/>
                </a:spcBef>
                <a:buFontTx/>
                <a:buNone/>
              </a:pPr>
              <a:t>143</a:t>
            </a:fld>
            <a:endParaRPr lang="en-US" altLang="zh-CN" sz="1400" smtClean="0">
              <a:latin typeface="Gulim" panose="02010600030101010101" charset="-122"/>
              <a:ea typeface="Gulim" panose="02010600030101010101" charset="-122"/>
            </a:endParaRPr>
          </a:p>
        </p:txBody>
      </p:sp>
      <p:sp>
        <p:nvSpPr>
          <p:cNvPr id="167939" name="Text Box 2"/>
          <p:cNvSpPr txBox="1">
            <a:spLocks noChangeArrowheads="1"/>
          </p:cNvSpPr>
          <p:nvPr/>
        </p:nvSpPr>
        <p:spPr bwMode="auto">
          <a:xfrm>
            <a:off x="179388" y="981075"/>
            <a:ext cx="8785225" cy="5754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a:lnSpc>
                <a:spcPct val="120000"/>
              </a:lnSpc>
              <a:buFont typeface="Wingdings" panose="05000000000000000000" pitchFamily="2" charset="2"/>
              <a:buNone/>
            </a:pPr>
            <a:r>
              <a:rPr lang="zh-CN" altLang="en-US" sz="240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模糊产生式规则</a:t>
            </a:r>
            <a:r>
              <a:rPr lang="zh-CN" altLang="en-US" sz="2400">
                <a:latin typeface="Times New Roman" panose="02020603050405020304" pitchFamily="18" charset="0"/>
                <a:ea typeface="楷体" panose="02010609060101010101" pitchFamily="49" charset="-122"/>
                <a:cs typeface="Times New Roman" panose="02020603050405020304" pitchFamily="18" charset="0"/>
              </a:rPr>
              <a:t>的一般形式是：</a:t>
            </a:r>
          </a:p>
          <a:p>
            <a:pPr algn="ctr">
              <a:lnSpc>
                <a:spcPct val="120000"/>
              </a:lnSpc>
              <a:buFont typeface="Wingdings" panose="05000000000000000000" pitchFamily="2" charset="2"/>
              <a:buNone/>
            </a:pPr>
            <a:r>
              <a:rPr lang="en-US" altLang="zh-CN" sz="240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IF</a:t>
            </a:r>
            <a:r>
              <a:rPr lang="en-US" altLang="zh-CN" sz="2400">
                <a:latin typeface="Times New Roman" panose="02020603050405020304" pitchFamily="18" charset="0"/>
                <a:ea typeface="楷体" panose="02010609060101010101" pitchFamily="49" charset="-122"/>
                <a:cs typeface="Times New Roman" panose="02020603050405020304" pitchFamily="18" charset="0"/>
              </a:rPr>
              <a:t> </a:t>
            </a:r>
            <a:r>
              <a:rPr lang="en-US" altLang="zh-CN" sz="2400" i="1">
                <a:latin typeface="Times New Roman" panose="02020603050405020304" pitchFamily="18" charset="0"/>
                <a:ea typeface="楷体" panose="02010609060101010101" pitchFamily="49" charset="-122"/>
                <a:cs typeface="Times New Roman" panose="02020603050405020304" pitchFamily="18" charset="0"/>
              </a:rPr>
              <a:t>E</a:t>
            </a:r>
            <a:r>
              <a:rPr lang="en-US" altLang="zh-CN" sz="2400">
                <a:latin typeface="Times New Roman" panose="02020603050405020304" pitchFamily="18" charset="0"/>
                <a:ea typeface="楷体" panose="02010609060101010101" pitchFamily="49" charset="-122"/>
                <a:cs typeface="Times New Roman" panose="02020603050405020304" pitchFamily="18" charset="0"/>
              </a:rPr>
              <a:t>	</a:t>
            </a:r>
            <a:r>
              <a:rPr lang="en-US" altLang="zh-CN" sz="240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THEN</a:t>
            </a:r>
            <a:r>
              <a:rPr lang="en-US" altLang="zh-CN" sz="2400">
                <a:latin typeface="Times New Roman" panose="02020603050405020304" pitchFamily="18" charset="0"/>
                <a:ea typeface="楷体" panose="02010609060101010101" pitchFamily="49" charset="-122"/>
                <a:cs typeface="Times New Roman" panose="02020603050405020304" pitchFamily="18" charset="0"/>
              </a:rPr>
              <a:t> </a:t>
            </a:r>
            <a:r>
              <a:rPr lang="en-US" altLang="zh-CN" sz="2400" i="1">
                <a:latin typeface="Times New Roman" panose="02020603050405020304" pitchFamily="18" charset="0"/>
                <a:ea typeface="楷体" panose="02010609060101010101" pitchFamily="49" charset="-122"/>
                <a:cs typeface="Times New Roman" panose="02020603050405020304" pitchFamily="18" charset="0"/>
              </a:rPr>
              <a:t>H</a:t>
            </a:r>
            <a:r>
              <a:rPr lang="en-US" altLang="zh-CN" sz="2400">
                <a:latin typeface="Times New Roman" panose="02020603050405020304" pitchFamily="18" charset="0"/>
                <a:ea typeface="楷体" panose="02010609060101010101" pitchFamily="49" charset="-122"/>
                <a:cs typeface="Times New Roman" panose="02020603050405020304" pitchFamily="18" charset="0"/>
              </a:rPr>
              <a:t> (CF,</a:t>
            </a:r>
            <a:r>
              <a:rPr lang="el-GR" altLang="zh-CN" sz="2400">
                <a:latin typeface="Times New Roman" panose="02020603050405020304" pitchFamily="18" charset="0"/>
                <a:ea typeface="楷体" panose="02010609060101010101" pitchFamily="49" charset="-122"/>
                <a:cs typeface="Times New Roman" panose="02020603050405020304" pitchFamily="18" charset="0"/>
              </a:rPr>
              <a:t>λ)</a:t>
            </a:r>
          </a:p>
          <a:p>
            <a:pPr>
              <a:lnSpc>
                <a:spcPct val="120000"/>
              </a:lnSpc>
              <a:buFont typeface="Wingdings" panose="05000000000000000000" pitchFamily="2" charset="2"/>
              <a:buNone/>
            </a:pPr>
            <a:r>
              <a:rPr lang="zh-CN" altLang="en-US" sz="2400">
                <a:latin typeface="Times New Roman" panose="02020603050405020304" pitchFamily="18" charset="0"/>
                <a:ea typeface="楷体" panose="02010609060101010101" pitchFamily="49" charset="-122"/>
                <a:cs typeface="Times New Roman" panose="02020603050405020304" pitchFamily="18" charset="0"/>
              </a:rPr>
              <a:t>其中，</a:t>
            </a:r>
            <a:r>
              <a:rPr lang="en-US" altLang="zh-CN" sz="2400">
                <a:latin typeface="Times New Roman" panose="02020603050405020304" pitchFamily="18" charset="0"/>
                <a:ea typeface="楷体" panose="02010609060101010101" pitchFamily="49" charset="-122"/>
                <a:cs typeface="Times New Roman" panose="02020603050405020304" pitchFamily="18" charset="0"/>
              </a:rPr>
              <a:t>E</a:t>
            </a:r>
            <a:r>
              <a:rPr lang="zh-CN" altLang="en-US" sz="2400">
                <a:latin typeface="Times New Roman" panose="02020603050405020304" pitchFamily="18" charset="0"/>
                <a:ea typeface="楷体" panose="02010609060101010101" pitchFamily="49" charset="-122"/>
                <a:cs typeface="Times New Roman" panose="02020603050405020304" pitchFamily="18" charset="0"/>
              </a:rPr>
              <a:t>是用模糊命题表示的模糊条件；</a:t>
            </a:r>
            <a:r>
              <a:rPr lang="en-US" altLang="zh-CN" sz="2400">
                <a:latin typeface="Times New Roman" panose="02020603050405020304" pitchFamily="18" charset="0"/>
                <a:ea typeface="楷体" panose="02010609060101010101" pitchFamily="49" charset="-122"/>
                <a:cs typeface="Times New Roman" panose="02020603050405020304" pitchFamily="18" charset="0"/>
              </a:rPr>
              <a:t>H</a:t>
            </a:r>
            <a:r>
              <a:rPr lang="zh-CN" altLang="en-US" sz="2400">
                <a:latin typeface="Times New Roman" panose="02020603050405020304" pitchFamily="18" charset="0"/>
                <a:ea typeface="楷体" panose="02010609060101010101" pitchFamily="49" charset="-122"/>
                <a:cs typeface="Times New Roman" panose="02020603050405020304" pitchFamily="18" charset="0"/>
              </a:rPr>
              <a:t>是用模糊命题表示的模糊结论；</a:t>
            </a:r>
            <a:r>
              <a:rPr lang="en-US" altLang="zh-CN" sz="2400">
                <a:latin typeface="Times New Roman" panose="02020603050405020304" pitchFamily="18" charset="0"/>
                <a:ea typeface="楷体" panose="02010609060101010101" pitchFamily="49" charset="-122"/>
                <a:cs typeface="Times New Roman" panose="02020603050405020304" pitchFamily="18" charset="0"/>
              </a:rPr>
              <a:t>CF</a:t>
            </a:r>
            <a:r>
              <a:rPr lang="zh-CN" altLang="en-US" sz="2400">
                <a:latin typeface="Times New Roman" panose="02020603050405020304" pitchFamily="18" charset="0"/>
                <a:ea typeface="楷体" panose="02010609060101010101" pitchFamily="49" charset="-122"/>
                <a:cs typeface="Times New Roman" panose="02020603050405020304" pitchFamily="18" charset="0"/>
              </a:rPr>
              <a:t>是知识的可信度因子。</a:t>
            </a:r>
            <a:r>
              <a:rPr lang="el-GR" altLang="zh-CN" sz="2400">
                <a:latin typeface="Times New Roman" panose="02020603050405020304" pitchFamily="18" charset="0"/>
                <a:ea typeface="楷体" panose="02010609060101010101" pitchFamily="49" charset="-122"/>
                <a:cs typeface="Times New Roman" panose="02020603050405020304" pitchFamily="18" charset="0"/>
              </a:rPr>
              <a:t>λ</a:t>
            </a:r>
            <a:r>
              <a:rPr lang="zh-CN" altLang="en-US" sz="2400">
                <a:latin typeface="Times New Roman" panose="02020603050405020304" pitchFamily="18" charset="0"/>
                <a:ea typeface="楷体" panose="02010609060101010101" pitchFamily="49" charset="-122"/>
                <a:cs typeface="Times New Roman" panose="02020603050405020304" pitchFamily="18" charset="0"/>
              </a:rPr>
              <a:t>是匹配度的阈值，用以指出知识被运用的条件。例如：</a:t>
            </a:r>
          </a:p>
          <a:p>
            <a:pPr algn="ctr">
              <a:lnSpc>
                <a:spcPct val="120000"/>
              </a:lnSpc>
              <a:buFont typeface="Wingdings" panose="05000000000000000000" pitchFamily="2" charset="2"/>
              <a:buNone/>
            </a:pPr>
            <a:r>
              <a:rPr lang="en-US" altLang="zh-CN" sz="240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IF</a:t>
            </a:r>
            <a:r>
              <a:rPr lang="en-US" altLang="zh-CN" sz="2400">
                <a:latin typeface="Times New Roman" panose="02020603050405020304" pitchFamily="18" charset="0"/>
                <a:ea typeface="楷体" panose="02010609060101010101" pitchFamily="49" charset="-122"/>
                <a:cs typeface="Times New Roman" panose="02020603050405020304" pitchFamily="18" charset="0"/>
              </a:rPr>
              <a:t> </a:t>
            </a:r>
            <a:r>
              <a:rPr lang="en-US" altLang="zh-CN" sz="2400" i="1">
                <a:latin typeface="Times New Roman" panose="02020603050405020304" pitchFamily="18" charset="0"/>
                <a:ea typeface="楷体" panose="02010609060101010101" pitchFamily="49" charset="-122"/>
                <a:cs typeface="Times New Roman" panose="02020603050405020304" pitchFamily="18" charset="0"/>
              </a:rPr>
              <a:t>x is A </a:t>
            </a:r>
            <a:r>
              <a:rPr lang="en-US" altLang="zh-CN" sz="240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THEN</a:t>
            </a:r>
            <a:r>
              <a:rPr lang="en-US" altLang="zh-CN" sz="2400">
                <a:latin typeface="Times New Roman" panose="02020603050405020304" pitchFamily="18" charset="0"/>
                <a:ea typeface="楷体" panose="02010609060101010101" pitchFamily="49" charset="-122"/>
                <a:cs typeface="Times New Roman" panose="02020603050405020304" pitchFamily="18" charset="0"/>
              </a:rPr>
              <a:t> </a:t>
            </a:r>
            <a:r>
              <a:rPr lang="en-US" altLang="zh-CN" sz="2400" i="1">
                <a:latin typeface="Times New Roman" panose="02020603050405020304" pitchFamily="18" charset="0"/>
                <a:ea typeface="楷体" panose="02010609060101010101" pitchFamily="49" charset="-122"/>
                <a:cs typeface="Times New Roman" panose="02020603050405020304" pitchFamily="18" charset="0"/>
              </a:rPr>
              <a:t>y is B  </a:t>
            </a:r>
            <a:r>
              <a:rPr lang="en-US" altLang="zh-CN" sz="2400">
                <a:latin typeface="Times New Roman" panose="02020603050405020304" pitchFamily="18" charset="0"/>
                <a:ea typeface="楷体" panose="02010609060101010101" pitchFamily="49" charset="-122"/>
                <a:cs typeface="Times New Roman" panose="02020603050405020304" pitchFamily="18" charset="0"/>
              </a:rPr>
              <a:t>(CF,</a:t>
            </a:r>
            <a:r>
              <a:rPr lang="el-GR" altLang="zh-CN" sz="2400">
                <a:latin typeface="Times New Roman" panose="02020603050405020304" pitchFamily="18" charset="0"/>
                <a:ea typeface="楷体" panose="02010609060101010101" pitchFamily="49" charset="-122"/>
                <a:cs typeface="Times New Roman" panose="02020603050405020304" pitchFamily="18" charset="0"/>
              </a:rPr>
              <a:t>λ)</a:t>
            </a:r>
          </a:p>
          <a:p>
            <a:pPr>
              <a:lnSpc>
                <a:spcPct val="120000"/>
              </a:lnSpc>
              <a:buFont typeface="Wingdings" panose="05000000000000000000" pitchFamily="2" charset="2"/>
              <a:buNone/>
            </a:pPr>
            <a:r>
              <a:rPr lang="zh-CN" altLang="en-US" sz="2400">
                <a:latin typeface="Times New Roman" panose="02020603050405020304" pitchFamily="18" charset="0"/>
                <a:ea typeface="楷体" panose="02010609060101010101" pitchFamily="49" charset="-122"/>
                <a:cs typeface="Times New Roman" panose="02020603050405020304" pitchFamily="18" charset="0"/>
              </a:rPr>
              <a:t>推理中所用的证据也用模糊命题表示，一般形式为</a:t>
            </a:r>
          </a:p>
          <a:p>
            <a:pPr algn="ctr">
              <a:lnSpc>
                <a:spcPct val="120000"/>
              </a:lnSpc>
              <a:buFont typeface="Wingdings" panose="05000000000000000000" pitchFamily="2" charset="2"/>
              <a:buNone/>
            </a:pPr>
            <a:r>
              <a:rPr lang="en-US" altLang="zh-CN" sz="2400">
                <a:latin typeface="Times New Roman" panose="02020603050405020304" pitchFamily="18" charset="0"/>
                <a:ea typeface="楷体" panose="02010609060101010101" pitchFamily="49" charset="-122"/>
                <a:cs typeface="Times New Roman" panose="02020603050405020304" pitchFamily="18" charset="0"/>
              </a:rPr>
              <a:t>X is A’</a:t>
            </a:r>
          </a:p>
          <a:p>
            <a:pPr algn="ctr">
              <a:lnSpc>
                <a:spcPct val="120000"/>
              </a:lnSpc>
              <a:buFont typeface="Wingdings" panose="05000000000000000000" pitchFamily="2" charset="2"/>
              <a:buNone/>
            </a:pPr>
            <a:r>
              <a:rPr lang="zh-CN" altLang="en-US" sz="2400">
                <a:latin typeface="Times New Roman" panose="02020603050405020304" pitchFamily="18" charset="0"/>
                <a:ea typeface="楷体" panose="02010609060101010101" pitchFamily="49" charset="-122"/>
                <a:cs typeface="Times New Roman" panose="02020603050405020304" pitchFamily="18" charset="0"/>
              </a:rPr>
              <a:t>或者     </a:t>
            </a:r>
            <a:r>
              <a:rPr lang="en-US" altLang="zh-CN" sz="2400">
                <a:latin typeface="Times New Roman" panose="02020603050405020304" pitchFamily="18" charset="0"/>
                <a:ea typeface="楷体" panose="02010609060101010101" pitchFamily="49" charset="-122"/>
                <a:cs typeface="Times New Roman" panose="02020603050405020304" pitchFamily="18" charset="0"/>
              </a:rPr>
              <a:t>x   is   A’ (CF)</a:t>
            </a:r>
          </a:p>
          <a:p>
            <a:pPr>
              <a:lnSpc>
                <a:spcPct val="120000"/>
              </a:lnSpc>
              <a:buFont typeface="Wingdings" panose="05000000000000000000" pitchFamily="2" charset="2"/>
              <a:buNone/>
            </a:pPr>
            <a:r>
              <a:rPr lang="zh-CN" altLang="en-US" sz="2400">
                <a:latin typeface="Times New Roman" panose="02020603050405020304" pitchFamily="18" charset="0"/>
                <a:ea typeface="楷体" panose="02010609060101010101" pitchFamily="49" charset="-122"/>
                <a:cs typeface="Times New Roman" panose="02020603050405020304" pitchFamily="18" charset="0"/>
              </a:rPr>
              <a:t>模糊推理要解决的问题：证据与知识的条件是否匹配：如果匹配，如何利用知识及证据推出结论。	</a:t>
            </a:r>
          </a:p>
          <a:p>
            <a:pPr eaLnBrk="1" latinLnBrk="0" hangingPunct="1">
              <a:lnSpc>
                <a:spcPct val="120000"/>
              </a:lnSpc>
              <a:spcBef>
                <a:spcPct val="0"/>
              </a:spcBef>
              <a:buFontTx/>
              <a:buNone/>
            </a:pPr>
            <a:endParaRPr lang="en-US" altLang="zh-CN" sz="2400" baseline="3000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Rectangle 3"/>
          <p:cNvSpPr>
            <a:spLocks noChangeArrowheads="1"/>
          </p:cNvSpPr>
          <p:nvPr/>
        </p:nvSpPr>
        <p:spPr bwMode="auto">
          <a:xfrm>
            <a:off x="1042988" y="207963"/>
            <a:ext cx="66611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itchFamily="18" charset="-127"/>
                <a:ea typeface="-윤체M" pitchFamily="18" charset="-127"/>
              </a:defRPr>
            </a:lvl2pPr>
            <a:lvl3pPr marL="1143000" indent="-228600" latinLnBrk="1">
              <a:spcBef>
                <a:spcPct val="20000"/>
              </a:spcBef>
              <a:buChar char="•"/>
              <a:defRPr kumimoji="1">
                <a:solidFill>
                  <a:schemeClr val="tx1"/>
                </a:solidFill>
                <a:latin typeface="-윤체M" pitchFamily="18" charset="-127"/>
                <a:ea typeface="-윤체M" pitchFamily="18" charset="-127"/>
              </a:defRPr>
            </a:lvl3pPr>
            <a:lvl4pPr marL="1600200" indent="-228600" latinLnBrk="1">
              <a:spcBef>
                <a:spcPct val="20000"/>
              </a:spcBef>
              <a:buChar char="•"/>
              <a:defRPr kumimoji="1" sz="1600">
                <a:solidFill>
                  <a:schemeClr val="tx1"/>
                </a:solidFill>
                <a:latin typeface="-윤체M" pitchFamily="18" charset="-127"/>
                <a:ea typeface="-윤체M" pitchFamily="18" charset="-127"/>
              </a:defRPr>
            </a:lvl4pPr>
            <a:lvl5pPr marL="2057400" indent="-228600" latinLnBrk="1">
              <a:spcBef>
                <a:spcPct val="20000"/>
              </a:spcBef>
              <a:buChar char="•"/>
              <a:defRPr kumimoji="1" sz="1400">
                <a:solidFill>
                  <a:schemeClr val="tx1"/>
                </a:solidFill>
                <a:latin typeface="-윤체M" pitchFamily="18" charset="-127"/>
                <a:ea typeface="-윤체M"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9pPr>
          </a:lstStyle>
          <a:p>
            <a:pPr algn="ctr" eaLnBrk="1" latinLnBrk="0" hangingPunct="1">
              <a:spcBef>
                <a:spcPct val="0"/>
              </a:spcBef>
              <a:buFontTx/>
              <a:buNone/>
              <a:defRPr/>
            </a:pPr>
            <a:r>
              <a:rPr lang="en-US" altLang="zh-CN" b="1" dirty="0">
                <a:latin typeface="微软雅黑" panose="020B0503020204020204" pitchFamily="34" charset="-122"/>
                <a:ea typeface="微软雅黑" panose="020B0503020204020204" pitchFamily="34" charset="-122"/>
                <a:cs typeface="+mj-cs"/>
              </a:rPr>
              <a:t>3.6.3</a:t>
            </a:r>
            <a:r>
              <a:rPr lang="en-US" altLang="zh-CN" b="1" dirty="0">
                <a:latin typeface="微软雅黑" panose="020B0503020204020204" pitchFamily="34" charset="-122"/>
                <a:ea typeface="微软雅黑" panose="020B0503020204020204" pitchFamily="34" charset="-122"/>
                <a:cs typeface="+mj-cs"/>
              </a:rPr>
              <a:t> </a:t>
            </a:r>
            <a:r>
              <a:rPr lang="zh-CN" altLang="en-US" b="1" dirty="0">
                <a:latin typeface="微软雅黑" panose="020B0503020204020204" pitchFamily="34" charset="-122"/>
                <a:ea typeface="微软雅黑" panose="020B0503020204020204" pitchFamily="34" charset="-122"/>
                <a:cs typeface="+mj-cs"/>
              </a:rPr>
              <a:t>基于模糊</a:t>
            </a:r>
            <a:r>
              <a:rPr lang="zh-CN" altLang="en-US" b="1" dirty="0">
                <a:latin typeface="微软雅黑" panose="020B0503020204020204" pitchFamily="34" charset="-122"/>
                <a:ea typeface="微软雅黑" panose="020B0503020204020204" pitchFamily="34" charset="-122"/>
                <a:cs typeface="+mj-cs"/>
              </a:rPr>
              <a:t>关系</a:t>
            </a:r>
            <a:r>
              <a:rPr lang="zh-CN" altLang="en-US" b="1" dirty="0">
                <a:latin typeface="微软雅黑" panose="020B0503020204020204" pitchFamily="34" charset="-122"/>
                <a:ea typeface="微软雅黑" panose="020B0503020204020204" pitchFamily="34" charset="-122"/>
                <a:cs typeface="+mj-cs"/>
              </a:rPr>
              <a:t>的推理</a:t>
            </a:r>
          </a:p>
        </p:txBody>
      </p:sp>
    </p:spTree>
    <p:extLst>
      <p:ext uri="{BB962C8B-B14F-4D97-AF65-F5344CB8AC3E}">
        <p14:creationId xmlns:p14="http://schemas.microsoft.com/office/powerpoint/2010/main" val="967978816"/>
      </p:ext>
    </p:extLst>
  </p:cSld>
  <p:clrMapOvr>
    <a:masterClrMapping/>
  </p:clrMapOvr>
  <p:transition/>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灯片编号占位符 1"/>
          <p:cNvSpPr>
            <a:spLocks noGrp="1"/>
          </p:cNvSpPr>
          <p:nvPr>
            <p:ph type="sldNum" sz="quarter" idx="4294967295"/>
          </p:nvPr>
        </p:nvSpPr>
        <p:spPr>
          <a:xfrm>
            <a:off x="6553200" y="6245225"/>
            <a:ext cx="2133600" cy="476250"/>
          </a:xfrm>
          <a:prstGeom prst="rect">
            <a:avLst/>
          </a:prstGeom>
          <a:noFill/>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a:spcBef>
                <a:spcPct val="0"/>
              </a:spcBef>
              <a:buFontTx/>
              <a:buNone/>
            </a:pPr>
            <a:fld id="{A86D7BD7-BFEA-460F-98E6-12A170B4970E}" type="slidenum">
              <a:rPr lang="zh-CN" altLang="en-US" sz="1400" smtClean="0">
                <a:latin typeface="Gulim" panose="02010600030101010101" charset="-122"/>
                <a:ea typeface="Gulim" panose="02010600030101010101" charset="-122"/>
              </a:rPr>
              <a:pPr>
                <a:spcBef>
                  <a:spcPct val="0"/>
                </a:spcBef>
                <a:buFontTx/>
                <a:buNone/>
              </a:pPr>
              <a:t>144</a:t>
            </a:fld>
            <a:endParaRPr lang="en-US" altLang="zh-CN" sz="1400" smtClean="0">
              <a:latin typeface="Gulim" panose="02010600030101010101" charset="-122"/>
              <a:ea typeface="Gulim" panose="02010600030101010101" charset="-122"/>
            </a:endParaRPr>
          </a:p>
        </p:txBody>
      </p:sp>
      <p:sp>
        <p:nvSpPr>
          <p:cNvPr id="168963" name="Text Box 2"/>
          <p:cNvSpPr txBox="1">
            <a:spLocks noChangeArrowheads="1"/>
          </p:cNvSpPr>
          <p:nvPr/>
        </p:nvSpPr>
        <p:spPr bwMode="auto">
          <a:xfrm>
            <a:off x="179388" y="981075"/>
            <a:ext cx="8856662" cy="5337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a:lnSpc>
                <a:spcPct val="120000"/>
              </a:lnSpc>
              <a:buFont typeface="Wingdings" panose="05000000000000000000" pitchFamily="2" charset="2"/>
              <a:buNone/>
            </a:pPr>
            <a:r>
              <a:rPr lang="zh-CN" altLang="en-US" sz="2400">
                <a:latin typeface="Times New Roman" panose="02020603050405020304" pitchFamily="18" charset="0"/>
                <a:ea typeface="楷体" panose="02010609060101010101" pitchFamily="49" charset="-122"/>
                <a:cs typeface="Times New Roman" panose="02020603050405020304" pitchFamily="18" charset="0"/>
              </a:rPr>
              <a:t>在模糊推理中，知识的前提条件中的</a:t>
            </a:r>
            <a:r>
              <a:rPr lang="en-US" altLang="zh-CN" sz="2400">
                <a:latin typeface="Times New Roman" panose="02020603050405020304" pitchFamily="18" charset="0"/>
                <a:ea typeface="楷体" panose="02010609060101010101" pitchFamily="49" charset="-122"/>
                <a:cs typeface="Times New Roman" panose="02020603050405020304" pitchFamily="18" charset="0"/>
              </a:rPr>
              <a:t>A</a:t>
            </a:r>
            <a:r>
              <a:rPr lang="zh-CN" altLang="en-US" sz="2400">
                <a:latin typeface="Times New Roman" panose="02020603050405020304" pitchFamily="18" charset="0"/>
                <a:ea typeface="楷体" panose="02010609060101010101" pitchFamily="49" charset="-122"/>
                <a:cs typeface="Times New Roman" panose="02020603050405020304" pitchFamily="18" charset="0"/>
              </a:rPr>
              <a:t>与证据中的</a:t>
            </a:r>
            <a:r>
              <a:rPr lang="en-US" altLang="zh-CN" sz="2400">
                <a:latin typeface="Times New Roman" panose="02020603050405020304" pitchFamily="18" charset="0"/>
                <a:ea typeface="楷体" panose="02010609060101010101" pitchFamily="49" charset="-122"/>
                <a:cs typeface="Times New Roman" panose="02020603050405020304" pitchFamily="18" charset="0"/>
              </a:rPr>
              <a:t>A’</a:t>
            </a:r>
            <a:r>
              <a:rPr lang="zh-CN" altLang="en-US" sz="2400">
                <a:latin typeface="Times New Roman" panose="02020603050405020304" pitchFamily="18" charset="0"/>
                <a:ea typeface="楷体" panose="02010609060101010101" pitchFamily="49" charset="-122"/>
                <a:cs typeface="Times New Roman" panose="02020603050405020304" pitchFamily="18" charset="0"/>
              </a:rPr>
              <a:t>不一定完全相同，因此首先必须考虑</a:t>
            </a:r>
            <a:r>
              <a:rPr lang="zh-CN" altLang="en-US" sz="2400">
                <a:solidFill>
                  <a:srgbClr val="C00000"/>
                </a:solidFill>
                <a:latin typeface="Times New Roman" panose="02020603050405020304" pitchFamily="18" charset="0"/>
                <a:ea typeface="楷体" panose="02010609060101010101" pitchFamily="49" charset="-122"/>
                <a:cs typeface="Times New Roman" panose="02020603050405020304" pitchFamily="18" charset="0"/>
              </a:rPr>
              <a:t>匹配</a:t>
            </a:r>
            <a:r>
              <a:rPr lang="zh-CN" altLang="en-US" sz="2400">
                <a:latin typeface="Times New Roman" panose="02020603050405020304" pitchFamily="18" charset="0"/>
                <a:ea typeface="楷体" panose="02010609060101010101" pitchFamily="49" charset="-122"/>
                <a:cs typeface="Times New Roman" panose="02020603050405020304" pitchFamily="18" charset="0"/>
              </a:rPr>
              <a:t>问题。例如：</a:t>
            </a:r>
          </a:p>
          <a:p>
            <a:pPr algn="ctr">
              <a:lnSpc>
                <a:spcPct val="120000"/>
              </a:lnSpc>
              <a:buFont typeface="Wingdings" panose="05000000000000000000" pitchFamily="2" charset="2"/>
              <a:buNone/>
            </a:pPr>
            <a:r>
              <a:rPr lang="en-US" altLang="zh-CN" sz="240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IF</a:t>
            </a:r>
            <a:r>
              <a:rPr lang="en-US" altLang="zh-CN" sz="2400">
                <a:latin typeface="Times New Roman" panose="02020603050405020304" pitchFamily="18" charset="0"/>
                <a:ea typeface="楷体" panose="02010609060101010101" pitchFamily="49" charset="-122"/>
                <a:cs typeface="Times New Roman" panose="02020603050405020304" pitchFamily="18" charset="0"/>
              </a:rPr>
              <a:t>  </a:t>
            </a:r>
            <a:r>
              <a:rPr lang="en-US" altLang="zh-CN" sz="2400" i="1">
                <a:latin typeface="Times New Roman" panose="02020603050405020304" pitchFamily="18" charset="0"/>
                <a:ea typeface="楷体" panose="02010609060101010101" pitchFamily="49" charset="-122"/>
                <a:cs typeface="Times New Roman" panose="02020603050405020304" pitchFamily="18" charset="0"/>
              </a:rPr>
              <a:t>x is </a:t>
            </a:r>
            <a:r>
              <a:rPr lang="zh-CN" altLang="en-US" sz="2400" i="1">
                <a:latin typeface="Times New Roman" panose="02020603050405020304" pitchFamily="18" charset="0"/>
                <a:ea typeface="楷体" panose="02010609060101010101" pitchFamily="49" charset="-122"/>
                <a:cs typeface="Times New Roman" panose="02020603050405020304" pitchFamily="18" charset="0"/>
              </a:rPr>
              <a:t>小 </a:t>
            </a:r>
            <a:r>
              <a:rPr lang="en-US" altLang="zh-CN" sz="240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THEN</a:t>
            </a:r>
            <a:r>
              <a:rPr lang="en-US" altLang="zh-CN" sz="2400">
                <a:latin typeface="Times New Roman" panose="02020603050405020304" pitchFamily="18" charset="0"/>
                <a:ea typeface="楷体" panose="02010609060101010101" pitchFamily="49" charset="-122"/>
                <a:cs typeface="Times New Roman" panose="02020603050405020304" pitchFamily="18" charset="0"/>
              </a:rPr>
              <a:t>  </a:t>
            </a:r>
            <a:r>
              <a:rPr lang="en-US" altLang="zh-CN" sz="2400" i="1">
                <a:latin typeface="Times New Roman" panose="02020603050405020304" pitchFamily="18" charset="0"/>
                <a:ea typeface="楷体" panose="02010609060101010101" pitchFamily="49" charset="-122"/>
                <a:cs typeface="Times New Roman" panose="02020603050405020304" pitchFamily="18" charset="0"/>
              </a:rPr>
              <a:t>y is </a:t>
            </a:r>
            <a:r>
              <a:rPr lang="zh-CN" altLang="en-US" sz="2400" i="1">
                <a:latin typeface="Times New Roman" panose="02020603050405020304" pitchFamily="18" charset="0"/>
                <a:ea typeface="楷体" panose="02010609060101010101" pitchFamily="49" charset="-122"/>
                <a:cs typeface="Times New Roman" panose="02020603050405020304" pitchFamily="18" charset="0"/>
              </a:rPr>
              <a:t>大</a:t>
            </a:r>
            <a:r>
              <a:rPr lang="zh-CN" altLang="en-US" sz="2400">
                <a:latin typeface="Times New Roman" panose="02020603050405020304" pitchFamily="18" charset="0"/>
                <a:ea typeface="楷体" panose="02010609060101010101" pitchFamily="49" charset="-122"/>
                <a:cs typeface="Times New Roman" panose="02020603050405020304" pitchFamily="18" charset="0"/>
              </a:rPr>
              <a:t>	 </a:t>
            </a:r>
            <a:r>
              <a:rPr lang="en-US" altLang="zh-CN" sz="2400">
                <a:latin typeface="Times New Roman" panose="02020603050405020304" pitchFamily="18" charset="0"/>
                <a:ea typeface="楷体" panose="02010609060101010101" pitchFamily="49" charset="-122"/>
                <a:cs typeface="Times New Roman" panose="02020603050405020304" pitchFamily="18" charset="0"/>
              </a:rPr>
              <a:t>(0.6)</a:t>
            </a:r>
          </a:p>
          <a:p>
            <a:pPr algn="ctr">
              <a:lnSpc>
                <a:spcPct val="120000"/>
              </a:lnSpc>
              <a:buFont typeface="Wingdings" panose="05000000000000000000" pitchFamily="2" charset="2"/>
              <a:buNone/>
            </a:pPr>
            <a:r>
              <a:rPr lang="en-US" altLang="zh-CN" sz="2400" i="1">
                <a:latin typeface="Times New Roman" panose="02020603050405020304" pitchFamily="18" charset="0"/>
                <a:ea typeface="楷体" panose="02010609060101010101" pitchFamily="49" charset="-122"/>
                <a:cs typeface="Times New Roman" panose="02020603050405020304" pitchFamily="18" charset="0"/>
              </a:rPr>
              <a:t>x is </a:t>
            </a:r>
            <a:r>
              <a:rPr lang="zh-CN" altLang="en-US" sz="2400" i="1">
                <a:latin typeface="Times New Roman" panose="02020603050405020304" pitchFamily="18" charset="0"/>
                <a:ea typeface="楷体" panose="02010609060101010101" pitchFamily="49" charset="-122"/>
                <a:cs typeface="Times New Roman" panose="02020603050405020304" pitchFamily="18" charset="0"/>
              </a:rPr>
              <a:t>较小</a:t>
            </a:r>
          </a:p>
          <a:p>
            <a:pPr>
              <a:lnSpc>
                <a:spcPct val="120000"/>
              </a:lnSpc>
              <a:buFont typeface="Wingdings" panose="05000000000000000000" pitchFamily="2" charset="2"/>
              <a:buNone/>
            </a:pPr>
            <a:r>
              <a:rPr lang="zh-CN" altLang="en-US" sz="2400">
                <a:latin typeface="Times New Roman" panose="02020603050405020304" pitchFamily="18" charset="0"/>
                <a:ea typeface="楷体" panose="02010609060101010101" pitchFamily="49" charset="-122"/>
                <a:cs typeface="Times New Roman" panose="02020603050405020304" pitchFamily="18" charset="0"/>
              </a:rPr>
              <a:t>两个模糊集或模糊概念的相似程度称为匹配度。常用的计算匹配度的方法主要有贴近度、语义距离及相似度等</a:t>
            </a:r>
          </a:p>
          <a:p>
            <a:pPr>
              <a:lnSpc>
                <a:spcPct val="120000"/>
              </a:lnSpc>
              <a:buFont typeface="Wingdings" panose="05000000000000000000" pitchFamily="2" charset="2"/>
              <a:buNone/>
            </a:pPr>
            <a:r>
              <a:rPr lang="en-US" altLang="zh-CN" sz="2400">
                <a:latin typeface="Times New Roman" panose="02020603050405020304" pitchFamily="18" charset="0"/>
                <a:ea typeface="楷体" panose="02010609060101010101" pitchFamily="49" charset="-122"/>
                <a:cs typeface="Times New Roman" panose="02020603050405020304" pitchFamily="18" charset="0"/>
              </a:rPr>
              <a:t>1. </a:t>
            </a:r>
            <a:r>
              <a:rPr lang="zh-CN" altLang="en-US" sz="2400">
                <a:latin typeface="Times New Roman" panose="02020603050405020304" pitchFamily="18" charset="0"/>
                <a:ea typeface="楷体" panose="02010609060101010101" pitchFamily="49" charset="-122"/>
                <a:cs typeface="Times New Roman" panose="02020603050405020304" pitchFamily="18" charset="0"/>
              </a:rPr>
              <a:t>贴近度</a:t>
            </a:r>
          </a:p>
          <a:p>
            <a:pPr>
              <a:lnSpc>
                <a:spcPct val="120000"/>
              </a:lnSpc>
              <a:buFont typeface="Wingdings" panose="05000000000000000000" pitchFamily="2" charset="2"/>
              <a:buNone/>
            </a:pPr>
            <a:r>
              <a:rPr lang="zh-CN" altLang="en-US" sz="2400">
                <a:latin typeface="Times New Roman" panose="02020603050405020304" pitchFamily="18" charset="0"/>
                <a:ea typeface="楷体" panose="02010609060101010101" pitchFamily="49" charset="-122"/>
                <a:cs typeface="Times New Roman" panose="02020603050405020304" pitchFamily="18" charset="0"/>
              </a:rPr>
              <a:t>设</a:t>
            </a:r>
            <a:r>
              <a:rPr lang="en-US" altLang="zh-CN" sz="2400">
                <a:latin typeface="Times New Roman" panose="02020603050405020304" pitchFamily="18" charset="0"/>
                <a:ea typeface="楷体" panose="02010609060101010101" pitchFamily="49" charset="-122"/>
                <a:cs typeface="Times New Roman" panose="02020603050405020304" pitchFamily="18" charset="0"/>
              </a:rPr>
              <a:t>A</a:t>
            </a:r>
            <a:r>
              <a:rPr lang="zh-CN" altLang="en-US" sz="2400">
                <a:latin typeface="Times New Roman" panose="02020603050405020304" pitchFamily="18" charset="0"/>
                <a:ea typeface="楷体" panose="02010609060101010101" pitchFamily="49" charset="-122"/>
                <a:cs typeface="Times New Roman" panose="02020603050405020304" pitchFamily="18" charset="0"/>
              </a:rPr>
              <a:t>与</a:t>
            </a:r>
            <a:r>
              <a:rPr lang="en-US" altLang="zh-CN" sz="2400">
                <a:latin typeface="Times New Roman" panose="02020603050405020304" pitchFamily="18" charset="0"/>
                <a:ea typeface="楷体" panose="02010609060101010101" pitchFamily="49" charset="-122"/>
                <a:cs typeface="Times New Roman" panose="02020603050405020304" pitchFamily="18" charset="0"/>
              </a:rPr>
              <a:t>B</a:t>
            </a:r>
            <a:r>
              <a:rPr lang="zh-CN" altLang="en-US" sz="2400">
                <a:latin typeface="Times New Roman" panose="02020603050405020304" pitchFamily="18" charset="0"/>
                <a:ea typeface="楷体" panose="02010609060101010101" pitchFamily="49" charset="-122"/>
                <a:cs typeface="Times New Roman" panose="02020603050405020304" pitchFamily="18" charset="0"/>
              </a:rPr>
              <a:t>分别是论域</a:t>
            </a:r>
            <a:r>
              <a:rPr lang="en-US" altLang="zh-CN" sz="2400">
                <a:latin typeface="Times New Roman" panose="02020603050405020304" pitchFamily="18" charset="0"/>
                <a:ea typeface="楷体" panose="02010609060101010101" pitchFamily="49" charset="-122"/>
                <a:cs typeface="Times New Roman" panose="02020603050405020304" pitchFamily="18" charset="0"/>
              </a:rPr>
              <a:t>U</a:t>
            </a:r>
            <a:r>
              <a:rPr lang="zh-CN" altLang="en-US" sz="2400">
                <a:latin typeface="Times New Roman" panose="02020603050405020304" pitchFamily="18" charset="0"/>
                <a:ea typeface="楷体" panose="02010609060101010101" pitchFamily="49" charset="-122"/>
                <a:cs typeface="Times New Roman" panose="02020603050405020304" pitchFamily="18" charset="0"/>
              </a:rPr>
              <a:t>上的两个模糊集，则它们的贴近度定义为：</a:t>
            </a:r>
            <a:endParaRPr lang="en-US" altLang="zh-CN" sz="2400">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buFont typeface="Wingdings" panose="05000000000000000000" pitchFamily="2" charset="2"/>
              <a:buNone/>
            </a:pPr>
            <a:r>
              <a:rPr lang="en-US" altLang="zh-CN" sz="2400">
                <a:latin typeface="Times New Roman" panose="02020603050405020304" pitchFamily="18" charset="0"/>
                <a:ea typeface="楷体" panose="02010609060101010101" pitchFamily="49" charset="-122"/>
                <a:cs typeface="Times New Roman" panose="02020603050405020304" pitchFamily="18" charset="0"/>
              </a:rPr>
              <a:t>(A, B)= [A∙B+(1-A⊙B)] /2</a:t>
            </a:r>
          </a:p>
          <a:p>
            <a:pPr>
              <a:lnSpc>
                <a:spcPct val="120000"/>
              </a:lnSpc>
              <a:buFont typeface="Wingdings" panose="05000000000000000000" pitchFamily="2" charset="2"/>
              <a:buNone/>
            </a:pPr>
            <a:r>
              <a:rPr lang="zh-CN" altLang="en-US" sz="2400">
                <a:latin typeface="Times New Roman" panose="02020603050405020304" pitchFamily="18" charset="0"/>
                <a:ea typeface="楷体" panose="02010609060101010101" pitchFamily="49" charset="-122"/>
                <a:cs typeface="Times New Roman" panose="02020603050405020304" pitchFamily="18" charset="0"/>
              </a:rPr>
              <a:t>其中</a:t>
            </a:r>
          </a:p>
          <a:p>
            <a:pPr eaLnBrk="1" latinLnBrk="0" hangingPunct="1">
              <a:lnSpc>
                <a:spcPct val="120000"/>
              </a:lnSpc>
              <a:spcBef>
                <a:spcPct val="0"/>
              </a:spcBef>
              <a:buFontTx/>
              <a:buNone/>
            </a:pPr>
            <a:endParaRPr lang="en-US" altLang="zh-CN" sz="2400" baseline="3000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168964"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067175" y="5229225"/>
            <a:ext cx="4392613" cy="106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3"/>
          <p:cNvSpPr>
            <a:spLocks noChangeArrowheads="1"/>
          </p:cNvSpPr>
          <p:nvPr/>
        </p:nvSpPr>
        <p:spPr bwMode="auto">
          <a:xfrm>
            <a:off x="1042988" y="207963"/>
            <a:ext cx="66611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itchFamily="18" charset="-127"/>
                <a:ea typeface="-윤체M" pitchFamily="18" charset="-127"/>
              </a:defRPr>
            </a:lvl2pPr>
            <a:lvl3pPr marL="1143000" indent="-228600" latinLnBrk="1">
              <a:spcBef>
                <a:spcPct val="20000"/>
              </a:spcBef>
              <a:buChar char="•"/>
              <a:defRPr kumimoji="1">
                <a:solidFill>
                  <a:schemeClr val="tx1"/>
                </a:solidFill>
                <a:latin typeface="-윤체M" pitchFamily="18" charset="-127"/>
                <a:ea typeface="-윤체M" pitchFamily="18" charset="-127"/>
              </a:defRPr>
            </a:lvl3pPr>
            <a:lvl4pPr marL="1600200" indent="-228600" latinLnBrk="1">
              <a:spcBef>
                <a:spcPct val="20000"/>
              </a:spcBef>
              <a:buChar char="•"/>
              <a:defRPr kumimoji="1" sz="1600">
                <a:solidFill>
                  <a:schemeClr val="tx1"/>
                </a:solidFill>
                <a:latin typeface="-윤체M" pitchFamily="18" charset="-127"/>
                <a:ea typeface="-윤체M" pitchFamily="18" charset="-127"/>
              </a:defRPr>
            </a:lvl4pPr>
            <a:lvl5pPr marL="2057400" indent="-228600" latinLnBrk="1">
              <a:spcBef>
                <a:spcPct val="20000"/>
              </a:spcBef>
              <a:buChar char="•"/>
              <a:defRPr kumimoji="1" sz="1400">
                <a:solidFill>
                  <a:schemeClr val="tx1"/>
                </a:solidFill>
                <a:latin typeface="-윤체M" pitchFamily="18" charset="-127"/>
                <a:ea typeface="-윤체M"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9pPr>
          </a:lstStyle>
          <a:p>
            <a:pPr algn="ctr" eaLnBrk="1" latinLnBrk="0" hangingPunct="1">
              <a:spcBef>
                <a:spcPct val="0"/>
              </a:spcBef>
              <a:buFontTx/>
              <a:buNone/>
              <a:defRPr/>
            </a:pPr>
            <a:r>
              <a:rPr lang="en-US" altLang="zh-CN" b="1" dirty="0">
                <a:latin typeface="微软雅黑" panose="020B0503020204020204" pitchFamily="34" charset="-122"/>
                <a:ea typeface="微软雅黑" panose="020B0503020204020204" pitchFamily="34" charset="-122"/>
                <a:cs typeface="+mj-cs"/>
              </a:rPr>
              <a:t>3.6.3</a:t>
            </a:r>
            <a:r>
              <a:rPr lang="en-US" altLang="zh-CN" b="1" dirty="0">
                <a:latin typeface="微软雅黑" panose="020B0503020204020204" pitchFamily="34" charset="-122"/>
                <a:ea typeface="微软雅黑" panose="020B0503020204020204" pitchFamily="34" charset="-122"/>
                <a:cs typeface="+mj-cs"/>
              </a:rPr>
              <a:t> </a:t>
            </a:r>
            <a:r>
              <a:rPr lang="zh-CN" altLang="en-US" b="1" dirty="0">
                <a:latin typeface="微软雅黑" panose="020B0503020204020204" pitchFamily="34" charset="-122"/>
                <a:ea typeface="微软雅黑" panose="020B0503020204020204" pitchFamily="34" charset="-122"/>
                <a:cs typeface="+mj-cs"/>
              </a:rPr>
              <a:t>基于模糊</a:t>
            </a:r>
            <a:r>
              <a:rPr lang="zh-CN" altLang="en-US" b="1" dirty="0">
                <a:latin typeface="微软雅黑" panose="020B0503020204020204" pitchFamily="34" charset="-122"/>
                <a:ea typeface="微软雅黑" panose="020B0503020204020204" pitchFamily="34" charset="-122"/>
                <a:cs typeface="+mj-cs"/>
              </a:rPr>
              <a:t>关系</a:t>
            </a:r>
            <a:r>
              <a:rPr lang="zh-CN" altLang="en-US" b="1" dirty="0">
                <a:latin typeface="微软雅黑" panose="020B0503020204020204" pitchFamily="34" charset="-122"/>
                <a:ea typeface="微软雅黑" panose="020B0503020204020204" pitchFamily="34" charset="-122"/>
                <a:cs typeface="+mj-cs"/>
              </a:rPr>
              <a:t>的推理</a:t>
            </a:r>
          </a:p>
        </p:txBody>
      </p:sp>
    </p:spTree>
    <p:extLst>
      <p:ext uri="{BB962C8B-B14F-4D97-AF65-F5344CB8AC3E}">
        <p14:creationId xmlns:p14="http://schemas.microsoft.com/office/powerpoint/2010/main" val="751373250"/>
      </p:ext>
    </p:extLst>
  </p:cSld>
  <p:clrMapOvr>
    <a:masterClrMapping/>
  </p:clrMapOvr>
  <p:transition/>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灯片编号占位符 1"/>
          <p:cNvSpPr>
            <a:spLocks noGrp="1"/>
          </p:cNvSpPr>
          <p:nvPr>
            <p:ph type="sldNum" sz="quarter" idx="4294967295"/>
          </p:nvPr>
        </p:nvSpPr>
        <p:spPr>
          <a:xfrm>
            <a:off x="6553200" y="6245225"/>
            <a:ext cx="2133600" cy="476250"/>
          </a:xfrm>
          <a:prstGeom prst="rect">
            <a:avLst/>
          </a:prstGeom>
          <a:noFill/>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a:spcBef>
                <a:spcPct val="0"/>
              </a:spcBef>
              <a:buFontTx/>
              <a:buNone/>
            </a:pPr>
            <a:fld id="{B6B968C4-EB22-4991-A096-35CF4BE8C322}" type="slidenum">
              <a:rPr lang="zh-CN" altLang="en-US" sz="1400" smtClean="0">
                <a:latin typeface="Gulim" panose="02010600030101010101" charset="-122"/>
                <a:ea typeface="Gulim" panose="02010600030101010101" charset="-122"/>
              </a:rPr>
              <a:pPr>
                <a:spcBef>
                  <a:spcPct val="0"/>
                </a:spcBef>
                <a:buFontTx/>
                <a:buNone/>
              </a:pPr>
              <a:t>145</a:t>
            </a:fld>
            <a:endParaRPr lang="en-US" altLang="zh-CN" sz="1400" smtClean="0">
              <a:latin typeface="Gulim" panose="02010600030101010101" charset="-122"/>
              <a:ea typeface="Gulim" panose="02010600030101010101" charset="-122"/>
            </a:endParaRPr>
          </a:p>
        </p:txBody>
      </p:sp>
      <p:pic>
        <p:nvPicPr>
          <p:cNvPr id="169987" name="图片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71550" y="1268413"/>
            <a:ext cx="5984875" cy="5078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3"/>
          <p:cNvSpPr>
            <a:spLocks noChangeArrowheads="1"/>
          </p:cNvSpPr>
          <p:nvPr/>
        </p:nvSpPr>
        <p:spPr bwMode="auto">
          <a:xfrm>
            <a:off x="1042988" y="207963"/>
            <a:ext cx="66611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itchFamily="18" charset="-127"/>
                <a:ea typeface="-윤체M" pitchFamily="18" charset="-127"/>
              </a:defRPr>
            </a:lvl2pPr>
            <a:lvl3pPr marL="1143000" indent="-228600" latinLnBrk="1">
              <a:spcBef>
                <a:spcPct val="20000"/>
              </a:spcBef>
              <a:buChar char="•"/>
              <a:defRPr kumimoji="1">
                <a:solidFill>
                  <a:schemeClr val="tx1"/>
                </a:solidFill>
                <a:latin typeface="-윤체M" pitchFamily="18" charset="-127"/>
                <a:ea typeface="-윤체M" pitchFamily="18" charset="-127"/>
              </a:defRPr>
            </a:lvl3pPr>
            <a:lvl4pPr marL="1600200" indent="-228600" latinLnBrk="1">
              <a:spcBef>
                <a:spcPct val="20000"/>
              </a:spcBef>
              <a:buChar char="•"/>
              <a:defRPr kumimoji="1" sz="1600">
                <a:solidFill>
                  <a:schemeClr val="tx1"/>
                </a:solidFill>
                <a:latin typeface="-윤체M" pitchFamily="18" charset="-127"/>
                <a:ea typeface="-윤체M" pitchFamily="18" charset="-127"/>
              </a:defRPr>
            </a:lvl4pPr>
            <a:lvl5pPr marL="2057400" indent="-228600" latinLnBrk="1">
              <a:spcBef>
                <a:spcPct val="20000"/>
              </a:spcBef>
              <a:buChar char="•"/>
              <a:defRPr kumimoji="1" sz="1400">
                <a:solidFill>
                  <a:schemeClr val="tx1"/>
                </a:solidFill>
                <a:latin typeface="-윤체M" pitchFamily="18" charset="-127"/>
                <a:ea typeface="-윤체M"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9pPr>
          </a:lstStyle>
          <a:p>
            <a:pPr algn="ctr" eaLnBrk="1" latinLnBrk="0" hangingPunct="1">
              <a:spcBef>
                <a:spcPct val="0"/>
              </a:spcBef>
              <a:buFontTx/>
              <a:buNone/>
              <a:defRPr/>
            </a:pPr>
            <a:r>
              <a:rPr lang="en-US" altLang="zh-CN" b="1" dirty="0">
                <a:latin typeface="微软雅黑" panose="020B0503020204020204" pitchFamily="34" charset="-122"/>
                <a:ea typeface="微软雅黑" panose="020B0503020204020204" pitchFamily="34" charset="-122"/>
                <a:cs typeface="+mj-cs"/>
              </a:rPr>
              <a:t>3.6.3 </a:t>
            </a:r>
            <a:r>
              <a:rPr lang="zh-CN" altLang="en-US" b="1" dirty="0">
                <a:latin typeface="微软雅黑" panose="020B0503020204020204" pitchFamily="34" charset="-122"/>
                <a:ea typeface="微软雅黑" panose="020B0503020204020204" pitchFamily="34" charset="-122"/>
                <a:cs typeface="+mj-cs"/>
              </a:rPr>
              <a:t>基于</a:t>
            </a:r>
            <a:r>
              <a:rPr lang="zh-CN" altLang="en-US" b="1" dirty="0">
                <a:latin typeface="微软雅黑" panose="020B0503020204020204" pitchFamily="34" charset="-122"/>
                <a:ea typeface="微软雅黑" panose="020B0503020204020204" pitchFamily="34" charset="-122"/>
                <a:cs typeface="+mj-cs"/>
              </a:rPr>
              <a:t>模糊关系</a:t>
            </a:r>
            <a:r>
              <a:rPr lang="zh-CN" altLang="en-US" b="1" dirty="0">
                <a:latin typeface="微软雅黑" panose="020B0503020204020204" pitchFamily="34" charset="-122"/>
                <a:ea typeface="微软雅黑" panose="020B0503020204020204" pitchFamily="34" charset="-122"/>
                <a:cs typeface="+mj-cs"/>
              </a:rPr>
              <a:t>的推理</a:t>
            </a:r>
          </a:p>
        </p:txBody>
      </p:sp>
    </p:spTree>
    <p:extLst>
      <p:ext uri="{BB962C8B-B14F-4D97-AF65-F5344CB8AC3E}">
        <p14:creationId xmlns:p14="http://schemas.microsoft.com/office/powerpoint/2010/main" val="3785281944"/>
      </p:ext>
    </p:extLst>
  </p:cSld>
  <p:clrMapOvr>
    <a:masterClrMapping/>
  </p:clrMapOvr>
  <p:transition/>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灯片编号占位符 1"/>
          <p:cNvSpPr>
            <a:spLocks noGrp="1"/>
          </p:cNvSpPr>
          <p:nvPr>
            <p:ph type="sldNum" sz="quarter" idx="4294967295"/>
          </p:nvPr>
        </p:nvSpPr>
        <p:spPr>
          <a:xfrm>
            <a:off x="6553200" y="6245225"/>
            <a:ext cx="2133600" cy="476250"/>
          </a:xfrm>
          <a:prstGeom prst="rect">
            <a:avLst/>
          </a:prstGeom>
          <a:noFill/>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a:spcBef>
                <a:spcPct val="0"/>
              </a:spcBef>
              <a:buFontTx/>
              <a:buNone/>
            </a:pPr>
            <a:fld id="{B1D58003-96BC-47D3-A2D9-BC82DC393A57}" type="slidenum">
              <a:rPr lang="zh-CN" altLang="en-US" sz="1400" smtClean="0">
                <a:latin typeface="Gulim" panose="02010600030101010101" charset="-122"/>
                <a:ea typeface="Gulim" panose="02010600030101010101" charset="-122"/>
              </a:rPr>
              <a:pPr>
                <a:spcBef>
                  <a:spcPct val="0"/>
                </a:spcBef>
                <a:buFontTx/>
                <a:buNone/>
              </a:pPr>
              <a:t>146</a:t>
            </a:fld>
            <a:endParaRPr lang="en-US" altLang="zh-CN" sz="1400" smtClean="0">
              <a:latin typeface="Gulim" panose="02010600030101010101" charset="-122"/>
              <a:ea typeface="Gulim" panose="02010600030101010101" charset="-122"/>
            </a:endParaRPr>
          </a:p>
        </p:txBody>
      </p:sp>
      <p:pic>
        <p:nvPicPr>
          <p:cNvPr id="171011" name="图片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55650" y="1125538"/>
            <a:ext cx="5972175" cy="538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3"/>
          <p:cNvSpPr>
            <a:spLocks noChangeArrowheads="1"/>
          </p:cNvSpPr>
          <p:nvPr/>
        </p:nvSpPr>
        <p:spPr bwMode="auto">
          <a:xfrm>
            <a:off x="1042988" y="207963"/>
            <a:ext cx="66611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itchFamily="18" charset="-127"/>
                <a:ea typeface="-윤체M" pitchFamily="18" charset="-127"/>
              </a:defRPr>
            </a:lvl2pPr>
            <a:lvl3pPr marL="1143000" indent="-228600" latinLnBrk="1">
              <a:spcBef>
                <a:spcPct val="20000"/>
              </a:spcBef>
              <a:buChar char="•"/>
              <a:defRPr kumimoji="1">
                <a:solidFill>
                  <a:schemeClr val="tx1"/>
                </a:solidFill>
                <a:latin typeface="-윤체M" pitchFamily="18" charset="-127"/>
                <a:ea typeface="-윤체M" pitchFamily="18" charset="-127"/>
              </a:defRPr>
            </a:lvl3pPr>
            <a:lvl4pPr marL="1600200" indent="-228600" latinLnBrk="1">
              <a:spcBef>
                <a:spcPct val="20000"/>
              </a:spcBef>
              <a:buChar char="•"/>
              <a:defRPr kumimoji="1" sz="1600">
                <a:solidFill>
                  <a:schemeClr val="tx1"/>
                </a:solidFill>
                <a:latin typeface="-윤체M" pitchFamily="18" charset="-127"/>
                <a:ea typeface="-윤체M" pitchFamily="18" charset="-127"/>
              </a:defRPr>
            </a:lvl4pPr>
            <a:lvl5pPr marL="2057400" indent="-228600" latinLnBrk="1">
              <a:spcBef>
                <a:spcPct val="20000"/>
              </a:spcBef>
              <a:buChar char="•"/>
              <a:defRPr kumimoji="1" sz="1400">
                <a:solidFill>
                  <a:schemeClr val="tx1"/>
                </a:solidFill>
                <a:latin typeface="-윤체M" pitchFamily="18" charset="-127"/>
                <a:ea typeface="-윤체M"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9pPr>
          </a:lstStyle>
          <a:p>
            <a:pPr algn="ctr" eaLnBrk="1" latinLnBrk="0" hangingPunct="1">
              <a:spcBef>
                <a:spcPct val="0"/>
              </a:spcBef>
              <a:buFontTx/>
              <a:buNone/>
              <a:defRPr/>
            </a:pPr>
            <a:r>
              <a:rPr lang="en-US" altLang="zh-CN" b="1" dirty="0">
                <a:latin typeface="微软雅黑" panose="020B0503020204020204" pitchFamily="34" charset="-122"/>
                <a:ea typeface="微软雅黑" panose="020B0503020204020204" pitchFamily="34" charset="-122"/>
                <a:cs typeface="+mj-cs"/>
              </a:rPr>
              <a:t>3.6.3</a:t>
            </a:r>
            <a:r>
              <a:rPr lang="en-US" altLang="zh-CN" b="1" dirty="0">
                <a:latin typeface="微软雅黑" panose="020B0503020204020204" pitchFamily="34" charset="-122"/>
                <a:ea typeface="微软雅黑" panose="020B0503020204020204" pitchFamily="34" charset="-122"/>
                <a:cs typeface="+mj-cs"/>
              </a:rPr>
              <a:t> </a:t>
            </a:r>
            <a:r>
              <a:rPr lang="zh-CN" altLang="en-US" b="1" dirty="0">
                <a:latin typeface="微软雅黑" panose="020B0503020204020204" pitchFamily="34" charset="-122"/>
                <a:ea typeface="微软雅黑" panose="020B0503020204020204" pitchFamily="34" charset="-122"/>
                <a:cs typeface="+mj-cs"/>
              </a:rPr>
              <a:t>基于</a:t>
            </a:r>
            <a:r>
              <a:rPr lang="zh-CN" altLang="en-US" b="1" dirty="0">
                <a:latin typeface="微软雅黑" panose="020B0503020204020204" pitchFamily="34" charset="-122"/>
                <a:ea typeface="微软雅黑" panose="020B0503020204020204" pitchFamily="34" charset="-122"/>
                <a:cs typeface="+mj-cs"/>
              </a:rPr>
              <a:t>模糊关系</a:t>
            </a:r>
            <a:r>
              <a:rPr lang="zh-CN" altLang="en-US" b="1" dirty="0">
                <a:latin typeface="微软雅黑" panose="020B0503020204020204" pitchFamily="34" charset="-122"/>
                <a:ea typeface="微软雅黑" panose="020B0503020204020204" pitchFamily="34" charset="-122"/>
                <a:cs typeface="+mj-cs"/>
              </a:rPr>
              <a:t>的推理</a:t>
            </a:r>
          </a:p>
        </p:txBody>
      </p:sp>
    </p:spTree>
    <p:extLst>
      <p:ext uri="{BB962C8B-B14F-4D97-AF65-F5344CB8AC3E}">
        <p14:creationId xmlns:p14="http://schemas.microsoft.com/office/powerpoint/2010/main" val="3436113712"/>
      </p:ext>
    </p:extLst>
  </p:cSld>
  <p:clrMapOvr>
    <a:masterClrMapping/>
  </p:clrMapOvr>
  <p:transition/>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灯片编号占位符 1"/>
          <p:cNvSpPr>
            <a:spLocks noGrp="1"/>
          </p:cNvSpPr>
          <p:nvPr>
            <p:ph type="sldNum" sz="quarter" idx="4294967295"/>
          </p:nvPr>
        </p:nvSpPr>
        <p:spPr>
          <a:xfrm>
            <a:off x="6553200" y="6245225"/>
            <a:ext cx="2133600" cy="476250"/>
          </a:xfrm>
          <a:prstGeom prst="rect">
            <a:avLst/>
          </a:prstGeom>
          <a:noFill/>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a:spcBef>
                <a:spcPct val="0"/>
              </a:spcBef>
              <a:buFontTx/>
              <a:buNone/>
            </a:pPr>
            <a:fld id="{62A6E390-F811-40DE-BFCC-28545108ACB5}" type="slidenum">
              <a:rPr lang="zh-CN" altLang="en-US" sz="1400" smtClean="0">
                <a:latin typeface="Gulim" panose="02010600030101010101" charset="-122"/>
                <a:ea typeface="Gulim" panose="02010600030101010101" charset="-122"/>
              </a:rPr>
              <a:pPr>
                <a:spcBef>
                  <a:spcPct val="0"/>
                </a:spcBef>
                <a:buFontTx/>
                <a:buNone/>
              </a:pPr>
              <a:t>147</a:t>
            </a:fld>
            <a:endParaRPr lang="en-US" altLang="zh-CN" sz="1400" smtClean="0">
              <a:latin typeface="Gulim" panose="02010600030101010101" charset="-122"/>
              <a:ea typeface="Gulim" panose="02010600030101010101" charset="-122"/>
            </a:endParaRPr>
          </a:p>
        </p:txBody>
      </p:sp>
      <p:sp>
        <p:nvSpPr>
          <p:cNvPr id="172035" name="Rectangle 3" descr="Rectangle: Click to edit Master text styles&#10;Second level&#10;Third level&#10;Fourth level&#10;Fifth level"/>
          <p:cNvSpPr txBox="1">
            <a:spLocks noChangeArrowheads="1"/>
          </p:cNvSpPr>
          <p:nvPr/>
        </p:nvSpPr>
        <p:spPr bwMode="auto">
          <a:xfrm>
            <a:off x="323850" y="1052513"/>
            <a:ext cx="8534400" cy="556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a:buFont typeface="Wingdings" panose="05000000000000000000" pitchFamily="2" charset="2"/>
              <a:buNone/>
            </a:pPr>
            <a:r>
              <a:rPr lang="zh-CN" altLang="en-US" sz="2000">
                <a:latin typeface="Times New Roman" panose="02020603050405020304" pitchFamily="18" charset="0"/>
                <a:cs typeface="Times New Roman" panose="02020603050405020304" pitchFamily="18" charset="0"/>
              </a:rPr>
              <a:t>设</a:t>
            </a:r>
            <a:r>
              <a:rPr lang="en-US" altLang="zh-CN" sz="2000">
                <a:latin typeface="Times New Roman" panose="02020603050405020304" pitchFamily="18" charset="0"/>
                <a:cs typeface="Times New Roman" panose="02020603050405020304" pitchFamily="18" charset="0"/>
              </a:rPr>
              <a:t>U={a,b,c,d}</a:t>
            </a:r>
          </a:p>
          <a:p>
            <a:pPr>
              <a:buFont typeface="Wingdings" panose="05000000000000000000" pitchFamily="2" charset="2"/>
              <a:buNone/>
            </a:pPr>
            <a:r>
              <a:rPr lang="en-US" altLang="zh-CN" sz="2000">
                <a:latin typeface="Times New Roman" panose="02020603050405020304" pitchFamily="18" charset="0"/>
                <a:cs typeface="Times New Roman" panose="02020603050405020304" pitchFamily="18" charset="0"/>
              </a:rPr>
              <a:t>A=0.3/a+0.4/b+0.6/c+0.8/d</a:t>
            </a:r>
          </a:p>
          <a:p>
            <a:pPr>
              <a:buFont typeface="Wingdings" panose="05000000000000000000" pitchFamily="2" charset="2"/>
              <a:buNone/>
            </a:pPr>
            <a:r>
              <a:rPr lang="en-US" altLang="zh-CN" sz="2000">
                <a:latin typeface="Times New Roman" panose="02020603050405020304" pitchFamily="18" charset="0"/>
                <a:cs typeface="Times New Roman" panose="02020603050405020304" pitchFamily="18" charset="0"/>
              </a:rPr>
              <a:t>B=0.2/a+0.5/b+0.6/c+0.7/d</a:t>
            </a:r>
          </a:p>
          <a:p>
            <a:pPr>
              <a:buFont typeface="Wingdings" panose="05000000000000000000" pitchFamily="2" charset="2"/>
              <a:buNone/>
            </a:pPr>
            <a:r>
              <a:rPr lang="zh-CN" altLang="en-US" sz="2000">
                <a:latin typeface="Times New Roman" panose="02020603050405020304" pitchFamily="18" charset="0"/>
                <a:cs typeface="Times New Roman" panose="02020603050405020304" pitchFamily="18" charset="0"/>
              </a:rPr>
              <a:t>贴近度：</a:t>
            </a:r>
          </a:p>
          <a:p>
            <a:pPr>
              <a:buFont typeface="Wingdings" panose="05000000000000000000" pitchFamily="2" charset="2"/>
              <a:buNone/>
            </a:pPr>
            <a:r>
              <a:rPr lang="en-US" altLang="zh-CN" sz="2000">
                <a:latin typeface="Times New Roman" panose="02020603050405020304" pitchFamily="18" charset="0"/>
                <a:cs typeface="Times New Roman" panose="02020603050405020304" pitchFamily="18" charset="0"/>
              </a:rPr>
              <a:t>A∙B=(0.3∧0.2)∨(0.4∧0.5)∨(0.6∧0.6)∨(0.8∧0.7)=0.7</a:t>
            </a:r>
          </a:p>
          <a:p>
            <a:pPr>
              <a:buFont typeface="Wingdings" panose="05000000000000000000" pitchFamily="2" charset="2"/>
              <a:buNone/>
            </a:pPr>
            <a:r>
              <a:rPr lang="en-US" altLang="zh-CN" sz="2000">
                <a:latin typeface="Times New Roman" panose="02020603050405020304" pitchFamily="18" charset="0"/>
                <a:cs typeface="Times New Roman" panose="02020603050405020304" pitchFamily="18" charset="0"/>
              </a:rPr>
              <a:t>A⊙B=(0.3∨0.2)∧(0.4∨0.5)∧(0.6∨0.6)∧(0.8∨0.7)=0.3</a:t>
            </a:r>
          </a:p>
          <a:p>
            <a:pPr>
              <a:buFont typeface="Wingdings" panose="05000000000000000000" pitchFamily="2" charset="2"/>
              <a:buNone/>
            </a:pPr>
            <a:r>
              <a:rPr lang="en-US" altLang="zh-CN" sz="2000">
                <a:latin typeface="Times New Roman" panose="02020603050405020304" pitchFamily="18" charset="0"/>
                <a:cs typeface="Times New Roman" panose="02020603050405020304" pitchFamily="18" charset="0"/>
              </a:rPr>
              <a:t>(A,B)=1/2[A∙B+(1-A⊙B)]=1/2[0.7+(1-0.3)]=0.7</a:t>
            </a:r>
          </a:p>
          <a:p>
            <a:pPr>
              <a:buFont typeface="Wingdings" panose="05000000000000000000" pitchFamily="2" charset="2"/>
              <a:buNone/>
            </a:pPr>
            <a:r>
              <a:rPr lang="zh-CN" altLang="en-US" sz="2000">
                <a:latin typeface="Times New Roman" panose="02020603050405020304" pitchFamily="18" charset="0"/>
                <a:cs typeface="Times New Roman" panose="02020603050405020304" pitchFamily="18" charset="0"/>
              </a:rPr>
              <a:t>语义距离</a:t>
            </a:r>
            <a:r>
              <a:rPr lang="en-US" altLang="zh-CN" sz="2000">
                <a:latin typeface="Times New Roman" panose="02020603050405020304" pitchFamily="18" charset="0"/>
                <a:cs typeface="Times New Roman" panose="02020603050405020304" pitchFamily="18" charset="0"/>
              </a:rPr>
              <a:t>——</a:t>
            </a:r>
            <a:r>
              <a:rPr lang="zh-CN" altLang="en-US" sz="2000">
                <a:latin typeface="Times New Roman" panose="02020603050405020304" pitchFamily="18" charset="0"/>
                <a:cs typeface="Times New Roman" panose="02020603050405020304" pitchFamily="18" charset="0"/>
              </a:rPr>
              <a:t>海明距离：</a:t>
            </a:r>
          </a:p>
          <a:p>
            <a:pPr>
              <a:buFont typeface="Wingdings" panose="05000000000000000000" pitchFamily="2" charset="2"/>
              <a:buNone/>
            </a:pPr>
            <a:r>
              <a:rPr lang="en-US" altLang="zh-CN" sz="2000">
                <a:latin typeface="Times New Roman" panose="02020603050405020304" pitchFamily="18" charset="0"/>
                <a:cs typeface="Times New Roman" panose="02020603050405020304" pitchFamily="18" charset="0"/>
              </a:rPr>
              <a:t>d(A,B)=1/4×(|0.3-0.2|+|0.4-0.5|+|0.6-0.6|+|0.8-0.7|)=0.075</a:t>
            </a:r>
          </a:p>
          <a:p>
            <a:pPr>
              <a:buFont typeface="Wingdings" panose="05000000000000000000" pitchFamily="2" charset="2"/>
              <a:buNone/>
            </a:pPr>
            <a:r>
              <a:rPr lang="en-US" altLang="zh-CN" sz="2000">
                <a:latin typeface="Times New Roman" panose="02020603050405020304" pitchFamily="18" charset="0"/>
                <a:cs typeface="Times New Roman" panose="02020603050405020304" pitchFamily="18" charset="0"/>
              </a:rPr>
              <a:t>(A,B)=1-d(A,B)=1-0.075=0.925</a:t>
            </a:r>
          </a:p>
          <a:p>
            <a:pPr>
              <a:buFont typeface="Wingdings" panose="05000000000000000000" pitchFamily="2" charset="2"/>
              <a:buNone/>
            </a:pPr>
            <a:r>
              <a:rPr lang="zh-CN" altLang="en-US" sz="2000">
                <a:latin typeface="Times New Roman" panose="02020603050405020304" pitchFamily="18" charset="0"/>
                <a:cs typeface="Times New Roman" panose="02020603050405020304" pitchFamily="18" charset="0"/>
              </a:rPr>
              <a:t>相似度</a:t>
            </a:r>
            <a:r>
              <a:rPr lang="en-US" altLang="zh-CN" sz="2000">
                <a:latin typeface="Times New Roman" panose="02020603050405020304" pitchFamily="18" charset="0"/>
                <a:cs typeface="Times New Roman" panose="02020603050405020304" pitchFamily="18" charset="0"/>
              </a:rPr>
              <a:t>——</a:t>
            </a:r>
            <a:r>
              <a:rPr lang="zh-CN" altLang="en-US" sz="2000">
                <a:latin typeface="Times New Roman" panose="02020603050405020304" pitchFamily="18" charset="0"/>
                <a:cs typeface="Times New Roman" panose="02020603050405020304" pitchFamily="18" charset="0"/>
              </a:rPr>
              <a:t>最大最小法：</a:t>
            </a:r>
          </a:p>
          <a:p>
            <a:pPr>
              <a:buFont typeface="Wingdings" panose="05000000000000000000" pitchFamily="2" charset="2"/>
              <a:buNone/>
            </a:pPr>
            <a:r>
              <a:rPr lang="en-US" altLang="zh-CN" sz="2000">
                <a:latin typeface="Times New Roman" panose="02020603050405020304" pitchFamily="18" charset="0"/>
                <a:cs typeface="Times New Roman" panose="02020603050405020304" pitchFamily="18" charset="0"/>
              </a:rPr>
              <a:t>r(A,B)=((0.3∧0.2)+(0.4∧0.5)+(0.6∧0.6)+(0.8∧0.7))/((0.3∨0.2)+(0.4∨0.5)+(0.6∨0.6)+(0.8∨0.7))</a:t>
            </a:r>
          </a:p>
          <a:p>
            <a:pPr>
              <a:buFont typeface="Wingdings" panose="05000000000000000000" pitchFamily="2" charset="2"/>
              <a:buNone/>
            </a:pPr>
            <a:r>
              <a:rPr lang="en-US" altLang="zh-CN" sz="2000">
                <a:latin typeface="Times New Roman" panose="02020603050405020304" pitchFamily="18" charset="0"/>
                <a:cs typeface="Times New Roman" panose="02020603050405020304" pitchFamily="18" charset="0"/>
              </a:rPr>
              <a:t>=1.9/2.2=0.86</a:t>
            </a:r>
          </a:p>
        </p:txBody>
      </p:sp>
      <p:sp>
        <p:nvSpPr>
          <p:cNvPr id="5" name="Rectangle 3"/>
          <p:cNvSpPr>
            <a:spLocks noChangeArrowheads="1"/>
          </p:cNvSpPr>
          <p:nvPr/>
        </p:nvSpPr>
        <p:spPr bwMode="auto">
          <a:xfrm>
            <a:off x="1042988" y="207963"/>
            <a:ext cx="66611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itchFamily="18" charset="-127"/>
                <a:ea typeface="-윤체M" pitchFamily="18" charset="-127"/>
              </a:defRPr>
            </a:lvl2pPr>
            <a:lvl3pPr marL="1143000" indent="-228600" latinLnBrk="1">
              <a:spcBef>
                <a:spcPct val="20000"/>
              </a:spcBef>
              <a:buChar char="•"/>
              <a:defRPr kumimoji="1">
                <a:solidFill>
                  <a:schemeClr val="tx1"/>
                </a:solidFill>
                <a:latin typeface="-윤체M" pitchFamily="18" charset="-127"/>
                <a:ea typeface="-윤체M" pitchFamily="18" charset="-127"/>
              </a:defRPr>
            </a:lvl3pPr>
            <a:lvl4pPr marL="1600200" indent="-228600" latinLnBrk="1">
              <a:spcBef>
                <a:spcPct val="20000"/>
              </a:spcBef>
              <a:buChar char="•"/>
              <a:defRPr kumimoji="1" sz="1600">
                <a:solidFill>
                  <a:schemeClr val="tx1"/>
                </a:solidFill>
                <a:latin typeface="-윤체M" pitchFamily="18" charset="-127"/>
                <a:ea typeface="-윤체M" pitchFamily="18" charset="-127"/>
              </a:defRPr>
            </a:lvl4pPr>
            <a:lvl5pPr marL="2057400" indent="-228600" latinLnBrk="1">
              <a:spcBef>
                <a:spcPct val="20000"/>
              </a:spcBef>
              <a:buChar char="•"/>
              <a:defRPr kumimoji="1" sz="1400">
                <a:solidFill>
                  <a:schemeClr val="tx1"/>
                </a:solidFill>
                <a:latin typeface="-윤체M" pitchFamily="18" charset="-127"/>
                <a:ea typeface="-윤체M"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9pPr>
          </a:lstStyle>
          <a:p>
            <a:pPr algn="ctr" eaLnBrk="1" latinLnBrk="0" hangingPunct="1">
              <a:spcBef>
                <a:spcPct val="0"/>
              </a:spcBef>
              <a:buFontTx/>
              <a:buNone/>
              <a:defRPr/>
            </a:pPr>
            <a:r>
              <a:rPr lang="en-US" altLang="zh-CN" b="1" dirty="0">
                <a:latin typeface="微软雅黑" panose="020B0503020204020204" pitchFamily="34" charset="-122"/>
                <a:ea typeface="微软雅黑" panose="020B0503020204020204" pitchFamily="34" charset="-122"/>
                <a:cs typeface="+mj-cs"/>
              </a:rPr>
              <a:t>3.6.3</a:t>
            </a:r>
            <a:r>
              <a:rPr lang="en-US" altLang="zh-CN" b="1" dirty="0">
                <a:latin typeface="微软雅黑" panose="020B0503020204020204" pitchFamily="34" charset="-122"/>
                <a:ea typeface="微软雅黑" panose="020B0503020204020204" pitchFamily="34" charset="-122"/>
                <a:cs typeface="+mj-cs"/>
              </a:rPr>
              <a:t> </a:t>
            </a:r>
            <a:r>
              <a:rPr lang="zh-CN" altLang="en-US" b="1" dirty="0">
                <a:latin typeface="微软雅黑" panose="020B0503020204020204" pitchFamily="34" charset="-122"/>
                <a:ea typeface="微软雅黑" panose="020B0503020204020204" pitchFamily="34" charset="-122"/>
                <a:cs typeface="+mj-cs"/>
              </a:rPr>
              <a:t>基于</a:t>
            </a:r>
            <a:r>
              <a:rPr lang="zh-CN" altLang="en-US" b="1" dirty="0">
                <a:latin typeface="微软雅黑" panose="020B0503020204020204" pitchFamily="34" charset="-122"/>
                <a:ea typeface="微软雅黑" panose="020B0503020204020204" pitchFamily="34" charset="-122"/>
                <a:cs typeface="+mj-cs"/>
              </a:rPr>
              <a:t>模糊</a:t>
            </a:r>
            <a:r>
              <a:rPr lang="zh-CN" altLang="en-US" b="1" dirty="0">
                <a:latin typeface="微软雅黑" panose="020B0503020204020204" pitchFamily="34" charset="-122"/>
                <a:ea typeface="微软雅黑" panose="020B0503020204020204" pitchFamily="34" charset="-122"/>
                <a:cs typeface="+mj-cs"/>
              </a:rPr>
              <a:t>关系的推理</a:t>
            </a:r>
          </a:p>
        </p:txBody>
      </p:sp>
    </p:spTree>
    <p:extLst>
      <p:ext uri="{BB962C8B-B14F-4D97-AF65-F5344CB8AC3E}">
        <p14:creationId xmlns:p14="http://schemas.microsoft.com/office/powerpoint/2010/main" val="1455627931"/>
      </p:ext>
    </p:extLst>
  </p:cSld>
  <p:clrMapOvr>
    <a:masterClrMapping/>
  </p:clrMapOvr>
  <p:transition/>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灯片编号占位符 1"/>
          <p:cNvSpPr>
            <a:spLocks noGrp="1"/>
          </p:cNvSpPr>
          <p:nvPr>
            <p:ph type="sldNum" sz="quarter" idx="4294967295"/>
          </p:nvPr>
        </p:nvSpPr>
        <p:spPr>
          <a:xfrm>
            <a:off x="6553200" y="6245225"/>
            <a:ext cx="2133600" cy="476250"/>
          </a:xfrm>
          <a:prstGeom prst="rect">
            <a:avLst/>
          </a:prstGeom>
          <a:noFill/>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a:spcBef>
                <a:spcPct val="0"/>
              </a:spcBef>
              <a:buFontTx/>
              <a:buNone/>
            </a:pPr>
            <a:fld id="{0B65B4CC-EDD0-4E46-9C4B-594A6B4FE9A3}" type="slidenum">
              <a:rPr lang="zh-CN" altLang="en-US" sz="1400" smtClean="0">
                <a:latin typeface="Gulim" panose="02010600030101010101" charset="-122"/>
                <a:ea typeface="Gulim" panose="02010600030101010101" charset="-122"/>
              </a:rPr>
              <a:pPr>
                <a:spcBef>
                  <a:spcPct val="0"/>
                </a:spcBef>
                <a:buFontTx/>
                <a:buNone/>
              </a:pPr>
              <a:t>148</a:t>
            </a:fld>
            <a:endParaRPr lang="en-US" altLang="zh-CN" sz="1400" smtClean="0">
              <a:latin typeface="Gulim" panose="02010600030101010101" charset="-122"/>
              <a:ea typeface="Gulim" panose="02010600030101010101" charset="-122"/>
            </a:endParaRPr>
          </a:p>
        </p:txBody>
      </p:sp>
      <p:sp>
        <p:nvSpPr>
          <p:cNvPr id="173059" name="Text Box 2"/>
          <p:cNvSpPr txBox="1">
            <a:spLocks noChangeArrowheads="1"/>
          </p:cNvSpPr>
          <p:nvPr/>
        </p:nvSpPr>
        <p:spPr bwMode="auto">
          <a:xfrm>
            <a:off x="179388" y="981075"/>
            <a:ext cx="8785225" cy="430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eaLnBrk="1" latinLnBrk="0" hangingPunct="1">
              <a:lnSpc>
                <a:spcPct val="115000"/>
              </a:lnSpc>
              <a:spcBef>
                <a:spcPct val="0"/>
              </a:spcBef>
              <a:buFontTx/>
              <a:buNone/>
            </a:pPr>
            <a:r>
              <a:rPr lang="zh-CN" altLang="en-US" sz="2400" b="1">
                <a:latin typeface="Times New Roman" panose="02020603050405020304" pitchFamily="18" charset="0"/>
                <a:ea typeface="楷体" panose="02010609060101010101" pitchFamily="49" charset="-122"/>
                <a:cs typeface="Times New Roman" panose="02020603050405020304" pitchFamily="18" charset="0"/>
              </a:rPr>
              <a:t>    </a:t>
            </a:r>
            <a:r>
              <a:rPr lang="en-US" altLang="zh-CN" sz="2400" b="1">
                <a:latin typeface="Times New Roman" panose="02020603050405020304" pitchFamily="18" charset="0"/>
                <a:ea typeface="楷体" panose="02010609060101010101" pitchFamily="49" charset="-122"/>
                <a:cs typeface="Times New Roman" panose="02020603050405020304" pitchFamily="18" charset="0"/>
              </a:rPr>
              <a:t>1. </a:t>
            </a:r>
            <a:r>
              <a:rPr lang="zh-CN" altLang="en-US" sz="2400" b="1">
                <a:latin typeface="Times New Roman" panose="02020603050405020304" pitchFamily="18" charset="0"/>
                <a:ea typeface="楷体" panose="02010609060101010101" pitchFamily="49" charset="-122"/>
                <a:cs typeface="Times New Roman" panose="02020603050405020304" pitchFamily="18" charset="0"/>
              </a:rPr>
              <a:t>模糊假言推理</a:t>
            </a:r>
          </a:p>
          <a:p>
            <a:pPr eaLnBrk="1" latinLnBrk="0" hangingPunct="1">
              <a:lnSpc>
                <a:spcPct val="115000"/>
              </a:lnSpc>
              <a:spcBef>
                <a:spcPct val="0"/>
              </a:spcBef>
              <a:buFontTx/>
              <a:buNone/>
            </a:pPr>
            <a:r>
              <a:rPr lang="zh-CN" altLang="en-US" sz="2400">
                <a:latin typeface="Times New Roman" panose="02020603050405020304" pitchFamily="18" charset="0"/>
                <a:ea typeface="楷体" panose="02010609060101010101" pitchFamily="49" charset="-122"/>
                <a:cs typeface="Times New Roman" panose="02020603050405020304" pitchFamily="18" charset="0"/>
              </a:rPr>
              <a:t>    设</a:t>
            </a:r>
            <a:r>
              <a:rPr lang="en-US" altLang="zh-CN" sz="2400">
                <a:latin typeface="Times New Roman" panose="02020603050405020304" pitchFamily="18" charset="0"/>
                <a:ea typeface="楷体" panose="02010609060101010101" pitchFamily="49" charset="-122"/>
                <a:cs typeface="Times New Roman" panose="02020603050405020304" pitchFamily="18" charset="0"/>
              </a:rPr>
              <a:t>F</a:t>
            </a:r>
            <a:r>
              <a:rPr lang="zh-CN" altLang="en-US" sz="2400">
                <a:latin typeface="Times New Roman" panose="02020603050405020304" pitchFamily="18" charset="0"/>
                <a:ea typeface="楷体" panose="02010609060101010101" pitchFamily="49" charset="-122"/>
                <a:cs typeface="Times New Roman" panose="02020603050405020304" pitchFamily="18" charset="0"/>
              </a:rPr>
              <a:t>和</a:t>
            </a:r>
            <a:r>
              <a:rPr lang="en-US" altLang="zh-CN" sz="2400">
                <a:latin typeface="Times New Roman" panose="02020603050405020304" pitchFamily="18" charset="0"/>
                <a:ea typeface="楷体" panose="02010609060101010101" pitchFamily="49" charset="-122"/>
                <a:cs typeface="Times New Roman" panose="02020603050405020304" pitchFamily="18" charset="0"/>
              </a:rPr>
              <a:t>G</a:t>
            </a:r>
            <a:r>
              <a:rPr lang="zh-CN" altLang="en-US" sz="2400">
                <a:latin typeface="Times New Roman" panose="02020603050405020304" pitchFamily="18" charset="0"/>
                <a:ea typeface="楷体" panose="02010609060101010101" pitchFamily="49" charset="-122"/>
                <a:cs typeface="Times New Roman" panose="02020603050405020304" pitchFamily="18" charset="0"/>
              </a:rPr>
              <a:t>分别是</a:t>
            </a:r>
            <a:r>
              <a:rPr lang="en-US" altLang="zh-CN" sz="2400">
                <a:latin typeface="Times New Roman" panose="02020603050405020304" pitchFamily="18" charset="0"/>
                <a:ea typeface="楷体" panose="02010609060101010101" pitchFamily="49" charset="-122"/>
                <a:cs typeface="Times New Roman" panose="02020603050405020304" pitchFamily="18" charset="0"/>
              </a:rPr>
              <a:t>U</a:t>
            </a:r>
            <a:r>
              <a:rPr lang="zh-CN" altLang="en-US" sz="2400">
                <a:latin typeface="Times New Roman" panose="02020603050405020304" pitchFamily="18" charset="0"/>
                <a:ea typeface="楷体" panose="02010609060101010101" pitchFamily="49" charset="-122"/>
                <a:cs typeface="Times New Roman" panose="02020603050405020304" pitchFamily="18" charset="0"/>
              </a:rPr>
              <a:t>和</a:t>
            </a:r>
            <a:r>
              <a:rPr lang="en-US" altLang="zh-CN" sz="2400">
                <a:latin typeface="Times New Roman" panose="02020603050405020304" pitchFamily="18" charset="0"/>
                <a:ea typeface="楷体" panose="02010609060101010101" pitchFamily="49" charset="-122"/>
                <a:cs typeface="Times New Roman" panose="02020603050405020304" pitchFamily="18" charset="0"/>
              </a:rPr>
              <a:t>V</a:t>
            </a:r>
            <a:r>
              <a:rPr lang="zh-CN" altLang="en-US" sz="2400">
                <a:latin typeface="Times New Roman" panose="02020603050405020304" pitchFamily="18" charset="0"/>
                <a:ea typeface="楷体" panose="02010609060101010101" pitchFamily="49" charset="-122"/>
                <a:cs typeface="Times New Roman" panose="02020603050405020304" pitchFamily="18" charset="0"/>
              </a:rPr>
              <a:t>上的两个模糊集，且有知识</a:t>
            </a:r>
          </a:p>
          <a:p>
            <a:pPr algn="just" eaLnBrk="1" latinLnBrk="0" hangingPunct="1">
              <a:lnSpc>
                <a:spcPct val="115000"/>
              </a:lnSpc>
              <a:spcBef>
                <a:spcPct val="0"/>
              </a:spcBef>
              <a:buFontTx/>
              <a:buNone/>
            </a:pPr>
            <a:r>
              <a:rPr lang="zh-CN" altLang="en-US" sz="2400">
                <a:latin typeface="Times New Roman" panose="02020603050405020304" pitchFamily="18" charset="0"/>
                <a:ea typeface="楷体" panose="02010609060101010101" pitchFamily="49" charset="-122"/>
                <a:cs typeface="Times New Roman" panose="02020603050405020304" pitchFamily="18" charset="0"/>
              </a:rPr>
              <a:t>          </a:t>
            </a:r>
            <a:r>
              <a:rPr lang="en-US" altLang="zh-CN" sz="2400">
                <a:latin typeface="Times New Roman" panose="02020603050405020304" pitchFamily="18" charset="0"/>
                <a:ea typeface="楷体" panose="02010609060101010101" pitchFamily="49" charset="-122"/>
                <a:cs typeface="Times New Roman" panose="02020603050405020304" pitchFamily="18" charset="0"/>
              </a:rPr>
              <a:t>IF  x  is  F  THEN  y  is  G</a:t>
            </a:r>
          </a:p>
          <a:p>
            <a:pPr algn="just" eaLnBrk="1" latinLnBrk="0" hangingPunct="1">
              <a:lnSpc>
                <a:spcPct val="115000"/>
              </a:lnSpc>
              <a:spcBef>
                <a:spcPct val="0"/>
              </a:spcBef>
              <a:buFontTx/>
              <a:buNone/>
            </a:pPr>
            <a:r>
              <a:rPr lang="zh-CN" altLang="en-US" sz="2400">
                <a:latin typeface="Times New Roman" panose="02020603050405020304" pitchFamily="18" charset="0"/>
                <a:ea typeface="楷体" panose="02010609060101010101" pitchFamily="49" charset="-122"/>
                <a:cs typeface="Times New Roman" panose="02020603050405020304" pitchFamily="18" charset="0"/>
              </a:rPr>
              <a:t>若有</a:t>
            </a:r>
            <a:r>
              <a:rPr lang="en-US" altLang="zh-CN" sz="2400">
                <a:latin typeface="Times New Roman" panose="02020603050405020304" pitchFamily="18" charset="0"/>
                <a:ea typeface="楷体" panose="02010609060101010101" pitchFamily="49" charset="-122"/>
                <a:cs typeface="Times New Roman" panose="02020603050405020304" pitchFamily="18" charset="0"/>
              </a:rPr>
              <a:t>U</a:t>
            </a:r>
            <a:r>
              <a:rPr lang="zh-CN" altLang="en-US" sz="2400">
                <a:latin typeface="Times New Roman" panose="02020603050405020304" pitchFamily="18" charset="0"/>
                <a:ea typeface="楷体" panose="02010609060101010101" pitchFamily="49" charset="-122"/>
                <a:cs typeface="Times New Roman" panose="02020603050405020304" pitchFamily="18" charset="0"/>
              </a:rPr>
              <a:t>上的一个模糊集</a:t>
            </a:r>
            <a:r>
              <a:rPr lang="en-US" altLang="zh-CN" sz="2400">
                <a:latin typeface="Times New Roman" panose="02020603050405020304" pitchFamily="18" charset="0"/>
                <a:ea typeface="楷体" panose="02010609060101010101" pitchFamily="49" charset="-122"/>
                <a:cs typeface="Times New Roman" panose="02020603050405020304" pitchFamily="18" charset="0"/>
              </a:rPr>
              <a:t>F</a:t>
            </a:r>
            <a:r>
              <a:rPr lang="en-US" altLang="zh-CN" sz="2400" baseline="3000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a:latin typeface="Times New Roman" panose="02020603050405020304" pitchFamily="18" charset="0"/>
                <a:ea typeface="楷体" panose="02010609060101010101" pitchFamily="49" charset="-122"/>
                <a:cs typeface="Times New Roman" panose="02020603050405020304" pitchFamily="18" charset="0"/>
              </a:rPr>
              <a:t>，且</a:t>
            </a:r>
            <a:r>
              <a:rPr lang="en-US" altLang="zh-CN" sz="2400">
                <a:latin typeface="Times New Roman" panose="02020603050405020304" pitchFamily="18" charset="0"/>
                <a:ea typeface="楷体" panose="02010609060101010101" pitchFamily="49" charset="-122"/>
                <a:cs typeface="Times New Roman" panose="02020603050405020304" pitchFamily="18" charset="0"/>
              </a:rPr>
              <a:t>F</a:t>
            </a:r>
            <a:r>
              <a:rPr lang="zh-CN" altLang="en-US" sz="2400">
                <a:latin typeface="Times New Roman" panose="02020603050405020304" pitchFamily="18" charset="0"/>
                <a:ea typeface="楷体" panose="02010609060101010101" pitchFamily="49" charset="-122"/>
                <a:cs typeface="Times New Roman" panose="02020603050405020304" pitchFamily="18" charset="0"/>
              </a:rPr>
              <a:t>可以和</a:t>
            </a:r>
            <a:r>
              <a:rPr lang="en-US" altLang="zh-CN" sz="2400">
                <a:latin typeface="Times New Roman" panose="02020603050405020304" pitchFamily="18" charset="0"/>
                <a:ea typeface="楷体" panose="02010609060101010101" pitchFamily="49" charset="-122"/>
                <a:cs typeface="Times New Roman" panose="02020603050405020304" pitchFamily="18" charset="0"/>
              </a:rPr>
              <a:t>F</a:t>
            </a:r>
            <a:r>
              <a:rPr lang="en-US" altLang="zh-CN" sz="2400" baseline="3000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a:latin typeface="Times New Roman" panose="02020603050405020304" pitchFamily="18" charset="0"/>
                <a:ea typeface="楷体" panose="02010609060101010101" pitchFamily="49" charset="-122"/>
                <a:cs typeface="Times New Roman" panose="02020603050405020304" pitchFamily="18" charset="0"/>
              </a:rPr>
              <a:t>匹配，则可以推出</a:t>
            </a:r>
            <a:r>
              <a:rPr lang="en-US" altLang="zh-CN" sz="2400">
                <a:latin typeface="Times New Roman" panose="02020603050405020304" pitchFamily="18" charset="0"/>
                <a:ea typeface="楷体" panose="02010609060101010101" pitchFamily="49" charset="-122"/>
                <a:cs typeface="Times New Roman" panose="02020603050405020304" pitchFamily="18" charset="0"/>
              </a:rPr>
              <a:t>y  is  G</a:t>
            </a:r>
            <a:r>
              <a:rPr lang="en-US" altLang="zh-CN" sz="2400" baseline="3000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a:latin typeface="Times New Roman" panose="02020603050405020304" pitchFamily="18" charset="0"/>
                <a:ea typeface="楷体" panose="02010609060101010101" pitchFamily="49" charset="-122"/>
                <a:cs typeface="Times New Roman" panose="02020603050405020304" pitchFamily="18" charset="0"/>
              </a:rPr>
              <a:t> </a:t>
            </a:r>
            <a:r>
              <a:rPr lang="zh-CN" altLang="en-US" sz="2400">
                <a:latin typeface="Times New Roman" panose="02020603050405020304" pitchFamily="18" charset="0"/>
                <a:ea typeface="楷体" panose="02010609060101010101" pitchFamily="49" charset="-122"/>
                <a:cs typeface="Times New Roman" panose="02020603050405020304" pitchFamily="18" charset="0"/>
              </a:rPr>
              <a:t>，且</a:t>
            </a:r>
            <a:r>
              <a:rPr lang="en-US" altLang="zh-CN" sz="2400">
                <a:latin typeface="Times New Roman" panose="02020603050405020304" pitchFamily="18" charset="0"/>
                <a:ea typeface="楷体" panose="02010609060101010101" pitchFamily="49" charset="-122"/>
                <a:cs typeface="Times New Roman" panose="02020603050405020304" pitchFamily="18" charset="0"/>
              </a:rPr>
              <a:t>G</a:t>
            </a:r>
            <a:r>
              <a:rPr lang="en-US" altLang="zh-CN" sz="2400" baseline="3000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a:latin typeface="Times New Roman" panose="02020603050405020304" pitchFamily="18" charset="0"/>
                <a:ea typeface="楷体" panose="02010609060101010101" pitchFamily="49" charset="-122"/>
                <a:cs typeface="Times New Roman" panose="02020603050405020304" pitchFamily="18" charset="0"/>
              </a:rPr>
              <a:t>是</a:t>
            </a:r>
            <a:r>
              <a:rPr lang="en-US" altLang="zh-CN" sz="2400">
                <a:latin typeface="Times New Roman" panose="02020603050405020304" pitchFamily="18" charset="0"/>
                <a:ea typeface="楷体" panose="02010609060101010101" pitchFamily="49" charset="-122"/>
                <a:cs typeface="Times New Roman" panose="02020603050405020304" pitchFamily="18" charset="0"/>
              </a:rPr>
              <a:t>V</a:t>
            </a:r>
            <a:r>
              <a:rPr lang="zh-CN" altLang="en-US" sz="2400">
                <a:latin typeface="Times New Roman" panose="02020603050405020304" pitchFamily="18" charset="0"/>
                <a:ea typeface="楷体" panose="02010609060101010101" pitchFamily="49" charset="-122"/>
                <a:cs typeface="Times New Roman" panose="02020603050405020304" pitchFamily="18" charset="0"/>
              </a:rPr>
              <a:t>上的一个模糊集。这种推理模式称为模糊假言推理，其表示形式为：</a:t>
            </a:r>
          </a:p>
          <a:p>
            <a:pPr algn="just" eaLnBrk="1" latinLnBrk="0" hangingPunct="1">
              <a:lnSpc>
                <a:spcPct val="115000"/>
              </a:lnSpc>
              <a:spcBef>
                <a:spcPct val="0"/>
              </a:spcBef>
              <a:buFontTx/>
              <a:buNone/>
            </a:pPr>
            <a:r>
              <a:rPr lang="zh-CN" altLang="en-US" sz="2400">
                <a:latin typeface="Times New Roman" panose="02020603050405020304" pitchFamily="18" charset="0"/>
                <a:ea typeface="楷体" panose="02010609060101010101" pitchFamily="49" charset="-122"/>
                <a:cs typeface="Times New Roman" panose="02020603050405020304" pitchFamily="18" charset="0"/>
              </a:rPr>
              <a:t>        知识：</a:t>
            </a:r>
            <a:r>
              <a:rPr lang="en-US" altLang="zh-CN" sz="2400">
                <a:latin typeface="Times New Roman" panose="02020603050405020304" pitchFamily="18" charset="0"/>
                <a:ea typeface="楷体" panose="02010609060101010101" pitchFamily="49" charset="-122"/>
                <a:cs typeface="Times New Roman" panose="02020603050405020304" pitchFamily="18" charset="0"/>
              </a:rPr>
              <a:t>IF   x  is  F   THEN   y  is  G</a:t>
            </a:r>
          </a:p>
          <a:p>
            <a:pPr algn="just" eaLnBrk="1" latinLnBrk="0" hangingPunct="1">
              <a:lnSpc>
                <a:spcPct val="115000"/>
              </a:lnSpc>
              <a:spcBef>
                <a:spcPct val="0"/>
              </a:spcBef>
              <a:buFontTx/>
              <a:buNone/>
            </a:pPr>
            <a:r>
              <a:rPr lang="en-US" altLang="zh-CN" sz="2400">
                <a:latin typeface="Times New Roman" panose="02020603050405020304" pitchFamily="18" charset="0"/>
                <a:ea typeface="楷体" panose="02010609060101010101" pitchFamily="49" charset="-122"/>
                <a:cs typeface="Times New Roman" panose="02020603050405020304" pitchFamily="18" charset="0"/>
              </a:rPr>
              <a:t>        </a:t>
            </a:r>
            <a:r>
              <a:rPr lang="zh-CN" altLang="en-US" sz="2400">
                <a:latin typeface="Times New Roman" panose="02020603050405020304" pitchFamily="18" charset="0"/>
                <a:ea typeface="楷体" panose="02010609060101010101" pitchFamily="49" charset="-122"/>
                <a:cs typeface="Times New Roman" panose="02020603050405020304" pitchFamily="18" charset="0"/>
              </a:rPr>
              <a:t>证据：</a:t>
            </a:r>
            <a:r>
              <a:rPr lang="en-US" altLang="zh-CN" sz="2400">
                <a:latin typeface="Times New Roman" panose="02020603050405020304" pitchFamily="18" charset="0"/>
                <a:ea typeface="楷体" panose="02010609060101010101" pitchFamily="49" charset="-122"/>
                <a:cs typeface="Times New Roman" panose="02020603050405020304" pitchFamily="18" charset="0"/>
              </a:rPr>
              <a:t>x  is  F</a:t>
            </a:r>
            <a:r>
              <a:rPr lang="en-US" altLang="zh-CN" sz="2400" baseline="3000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a:latin typeface="Times New Roman" panose="02020603050405020304" pitchFamily="18" charset="0"/>
                <a:ea typeface="楷体" panose="02010609060101010101" pitchFamily="49" charset="-122"/>
                <a:cs typeface="Times New Roman" panose="02020603050405020304" pitchFamily="18" charset="0"/>
              </a:rPr>
              <a:t>F</a:t>
            </a:r>
            <a:r>
              <a:rPr lang="zh-CN" altLang="en-US" sz="2400">
                <a:latin typeface="Times New Roman" panose="02020603050405020304" pitchFamily="18" charset="0"/>
                <a:ea typeface="楷体" panose="02010609060101010101" pitchFamily="49" charset="-122"/>
                <a:cs typeface="Times New Roman" panose="02020603050405020304" pitchFamily="18" charset="0"/>
              </a:rPr>
              <a:t>和</a:t>
            </a:r>
            <a:r>
              <a:rPr lang="en-US" altLang="zh-CN" sz="2400">
                <a:latin typeface="Times New Roman" panose="02020603050405020304" pitchFamily="18" charset="0"/>
                <a:ea typeface="楷体" panose="02010609060101010101" pitchFamily="49" charset="-122"/>
                <a:cs typeface="Times New Roman" panose="02020603050405020304" pitchFamily="18" charset="0"/>
              </a:rPr>
              <a:t>F</a:t>
            </a:r>
            <a:r>
              <a:rPr lang="en-US" altLang="zh-CN" sz="2400" baseline="3000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a:latin typeface="Times New Roman" panose="02020603050405020304" pitchFamily="18" charset="0"/>
                <a:ea typeface="楷体" panose="02010609060101010101" pitchFamily="49" charset="-122"/>
                <a:cs typeface="Times New Roman" panose="02020603050405020304" pitchFamily="18" charset="0"/>
              </a:rPr>
              <a:t>匹配</a:t>
            </a:r>
            <a:endParaRPr lang="en-US" altLang="zh-CN" sz="2400">
              <a:latin typeface="Times New Roman" panose="02020603050405020304" pitchFamily="18" charset="0"/>
              <a:ea typeface="楷体" panose="02010609060101010101" pitchFamily="49" charset="-122"/>
              <a:cs typeface="Times New Roman" panose="02020603050405020304" pitchFamily="18" charset="0"/>
            </a:endParaRPr>
          </a:p>
          <a:p>
            <a:pPr algn="just" eaLnBrk="1" latinLnBrk="0" hangingPunct="1">
              <a:lnSpc>
                <a:spcPct val="115000"/>
              </a:lnSpc>
              <a:spcBef>
                <a:spcPct val="0"/>
              </a:spcBef>
              <a:buFontTx/>
              <a:buNone/>
            </a:pPr>
            <a:r>
              <a:rPr lang="en-US" altLang="zh-CN" sz="2400">
                <a:latin typeface="Times New Roman" panose="02020603050405020304" pitchFamily="18" charset="0"/>
                <a:ea typeface="楷体" panose="02010609060101010101" pitchFamily="49" charset="-122"/>
                <a:cs typeface="Times New Roman" panose="02020603050405020304" pitchFamily="18" charset="0"/>
              </a:rPr>
              <a:t>       ---------------------------------------------------------</a:t>
            </a:r>
          </a:p>
          <a:p>
            <a:pPr algn="just" eaLnBrk="1" latinLnBrk="0" hangingPunct="1">
              <a:lnSpc>
                <a:spcPct val="115000"/>
              </a:lnSpc>
              <a:spcBef>
                <a:spcPct val="0"/>
              </a:spcBef>
              <a:buFontTx/>
              <a:buNone/>
            </a:pPr>
            <a:r>
              <a:rPr lang="en-US" altLang="zh-CN" sz="2400">
                <a:latin typeface="Times New Roman" panose="02020603050405020304" pitchFamily="18" charset="0"/>
                <a:ea typeface="楷体" panose="02010609060101010101" pitchFamily="49" charset="-122"/>
                <a:cs typeface="Times New Roman" panose="02020603050405020304" pitchFamily="18" charset="0"/>
              </a:rPr>
              <a:t>        </a:t>
            </a:r>
            <a:r>
              <a:rPr lang="zh-CN" altLang="en-US" sz="2400">
                <a:latin typeface="Times New Roman" panose="02020603050405020304" pitchFamily="18" charset="0"/>
                <a:ea typeface="楷体" panose="02010609060101010101" pitchFamily="49" charset="-122"/>
                <a:cs typeface="Times New Roman" panose="02020603050405020304" pitchFamily="18" charset="0"/>
              </a:rPr>
              <a:t>结论：                     </a:t>
            </a:r>
            <a:r>
              <a:rPr lang="en-US" altLang="zh-CN" sz="2400">
                <a:latin typeface="Times New Roman" panose="02020603050405020304" pitchFamily="18" charset="0"/>
                <a:ea typeface="楷体" panose="02010609060101010101" pitchFamily="49" charset="-122"/>
                <a:cs typeface="Times New Roman" panose="02020603050405020304" pitchFamily="18" charset="0"/>
              </a:rPr>
              <a:t>y  is  G</a:t>
            </a:r>
            <a:r>
              <a:rPr lang="en-US" altLang="zh-CN" sz="2400" baseline="30000">
                <a:latin typeface="Times New Roman" panose="02020603050405020304" pitchFamily="18" charset="0"/>
                <a:ea typeface="楷体" panose="02010609060101010101" pitchFamily="49" charset="-122"/>
                <a:cs typeface="Times New Roman" panose="02020603050405020304" pitchFamily="18" charset="0"/>
              </a:rPr>
              <a:t>'</a:t>
            </a:r>
          </a:p>
        </p:txBody>
      </p:sp>
      <p:sp>
        <p:nvSpPr>
          <p:cNvPr id="189445" name="Text Box 4"/>
          <p:cNvSpPr txBox="1">
            <a:spLocks noChangeArrowheads="1"/>
          </p:cNvSpPr>
          <p:nvPr/>
        </p:nvSpPr>
        <p:spPr bwMode="auto">
          <a:xfrm>
            <a:off x="341313" y="5414963"/>
            <a:ext cx="8785225" cy="1328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eaLnBrk="1" latinLnBrk="0" hangingPunct="1">
              <a:lnSpc>
                <a:spcPct val="115000"/>
              </a:lnSpc>
              <a:spcBef>
                <a:spcPct val="0"/>
              </a:spcBef>
              <a:buFontTx/>
              <a:buNone/>
            </a:pPr>
            <a:r>
              <a:rPr lang="zh-CN" altLang="en-US" sz="240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在这种推理模式下，模糊知识        </a:t>
            </a:r>
            <a:r>
              <a:rPr lang="en-US" altLang="zh-CN" sz="240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IF   x  is  F   THEN   y  is  G</a:t>
            </a:r>
          </a:p>
          <a:p>
            <a:pPr eaLnBrk="1" latinLnBrk="0" hangingPunct="1">
              <a:lnSpc>
                <a:spcPct val="115000"/>
              </a:lnSpc>
              <a:spcBef>
                <a:spcPct val="0"/>
              </a:spcBef>
              <a:buFontTx/>
              <a:buNone/>
            </a:pPr>
            <a:r>
              <a:rPr lang="zh-CN" altLang="en-US" sz="240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表示在</a:t>
            </a:r>
            <a:r>
              <a:rPr lang="en-US" altLang="zh-CN" sz="240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F</a:t>
            </a:r>
            <a:r>
              <a:rPr lang="zh-CN" altLang="en-US" sz="240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与</a:t>
            </a:r>
            <a:r>
              <a:rPr lang="en-US" altLang="zh-CN" sz="240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G</a:t>
            </a:r>
            <a:r>
              <a:rPr lang="zh-CN" altLang="en-US" sz="240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之间存在着因果关系</a:t>
            </a:r>
            <a:r>
              <a:rPr lang="en-US" altLang="zh-CN" sz="240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R</a:t>
            </a:r>
            <a:r>
              <a:rPr lang="zh-CN" altLang="en-US" sz="240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40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G' = F'οR</a:t>
            </a:r>
          </a:p>
          <a:p>
            <a:pPr eaLnBrk="1" latinLnBrk="0" hangingPunct="1">
              <a:lnSpc>
                <a:spcPct val="115000"/>
              </a:lnSpc>
              <a:spcBef>
                <a:spcPct val="0"/>
              </a:spcBef>
              <a:buFontTx/>
              <a:buNone/>
            </a:pPr>
            <a:r>
              <a:rPr lang="zh-CN" altLang="en-US" sz="240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其中的模糊关系</a:t>
            </a:r>
            <a:r>
              <a:rPr lang="en-US" altLang="zh-CN" sz="240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R</a:t>
            </a:r>
            <a:r>
              <a:rPr lang="zh-CN" altLang="en-US" sz="240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，可以是</a:t>
            </a:r>
            <a:r>
              <a:rPr lang="en-US" altLang="zh-CN" sz="240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R</a:t>
            </a:r>
            <a:r>
              <a:rPr lang="en-US" altLang="zh-CN" sz="2400" baseline="-2500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m</a:t>
            </a:r>
            <a:r>
              <a:rPr lang="zh-CN" altLang="en-US" sz="240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R</a:t>
            </a:r>
            <a:r>
              <a:rPr lang="en-US" altLang="zh-CN" sz="2400" baseline="-2500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c</a:t>
            </a:r>
            <a:r>
              <a:rPr lang="zh-CN" altLang="en-US" sz="240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或</a:t>
            </a:r>
            <a:r>
              <a:rPr lang="en-US" altLang="zh-CN" sz="240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R</a:t>
            </a:r>
            <a:r>
              <a:rPr lang="en-US" altLang="zh-CN" sz="2400" baseline="-2500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g</a:t>
            </a:r>
            <a:r>
              <a:rPr lang="zh-CN" altLang="en-US" sz="240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中的任何一种。 </a:t>
            </a:r>
          </a:p>
        </p:txBody>
      </p:sp>
      <p:sp>
        <p:nvSpPr>
          <p:cNvPr id="6" name="Rectangle 3"/>
          <p:cNvSpPr>
            <a:spLocks noChangeArrowheads="1"/>
          </p:cNvSpPr>
          <p:nvPr/>
        </p:nvSpPr>
        <p:spPr bwMode="auto">
          <a:xfrm>
            <a:off x="1042988" y="207963"/>
            <a:ext cx="66611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itchFamily="18" charset="-127"/>
                <a:ea typeface="-윤체M" pitchFamily="18" charset="-127"/>
              </a:defRPr>
            </a:lvl2pPr>
            <a:lvl3pPr marL="1143000" indent="-228600" latinLnBrk="1">
              <a:spcBef>
                <a:spcPct val="20000"/>
              </a:spcBef>
              <a:buChar char="•"/>
              <a:defRPr kumimoji="1">
                <a:solidFill>
                  <a:schemeClr val="tx1"/>
                </a:solidFill>
                <a:latin typeface="-윤체M" pitchFamily="18" charset="-127"/>
                <a:ea typeface="-윤체M" pitchFamily="18" charset="-127"/>
              </a:defRPr>
            </a:lvl3pPr>
            <a:lvl4pPr marL="1600200" indent="-228600" latinLnBrk="1">
              <a:spcBef>
                <a:spcPct val="20000"/>
              </a:spcBef>
              <a:buChar char="•"/>
              <a:defRPr kumimoji="1" sz="1600">
                <a:solidFill>
                  <a:schemeClr val="tx1"/>
                </a:solidFill>
                <a:latin typeface="-윤체M" pitchFamily="18" charset="-127"/>
                <a:ea typeface="-윤체M" pitchFamily="18" charset="-127"/>
              </a:defRPr>
            </a:lvl4pPr>
            <a:lvl5pPr marL="2057400" indent="-228600" latinLnBrk="1">
              <a:spcBef>
                <a:spcPct val="20000"/>
              </a:spcBef>
              <a:buChar char="•"/>
              <a:defRPr kumimoji="1" sz="1400">
                <a:solidFill>
                  <a:schemeClr val="tx1"/>
                </a:solidFill>
                <a:latin typeface="-윤체M" pitchFamily="18" charset="-127"/>
                <a:ea typeface="-윤체M"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9pPr>
          </a:lstStyle>
          <a:p>
            <a:pPr algn="ctr" eaLnBrk="1" latinLnBrk="0" hangingPunct="1">
              <a:spcBef>
                <a:spcPct val="0"/>
              </a:spcBef>
              <a:buFontTx/>
              <a:buNone/>
              <a:defRPr/>
            </a:pPr>
            <a:r>
              <a:rPr lang="en-US" altLang="zh-CN" b="1" dirty="0">
                <a:latin typeface="微软雅黑" panose="020B0503020204020204" pitchFamily="34" charset="-122"/>
                <a:ea typeface="微软雅黑" panose="020B0503020204020204" pitchFamily="34" charset="-122"/>
                <a:cs typeface="+mj-cs"/>
              </a:rPr>
              <a:t>3.6.3</a:t>
            </a:r>
            <a:r>
              <a:rPr lang="en-US" altLang="zh-CN" b="1" dirty="0">
                <a:latin typeface="微软雅黑" panose="020B0503020204020204" pitchFamily="34" charset="-122"/>
                <a:ea typeface="微软雅黑" panose="020B0503020204020204" pitchFamily="34" charset="-122"/>
                <a:cs typeface="+mj-cs"/>
              </a:rPr>
              <a:t> </a:t>
            </a:r>
            <a:r>
              <a:rPr lang="zh-CN" altLang="en-US" b="1" dirty="0">
                <a:latin typeface="微软雅黑" panose="020B0503020204020204" pitchFamily="34" charset="-122"/>
                <a:ea typeface="微软雅黑" panose="020B0503020204020204" pitchFamily="34" charset="-122"/>
                <a:cs typeface="+mj-cs"/>
              </a:rPr>
              <a:t>基于</a:t>
            </a:r>
            <a:r>
              <a:rPr lang="zh-CN" altLang="en-US" b="1" dirty="0">
                <a:latin typeface="微软雅黑" panose="020B0503020204020204" pitchFamily="34" charset="-122"/>
                <a:ea typeface="微软雅黑" panose="020B0503020204020204" pitchFamily="34" charset="-122"/>
                <a:cs typeface="+mj-cs"/>
              </a:rPr>
              <a:t>模糊关系</a:t>
            </a:r>
            <a:r>
              <a:rPr lang="zh-CN" altLang="en-US" b="1" dirty="0">
                <a:latin typeface="微软雅黑" panose="020B0503020204020204" pitchFamily="34" charset="-122"/>
                <a:ea typeface="微软雅黑" panose="020B0503020204020204" pitchFamily="34" charset="-122"/>
                <a:cs typeface="+mj-cs"/>
              </a:rPr>
              <a:t>的推理</a:t>
            </a:r>
          </a:p>
        </p:txBody>
      </p:sp>
    </p:spTree>
    <p:extLst>
      <p:ext uri="{BB962C8B-B14F-4D97-AF65-F5344CB8AC3E}">
        <p14:creationId xmlns:p14="http://schemas.microsoft.com/office/powerpoint/2010/main" val="183098250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94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445" grpId="0"/>
    </p:bld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灯片编号占位符 1"/>
          <p:cNvSpPr>
            <a:spLocks noGrp="1"/>
          </p:cNvSpPr>
          <p:nvPr>
            <p:ph type="sldNum" sz="quarter" idx="4294967295"/>
          </p:nvPr>
        </p:nvSpPr>
        <p:spPr>
          <a:xfrm>
            <a:off x="6553200" y="6245225"/>
            <a:ext cx="2133600" cy="476250"/>
          </a:xfrm>
          <a:prstGeom prst="rect">
            <a:avLst/>
          </a:prstGeom>
          <a:noFill/>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a:spcBef>
                <a:spcPct val="0"/>
              </a:spcBef>
              <a:buFontTx/>
              <a:buNone/>
            </a:pPr>
            <a:fld id="{859540CF-6244-4F95-88A9-68895EA8B580}" type="slidenum">
              <a:rPr lang="zh-CN" altLang="en-US" sz="1400" smtClean="0">
                <a:latin typeface="Gulim" panose="02010600030101010101" charset="-122"/>
                <a:ea typeface="Gulim" panose="02010600030101010101" charset="-122"/>
              </a:rPr>
              <a:pPr>
                <a:spcBef>
                  <a:spcPct val="0"/>
                </a:spcBef>
                <a:buFontTx/>
                <a:buNone/>
              </a:pPr>
              <a:t>149</a:t>
            </a:fld>
            <a:endParaRPr lang="en-US" altLang="zh-CN" sz="1400" smtClean="0">
              <a:latin typeface="Gulim" panose="02010600030101010101" charset="-122"/>
              <a:ea typeface="Gulim" panose="02010600030101010101" charset="-122"/>
            </a:endParaRPr>
          </a:p>
        </p:txBody>
      </p:sp>
      <p:sp>
        <p:nvSpPr>
          <p:cNvPr id="174083" name="Text Box 2"/>
          <p:cNvSpPr txBox="1">
            <a:spLocks noChangeArrowheads="1"/>
          </p:cNvSpPr>
          <p:nvPr/>
        </p:nvSpPr>
        <p:spPr bwMode="auto">
          <a:xfrm>
            <a:off x="179388" y="1052513"/>
            <a:ext cx="8785225" cy="2382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algn="just" eaLnBrk="1" latinLnBrk="0" hangingPunct="1">
              <a:lnSpc>
                <a:spcPct val="120000"/>
              </a:lnSpc>
              <a:spcBef>
                <a:spcPct val="10000"/>
              </a:spcBef>
              <a:buFontTx/>
              <a:buNone/>
            </a:pPr>
            <a:r>
              <a:rPr lang="zh-CN" altLang="en-US" sz="2400">
                <a:latin typeface="Times New Roman" panose="02020603050405020304" pitchFamily="18" charset="0"/>
                <a:ea typeface="楷体" panose="02010609060101010101" pitchFamily="49" charset="-122"/>
              </a:rPr>
              <a:t>例：设</a:t>
            </a:r>
            <a:r>
              <a:rPr lang="en-US" altLang="zh-CN" sz="2400">
                <a:latin typeface="Times New Roman" panose="02020603050405020304" pitchFamily="18" charset="0"/>
                <a:ea typeface="楷体" panose="02010609060101010101" pitchFamily="49" charset="-122"/>
              </a:rPr>
              <a:t>U=V={1</a:t>
            </a:r>
            <a:r>
              <a:rPr lang="zh-CN" altLang="en-US" sz="2400">
                <a:latin typeface="Times New Roman" panose="02020603050405020304" pitchFamily="18" charset="0"/>
                <a:ea typeface="楷体" panose="02010609060101010101" pitchFamily="49" charset="-122"/>
              </a:rPr>
              <a:t>，</a:t>
            </a:r>
            <a:r>
              <a:rPr lang="en-US" altLang="zh-CN" sz="2400">
                <a:latin typeface="Times New Roman" panose="02020603050405020304" pitchFamily="18" charset="0"/>
                <a:ea typeface="楷体" panose="02010609060101010101" pitchFamily="49" charset="-122"/>
              </a:rPr>
              <a:t>2</a:t>
            </a:r>
            <a:r>
              <a:rPr lang="zh-CN" altLang="en-US" sz="2400">
                <a:latin typeface="Times New Roman" panose="02020603050405020304" pitchFamily="18" charset="0"/>
                <a:ea typeface="楷体" panose="02010609060101010101" pitchFamily="49" charset="-122"/>
              </a:rPr>
              <a:t>，</a:t>
            </a:r>
            <a:r>
              <a:rPr lang="en-US" altLang="zh-CN" sz="2400">
                <a:latin typeface="Times New Roman" panose="02020603050405020304" pitchFamily="18" charset="0"/>
                <a:ea typeface="楷体" panose="02010609060101010101" pitchFamily="49" charset="-122"/>
              </a:rPr>
              <a:t>3}</a:t>
            </a:r>
            <a:r>
              <a:rPr lang="zh-CN" altLang="en-US" sz="2400">
                <a:latin typeface="Times New Roman" panose="02020603050405020304" pitchFamily="18" charset="0"/>
                <a:ea typeface="楷体" panose="02010609060101010101" pitchFamily="49" charset="-122"/>
              </a:rPr>
              <a:t>，</a:t>
            </a:r>
            <a:r>
              <a:rPr lang="en-US" altLang="zh-CN" sz="2400">
                <a:latin typeface="Times New Roman" panose="02020603050405020304" pitchFamily="18" charset="0"/>
                <a:ea typeface="楷体" panose="02010609060101010101" pitchFamily="49" charset="-122"/>
              </a:rPr>
              <a:t>F</a:t>
            </a:r>
            <a:r>
              <a:rPr lang="zh-CN" altLang="en-US" sz="2400">
                <a:latin typeface="Times New Roman" panose="02020603050405020304" pitchFamily="18" charset="0"/>
                <a:ea typeface="楷体" panose="02010609060101010101" pitchFamily="49" charset="-122"/>
              </a:rPr>
              <a:t>和</a:t>
            </a:r>
            <a:r>
              <a:rPr lang="en-US" altLang="zh-CN" sz="2400">
                <a:latin typeface="Times New Roman" panose="02020603050405020304" pitchFamily="18" charset="0"/>
                <a:ea typeface="楷体" panose="02010609060101010101" pitchFamily="49" charset="-122"/>
              </a:rPr>
              <a:t>G</a:t>
            </a:r>
            <a:r>
              <a:rPr lang="zh-CN" altLang="en-US" sz="2400">
                <a:latin typeface="Times New Roman" panose="02020603050405020304" pitchFamily="18" charset="0"/>
                <a:ea typeface="楷体" panose="02010609060101010101" pitchFamily="49" charset="-122"/>
              </a:rPr>
              <a:t>分别是</a:t>
            </a:r>
            <a:r>
              <a:rPr lang="en-US" altLang="zh-CN" sz="2400">
                <a:latin typeface="Times New Roman" panose="02020603050405020304" pitchFamily="18" charset="0"/>
                <a:ea typeface="楷体" panose="02010609060101010101" pitchFamily="49" charset="-122"/>
              </a:rPr>
              <a:t>U</a:t>
            </a:r>
            <a:r>
              <a:rPr lang="zh-CN" altLang="en-US" sz="2400">
                <a:latin typeface="Times New Roman" panose="02020603050405020304" pitchFamily="18" charset="0"/>
                <a:ea typeface="楷体" panose="02010609060101010101" pitchFamily="49" charset="-122"/>
              </a:rPr>
              <a:t>和</a:t>
            </a:r>
            <a:r>
              <a:rPr lang="en-US" altLang="zh-CN" sz="2400">
                <a:latin typeface="Times New Roman" panose="02020603050405020304" pitchFamily="18" charset="0"/>
                <a:ea typeface="楷体" panose="02010609060101010101" pitchFamily="49" charset="-122"/>
              </a:rPr>
              <a:t>V</a:t>
            </a:r>
            <a:r>
              <a:rPr lang="zh-CN" altLang="en-US" sz="2400">
                <a:latin typeface="Times New Roman" panose="02020603050405020304" pitchFamily="18" charset="0"/>
                <a:ea typeface="楷体" panose="02010609060101010101" pitchFamily="49" charset="-122"/>
              </a:rPr>
              <a:t>上的两个模糊集，且    </a:t>
            </a:r>
            <a:r>
              <a:rPr lang="en-US" altLang="zh-CN" sz="2400">
                <a:latin typeface="Times New Roman" panose="02020603050405020304" pitchFamily="18" charset="0"/>
                <a:ea typeface="楷体" panose="02010609060101010101" pitchFamily="49" charset="-122"/>
              </a:rPr>
              <a:t>F=1/1+0.6/2+0.1/3,    G=0.1/1+0.6/2+1/3</a:t>
            </a:r>
            <a:r>
              <a:rPr lang="zh-CN" altLang="en-US" sz="2400">
                <a:latin typeface="Times New Roman" panose="02020603050405020304" pitchFamily="18" charset="0"/>
                <a:ea typeface="楷体" panose="02010609060101010101" pitchFamily="49" charset="-122"/>
              </a:rPr>
              <a:t>，有已知</a:t>
            </a:r>
            <a:r>
              <a:rPr lang="zh-CN" altLang="en-US" sz="2400">
                <a:latin typeface="Times New Roman" panose="02020603050405020304" pitchFamily="18" charset="0"/>
                <a:ea typeface="楷体" panose="02010609060101010101" pitchFamily="49" charset="-122"/>
                <a:cs typeface="Times New Roman" panose="02020603050405020304" pitchFamily="18" charset="0"/>
              </a:rPr>
              <a:t>知识：</a:t>
            </a:r>
            <a:endParaRPr lang="en-US" altLang="zh-CN" sz="2400">
              <a:latin typeface="Times New Roman" panose="02020603050405020304" pitchFamily="18" charset="0"/>
              <a:ea typeface="楷体" panose="02010609060101010101" pitchFamily="49" charset="-122"/>
              <a:cs typeface="Times New Roman" panose="02020603050405020304" pitchFamily="18" charset="0"/>
            </a:endParaRPr>
          </a:p>
          <a:p>
            <a:pPr algn="just" eaLnBrk="1" latinLnBrk="0" hangingPunct="1">
              <a:lnSpc>
                <a:spcPct val="120000"/>
              </a:lnSpc>
              <a:spcBef>
                <a:spcPct val="10000"/>
              </a:spcBef>
              <a:buFontTx/>
              <a:buNone/>
            </a:pPr>
            <a:endParaRPr lang="en-US" altLang="zh-CN" sz="2400">
              <a:latin typeface="Times New Roman" panose="02020603050405020304" pitchFamily="18" charset="0"/>
              <a:ea typeface="楷体" panose="02010609060101010101" pitchFamily="49" charset="-122"/>
            </a:endParaRPr>
          </a:p>
          <a:p>
            <a:pPr algn="just" eaLnBrk="1" latinLnBrk="0" hangingPunct="1">
              <a:lnSpc>
                <a:spcPct val="120000"/>
              </a:lnSpc>
              <a:spcBef>
                <a:spcPct val="10000"/>
              </a:spcBef>
              <a:buFontTx/>
              <a:buNone/>
            </a:pPr>
            <a:r>
              <a:rPr lang="zh-CN" altLang="en-US" sz="2400">
                <a:latin typeface="Times New Roman" panose="02020603050405020304" pitchFamily="18" charset="0"/>
                <a:ea typeface="楷体" panose="02010609060101010101" pitchFamily="49" charset="-122"/>
              </a:rPr>
              <a:t>设有已知事实：｛</a:t>
            </a:r>
            <a:r>
              <a:rPr lang="en-US" altLang="zh-CN" sz="2400" i="1">
                <a:latin typeface="Times New Roman" panose="02020603050405020304" pitchFamily="18" charset="0"/>
                <a:ea typeface="楷体" panose="02010609060101010101" pitchFamily="49" charset="-122"/>
              </a:rPr>
              <a:t>x</a:t>
            </a:r>
            <a:r>
              <a:rPr lang="en-US" altLang="zh-CN" sz="2400">
                <a:latin typeface="Times New Roman" panose="02020603050405020304" pitchFamily="18" charset="0"/>
                <a:ea typeface="楷体" panose="02010609060101010101" pitchFamily="49" charset="-122"/>
              </a:rPr>
              <a:t>   is   </a:t>
            </a:r>
            <a:r>
              <a:rPr lang="zh-CN" altLang="en-US" sz="2400">
                <a:latin typeface="Times New Roman" panose="02020603050405020304" pitchFamily="18" charset="0"/>
                <a:ea typeface="楷体" panose="02010609060101010101" pitchFamily="49" charset="-122"/>
              </a:rPr>
              <a:t>较小｝，并设“较小”的模糊集为：较小</a:t>
            </a:r>
            <a:r>
              <a:rPr lang="en-US" altLang="zh-CN" sz="2400">
                <a:latin typeface="Times New Roman" panose="02020603050405020304" pitchFamily="18" charset="0"/>
                <a:ea typeface="楷体" panose="02010609060101010101" pitchFamily="49" charset="-122"/>
              </a:rPr>
              <a:t>=1/1+0.7/2+0.2/3</a:t>
            </a:r>
            <a:r>
              <a:rPr lang="zh-CN" altLang="en-US" sz="2400">
                <a:latin typeface="Times New Roman" panose="02020603050405020304" pitchFamily="18" charset="0"/>
                <a:ea typeface="楷体" panose="02010609060101010101" pitchFamily="49" charset="-122"/>
              </a:rPr>
              <a:t>，求在此已知事实下的模糊结论。   </a:t>
            </a:r>
            <a:endParaRPr lang="zh-CN" altLang="en-US" sz="1800" b="1">
              <a:latin typeface="Times New Roman" panose="02020603050405020304" pitchFamily="18" charset="0"/>
              <a:ea typeface="宋体" panose="02010600030101010101" pitchFamily="2" charset="-122"/>
            </a:endParaRPr>
          </a:p>
        </p:txBody>
      </p:sp>
      <p:graphicFrame>
        <p:nvGraphicFramePr>
          <p:cNvPr id="174084" name="Object 3"/>
          <p:cNvGraphicFramePr>
            <a:graphicFrameLocks noChangeAspect="1"/>
          </p:cNvGraphicFramePr>
          <p:nvPr/>
        </p:nvGraphicFramePr>
        <p:xfrm>
          <a:off x="1619250" y="5840413"/>
          <a:ext cx="5226050" cy="808037"/>
        </p:xfrm>
        <a:graphic>
          <a:graphicData uri="http://schemas.openxmlformats.org/presentationml/2006/ole">
            <mc:AlternateContent xmlns:mc="http://schemas.openxmlformats.org/markup-compatibility/2006">
              <mc:Choice xmlns:v="urn:schemas-microsoft-com:vml" Requires="v">
                <p:oleObj spid="_x0000_s37906" name="公式" r:id="rId3" imgW="2654300" imgH="381000" progId="Equation.3">
                  <p:embed/>
                </p:oleObj>
              </mc:Choice>
              <mc:Fallback>
                <p:oleObj name="公式" r:id="rId3" imgW="2654300" imgH="3810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9250" y="5840413"/>
                        <a:ext cx="5226050" cy="808037"/>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4085" name="矩形 1"/>
          <p:cNvSpPr>
            <a:spLocks noChangeArrowheads="1"/>
          </p:cNvSpPr>
          <p:nvPr/>
        </p:nvSpPr>
        <p:spPr bwMode="auto">
          <a:xfrm>
            <a:off x="642938" y="3741738"/>
            <a:ext cx="52990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楷体" panose="02010609060101010101" pitchFamily="49" charset="-122"/>
                <a:ea typeface="楷体" panose="02010609060101010101" pitchFamily="49" charset="-122"/>
              </a:defRPr>
            </a:lvl1pPr>
            <a:lvl2pPr marL="742950" indent="-285750">
              <a:defRPr kumimoji="1" sz="2400">
                <a:solidFill>
                  <a:schemeClr val="tx1"/>
                </a:solidFill>
                <a:latin typeface="楷体" panose="02010609060101010101" pitchFamily="49" charset="-122"/>
                <a:ea typeface="楷体" panose="02010609060101010101" pitchFamily="49" charset="-122"/>
              </a:defRPr>
            </a:lvl2pPr>
            <a:lvl3pPr marL="1143000" indent="-228600">
              <a:defRPr kumimoji="1" sz="2400">
                <a:solidFill>
                  <a:schemeClr val="tx1"/>
                </a:solidFill>
                <a:latin typeface="楷体" panose="02010609060101010101" pitchFamily="49" charset="-122"/>
                <a:ea typeface="楷体" panose="02010609060101010101" pitchFamily="49" charset="-122"/>
              </a:defRPr>
            </a:lvl3pPr>
            <a:lvl4pPr marL="1600200" indent="-228600">
              <a:defRPr kumimoji="1" sz="2400">
                <a:solidFill>
                  <a:schemeClr val="tx1"/>
                </a:solidFill>
                <a:latin typeface="楷体" panose="02010609060101010101" pitchFamily="49" charset="-122"/>
                <a:ea typeface="楷体" panose="02010609060101010101" pitchFamily="49" charset="-122"/>
              </a:defRPr>
            </a:lvl4pPr>
            <a:lvl5pPr marL="2057400" indent="-228600">
              <a:defRPr kumimoji="1" sz="2400">
                <a:solidFill>
                  <a:schemeClr val="tx1"/>
                </a:solidFill>
                <a:latin typeface="楷体" panose="02010609060101010101" pitchFamily="49" charset="-122"/>
                <a:ea typeface="楷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楷体" panose="02010609060101010101" pitchFamily="49" charset="-122"/>
                <a:ea typeface="楷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楷体" panose="02010609060101010101" pitchFamily="49" charset="-122"/>
                <a:ea typeface="楷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楷体" panose="02010609060101010101" pitchFamily="49" charset="-122"/>
                <a:ea typeface="楷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楷体" panose="02010609060101010101" pitchFamily="49" charset="-122"/>
                <a:ea typeface="楷体" panose="02010609060101010101" pitchFamily="49" charset="-122"/>
              </a:defRPr>
            </a:lvl9pPr>
          </a:lstStyle>
          <a:p>
            <a:r>
              <a:rPr lang="zh-CN" altLang="en-US">
                <a:latin typeface="Times New Roman" panose="02020603050405020304" pitchFamily="18" charset="0"/>
              </a:rPr>
              <a:t>解：</a:t>
            </a:r>
            <a:r>
              <a:rPr lang="en-US" altLang="zh-CN">
                <a:solidFill>
                  <a:srgbClr val="FF0000"/>
                </a:solidFill>
                <a:latin typeface="Times New Roman" panose="02020603050405020304" pitchFamily="18" charset="0"/>
                <a:cs typeface="Times New Roman" panose="02020603050405020304" pitchFamily="18" charset="0"/>
              </a:rPr>
              <a:t> </a:t>
            </a:r>
            <a:r>
              <a:rPr lang="zh-CN" altLang="en-US">
                <a:latin typeface="Times New Roman" panose="02020603050405020304" pitchFamily="18" charset="0"/>
                <a:cs typeface="Times New Roman" panose="02020603050405020304" pitchFamily="18" charset="0"/>
              </a:rPr>
              <a:t>利用</a:t>
            </a:r>
            <a:r>
              <a:rPr lang="en-US" altLang="zh-CN" i="1">
                <a:latin typeface="Times New Roman" panose="02020603050405020304" pitchFamily="18" charset="0"/>
                <a:cs typeface="Times New Roman" panose="02020603050405020304" pitchFamily="18" charset="0"/>
              </a:rPr>
              <a:t>R</a:t>
            </a:r>
            <a:r>
              <a:rPr lang="en-US" altLang="zh-CN" i="1" baseline="-25000">
                <a:latin typeface="Times New Roman" panose="02020603050405020304" pitchFamily="18" charset="0"/>
                <a:cs typeface="Times New Roman" panose="02020603050405020304" pitchFamily="18" charset="0"/>
              </a:rPr>
              <a:t>m</a:t>
            </a:r>
            <a:r>
              <a:rPr lang="zh-CN" altLang="en-US">
                <a:latin typeface="Times New Roman" panose="02020603050405020304" pitchFamily="18" charset="0"/>
                <a:cs typeface="Times New Roman" panose="02020603050405020304" pitchFamily="18" charset="0"/>
              </a:rPr>
              <a:t>计算</a:t>
            </a:r>
            <a:r>
              <a:rPr lang="en-US" altLang="zh-CN">
                <a:latin typeface="Times New Roman" panose="02020603050405020304" pitchFamily="18" charset="0"/>
                <a:cs typeface="Times New Roman" panose="02020603050405020304" pitchFamily="18" charset="0"/>
              </a:rPr>
              <a:t>F</a:t>
            </a:r>
            <a:r>
              <a:rPr lang="zh-CN" altLang="en-US">
                <a:latin typeface="Times New Roman" panose="02020603050405020304" pitchFamily="18" charset="0"/>
                <a:cs typeface="Times New Roman" panose="02020603050405020304" pitchFamily="18" charset="0"/>
              </a:rPr>
              <a:t>与</a:t>
            </a:r>
            <a:r>
              <a:rPr lang="en-US" altLang="zh-CN">
                <a:latin typeface="Times New Roman" panose="02020603050405020304" pitchFamily="18" charset="0"/>
                <a:cs typeface="Times New Roman" panose="02020603050405020304" pitchFamily="18" charset="0"/>
              </a:rPr>
              <a:t>G</a:t>
            </a:r>
            <a:r>
              <a:rPr lang="zh-CN" altLang="en-US">
                <a:latin typeface="Times New Roman" panose="02020603050405020304" pitchFamily="18" charset="0"/>
                <a:cs typeface="Times New Roman" panose="02020603050405020304" pitchFamily="18" charset="0"/>
              </a:rPr>
              <a:t>之间的模糊关系</a:t>
            </a:r>
            <a:endParaRPr lang="zh-CN" altLang="en-US"/>
          </a:p>
        </p:txBody>
      </p:sp>
      <p:graphicFrame>
        <p:nvGraphicFramePr>
          <p:cNvPr id="174086" name="Object 7"/>
          <p:cNvGraphicFramePr>
            <a:graphicFrameLocks noChangeAspect="1"/>
          </p:cNvGraphicFramePr>
          <p:nvPr/>
        </p:nvGraphicFramePr>
        <p:xfrm>
          <a:off x="2411413" y="4310063"/>
          <a:ext cx="2765425" cy="1431925"/>
        </p:xfrm>
        <a:graphic>
          <a:graphicData uri="http://schemas.openxmlformats.org/presentationml/2006/ole">
            <mc:AlternateContent xmlns:mc="http://schemas.openxmlformats.org/markup-compatibility/2006">
              <mc:Choice xmlns:v="urn:schemas-microsoft-com:vml" Requires="v">
                <p:oleObj spid="_x0000_s37907" name="Equation" r:id="rId5" imgW="1358310" imgH="710891" progId="Equation.3">
                  <p:embed/>
                </p:oleObj>
              </mc:Choice>
              <mc:Fallback>
                <p:oleObj name="Equation" r:id="rId5" imgW="1358310" imgH="710891"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11413" y="4310063"/>
                        <a:ext cx="2765425" cy="143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4087" name="矩形 2"/>
          <p:cNvSpPr>
            <a:spLocks noChangeArrowheads="1"/>
          </p:cNvSpPr>
          <p:nvPr/>
        </p:nvSpPr>
        <p:spPr bwMode="auto">
          <a:xfrm>
            <a:off x="2543175" y="1976438"/>
            <a:ext cx="3660775" cy="534987"/>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楷体" panose="02010609060101010101" pitchFamily="49" charset="-122"/>
                <a:ea typeface="楷体" panose="02010609060101010101" pitchFamily="49" charset="-122"/>
              </a:defRPr>
            </a:lvl1pPr>
            <a:lvl2pPr marL="742950" indent="-285750">
              <a:defRPr kumimoji="1" sz="2400">
                <a:solidFill>
                  <a:schemeClr val="tx1"/>
                </a:solidFill>
                <a:latin typeface="楷体" panose="02010609060101010101" pitchFamily="49" charset="-122"/>
                <a:ea typeface="楷体" panose="02010609060101010101" pitchFamily="49" charset="-122"/>
              </a:defRPr>
            </a:lvl2pPr>
            <a:lvl3pPr marL="1143000" indent="-228600">
              <a:defRPr kumimoji="1" sz="2400">
                <a:solidFill>
                  <a:schemeClr val="tx1"/>
                </a:solidFill>
                <a:latin typeface="楷体" panose="02010609060101010101" pitchFamily="49" charset="-122"/>
                <a:ea typeface="楷体" panose="02010609060101010101" pitchFamily="49" charset="-122"/>
              </a:defRPr>
            </a:lvl3pPr>
            <a:lvl4pPr marL="1600200" indent="-228600">
              <a:defRPr kumimoji="1" sz="2400">
                <a:solidFill>
                  <a:schemeClr val="tx1"/>
                </a:solidFill>
                <a:latin typeface="楷体" panose="02010609060101010101" pitchFamily="49" charset="-122"/>
                <a:ea typeface="楷体" panose="02010609060101010101" pitchFamily="49" charset="-122"/>
              </a:defRPr>
            </a:lvl4pPr>
            <a:lvl5pPr marL="2057400" indent="-228600">
              <a:defRPr kumimoji="1" sz="2400">
                <a:solidFill>
                  <a:schemeClr val="tx1"/>
                </a:solidFill>
                <a:latin typeface="楷体" panose="02010609060101010101" pitchFamily="49" charset="-122"/>
                <a:ea typeface="楷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楷体" panose="02010609060101010101" pitchFamily="49" charset="-122"/>
                <a:ea typeface="楷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楷体" panose="02010609060101010101" pitchFamily="49" charset="-122"/>
                <a:ea typeface="楷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楷体" panose="02010609060101010101" pitchFamily="49" charset="-122"/>
                <a:ea typeface="楷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楷体" panose="02010609060101010101" pitchFamily="49" charset="-122"/>
                <a:ea typeface="楷体" panose="02010609060101010101" pitchFamily="49" charset="-122"/>
              </a:defRPr>
            </a:lvl9pPr>
          </a:lstStyle>
          <a:p>
            <a:pPr algn="ctr" eaLnBrk="1" hangingPunct="1">
              <a:lnSpc>
                <a:spcPct val="120000"/>
              </a:lnSpc>
              <a:spcBef>
                <a:spcPct val="10000"/>
              </a:spcBef>
            </a:pPr>
            <a:r>
              <a:rPr lang="en-US" altLang="zh-CN">
                <a:solidFill>
                  <a:srgbClr val="C00000"/>
                </a:solidFill>
                <a:latin typeface="Times New Roman" panose="02020603050405020304" pitchFamily="18" charset="0"/>
                <a:cs typeface="Times New Roman" panose="02020603050405020304" pitchFamily="18" charset="0"/>
              </a:rPr>
              <a:t>IF   </a:t>
            </a:r>
            <a:r>
              <a:rPr lang="en-US" altLang="zh-CN" i="1">
                <a:solidFill>
                  <a:srgbClr val="C00000"/>
                </a:solidFill>
                <a:latin typeface="Times New Roman" panose="02020603050405020304" pitchFamily="18" charset="0"/>
                <a:cs typeface="Times New Roman" panose="02020603050405020304" pitchFamily="18" charset="0"/>
              </a:rPr>
              <a:t>x</a:t>
            </a:r>
            <a:r>
              <a:rPr lang="en-US" altLang="zh-CN">
                <a:solidFill>
                  <a:srgbClr val="C00000"/>
                </a:solidFill>
                <a:latin typeface="Times New Roman" panose="02020603050405020304" pitchFamily="18" charset="0"/>
                <a:cs typeface="Times New Roman" panose="02020603050405020304" pitchFamily="18" charset="0"/>
              </a:rPr>
              <a:t>  is  F   THEN   </a:t>
            </a:r>
            <a:r>
              <a:rPr lang="en-US" altLang="zh-CN" i="1">
                <a:solidFill>
                  <a:srgbClr val="C00000"/>
                </a:solidFill>
                <a:latin typeface="Times New Roman" panose="02020603050405020304" pitchFamily="18" charset="0"/>
                <a:cs typeface="Times New Roman" panose="02020603050405020304" pitchFamily="18" charset="0"/>
              </a:rPr>
              <a:t>y</a:t>
            </a:r>
            <a:r>
              <a:rPr lang="en-US" altLang="zh-CN">
                <a:solidFill>
                  <a:srgbClr val="C00000"/>
                </a:solidFill>
                <a:latin typeface="Times New Roman" panose="02020603050405020304" pitchFamily="18" charset="0"/>
                <a:cs typeface="Times New Roman" panose="02020603050405020304" pitchFamily="18" charset="0"/>
              </a:rPr>
              <a:t>  is  G</a:t>
            </a:r>
          </a:p>
        </p:txBody>
      </p:sp>
      <p:sp>
        <p:nvSpPr>
          <p:cNvPr id="9" name="Rectangle 3"/>
          <p:cNvSpPr>
            <a:spLocks noChangeArrowheads="1"/>
          </p:cNvSpPr>
          <p:nvPr/>
        </p:nvSpPr>
        <p:spPr bwMode="auto">
          <a:xfrm>
            <a:off x="1042988" y="207963"/>
            <a:ext cx="66611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itchFamily="18" charset="-127"/>
                <a:ea typeface="-윤체M" pitchFamily="18" charset="-127"/>
              </a:defRPr>
            </a:lvl2pPr>
            <a:lvl3pPr marL="1143000" indent="-228600" latinLnBrk="1">
              <a:spcBef>
                <a:spcPct val="20000"/>
              </a:spcBef>
              <a:buChar char="•"/>
              <a:defRPr kumimoji="1">
                <a:solidFill>
                  <a:schemeClr val="tx1"/>
                </a:solidFill>
                <a:latin typeface="-윤체M" pitchFamily="18" charset="-127"/>
                <a:ea typeface="-윤체M" pitchFamily="18" charset="-127"/>
              </a:defRPr>
            </a:lvl3pPr>
            <a:lvl4pPr marL="1600200" indent="-228600" latinLnBrk="1">
              <a:spcBef>
                <a:spcPct val="20000"/>
              </a:spcBef>
              <a:buChar char="•"/>
              <a:defRPr kumimoji="1" sz="1600">
                <a:solidFill>
                  <a:schemeClr val="tx1"/>
                </a:solidFill>
                <a:latin typeface="-윤체M" pitchFamily="18" charset="-127"/>
                <a:ea typeface="-윤체M" pitchFamily="18" charset="-127"/>
              </a:defRPr>
            </a:lvl4pPr>
            <a:lvl5pPr marL="2057400" indent="-228600" latinLnBrk="1">
              <a:spcBef>
                <a:spcPct val="20000"/>
              </a:spcBef>
              <a:buChar char="•"/>
              <a:defRPr kumimoji="1" sz="1400">
                <a:solidFill>
                  <a:schemeClr val="tx1"/>
                </a:solidFill>
                <a:latin typeface="-윤체M" pitchFamily="18" charset="-127"/>
                <a:ea typeface="-윤체M"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9pPr>
          </a:lstStyle>
          <a:p>
            <a:pPr algn="ctr" eaLnBrk="1" latinLnBrk="0" hangingPunct="1">
              <a:spcBef>
                <a:spcPct val="0"/>
              </a:spcBef>
              <a:buFontTx/>
              <a:buNone/>
              <a:defRPr/>
            </a:pPr>
            <a:r>
              <a:rPr lang="en-US" altLang="zh-CN" b="1" dirty="0">
                <a:latin typeface="微软雅黑" panose="020B0503020204020204" pitchFamily="34" charset="-122"/>
                <a:ea typeface="微软雅黑" panose="020B0503020204020204" pitchFamily="34" charset="-122"/>
                <a:cs typeface="+mj-cs"/>
              </a:rPr>
              <a:t>3.6.3</a:t>
            </a:r>
            <a:r>
              <a:rPr lang="en-US" altLang="zh-CN" b="1" dirty="0">
                <a:latin typeface="微软雅黑" panose="020B0503020204020204" pitchFamily="34" charset="-122"/>
                <a:ea typeface="微软雅黑" panose="020B0503020204020204" pitchFamily="34" charset="-122"/>
                <a:cs typeface="+mj-cs"/>
              </a:rPr>
              <a:t> </a:t>
            </a:r>
            <a:r>
              <a:rPr lang="zh-CN" altLang="en-US" b="1" dirty="0">
                <a:latin typeface="微软雅黑" panose="020B0503020204020204" pitchFamily="34" charset="-122"/>
                <a:ea typeface="微软雅黑" panose="020B0503020204020204" pitchFamily="34" charset="-122"/>
                <a:cs typeface="+mj-cs"/>
              </a:rPr>
              <a:t>基于模糊</a:t>
            </a:r>
            <a:r>
              <a:rPr lang="zh-CN" altLang="en-US" b="1" dirty="0">
                <a:latin typeface="微软雅黑" panose="020B0503020204020204" pitchFamily="34" charset="-122"/>
                <a:ea typeface="微软雅黑" panose="020B0503020204020204" pitchFamily="34" charset="-122"/>
                <a:cs typeface="+mj-cs"/>
              </a:rPr>
              <a:t>关系</a:t>
            </a:r>
            <a:r>
              <a:rPr lang="zh-CN" altLang="en-US" b="1" dirty="0">
                <a:latin typeface="微软雅黑" panose="020B0503020204020204" pitchFamily="34" charset="-122"/>
                <a:ea typeface="微软雅黑" panose="020B0503020204020204" pitchFamily="34" charset="-122"/>
                <a:cs typeface="+mj-cs"/>
              </a:rPr>
              <a:t>的推理</a:t>
            </a:r>
          </a:p>
        </p:txBody>
      </p:sp>
    </p:spTree>
    <p:extLst>
      <p:ext uri="{BB962C8B-B14F-4D97-AF65-F5344CB8AC3E}">
        <p14:creationId xmlns:p14="http://schemas.microsoft.com/office/powerpoint/2010/main" val="3273153528"/>
      </p:ext>
    </p:extLst>
  </p:cSld>
  <p:clrMapOvr>
    <a:masterClrMapping/>
  </p:clrMapOvr>
  <p:transition/>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灯片编号占位符 1"/>
          <p:cNvSpPr>
            <a:spLocks noGrp="1"/>
          </p:cNvSpPr>
          <p:nvPr>
            <p:ph type="sldNum" sz="quarter" idx="4294967295"/>
          </p:nvPr>
        </p:nvSpPr>
        <p:spPr>
          <a:xfrm>
            <a:off x="6553200" y="6245225"/>
            <a:ext cx="2133600" cy="476250"/>
          </a:xfrm>
          <a:prstGeom prst="rect">
            <a:avLst/>
          </a:prstGeom>
          <a:noFill/>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a:spcBef>
                <a:spcPct val="0"/>
              </a:spcBef>
              <a:buFontTx/>
              <a:buNone/>
            </a:pPr>
            <a:fld id="{1BD877B6-5A51-4B77-A632-BFB5A5E32558}" type="slidenum">
              <a:rPr lang="zh-CN" altLang="en-US" sz="1400" smtClean="0">
                <a:latin typeface="Gulim" panose="02010600030101010101" charset="-122"/>
                <a:ea typeface="Gulim" panose="02010600030101010101" charset="-122"/>
              </a:rPr>
              <a:pPr>
                <a:spcBef>
                  <a:spcPct val="0"/>
                </a:spcBef>
                <a:buFontTx/>
                <a:buNone/>
              </a:pPr>
              <a:t>150</a:t>
            </a:fld>
            <a:endParaRPr lang="en-US" altLang="zh-CN" sz="1400" smtClean="0">
              <a:latin typeface="Gulim" panose="02010600030101010101" charset="-122"/>
              <a:ea typeface="Gulim" panose="02010600030101010101" charset="-122"/>
            </a:endParaRPr>
          </a:p>
        </p:txBody>
      </p:sp>
      <p:graphicFrame>
        <p:nvGraphicFramePr>
          <p:cNvPr id="175107" name="Object 3"/>
          <p:cNvGraphicFramePr>
            <a:graphicFrameLocks noChangeAspect="1"/>
          </p:cNvGraphicFramePr>
          <p:nvPr/>
        </p:nvGraphicFramePr>
        <p:xfrm>
          <a:off x="1187450" y="3900488"/>
          <a:ext cx="6192838" cy="1450975"/>
        </p:xfrm>
        <a:graphic>
          <a:graphicData uri="http://schemas.openxmlformats.org/presentationml/2006/ole">
            <mc:AlternateContent xmlns:mc="http://schemas.openxmlformats.org/markup-compatibility/2006">
              <mc:Choice xmlns:v="urn:schemas-microsoft-com:vml" Requires="v">
                <p:oleObj spid="_x0000_s38930" name="Equation" r:id="rId3" imgW="2628900" imgH="711200" progId="Equation.3">
                  <p:embed/>
                </p:oleObj>
              </mc:Choice>
              <mc:Fallback>
                <p:oleObj name="Equation" r:id="rId3" imgW="2628900" imgH="7112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450" y="3900488"/>
                        <a:ext cx="6192838" cy="145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5108" name="Text Box 4"/>
          <p:cNvSpPr txBox="1">
            <a:spLocks noChangeArrowheads="1"/>
          </p:cNvSpPr>
          <p:nvPr/>
        </p:nvSpPr>
        <p:spPr bwMode="auto">
          <a:xfrm>
            <a:off x="611188" y="5240338"/>
            <a:ext cx="7696200" cy="1004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algn="just" eaLnBrk="1" latinLnBrk="0" hangingPunct="1">
              <a:lnSpc>
                <a:spcPct val="120000"/>
              </a:lnSpc>
              <a:spcBef>
                <a:spcPct val="10000"/>
              </a:spcBef>
              <a:buFontTx/>
              <a:buNone/>
            </a:pPr>
            <a:r>
              <a:rPr lang="zh-CN" altLang="en-US" sz="2000" b="1">
                <a:latin typeface="Times New Roman" panose="02020603050405020304" pitchFamily="18" charset="0"/>
                <a:ea typeface="宋体" panose="02010600030101010101" pitchFamily="2" charset="-122"/>
              </a:rPr>
              <a:t>　　　　　　　　　</a:t>
            </a:r>
            <a:r>
              <a:rPr lang="en-US" altLang="zh-CN" sz="2400" b="1">
                <a:latin typeface="Times New Roman" panose="02020603050405020304" pitchFamily="18" charset="0"/>
                <a:ea typeface="宋体" panose="02010600030101010101" pitchFamily="2" charset="-122"/>
              </a:rPr>
              <a:t>={0.4,  0.6,  1}</a:t>
            </a:r>
          </a:p>
          <a:p>
            <a:pPr algn="just" eaLnBrk="1" latinLnBrk="0" hangingPunct="1">
              <a:lnSpc>
                <a:spcPct val="120000"/>
              </a:lnSpc>
              <a:spcBef>
                <a:spcPct val="10000"/>
              </a:spcBef>
              <a:buFontTx/>
              <a:buNone/>
            </a:pPr>
            <a:r>
              <a:rPr lang="zh-CN" altLang="en-US" sz="2400" b="1">
                <a:latin typeface="Times New Roman" panose="02020603050405020304" pitchFamily="18" charset="0"/>
                <a:ea typeface="宋体" panose="02010600030101010101" pitchFamily="2" charset="-122"/>
              </a:rPr>
              <a:t>即所求出的模糊结论</a:t>
            </a:r>
            <a:r>
              <a:rPr lang="en-US" altLang="zh-CN" sz="2400" b="1">
                <a:latin typeface="Times New Roman" panose="02020603050405020304" pitchFamily="18" charset="0"/>
                <a:ea typeface="宋体" panose="02010600030101010101" pitchFamily="2" charset="-122"/>
              </a:rPr>
              <a:t>G</a:t>
            </a:r>
            <a:r>
              <a:rPr lang="en-US" altLang="zh-CN" sz="2400" b="1" baseline="30000">
                <a:latin typeface="Times New Roman" panose="02020603050405020304" pitchFamily="18" charset="0"/>
                <a:ea typeface="宋体" panose="02010600030101010101" pitchFamily="2" charset="-122"/>
              </a:rPr>
              <a:t>'</a:t>
            </a:r>
            <a:r>
              <a:rPr lang="zh-CN" altLang="en-US" sz="2400" b="1">
                <a:latin typeface="Times New Roman" panose="02020603050405020304" pitchFamily="18" charset="0"/>
                <a:ea typeface="宋体" panose="02010600030101010101" pitchFamily="2" charset="-122"/>
              </a:rPr>
              <a:t>为     </a:t>
            </a:r>
            <a:r>
              <a:rPr lang="en-US" altLang="zh-CN" sz="2400" b="1">
                <a:latin typeface="Times New Roman" panose="02020603050405020304" pitchFamily="18" charset="0"/>
                <a:ea typeface="宋体" panose="02010600030101010101" pitchFamily="2" charset="-122"/>
              </a:rPr>
              <a:t>G</a:t>
            </a:r>
            <a:r>
              <a:rPr lang="en-US" altLang="zh-CN" sz="2400" b="1" baseline="30000">
                <a:latin typeface="Times New Roman" panose="02020603050405020304" pitchFamily="18" charset="0"/>
                <a:ea typeface="宋体" panose="02010600030101010101" pitchFamily="2" charset="-122"/>
              </a:rPr>
              <a:t>'</a:t>
            </a:r>
            <a:r>
              <a:rPr lang="en-US" altLang="zh-CN" sz="2400" b="1">
                <a:latin typeface="Times New Roman" panose="02020603050405020304" pitchFamily="18" charset="0"/>
                <a:ea typeface="宋体" panose="02010600030101010101" pitchFamily="2" charset="-122"/>
              </a:rPr>
              <a:t>=0.4/1+0.6/2+1/3 </a:t>
            </a:r>
          </a:p>
        </p:txBody>
      </p:sp>
      <p:sp>
        <p:nvSpPr>
          <p:cNvPr id="175109" name="矩形 1"/>
          <p:cNvSpPr>
            <a:spLocks noChangeArrowheads="1"/>
          </p:cNvSpPr>
          <p:nvPr/>
        </p:nvSpPr>
        <p:spPr bwMode="auto">
          <a:xfrm>
            <a:off x="468313" y="1484313"/>
            <a:ext cx="7839075" cy="979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algn="just" eaLnBrk="1" latinLnBrk="0" hangingPunct="1">
              <a:lnSpc>
                <a:spcPct val="120000"/>
              </a:lnSpc>
              <a:spcBef>
                <a:spcPct val="10000"/>
              </a:spcBef>
              <a:buFontTx/>
              <a:buNone/>
            </a:pPr>
            <a:r>
              <a:rPr lang="zh-CN" altLang="en-US" sz="2400">
                <a:latin typeface="Times New Roman" panose="02020603050405020304" pitchFamily="18" charset="0"/>
                <a:ea typeface="楷体" panose="02010609060101010101" pitchFamily="49" charset="-122"/>
              </a:rPr>
              <a:t>解：设已知模糊事实“较小”为</a:t>
            </a:r>
            <a:r>
              <a:rPr lang="en-US" altLang="zh-CN" sz="2400">
                <a:latin typeface="Times New Roman" panose="02020603050405020304" pitchFamily="18" charset="0"/>
                <a:ea typeface="楷体" panose="02010609060101010101" pitchFamily="49" charset="-122"/>
              </a:rPr>
              <a:t>F'</a:t>
            </a:r>
            <a:r>
              <a:rPr lang="zh-CN" altLang="en-US" sz="2400">
                <a:latin typeface="Times New Roman" panose="02020603050405020304" pitchFamily="18" charset="0"/>
                <a:ea typeface="楷体" panose="02010609060101010101" pitchFamily="49" charset="-122"/>
              </a:rPr>
              <a:t>，</a:t>
            </a:r>
            <a:r>
              <a:rPr lang="en-US" altLang="zh-CN" sz="2400">
                <a:latin typeface="Times New Roman" panose="02020603050405020304" pitchFamily="18" charset="0"/>
                <a:ea typeface="楷体" panose="02010609060101010101" pitchFamily="49" charset="-122"/>
              </a:rPr>
              <a:t>F'</a:t>
            </a:r>
            <a:r>
              <a:rPr lang="zh-CN" altLang="en-US" sz="2400">
                <a:latin typeface="Times New Roman" panose="02020603050405020304" pitchFamily="18" charset="0"/>
                <a:ea typeface="楷体" panose="02010609060101010101" pitchFamily="49" charset="-122"/>
              </a:rPr>
              <a:t>与</a:t>
            </a:r>
            <a:r>
              <a:rPr lang="en-US" altLang="zh-CN" sz="2400" i="1">
                <a:latin typeface="Times New Roman" panose="02020603050405020304" pitchFamily="18" charset="0"/>
                <a:ea typeface="楷体" panose="02010609060101010101" pitchFamily="49" charset="-122"/>
              </a:rPr>
              <a:t>R</a:t>
            </a:r>
            <a:r>
              <a:rPr lang="en-US" altLang="zh-CN" sz="2400" i="1" baseline="-25000">
                <a:latin typeface="Times New Roman" panose="02020603050405020304" pitchFamily="18" charset="0"/>
                <a:ea typeface="楷体" panose="02010609060101010101" pitchFamily="49" charset="-122"/>
              </a:rPr>
              <a:t>m</a:t>
            </a:r>
            <a:r>
              <a:rPr lang="zh-CN" altLang="en-US" sz="2400">
                <a:latin typeface="Times New Roman" panose="02020603050405020304" pitchFamily="18" charset="0"/>
                <a:ea typeface="楷体" panose="02010609060101010101" pitchFamily="49" charset="-122"/>
              </a:rPr>
              <a:t>的合成即为所求结论</a:t>
            </a:r>
            <a:r>
              <a:rPr lang="en-US" altLang="zh-CN" sz="2400">
                <a:latin typeface="Times New Roman" panose="02020603050405020304" pitchFamily="18" charset="0"/>
                <a:ea typeface="楷体" panose="02010609060101010101" pitchFamily="49" charset="-122"/>
              </a:rPr>
              <a:t>G'</a:t>
            </a:r>
            <a:r>
              <a:rPr lang="zh-CN" altLang="en-US" sz="2400">
                <a:latin typeface="Times New Roman" panose="02020603050405020304" pitchFamily="18" charset="0"/>
                <a:ea typeface="楷体" panose="02010609060101010101" pitchFamily="49" charset="-122"/>
              </a:rPr>
              <a:t>。 </a:t>
            </a:r>
          </a:p>
        </p:txBody>
      </p:sp>
      <p:graphicFrame>
        <p:nvGraphicFramePr>
          <p:cNvPr id="175110" name="Object 7"/>
          <p:cNvGraphicFramePr>
            <a:graphicFrameLocks noChangeAspect="1"/>
          </p:cNvGraphicFramePr>
          <p:nvPr/>
        </p:nvGraphicFramePr>
        <p:xfrm>
          <a:off x="4211638" y="2362200"/>
          <a:ext cx="2592387" cy="1343025"/>
        </p:xfrm>
        <a:graphic>
          <a:graphicData uri="http://schemas.openxmlformats.org/presentationml/2006/ole">
            <mc:AlternateContent xmlns:mc="http://schemas.openxmlformats.org/markup-compatibility/2006">
              <mc:Choice xmlns:v="urn:schemas-microsoft-com:vml" Requires="v">
                <p:oleObj spid="_x0000_s38931" name="Equation" r:id="rId5" imgW="1358310" imgH="710891" progId="Equation.3">
                  <p:embed/>
                </p:oleObj>
              </mc:Choice>
              <mc:Fallback>
                <p:oleObj name="Equation" r:id="rId5" imgW="1358310" imgH="710891"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11638" y="2362200"/>
                        <a:ext cx="2592387" cy="134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5111" name="矩形 1"/>
          <p:cNvSpPr>
            <a:spLocks noChangeArrowheads="1"/>
          </p:cNvSpPr>
          <p:nvPr/>
        </p:nvSpPr>
        <p:spPr bwMode="auto">
          <a:xfrm>
            <a:off x="1042988" y="2803525"/>
            <a:ext cx="26479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楷体" panose="02010609060101010101" pitchFamily="49" charset="-122"/>
                <a:ea typeface="楷体" panose="02010609060101010101" pitchFamily="49" charset="-122"/>
              </a:defRPr>
            </a:lvl1pPr>
            <a:lvl2pPr marL="742950" indent="-285750">
              <a:defRPr kumimoji="1" sz="2400">
                <a:solidFill>
                  <a:schemeClr val="tx1"/>
                </a:solidFill>
                <a:latin typeface="楷体" panose="02010609060101010101" pitchFamily="49" charset="-122"/>
                <a:ea typeface="楷体" panose="02010609060101010101" pitchFamily="49" charset="-122"/>
              </a:defRPr>
            </a:lvl2pPr>
            <a:lvl3pPr marL="1143000" indent="-228600">
              <a:defRPr kumimoji="1" sz="2400">
                <a:solidFill>
                  <a:schemeClr val="tx1"/>
                </a:solidFill>
                <a:latin typeface="楷体" panose="02010609060101010101" pitchFamily="49" charset="-122"/>
                <a:ea typeface="楷体" panose="02010609060101010101" pitchFamily="49" charset="-122"/>
              </a:defRPr>
            </a:lvl3pPr>
            <a:lvl4pPr marL="1600200" indent="-228600">
              <a:defRPr kumimoji="1" sz="2400">
                <a:solidFill>
                  <a:schemeClr val="tx1"/>
                </a:solidFill>
                <a:latin typeface="楷体" panose="02010609060101010101" pitchFamily="49" charset="-122"/>
                <a:ea typeface="楷体" panose="02010609060101010101" pitchFamily="49" charset="-122"/>
              </a:defRPr>
            </a:lvl4pPr>
            <a:lvl5pPr marL="2057400" indent="-228600">
              <a:defRPr kumimoji="1" sz="2400">
                <a:solidFill>
                  <a:schemeClr val="tx1"/>
                </a:solidFill>
                <a:latin typeface="楷体" panose="02010609060101010101" pitchFamily="49" charset="-122"/>
                <a:ea typeface="楷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楷体" panose="02010609060101010101" pitchFamily="49" charset="-122"/>
                <a:ea typeface="楷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楷体" panose="02010609060101010101" pitchFamily="49" charset="-122"/>
                <a:ea typeface="楷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楷体" panose="02010609060101010101" pitchFamily="49" charset="-122"/>
                <a:ea typeface="楷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楷体" panose="02010609060101010101" pitchFamily="49" charset="-122"/>
                <a:ea typeface="楷体" panose="02010609060101010101" pitchFamily="49" charset="-122"/>
              </a:defRPr>
            </a:lvl9pPr>
          </a:lstStyle>
          <a:p>
            <a:r>
              <a:rPr lang="en-US" altLang="zh-CN">
                <a:latin typeface="Times New Roman" panose="02020603050405020304" pitchFamily="18" charset="0"/>
              </a:rPr>
              <a:t>F' =1/1+0.7/2+0.2/3</a:t>
            </a:r>
            <a:endParaRPr lang="zh-CN" altLang="en-US"/>
          </a:p>
        </p:txBody>
      </p:sp>
      <p:sp>
        <p:nvSpPr>
          <p:cNvPr id="10" name="Rectangle 3"/>
          <p:cNvSpPr>
            <a:spLocks noChangeArrowheads="1"/>
          </p:cNvSpPr>
          <p:nvPr/>
        </p:nvSpPr>
        <p:spPr bwMode="auto">
          <a:xfrm>
            <a:off x="1042988" y="207963"/>
            <a:ext cx="66611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itchFamily="18" charset="-127"/>
                <a:ea typeface="-윤체M" pitchFamily="18" charset="-127"/>
              </a:defRPr>
            </a:lvl2pPr>
            <a:lvl3pPr marL="1143000" indent="-228600" latinLnBrk="1">
              <a:spcBef>
                <a:spcPct val="20000"/>
              </a:spcBef>
              <a:buChar char="•"/>
              <a:defRPr kumimoji="1">
                <a:solidFill>
                  <a:schemeClr val="tx1"/>
                </a:solidFill>
                <a:latin typeface="-윤체M" pitchFamily="18" charset="-127"/>
                <a:ea typeface="-윤체M" pitchFamily="18" charset="-127"/>
              </a:defRPr>
            </a:lvl3pPr>
            <a:lvl4pPr marL="1600200" indent="-228600" latinLnBrk="1">
              <a:spcBef>
                <a:spcPct val="20000"/>
              </a:spcBef>
              <a:buChar char="•"/>
              <a:defRPr kumimoji="1" sz="1600">
                <a:solidFill>
                  <a:schemeClr val="tx1"/>
                </a:solidFill>
                <a:latin typeface="-윤체M" pitchFamily="18" charset="-127"/>
                <a:ea typeface="-윤체M" pitchFamily="18" charset="-127"/>
              </a:defRPr>
            </a:lvl4pPr>
            <a:lvl5pPr marL="2057400" indent="-228600" latinLnBrk="1">
              <a:spcBef>
                <a:spcPct val="20000"/>
              </a:spcBef>
              <a:buChar char="•"/>
              <a:defRPr kumimoji="1" sz="1400">
                <a:solidFill>
                  <a:schemeClr val="tx1"/>
                </a:solidFill>
                <a:latin typeface="-윤체M" pitchFamily="18" charset="-127"/>
                <a:ea typeface="-윤체M"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9pPr>
          </a:lstStyle>
          <a:p>
            <a:pPr algn="ctr" eaLnBrk="1" latinLnBrk="0" hangingPunct="1">
              <a:spcBef>
                <a:spcPct val="0"/>
              </a:spcBef>
              <a:buFontTx/>
              <a:buNone/>
              <a:defRPr/>
            </a:pPr>
            <a:r>
              <a:rPr lang="en-US" altLang="zh-CN" b="1" dirty="0">
                <a:latin typeface="微软雅黑" panose="020B0503020204020204" pitchFamily="34" charset="-122"/>
                <a:ea typeface="微软雅黑" panose="020B0503020204020204" pitchFamily="34" charset="-122"/>
                <a:cs typeface="+mj-cs"/>
              </a:rPr>
              <a:t>3.6.3</a:t>
            </a:r>
            <a:r>
              <a:rPr lang="en-US" altLang="zh-CN" b="1" dirty="0">
                <a:latin typeface="微软雅黑" panose="020B0503020204020204" pitchFamily="34" charset="-122"/>
                <a:ea typeface="微软雅黑" panose="020B0503020204020204" pitchFamily="34" charset="-122"/>
                <a:cs typeface="+mj-cs"/>
              </a:rPr>
              <a:t> </a:t>
            </a:r>
            <a:r>
              <a:rPr lang="zh-CN" altLang="en-US" b="1" dirty="0">
                <a:latin typeface="微软雅黑" panose="020B0503020204020204" pitchFamily="34" charset="-122"/>
                <a:ea typeface="微软雅黑" panose="020B0503020204020204" pitchFamily="34" charset="-122"/>
                <a:cs typeface="+mj-cs"/>
              </a:rPr>
              <a:t>基于模糊</a:t>
            </a:r>
            <a:r>
              <a:rPr lang="zh-CN" altLang="en-US" b="1" dirty="0">
                <a:latin typeface="微软雅黑" panose="020B0503020204020204" pitchFamily="34" charset="-122"/>
                <a:ea typeface="微软雅黑" panose="020B0503020204020204" pitchFamily="34" charset="-122"/>
                <a:cs typeface="+mj-cs"/>
              </a:rPr>
              <a:t>关系</a:t>
            </a:r>
            <a:r>
              <a:rPr lang="zh-CN" altLang="en-US" b="1" dirty="0">
                <a:latin typeface="微软雅黑" panose="020B0503020204020204" pitchFamily="34" charset="-122"/>
                <a:ea typeface="微软雅黑" panose="020B0503020204020204" pitchFamily="34" charset="-122"/>
                <a:cs typeface="+mj-cs"/>
              </a:rPr>
              <a:t>的推理</a:t>
            </a:r>
          </a:p>
        </p:txBody>
      </p:sp>
    </p:spTree>
    <p:extLst>
      <p:ext uri="{BB962C8B-B14F-4D97-AF65-F5344CB8AC3E}">
        <p14:creationId xmlns:p14="http://schemas.microsoft.com/office/powerpoint/2010/main" val="3342256951"/>
      </p:ext>
    </p:extLst>
  </p:cSld>
  <p:clrMapOvr>
    <a:masterClrMapping/>
  </p:clrMapOvr>
  <p:transition/>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灯片编号占位符 1"/>
          <p:cNvSpPr>
            <a:spLocks noGrp="1"/>
          </p:cNvSpPr>
          <p:nvPr>
            <p:ph type="sldNum" sz="quarter" idx="4294967295"/>
          </p:nvPr>
        </p:nvSpPr>
        <p:spPr>
          <a:xfrm>
            <a:off x="6553200" y="6245225"/>
            <a:ext cx="2133600" cy="476250"/>
          </a:xfrm>
          <a:prstGeom prst="rect">
            <a:avLst/>
          </a:prstGeom>
          <a:noFill/>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a:spcBef>
                <a:spcPct val="0"/>
              </a:spcBef>
              <a:buFontTx/>
              <a:buNone/>
            </a:pPr>
            <a:fld id="{5E28367A-F2C7-47E5-BE5C-274A77B41CBC}" type="slidenum">
              <a:rPr lang="zh-CN" altLang="en-US" sz="1400" smtClean="0">
                <a:latin typeface="Gulim" panose="02010600030101010101" charset="-122"/>
                <a:ea typeface="Gulim" panose="02010600030101010101" charset="-122"/>
              </a:rPr>
              <a:pPr>
                <a:spcBef>
                  <a:spcPct val="0"/>
                </a:spcBef>
                <a:buFontTx/>
                <a:buNone/>
              </a:pPr>
              <a:t>151</a:t>
            </a:fld>
            <a:endParaRPr lang="en-US" altLang="zh-CN" sz="1400" smtClean="0">
              <a:latin typeface="Gulim" panose="02010600030101010101" charset="-122"/>
              <a:ea typeface="Gulim" panose="02010600030101010101" charset="-122"/>
            </a:endParaRPr>
          </a:p>
        </p:txBody>
      </p:sp>
      <p:sp>
        <p:nvSpPr>
          <p:cNvPr id="176131" name="Text Box 2"/>
          <p:cNvSpPr txBox="1">
            <a:spLocks noChangeArrowheads="1"/>
          </p:cNvSpPr>
          <p:nvPr/>
        </p:nvSpPr>
        <p:spPr bwMode="auto">
          <a:xfrm>
            <a:off x="179388" y="981075"/>
            <a:ext cx="8748712" cy="4432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algn="just" eaLnBrk="1" latinLnBrk="0" hangingPunct="1">
              <a:lnSpc>
                <a:spcPct val="115000"/>
              </a:lnSpc>
              <a:spcBef>
                <a:spcPct val="0"/>
              </a:spcBef>
              <a:buFontTx/>
              <a:buNone/>
            </a:pPr>
            <a:r>
              <a:rPr lang="zh-CN" altLang="en-US" sz="2400" b="1">
                <a:latin typeface="Times New Roman" panose="02020603050405020304" pitchFamily="18" charset="0"/>
                <a:ea typeface="楷体" panose="02010609060101010101" pitchFamily="49" charset="-122"/>
                <a:cs typeface="Times New Roman" panose="02020603050405020304" pitchFamily="18" charset="0"/>
              </a:rPr>
              <a:t>    </a:t>
            </a:r>
            <a:r>
              <a:rPr lang="en-US" altLang="zh-CN" sz="2400" b="1">
                <a:latin typeface="Times New Roman" panose="02020603050405020304" pitchFamily="18" charset="0"/>
                <a:ea typeface="楷体" panose="02010609060101010101" pitchFamily="49" charset="-122"/>
                <a:cs typeface="Times New Roman" panose="02020603050405020304" pitchFamily="18" charset="0"/>
              </a:rPr>
              <a:t>2. </a:t>
            </a:r>
            <a:r>
              <a:rPr lang="zh-CN" altLang="en-US" sz="2400" b="1">
                <a:latin typeface="Times New Roman" panose="02020603050405020304" pitchFamily="18" charset="0"/>
                <a:ea typeface="楷体" panose="02010609060101010101" pitchFamily="49" charset="-122"/>
                <a:cs typeface="Times New Roman" panose="02020603050405020304" pitchFamily="18" charset="0"/>
              </a:rPr>
              <a:t>模糊拒取式推理</a:t>
            </a:r>
          </a:p>
          <a:p>
            <a:pPr algn="just" eaLnBrk="1" latinLnBrk="0" hangingPunct="1">
              <a:lnSpc>
                <a:spcPct val="120000"/>
              </a:lnSpc>
              <a:spcBef>
                <a:spcPct val="5000"/>
              </a:spcBef>
              <a:buFontTx/>
              <a:buNone/>
            </a:pPr>
            <a:r>
              <a:rPr lang="zh-CN" altLang="en-US" sz="2400">
                <a:latin typeface="Times New Roman" panose="02020603050405020304" pitchFamily="18" charset="0"/>
                <a:ea typeface="楷体" panose="02010609060101010101" pitchFamily="49" charset="-122"/>
                <a:cs typeface="Times New Roman" panose="02020603050405020304" pitchFamily="18" charset="0"/>
              </a:rPr>
              <a:t>    设</a:t>
            </a:r>
            <a:r>
              <a:rPr lang="en-US" altLang="zh-CN" sz="2400">
                <a:latin typeface="Times New Roman" panose="02020603050405020304" pitchFamily="18" charset="0"/>
                <a:ea typeface="楷体" panose="02010609060101010101" pitchFamily="49" charset="-122"/>
                <a:cs typeface="Times New Roman" panose="02020603050405020304" pitchFamily="18" charset="0"/>
              </a:rPr>
              <a:t>F</a:t>
            </a:r>
            <a:r>
              <a:rPr lang="zh-CN" altLang="en-US" sz="2400">
                <a:latin typeface="Times New Roman" panose="02020603050405020304" pitchFamily="18" charset="0"/>
                <a:ea typeface="楷体" panose="02010609060101010101" pitchFamily="49" charset="-122"/>
                <a:cs typeface="Times New Roman" panose="02020603050405020304" pitchFamily="18" charset="0"/>
              </a:rPr>
              <a:t>和</a:t>
            </a:r>
            <a:r>
              <a:rPr lang="en-US" altLang="zh-CN" sz="2400">
                <a:latin typeface="Times New Roman" panose="02020603050405020304" pitchFamily="18" charset="0"/>
                <a:ea typeface="楷体" panose="02010609060101010101" pitchFamily="49" charset="-122"/>
                <a:cs typeface="Times New Roman" panose="02020603050405020304" pitchFamily="18" charset="0"/>
              </a:rPr>
              <a:t>G</a:t>
            </a:r>
            <a:r>
              <a:rPr lang="zh-CN" altLang="en-US" sz="2400">
                <a:latin typeface="Times New Roman" panose="02020603050405020304" pitchFamily="18" charset="0"/>
                <a:ea typeface="楷体" panose="02010609060101010101" pitchFamily="49" charset="-122"/>
                <a:cs typeface="Times New Roman" panose="02020603050405020304" pitchFamily="18" charset="0"/>
              </a:rPr>
              <a:t>分别是</a:t>
            </a:r>
            <a:r>
              <a:rPr lang="en-US" altLang="zh-CN" sz="2400">
                <a:latin typeface="Times New Roman" panose="02020603050405020304" pitchFamily="18" charset="0"/>
                <a:ea typeface="楷体" panose="02010609060101010101" pitchFamily="49" charset="-122"/>
                <a:cs typeface="Times New Roman" panose="02020603050405020304" pitchFamily="18" charset="0"/>
              </a:rPr>
              <a:t>U</a:t>
            </a:r>
            <a:r>
              <a:rPr lang="zh-CN" altLang="en-US" sz="2400">
                <a:latin typeface="Times New Roman" panose="02020603050405020304" pitchFamily="18" charset="0"/>
                <a:ea typeface="楷体" panose="02010609060101010101" pitchFamily="49" charset="-122"/>
                <a:cs typeface="Times New Roman" panose="02020603050405020304" pitchFamily="18" charset="0"/>
              </a:rPr>
              <a:t>和</a:t>
            </a:r>
            <a:r>
              <a:rPr lang="en-US" altLang="zh-CN" sz="2400">
                <a:latin typeface="Times New Roman" panose="02020603050405020304" pitchFamily="18" charset="0"/>
                <a:ea typeface="楷体" panose="02010609060101010101" pitchFamily="49" charset="-122"/>
                <a:cs typeface="Times New Roman" panose="02020603050405020304" pitchFamily="18" charset="0"/>
              </a:rPr>
              <a:t>V</a:t>
            </a:r>
            <a:r>
              <a:rPr lang="zh-CN" altLang="en-US" sz="2400">
                <a:latin typeface="Times New Roman" panose="02020603050405020304" pitchFamily="18" charset="0"/>
                <a:ea typeface="楷体" panose="02010609060101010101" pitchFamily="49" charset="-122"/>
                <a:cs typeface="Times New Roman" panose="02020603050405020304" pitchFamily="18" charset="0"/>
              </a:rPr>
              <a:t>上的两个模糊集，且有知识</a:t>
            </a:r>
          </a:p>
          <a:p>
            <a:pPr algn="just" eaLnBrk="1" latinLnBrk="0" hangingPunct="1">
              <a:lnSpc>
                <a:spcPct val="120000"/>
              </a:lnSpc>
              <a:spcBef>
                <a:spcPct val="5000"/>
              </a:spcBef>
              <a:buFontTx/>
              <a:buNone/>
            </a:pPr>
            <a:r>
              <a:rPr lang="zh-CN" altLang="en-US" sz="2400">
                <a:latin typeface="Times New Roman" panose="02020603050405020304" pitchFamily="18" charset="0"/>
                <a:ea typeface="楷体" panose="02010609060101010101" pitchFamily="49" charset="-122"/>
                <a:cs typeface="Times New Roman" panose="02020603050405020304" pitchFamily="18" charset="0"/>
              </a:rPr>
              <a:t>        </a:t>
            </a:r>
            <a:r>
              <a:rPr lang="en-US" altLang="zh-CN" sz="2400">
                <a:latin typeface="Times New Roman" panose="02020603050405020304" pitchFamily="18" charset="0"/>
                <a:ea typeface="楷体" panose="02010609060101010101" pitchFamily="49" charset="-122"/>
                <a:cs typeface="Times New Roman" panose="02020603050405020304" pitchFamily="18" charset="0"/>
              </a:rPr>
              <a:t>IF   x  is  F   THEN   y  is  G</a:t>
            </a:r>
          </a:p>
          <a:p>
            <a:pPr algn="just" eaLnBrk="1" latinLnBrk="0" hangingPunct="1">
              <a:lnSpc>
                <a:spcPct val="120000"/>
              </a:lnSpc>
              <a:spcBef>
                <a:spcPct val="5000"/>
              </a:spcBef>
              <a:buFontTx/>
              <a:buNone/>
            </a:pPr>
            <a:r>
              <a:rPr lang="zh-CN" altLang="en-US" sz="2400">
                <a:latin typeface="Times New Roman" panose="02020603050405020304" pitchFamily="18" charset="0"/>
                <a:ea typeface="楷体" panose="02010609060101010101" pitchFamily="49" charset="-122"/>
                <a:cs typeface="Times New Roman" panose="02020603050405020304" pitchFamily="18" charset="0"/>
              </a:rPr>
              <a:t>若有</a:t>
            </a:r>
            <a:r>
              <a:rPr lang="en-US" altLang="zh-CN" sz="2400">
                <a:latin typeface="Times New Roman" panose="02020603050405020304" pitchFamily="18" charset="0"/>
                <a:ea typeface="楷体" panose="02010609060101010101" pitchFamily="49" charset="-122"/>
                <a:cs typeface="Times New Roman" panose="02020603050405020304" pitchFamily="18" charset="0"/>
              </a:rPr>
              <a:t>V</a:t>
            </a:r>
            <a:r>
              <a:rPr lang="zh-CN" altLang="en-US" sz="2400">
                <a:latin typeface="Times New Roman" panose="02020603050405020304" pitchFamily="18" charset="0"/>
                <a:ea typeface="楷体" panose="02010609060101010101" pitchFamily="49" charset="-122"/>
                <a:cs typeface="Times New Roman" panose="02020603050405020304" pitchFamily="18" charset="0"/>
              </a:rPr>
              <a:t>上的一个模糊集</a:t>
            </a:r>
            <a:r>
              <a:rPr lang="en-US" altLang="zh-CN" sz="2400">
                <a:latin typeface="Times New Roman" panose="02020603050405020304" pitchFamily="18" charset="0"/>
                <a:ea typeface="楷体" panose="02010609060101010101" pitchFamily="49" charset="-122"/>
                <a:cs typeface="Times New Roman" panose="02020603050405020304" pitchFamily="18" charset="0"/>
              </a:rPr>
              <a:t>G</a:t>
            </a:r>
            <a:r>
              <a:rPr lang="en-US" altLang="zh-CN" sz="2400" baseline="3000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a:latin typeface="Times New Roman" panose="02020603050405020304" pitchFamily="18" charset="0"/>
                <a:ea typeface="楷体" panose="02010609060101010101" pitchFamily="49" charset="-122"/>
                <a:cs typeface="Times New Roman" panose="02020603050405020304" pitchFamily="18" charset="0"/>
              </a:rPr>
              <a:t>，且</a:t>
            </a:r>
            <a:r>
              <a:rPr lang="en-US" altLang="zh-CN" sz="2400">
                <a:latin typeface="Times New Roman" panose="02020603050405020304" pitchFamily="18" charset="0"/>
                <a:ea typeface="楷体" panose="02010609060101010101" pitchFamily="49" charset="-122"/>
                <a:cs typeface="Times New Roman" panose="02020603050405020304" pitchFamily="18" charset="0"/>
              </a:rPr>
              <a:t>G</a:t>
            </a:r>
            <a:r>
              <a:rPr lang="zh-CN" altLang="en-US" sz="2400">
                <a:latin typeface="Times New Roman" panose="02020603050405020304" pitchFamily="18" charset="0"/>
                <a:ea typeface="楷体" panose="02010609060101010101" pitchFamily="49" charset="-122"/>
                <a:cs typeface="Times New Roman" panose="02020603050405020304" pitchFamily="18" charset="0"/>
              </a:rPr>
              <a:t>可以和</a:t>
            </a:r>
            <a:r>
              <a:rPr lang="en-US" altLang="zh-CN" sz="2400">
                <a:latin typeface="Times New Roman" panose="02020603050405020304" pitchFamily="18" charset="0"/>
                <a:ea typeface="楷体" panose="02010609060101010101" pitchFamily="49" charset="-122"/>
                <a:cs typeface="Times New Roman" panose="02020603050405020304" pitchFamily="18" charset="0"/>
              </a:rPr>
              <a:t>G</a:t>
            </a:r>
            <a:r>
              <a:rPr lang="en-US" altLang="zh-CN" sz="2400" baseline="3000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a:latin typeface="Times New Roman" panose="02020603050405020304" pitchFamily="18" charset="0"/>
                <a:ea typeface="楷体" panose="02010609060101010101" pitchFamily="49" charset="-122"/>
                <a:cs typeface="Times New Roman" panose="02020603050405020304" pitchFamily="18" charset="0"/>
              </a:rPr>
              <a:t>匹配，则可以推出</a:t>
            </a:r>
            <a:r>
              <a:rPr lang="en-US" altLang="zh-CN" sz="2400">
                <a:latin typeface="Times New Roman" panose="02020603050405020304" pitchFamily="18" charset="0"/>
                <a:ea typeface="楷体" panose="02010609060101010101" pitchFamily="49" charset="-122"/>
                <a:cs typeface="Times New Roman" panose="02020603050405020304" pitchFamily="18" charset="0"/>
              </a:rPr>
              <a:t>x  is  F</a:t>
            </a:r>
            <a:r>
              <a:rPr lang="en-US" altLang="zh-CN" sz="2400" baseline="30000">
                <a:latin typeface="Times New Roman" panose="02020603050405020304" pitchFamily="18" charset="0"/>
                <a:ea typeface="楷体" panose="02010609060101010101" pitchFamily="49" charset="-122"/>
                <a:cs typeface="Times New Roman" panose="02020603050405020304" pitchFamily="18" charset="0"/>
              </a:rPr>
              <a:t>’ </a:t>
            </a:r>
            <a:r>
              <a:rPr lang="zh-CN" altLang="en-US" sz="2400">
                <a:latin typeface="Times New Roman" panose="02020603050405020304" pitchFamily="18" charset="0"/>
                <a:ea typeface="楷体" panose="02010609060101010101" pitchFamily="49" charset="-122"/>
                <a:cs typeface="Times New Roman" panose="02020603050405020304" pitchFamily="18" charset="0"/>
              </a:rPr>
              <a:t>，且</a:t>
            </a:r>
            <a:r>
              <a:rPr lang="en-US" altLang="zh-CN" sz="2400">
                <a:latin typeface="Times New Roman" panose="02020603050405020304" pitchFamily="18" charset="0"/>
                <a:ea typeface="楷体" panose="02010609060101010101" pitchFamily="49" charset="-122"/>
                <a:cs typeface="Times New Roman" panose="02020603050405020304" pitchFamily="18" charset="0"/>
              </a:rPr>
              <a:t>F</a:t>
            </a:r>
            <a:r>
              <a:rPr lang="en-US" altLang="zh-CN" sz="2400" baseline="3000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a:latin typeface="Times New Roman" panose="02020603050405020304" pitchFamily="18" charset="0"/>
                <a:ea typeface="楷体" panose="02010609060101010101" pitchFamily="49" charset="-122"/>
                <a:cs typeface="Times New Roman" panose="02020603050405020304" pitchFamily="18" charset="0"/>
              </a:rPr>
              <a:t>是</a:t>
            </a:r>
            <a:r>
              <a:rPr lang="en-US" altLang="zh-CN" sz="2400">
                <a:latin typeface="Times New Roman" panose="02020603050405020304" pitchFamily="18" charset="0"/>
                <a:ea typeface="楷体" panose="02010609060101010101" pitchFamily="49" charset="-122"/>
                <a:cs typeface="Times New Roman" panose="02020603050405020304" pitchFamily="18" charset="0"/>
              </a:rPr>
              <a:t>U</a:t>
            </a:r>
            <a:r>
              <a:rPr lang="zh-CN" altLang="en-US" sz="2400">
                <a:latin typeface="Times New Roman" panose="02020603050405020304" pitchFamily="18" charset="0"/>
                <a:ea typeface="楷体" panose="02010609060101010101" pitchFamily="49" charset="-122"/>
                <a:cs typeface="Times New Roman" panose="02020603050405020304" pitchFamily="18" charset="0"/>
              </a:rPr>
              <a:t>上的一个模糊集。这种推理模式称为模糊拒取式推理，其表示形式为：</a:t>
            </a:r>
          </a:p>
          <a:p>
            <a:pPr algn="just" eaLnBrk="1" latinLnBrk="0" hangingPunct="1">
              <a:lnSpc>
                <a:spcPct val="120000"/>
              </a:lnSpc>
              <a:spcBef>
                <a:spcPct val="5000"/>
              </a:spcBef>
              <a:buFontTx/>
              <a:buNone/>
            </a:pPr>
            <a:r>
              <a:rPr lang="zh-CN" altLang="en-US" sz="2400">
                <a:latin typeface="Times New Roman" panose="02020603050405020304" pitchFamily="18" charset="0"/>
                <a:ea typeface="楷体" panose="02010609060101010101" pitchFamily="49" charset="-122"/>
                <a:cs typeface="Times New Roman" panose="02020603050405020304" pitchFamily="18" charset="0"/>
              </a:rPr>
              <a:t>        知识：</a:t>
            </a:r>
            <a:r>
              <a:rPr lang="en-US" altLang="zh-CN" sz="2400">
                <a:latin typeface="Times New Roman" panose="02020603050405020304" pitchFamily="18" charset="0"/>
                <a:ea typeface="楷体" panose="02010609060101010101" pitchFamily="49" charset="-122"/>
                <a:cs typeface="Times New Roman" panose="02020603050405020304" pitchFamily="18" charset="0"/>
              </a:rPr>
              <a:t>IF   x  is  F   THEN   y  is  G</a:t>
            </a:r>
          </a:p>
          <a:p>
            <a:pPr algn="just" eaLnBrk="1" latinLnBrk="0" hangingPunct="1">
              <a:lnSpc>
                <a:spcPct val="120000"/>
              </a:lnSpc>
              <a:spcBef>
                <a:spcPct val="5000"/>
              </a:spcBef>
              <a:buFontTx/>
              <a:buNone/>
            </a:pPr>
            <a:r>
              <a:rPr lang="en-US" altLang="zh-CN" sz="2400">
                <a:latin typeface="Times New Roman" panose="02020603050405020304" pitchFamily="18" charset="0"/>
                <a:ea typeface="楷体" panose="02010609060101010101" pitchFamily="49" charset="-122"/>
                <a:cs typeface="Times New Roman" panose="02020603050405020304" pitchFamily="18" charset="0"/>
              </a:rPr>
              <a:t>        </a:t>
            </a:r>
            <a:r>
              <a:rPr lang="zh-CN" altLang="en-US" sz="2400">
                <a:latin typeface="Times New Roman" panose="02020603050405020304" pitchFamily="18" charset="0"/>
                <a:ea typeface="楷体" panose="02010609060101010101" pitchFamily="49" charset="-122"/>
                <a:cs typeface="Times New Roman" panose="02020603050405020304" pitchFamily="18" charset="0"/>
              </a:rPr>
              <a:t>证据：                                   </a:t>
            </a:r>
            <a:r>
              <a:rPr lang="en-US" altLang="zh-CN" sz="2400">
                <a:latin typeface="Times New Roman" panose="02020603050405020304" pitchFamily="18" charset="0"/>
                <a:ea typeface="楷体" panose="02010609060101010101" pitchFamily="49" charset="-122"/>
                <a:cs typeface="Times New Roman" panose="02020603050405020304" pitchFamily="18" charset="0"/>
              </a:rPr>
              <a:t>y  is  G</a:t>
            </a:r>
            <a:r>
              <a:rPr lang="en-US" altLang="zh-CN" sz="2400" baseline="3000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a:latin typeface="Times New Roman" panose="02020603050405020304" pitchFamily="18" charset="0"/>
                <a:ea typeface="楷体" panose="02010609060101010101" pitchFamily="49" charset="-122"/>
                <a:cs typeface="Times New Roman" panose="02020603050405020304" pitchFamily="18" charset="0"/>
              </a:rPr>
              <a:t> </a:t>
            </a:r>
            <a:r>
              <a:rPr lang="zh-CN" altLang="en-US" sz="240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a:latin typeface="Times New Roman" panose="02020603050405020304" pitchFamily="18" charset="0"/>
                <a:ea typeface="楷体" panose="02010609060101010101" pitchFamily="49" charset="-122"/>
                <a:cs typeface="Times New Roman" panose="02020603050405020304" pitchFamily="18" charset="0"/>
              </a:rPr>
              <a:t>G</a:t>
            </a:r>
            <a:r>
              <a:rPr lang="zh-CN" altLang="en-US" sz="2400">
                <a:latin typeface="Times New Roman" panose="02020603050405020304" pitchFamily="18" charset="0"/>
                <a:ea typeface="楷体" panose="02010609060101010101" pitchFamily="49" charset="-122"/>
                <a:cs typeface="Times New Roman" panose="02020603050405020304" pitchFamily="18" charset="0"/>
              </a:rPr>
              <a:t>和</a:t>
            </a:r>
            <a:r>
              <a:rPr lang="en-US" altLang="zh-CN" sz="2400">
                <a:latin typeface="Times New Roman" panose="02020603050405020304" pitchFamily="18" charset="0"/>
                <a:ea typeface="楷体" panose="02010609060101010101" pitchFamily="49" charset="-122"/>
                <a:cs typeface="Times New Roman" panose="02020603050405020304" pitchFamily="18" charset="0"/>
              </a:rPr>
              <a:t>G</a:t>
            </a:r>
            <a:r>
              <a:rPr lang="en-US" altLang="zh-CN" sz="2400" baseline="3000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a:latin typeface="Times New Roman" panose="02020603050405020304" pitchFamily="18" charset="0"/>
                <a:ea typeface="楷体" panose="02010609060101010101" pitchFamily="49" charset="-122"/>
                <a:cs typeface="Times New Roman" panose="02020603050405020304" pitchFamily="18" charset="0"/>
              </a:rPr>
              <a:t>匹配</a:t>
            </a:r>
            <a:endParaRPr lang="en-US" altLang="zh-CN" sz="2400" baseline="30000">
              <a:latin typeface="Times New Roman" panose="02020603050405020304" pitchFamily="18" charset="0"/>
              <a:ea typeface="楷体" panose="02010609060101010101" pitchFamily="49" charset="-122"/>
              <a:cs typeface="Times New Roman" panose="02020603050405020304" pitchFamily="18" charset="0"/>
            </a:endParaRPr>
          </a:p>
          <a:p>
            <a:pPr algn="just" eaLnBrk="1" latinLnBrk="0" hangingPunct="1">
              <a:lnSpc>
                <a:spcPct val="80000"/>
              </a:lnSpc>
              <a:spcBef>
                <a:spcPct val="0"/>
              </a:spcBef>
              <a:buFontTx/>
              <a:buNone/>
            </a:pPr>
            <a:r>
              <a:rPr lang="en-US" altLang="zh-CN" sz="2400">
                <a:latin typeface="Times New Roman" panose="02020603050405020304" pitchFamily="18" charset="0"/>
                <a:ea typeface="楷体" panose="02010609060101010101" pitchFamily="49" charset="-122"/>
                <a:cs typeface="Times New Roman" panose="02020603050405020304" pitchFamily="18" charset="0"/>
              </a:rPr>
              <a:t>       ---------------------------------------------------------</a:t>
            </a:r>
          </a:p>
          <a:p>
            <a:pPr eaLnBrk="1" latinLnBrk="0" hangingPunct="1">
              <a:lnSpc>
                <a:spcPct val="115000"/>
              </a:lnSpc>
              <a:spcBef>
                <a:spcPct val="0"/>
              </a:spcBef>
              <a:buFontTx/>
              <a:buNone/>
            </a:pPr>
            <a:r>
              <a:rPr lang="en-US" altLang="zh-CN" sz="2400">
                <a:latin typeface="Times New Roman" panose="02020603050405020304" pitchFamily="18" charset="0"/>
                <a:ea typeface="楷体" panose="02010609060101010101" pitchFamily="49" charset="-122"/>
                <a:cs typeface="Times New Roman" panose="02020603050405020304" pitchFamily="18" charset="0"/>
              </a:rPr>
              <a:t>        </a:t>
            </a:r>
            <a:r>
              <a:rPr lang="zh-CN" altLang="en-US" sz="2400">
                <a:latin typeface="Times New Roman" panose="02020603050405020304" pitchFamily="18" charset="0"/>
                <a:ea typeface="楷体" panose="02010609060101010101" pitchFamily="49" charset="-122"/>
                <a:cs typeface="Times New Roman" panose="02020603050405020304" pitchFamily="18" charset="0"/>
              </a:rPr>
              <a:t>结论：</a:t>
            </a:r>
            <a:r>
              <a:rPr lang="en-US" altLang="zh-CN" sz="2400">
                <a:latin typeface="Times New Roman" panose="02020603050405020304" pitchFamily="18" charset="0"/>
                <a:ea typeface="楷体" panose="02010609060101010101" pitchFamily="49" charset="-122"/>
                <a:cs typeface="Times New Roman" panose="02020603050405020304" pitchFamily="18" charset="0"/>
              </a:rPr>
              <a:t>x  is  F</a:t>
            </a:r>
            <a:r>
              <a:rPr lang="en-US" altLang="zh-CN" sz="2400" baseline="3000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a:latin typeface="Times New Roman" panose="02020603050405020304" pitchFamily="18" charset="0"/>
                <a:ea typeface="楷体" panose="02010609060101010101" pitchFamily="49" charset="-122"/>
                <a:cs typeface="Times New Roman" panose="02020603050405020304" pitchFamily="18" charset="0"/>
              </a:rPr>
              <a:t> </a:t>
            </a:r>
          </a:p>
        </p:txBody>
      </p:sp>
      <p:sp>
        <p:nvSpPr>
          <p:cNvPr id="3" name="矩形 2"/>
          <p:cNvSpPr>
            <a:spLocks noChangeArrowheads="1"/>
          </p:cNvSpPr>
          <p:nvPr/>
        </p:nvSpPr>
        <p:spPr bwMode="auto">
          <a:xfrm>
            <a:off x="198438" y="5413375"/>
            <a:ext cx="8748712" cy="1458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eaLnBrk="1" latinLnBrk="0" hangingPunct="1">
              <a:lnSpc>
                <a:spcPct val="120000"/>
              </a:lnSpc>
              <a:spcBef>
                <a:spcPct val="5000"/>
              </a:spcBef>
              <a:buFontTx/>
              <a:buNone/>
            </a:pPr>
            <a:r>
              <a:rPr lang="zh-CN" altLang="en-US" sz="240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在这种推理模式下，模糊知识        </a:t>
            </a:r>
            <a:r>
              <a:rPr lang="en-US" altLang="zh-CN" sz="240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IF   x  is  F   THEN   y  is  G</a:t>
            </a:r>
          </a:p>
          <a:p>
            <a:pPr eaLnBrk="1" latinLnBrk="0" hangingPunct="1">
              <a:lnSpc>
                <a:spcPct val="120000"/>
              </a:lnSpc>
              <a:spcBef>
                <a:spcPct val="5000"/>
              </a:spcBef>
              <a:buFontTx/>
              <a:buNone/>
            </a:pPr>
            <a:r>
              <a:rPr lang="zh-CN" altLang="en-US" sz="240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表示在</a:t>
            </a:r>
            <a:r>
              <a:rPr lang="en-US" altLang="zh-CN" sz="240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F</a:t>
            </a:r>
            <a:r>
              <a:rPr lang="zh-CN" altLang="en-US" sz="240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与</a:t>
            </a:r>
            <a:r>
              <a:rPr lang="en-US" altLang="zh-CN" sz="240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G</a:t>
            </a:r>
            <a:r>
              <a:rPr lang="zh-CN" altLang="en-US" sz="240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之间存在着因果关系</a:t>
            </a:r>
            <a:r>
              <a:rPr lang="en-US" altLang="zh-CN" sz="240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R</a:t>
            </a:r>
            <a:r>
              <a:rPr lang="zh-CN" altLang="en-US" sz="240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F</a:t>
            </a:r>
            <a:r>
              <a:rPr lang="en-US" altLang="zh-CN" sz="2400" baseline="3000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40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RοG</a:t>
            </a:r>
            <a:r>
              <a:rPr lang="en-US" altLang="zh-CN" sz="2400" baseline="3000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p>
          <a:p>
            <a:pPr eaLnBrk="1" latinLnBrk="0" hangingPunct="1">
              <a:lnSpc>
                <a:spcPct val="120000"/>
              </a:lnSpc>
              <a:spcBef>
                <a:spcPct val="5000"/>
              </a:spcBef>
              <a:buFontTx/>
              <a:buNone/>
            </a:pPr>
            <a:r>
              <a:rPr lang="zh-CN" altLang="en-US" sz="240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其中的模糊关系</a:t>
            </a:r>
            <a:r>
              <a:rPr lang="en-US" altLang="zh-CN" sz="240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R</a:t>
            </a:r>
            <a:r>
              <a:rPr lang="zh-CN" altLang="en-US" sz="240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，可以是</a:t>
            </a:r>
            <a:r>
              <a:rPr lang="en-US" altLang="zh-CN" sz="240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R</a:t>
            </a:r>
            <a:r>
              <a:rPr lang="en-US" altLang="zh-CN" sz="2400" baseline="-2500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m</a:t>
            </a:r>
            <a:r>
              <a:rPr lang="zh-CN" altLang="en-US" sz="240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R</a:t>
            </a:r>
            <a:r>
              <a:rPr lang="en-US" altLang="zh-CN" sz="2400" baseline="-2500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c</a:t>
            </a:r>
            <a:r>
              <a:rPr lang="zh-CN" altLang="en-US" sz="240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或</a:t>
            </a:r>
            <a:r>
              <a:rPr lang="en-US" altLang="zh-CN" sz="240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R</a:t>
            </a:r>
            <a:r>
              <a:rPr lang="en-US" altLang="zh-CN" sz="2400" baseline="-2500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g</a:t>
            </a:r>
            <a:r>
              <a:rPr lang="zh-CN" altLang="en-US" sz="240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中的任何一种。</a:t>
            </a:r>
          </a:p>
        </p:txBody>
      </p:sp>
      <p:sp>
        <p:nvSpPr>
          <p:cNvPr id="6" name="Rectangle 3"/>
          <p:cNvSpPr>
            <a:spLocks noChangeArrowheads="1"/>
          </p:cNvSpPr>
          <p:nvPr/>
        </p:nvSpPr>
        <p:spPr bwMode="auto">
          <a:xfrm>
            <a:off x="1042988" y="207963"/>
            <a:ext cx="66611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itchFamily="18" charset="-127"/>
                <a:ea typeface="-윤체M" pitchFamily="18" charset="-127"/>
              </a:defRPr>
            </a:lvl2pPr>
            <a:lvl3pPr marL="1143000" indent="-228600" latinLnBrk="1">
              <a:spcBef>
                <a:spcPct val="20000"/>
              </a:spcBef>
              <a:buChar char="•"/>
              <a:defRPr kumimoji="1">
                <a:solidFill>
                  <a:schemeClr val="tx1"/>
                </a:solidFill>
                <a:latin typeface="-윤체M" pitchFamily="18" charset="-127"/>
                <a:ea typeface="-윤체M" pitchFamily="18" charset="-127"/>
              </a:defRPr>
            </a:lvl3pPr>
            <a:lvl4pPr marL="1600200" indent="-228600" latinLnBrk="1">
              <a:spcBef>
                <a:spcPct val="20000"/>
              </a:spcBef>
              <a:buChar char="•"/>
              <a:defRPr kumimoji="1" sz="1600">
                <a:solidFill>
                  <a:schemeClr val="tx1"/>
                </a:solidFill>
                <a:latin typeface="-윤체M" pitchFamily="18" charset="-127"/>
                <a:ea typeface="-윤체M" pitchFamily="18" charset="-127"/>
              </a:defRPr>
            </a:lvl4pPr>
            <a:lvl5pPr marL="2057400" indent="-228600" latinLnBrk="1">
              <a:spcBef>
                <a:spcPct val="20000"/>
              </a:spcBef>
              <a:buChar char="•"/>
              <a:defRPr kumimoji="1" sz="1400">
                <a:solidFill>
                  <a:schemeClr val="tx1"/>
                </a:solidFill>
                <a:latin typeface="-윤체M" pitchFamily="18" charset="-127"/>
                <a:ea typeface="-윤체M"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9pPr>
          </a:lstStyle>
          <a:p>
            <a:pPr algn="ctr" eaLnBrk="1" latinLnBrk="0" hangingPunct="1">
              <a:spcBef>
                <a:spcPct val="0"/>
              </a:spcBef>
              <a:buFontTx/>
              <a:buNone/>
              <a:defRPr/>
            </a:pPr>
            <a:r>
              <a:rPr lang="en-US" altLang="zh-CN" b="1" dirty="0">
                <a:latin typeface="微软雅黑" panose="020B0503020204020204" pitchFamily="34" charset="-122"/>
                <a:ea typeface="微软雅黑" panose="020B0503020204020204" pitchFamily="34" charset="-122"/>
                <a:cs typeface="+mj-cs"/>
              </a:rPr>
              <a:t>3.6.3</a:t>
            </a:r>
            <a:r>
              <a:rPr lang="en-US" altLang="zh-CN" b="1" dirty="0">
                <a:latin typeface="微软雅黑" panose="020B0503020204020204" pitchFamily="34" charset="-122"/>
                <a:ea typeface="微软雅黑" panose="020B0503020204020204" pitchFamily="34" charset="-122"/>
                <a:cs typeface="+mj-cs"/>
              </a:rPr>
              <a:t> </a:t>
            </a:r>
            <a:r>
              <a:rPr lang="zh-CN" altLang="en-US" b="1" dirty="0">
                <a:latin typeface="微软雅黑" panose="020B0503020204020204" pitchFamily="34" charset="-122"/>
                <a:ea typeface="微软雅黑" panose="020B0503020204020204" pitchFamily="34" charset="-122"/>
                <a:cs typeface="+mj-cs"/>
              </a:rPr>
              <a:t>基于</a:t>
            </a:r>
            <a:r>
              <a:rPr lang="zh-CN" altLang="en-US" b="1" dirty="0">
                <a:latin typeface="微软雅黑" panose="020B0503020204020204" pitchFamily="34" charset="-122"/>
                <a:ea typeface="微软雅黑" panose="020B0503020204020204" pitchFamily="34" charset="-122"/>
                <a:cs typeface="+mj-cs"/>
              </a:rPr>
              <a:t>模糊关系</a:t>
            </a:r>
            <a:r>
              <a:rPr lang="zh-CN" altLang="en-US" b="1" dirty="0">
                <a:latin typeface="微软雅黑" panose="020B0503020204020204" pitchFamily="34" charset="-122"/>
                <a:ea typeface="微软雅黑" panose="020B0503020204020204" pitchFamily="34" charset="-122"/>
                <a:cs typeface="+mj-cs"/>
              </a:rPr>
              <a:t>的推理</a:t>
            </a:r>
          </a:p>
        </p:txBody>
      </p:sp>
    </p:spTree>
    <p:extLst>
      <p:ext uri="{BB962C8B-B14F-4D97-AF65-F5344CB8AC3E}">
        <p14:creationId xmlns:p14="http://schemas.microsoft.com/office/powerpoint/2010/main" val="203935166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灯片编号占位符 1"/>
          <p:cNvSpPr>
            <a:spLocks noGrp="1"/>
          </p:cNvSpPr>
          <p:nvPr>
            <p:ph type="sldNum" sz="quarter" idx="4294967295"/>
          </p:nvPr>
        </p:nvSpPr>
        <p:spPr>
          <a:xfrm>
            <a:off x="6553200" y="6245225"/>
            <a:ext cx="2133600" cy="476250"/>
          </a:xfrm>
          <a:prstGeom prst="rect">
            <a:avLst/>
          </a:prstGeom>
          <a:noFill/>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a:spcBef>
                <a:spcPct val="0"/>
              </a:spcBef>
              <a:buFontTx/>
              <a:buNone/>
            </a:pPr>
            <a:fld id="{2217366C-4BD1-41C0-AAB0-B099CDE1F610}" type="slidenum">
              <a:rPr lang="zh-CN" altLang="en-US" sz="1400" smtClean="0">
                <a:latin typeface="Gulim" panose="02010600030101010101" charset="-122"/>
                <a:ea typeface="Gulim" panose="02010600030101010101" charset="-122"/>
              </a:rPr>
              <a:pPr>
                <a:spcBef>
                  <a:spcPct val="0"/>
                </a:spcBef>
                <a:buFontTx/>
                <a:buNone/>
              </a:pPr>
              <a:t>152</a:t>
            </a:fld>
            <a:endParaRPr lang="en-US" altLang="zh-CN" sz="1400" smtClean="0">
              <a:latin typeface="Gulim" panose="02010600030101010101" charset="-122"/>
              <a:ea typeface="Gulim" panose="02010600030101010101" charset="-122"/>
            </a:endParaRPr>
          </a:p>
        </p:txBody>
      </p:sp>
      <p:sp>
        <p:nvSpPr>
          <p:cNvPr id="177155" name="Text Box 2"/>
          <p:cNvSpPr txBox="1">
            <a:spLocks noChangeArrowheads="1"/>
          </p:cNvSpPr>
          <p:nvPr/>
        </p:nvSpPr>
        <p:spPr bwMode="auto">
          <a:xfrm>
            <a:off x="179388" y="1209675"/>
            <a:ext cx="8785225" cy="2363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algn="just" eaLnBrk="1" latinLnBrk="0" hangingPunct="1">
              <a:lnSpc>
                <a:spcPct val="120000"/>
              </a:lnSpc>
              <a:spcBef>
                <a:spcPct val="15000"/>
              </a:spcBef>
              <a:buFontTx/>
              <a:buNone/>
            </a:pPr>
            <a:r>
              <a:rPr lang="zh-CN" altLang="en-US" sz="2400">
                <a:latin typeface="Times New Roman" panose="02020603050405020304" pitchFamily="18" charset="0"/>
                <a:ea typeface="楷体" panose="02010609060101010101" pitchFamily="49" charset="-122"/>
                <a:cs typeface="Times New Roman" panose="02020603050405020304" pitchFamily="18" charset="0"/>
              </a:rPr>
              <a:t>      例</a:t>
            </a:r>
            <a:r>
              <a:rPr lang="en-US" altLang="zh-CN" sz="2400">
                <a:latin typeface="Times New Roman" panose="02020603050405020304" pitchFamily="18" charset="0"/>
                <a:ea typeface="楷体" panose="02010609060101010101" pitchFamily="49" charset="-122"/>
                <a:cs typeface="Times New Roman" panose="02020603050405020304" pitchFamily="18" charset="0"/>
              </a:rPr>
              <a:t> </a:t>
            </a:r>
            <a:r>
              <a:rPr lang="zh-CN" altLang="en-US" sz="2400">
                <a:latin typeface="Times New Roman" panose="02020603050405020304" pitchFamily="18" charset="0"/>
                <a:ea typeface="楷体" panose="02010609060101010101" pitchFamily="49" charset="-122"/>
                <a:cs typeface="Times New Roman" panose="02020603050405020304" pitchFamily="18" charset="0"/>
              </a:rPr>
              <a:t>设</a:t>
            </a:r>
            <a:r>
              <a:rPr lang="en-US" altLang="zh-CN" sz="2400">
                <a:latin typeface="Times New Roman" panose="02020603050405020304" pitchFamily="18" charset="0"/>
                <a:ea typeface="楷体" panose="02010609060101010101" pitchFamily="49" charset="-122"/>
                <a:cs typeface="Times New Roman" panose="02020603050405020304" pitchFamily="18" charset="0"/>
              </a:rPr>
              <a:t>F</a:t>
            </a:r>
            <a:r>
              <a:rPr lang="zh-CN" altLang="en-US" sz="240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a:latin typeface="Times New Roman" panose="02020603050405020304" pitchFamily="18" charset="0"/>
                <a:ea typeface="楷体" panose="02010609060101010101" pitchFamily="49" charset="-122"/>
                <a:cs typeface="Times New Roman" panose="02020603050405020304" pitchFamily="18" charset="0"/>
              </a:rPr>
              <a:t>G</a:t>
            </a:r>
            <a:r>
              <a:rPr lang="zh-CN" altLang="en-US" sz="2400">
                <a:latin typeface="Times New Roman" panose="02020603050405020304" pitchFamily="18" charset="0"/>
                <a:ea typeface="楷体" panose="02010609060101010101" pitchFamily="49" charset="-122"/>
                <a:cs typeface="Times New Roman" panose="02020603050405020304" pitchFamily="18" charset="0"/>
              </a:rPr>
              <a:t>如前例所示，已知事实为｛ </a:t>
            </a:r>
            <a:r>
              <a:rPr lang="en-US" altLang="zh-CN" sz="2400">
                <a:latin typeface="Times New Roman" panose="02020603050405020304" pitchFamily="18" charset="0"/>
                <a:ea typeface="楷体" panose="02010609060101010101" pitchFamily="49" charset="-122"/>
                <a:cs typeface="Times New Roman" panose="02020603050405020304" pitchFamily="18" charset="0"/>
              </a:rPr>
              <a:t>y  is  </a:t>
            </a:r>
            <a:r>
              <a:rPr lang="zh-CN" altLang="en-US" sz="2400">
                <a:latin typeface="Times New Roman" panose="02020603050405020304" pitchFamily="18" charset="0"/>
                <a:ea typeface="楷体" panose="02010609060101010101" pitchFamily="49" charset="-122"/>
                <a:cs typeface="Times New Roman" panose="02020603050405020304" pitchFamily="18" charset="0"/>
              </a:rPr>
              <a:t>较大｝且“较大”的模糊集为：较大</a:t>
            </a:r>
            <a:r>
              <a:rPr lang="en-US" altLang="zh-CN" sz="2400">
                <a:latin typeface="Times New Roman" panose="02020603050405020304" pitchFamily="18" charset="0"/>
                <a:ea typeface="楷体" panose="02010609060101010101" pitchFamily="49" charset="-122"/>
                <a:cs typeface="Times New Roman" panose="02020603050405020304" pitchFamily="18" charset="0"/>
              </a:rPr>
              <a:t>=0.2/1+0.7/2+1/3</a:t>
            </a:r>
            <a:r>
              <a:rPr lang="zh-CN" altLang="en-US" sz="2400">
                <a:latin typeface="Times New Roman" panose="02020603050405020304" pitchFamily="18" charset="0"/>
                <a:ea typeface="楷体" panose="02010609060101010101" pitchFamily="49" charset="-122"/>
                <a:cs typeface="Times New Roman" panose="02020603050405020304" pitchFamily="18" charset="0"/>
              </a:rPr>
              <a:t>，若已知事实与</a:t>
            </a:r>
            <a:r>
              <a:rPr lang="en-US" altLang="zh-CN" sz="2400">
                <a:latin typeface="Times New Roman" panose="02020603050405020304" pitchFamily="18" charset="0"/>
                <a:ea typeface="楷体" panose="02010609060101010101" pitchFamily="49" charset="-122"/>
                <a:cs typeface="Times New Roman" panose="02020603050405020304" pitchFamily="18" charset="0"/>
              </a:rPr>
              <a:t>G</a:t>
            </a:r>
            <a:r>
              <a:rPr lang="zh-CN" altLang="en-US" sz="2400">
                <a:latin typeface="Times New Roman" panose="02020603050405020304" pitchFamily="18" charset="0"/>
                <a:ea typeface="楷体" panose="02010609060101010101" pitchFamily="49" charset="-122"/>
                <a:cs typeface="Times New Roman" panose="02020603050405020304" pitchFamily="18" charset="0"/>
              </a:rPr>
              <a:t>匹配，以模糊关系</a:t>
            </a:r>
            <a:r>
              <a:rPr lang="en-US" altLang="zh-CN" sz="2400">
                <a:latin typeface="Times New Roman" panose="02020603050405020304" pitchFamily="18" charset="0"/>
                <a:ea typeface="楷体" panose="02010609060101010101" pitchFamily="49" charset="-122"/>
                <a:cs typeface="Times New Roman" panose="02020603050405020304" pitchFamily="18" charset="0"/>
              </a:rPr>
              <a:t>Rc</a:t>
            </a:r>
            <a:r>
              <a:rPr lang="zh-CN" altLang="en-US" sz="2400">
                <a:latin typeface="Times New Roman" panose="02020603050405020304" pitchFamily="18" charset="0"/>
                <a:ea typeface="楷体" panose="02010609060101010101" pitchFamily="49" charset="-122"/>
                <a:cs typeface="Times New Roman" panose="02020603050405020304" pitchFamily="18" charset="0"/>
              </a:rPr>
              <a:t>为例，在此已知事实下推出</a:t>
            </a:r>
            <a:r>
              <a:rPr lang="en-US" altLang="zh-CN" sz="2400">
                <a:latin typeface="Times New Roman" panose="02020603050405020304" pitchFamily="18" charset="0"/>
                <a:ea typeface="楷体" panose="02010609060101010101" pitchFamily="49" charset="-122"/>
                <a:cs typeface="Times New Roman" panose="02020603050405020304" pitchFamily="18" charset="0"/>
              </a:rPr>
              <a:t>F‘</a:t>
            </a:r>
            <a:r>
              <a:rPr lang="zh-CN" altLang="en-US" sz="2400">
                <a:latin typeface="Times New Roman" panose="02020603050405020304" pitchFamily="18" charset="0"/>
                <a:ea typeface="楷体" panose="02010609060101010101" pitchFamily="49" charset="-122"/>
                <a:cs typeface="Times New Roman" panose="02020603050405020304" pitchFamily="18" charset="0"/>
              </a:rPr>
              <a:t>。</a:t>
            </a:r>
          </a:p>
          <a:p>
            <a:pPr algn="just" eaLnBrk="1" latinLnBrk="0" hangingPunct="1">
              <a:lnSpc>
                <a:spcPct val="120000"/>
              </a:lnSpc>
              <a:spcBef>
                <a:spcPct val="15000"/>
              </a:spcBef>
              <a:buFontTx/>
              <a:buNone/>
            </a:pPr>
            <a:r>
              <a:rPr lang="zh-CN" altLang="en-US" sz="2400">
                <a:latin typeface="Times New Roman" panose="02020603050405020304" pitchFamily="18" charset="0"/>
                <a:ea typeface="楷体" panose="02010609060101010101" pitchFamily="49" charset="-122"/>
                <a:cs typeface="Times New Roman" panose="02020603050405020304" pitchFamily="18" charset="0"/>
              </a:rPr>
              <a:t>  解：本例的模糊关系</a:t>
            </a:r>
            <a:r>
              <a:rPr lang="en-US" altLang="zh-CN" sz="2400">
                <a:latin typeface="Times New Roman" panose="02020603050405020304" pitchFamily="18" charset="0"/>
                <a:ea typeface="楷体" panose="02010609060101010101" pitchFamily="49" charset="-122"/>
                <a:cs typeface="Times New Roman" panose="02020603050405020304" pitchFamily="18" charset="0"/>
              </a:rPr>
              <a:t>Rc</a:t>
            </a:r>
            <a:r>
              <a:rPr lang="zh-CN" altLang="en-US" sz="2400">
                <a:latin typeface="Times New Roman" panose="02020603050405020304" pitchFamily="18" charset="0"/>
                <a:ea typeface="楷体" panose="02010609060101010101" pitchFamily="49" charset="-122"/>
                <a:cs typeface="Times New Roman" panose="02020603050405020304" pitchFamily="18" charset="0"/>
              </a:rPr>
              <a:t>已在前面求出，设模糊概念“较大”为</a:t>
            </a:r>
            <a:r>
              <a:rPr lang="en-US" altLang="zh-CN" sz="2400">
                <a:latin typeface="Times New Roman" panose="02020603050405020304" pitchFamily="18" charset="0"/>
                <a:ea typeface="楷体" panose="02010609060101010101" pitchFamily="49" charset="-122"/>
                <a:cs typeface="Times New Roman" panose="02020603050405020304" pitchFamily="18" charset="0"/>
              </a:rPr>
              <a:t>G'</a:t>
            </a:r>
            <a:r>
              <a:rPr lang="zh-CN" altLang="en-US" sz="2400">
                <a:latin typeface="Times New Roman" panose="02020603050405020304" pitchFamily="18" charset="0"/>
                <a:ea typeface="楷体" panose="02010609060101010101" pitchFamily="49" charset="-122"/>
                <a:cs typeface="Times New Roman" panose="02020603050405020304" pitchFamily="18" charset="0"/>
              </a:rPr>
              <a:t>，则 </a:t>
            </a:r>
            <a:r>
              <a:rPr lang="en-US" altLang="zh-CN" sz="2400">
                <a:latin typeface="Times New Roman" panose="02020603050405020304" pitchFamily="18" charset="0"/>
                <a:ea typeface="楷体" panose="02010609060101010101" pitchFamily="49" charset="-122"/>
                <a:cs typeface="Times New Roman" panose="02020603050405020304" pitchFamily="18" charset="0"/>
              </a:rPr>
              <a:t>Rc</a:t>
            </a:r>
            <a:r>
              <a:rPr lang="zh-CN" altLang="en-US" sz="2400">
                <a:latin typeface="Times New Roman" panose="02020603050405020304" pitchFamily="18" charset="0"/>
                <a:ea typeface="楷体" panose="02010609060101010101" pitchFamily="49" charset="-122"/>
                <a:cs typeface="Times New Roman" panose="02020603050405020304" pitchFamily="18" charset="0"/>
              </a:rPr>
              <a:t>与</a:t>
            </a:r>
            <a:r>
              <a:rPr lang="en-US" altLang="zh-CN" sz="2400">
                <a:latin typeface="Times New Roman" panose="02020603050405020304" pitchFamily="18" charset="0"/>
                <a:ea typeface="楷体" panose="02010609060101010101" pitchFamily="49" charset="-122"/>
                <a:cs typeface="Times New Roman" panose="02020603050405020304" pitchFamily="18" charset="0"/>
              </a:rPr>
              <a:t>G'</a:t>
            </a:r>
            <a:r>
              <a:rPr lang="zh-CN" altLang="en-US" sz="2400">
                <a:latin typeface="Times New Roman" panose="02020603050405020304" pitchFamily="18" charset="0"/>
                <a:ea typeface="楷体" panose="02010609060101010101" pitchFamily="49" charset="-122"/>
                <a:cs typeface="Times New Roman" panose="02020603050405020304" pitchFamily="18" charset="0"/>
              </a:rPr>
              <a:t>的合成即为所求的</a:t>
            </a:r>
            <a:r>
              <a:rPr lang="en-US" altLang="zh-CN" sz="2400">
                <a:latin typeface="Times New Roman" panose="02020603050405020304" pitchFamily="18" charset="0"/>
                <a:ea typeface="楷体" panose="02010609060101010101" pitchFamily="49" charset="-122"/>
                <a:cs typeface="Times New Roman" panose="02020603050405020304" pitchFamily="18" charset="0"/>
              </a:rPr>
              <a:t>F'</a:t>
            </a:r>
            <a:r>
              <a:rPr lang="zh-CN" altLang="en-US" sz="2000">
                <a:latin typeface="Times New Roman" panose="02020603050405020304" pitchFamily="18" charset="0"/>
                <a:ea typeface="楷体" panose="02010609060101010101" pitchFamily="49" charset="-122"/>
                <a:cs typeface="Times New Roman" panose="02020603050405020304" pitchFamily="18" charset="0"/>
              </a:rPr>
              <a:t>。</a:t>
            </a:r>
            <a:r>
              <a:rPr lang="zh-CN" altLang="en-US" sz="1800">
                <a:latin typeface="Times New Roman" panose="02020603050405020304" pitchFamily="18" charset="0"/>
                <a:ea typeface="楷体" panose="02010609060101010101" pitchFamily="49" charset="-122"/>
                <a:cs typeface="Times New Roman" panose="02020603050405020304" pitchFamily="18" charset="0"/>
              </a:rPr>
              <a:t> </a:t>
            </a:r>
          </a:p>
        </p:txBody>
      </p:sp>
      <p:graphicFrame>
        <p:nvGraphicFramePr>
          <p:cNvPr id="177156" name="Object 3"/>
          <p:cNvGraphicFramePr>
            <a:graphicFrameLocks noChangeAspect="1"/>
          </p:cNvGraphicFramePr>
          <p:nvPr/>
        </p:nvGraphicFramePr>
        <p:xfrm>
          <a:off x="1150938" y="3965575"/>
          <a:ext cx="6553200" cy="1462088"/>
        </p:xfrm>
        <a:graphic>
          <a:graphicData uri="http://schemas.openxmlformats.org/presentationml/2006/ole">
            <mc:AlternateContent xmlns:mc="http://schemas.openxmlformats.org/markup-compatibility/2006">
              <mc:Choice xmlns:v="urn:schemas-microsoft-com:vml" Requires="v">
                <p:oleObj spid="_x0000_s39946" name="Equation" r:id="rId3" imgW="2768600" imgH="711200" progId="Equation.3">
                  <p:embed/>
                </p:oleObj>
              </mc:Choice>
              <mc:Fallback>
                <p:oleObj name="Equation" r:id="rId3" imgW="2768600" imgH="7112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0938" y="3965575"/>
                        <a:ext cx="6553200" cy="146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7157" name="Text Box 4"/>
          <p:cNvSpPr txBox="1">
            <a:spLocks noChangeArrowheads="1"/>
          </p:cNvSpPr>
          <p:nvPr/>
        </p:nvSpPr>
        <p:spPr bwMode="auto">
          <a:xfrm>
            <a:off x="179388" y="5589588"/>
            <a:ext cx="7696200" cy="493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algn="just" eaLnBrk="1" latinLnBrk="0" hangingPunct="1">
              <a:lnSpc>
                <a:spcPct val="120000"/>
              </a:lnSpc>
              <a:spcBef>
                <a:spcPct val="15000"/>
              </a:spcBef>
              <a:buFontTx/>
              <a:buNone/>
            </a:pPr>
            <a:r>
              <a:rPr lang="zh-CN" altLang="en-US" sz="2400">
                <a:latin typeface="Times New Roman" panose="02020603050405020304" pitchFamily="18" charset="0"/>
                <a:ea typeface="楷体" panose="02010609060101010101" pitchFamily="49" charset="-122"/>
                <a:cs typeface="Times New Roman" panose="02020603050405020304" pitchFamily="18" charset="0"/>
              </a:rPr>
              <a:t>即所求出的</a:t>
            </a:r>
            <a:r>
              <a:rPr lang="en-US" altLang="zh-CN" sz="2400">
                <a:latin typeface="Times New Roman" panose="02020603050405020304" pitchFamily="18" charset="0"/>
                <a:ea typeface="楷体" panose="02010609060101010101" pitchFamily="49" charset="-122"/>
                <a:cs typeface="Times New Roman" panose="02020603050405020304" pitchFamily="18" charset="0"/>
              </a:rPr>
              <a:t>F</a:t>
            </a:r>
            <a:r>
              <a:rPr lang="en-US" altLang="zh-CN" sz="2400" baseline="3000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a:latin typeface="Times New Roman" panose="02020603050405020304" pitchFamily="18" charset="0"/>
                <a:ea typeface="楷体" panose="02010609060101010101" pitchFamily="49" charset="-122"/>
                <a:cs typeface="Times New Roman" panose="02020603050405020304" pitchFamily="18" charset="0"/>
              </a:rPr>
              <a:t>为       </a:t>
            </a:r>
            <a:r>
              <a:rPr lang="en-US" altLang="zh-CN" sz="2400">
                <a:latin typeface="Times New Roman" panose="02020603050405020304" pitchFamily="18" charset="0"/>
                <a:ea typeface="楷体" panose="02010609060101010101" pitchFamily="49" charset="-122"/>
                <a:cs typeface="Times New Roman" panose="02020603050405020304" pitchFamily="18" charset="0"/>
              </a:rPr>
              <a:t>G</a:t>
            </a:r>
            <a:r>
              <a:rPr lang="en-US" altLang="zh-CN" sz="2400" baseline="3000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a:latin typeface="Times New Roman" panose="02020603050405020304" pitchFamily="18" charset="0"/>
                <a:ea typeface="楷体" panose="02010609060101010101" pitchFamily="49" charset="-122"/>
                <a:cs typeface="Times New Roman" panose="02020603050405020304" pitchFamily="18" charset="0"/>
              </a:rPr>
              <a:t>=1/1+0.6/2+0.1/3 </a:t>
            </a:r>
          </a:p>
        </p:txBody>
      </p:sp>
      <p:sp>
        <p:nvSpPr>
          <p:cNvPr id="7" name="Rectangle 3"/>
          <p:cNvSpPr>
            <a:spLocks noChangeArrowheads="1"/>
          </p:cNvSpPr>
          <p:nvPr/>
        </p:nvSpPr>
        <p:spPr bwMode="auto">
          <a:xfrm>
            <a:off x="1042988" y="207963"/>
            <a:ext cx="66611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itchFamily="18" charset="-127"/>
                <a:ea typeface="-윤체M" pitchFamily="18" charset="-127"/>
              </a:defRPr>
            </a:lvl2pPr>
            <a:lvl3pPr marL="1143000" indent="-228600" latinLnBrk="1">
              <a:spcBef>
                <a:spcPct val="20000"/>
              </a:spcBef>
              <a:buChar char="•"/>
              <a:defRPr kumimoji="1">
                <a:solidFill>
                  <a:schemeClr val="tx1"/>
                </a:solidFill>
                <a:latin typeface="-윤체M" pitchFamily="18" charset="-127"/>
                <a:ea typeface="-윤체M" pitchFamily="18" charset="-127"/>
              </a:defRPr>
            </a:lvl3pPr>
            <a:lvl4pPr marL="1600200" indent="-228600" latinLnBrk="1">
              <a:spcBef>
                <a:spcPct val="20000"/>
              </a:spcBef>
              <a:buChar char="•"/>
              <a:defRPr kumimoji="1" sz="1600">
                <a:solidFill>
                  <a:schemeClr val="tx1"/>
                </a:solidFill>
                <a:latin typeface="-윤체M" pitchFamily="18" charset="-127"/>
                <a:ea typeface="-윤체M" pitchFamily="18" charset="-127"/>
              </a:defRPr>
            </a:lvl4pPr>
            <a:lvl5pPr marL="2057400" indent="-228600" latinLnBrk="1">
              <a:spcBef>
                <a:spcPct val="20000"/>
              </a:spcBef>
              <a:buChar char="•"/>
              <a:defRPr kumimoji="1" sz="1400">
                <a:solidFill>
                  <a:schemeClr val="tx1"/>
                </a:solidFill>
                <a:latin typeface="-윤체M" pitchFamily="18" charset="-127"/>
                <a:ea typeface="-윤체M"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9pPr>
          </a:lstStyle>
          <a:p>
            <a:pPr algn="ctr" eaLnBrk="1" latinLnBrk="0" hangingPunct="1">
              <a:spcBef>
                <a:spcPct val="0"/>
              </a:spcBef>
              <a:buFontTx/>
              <a:buNone/>
              <a:defRPr/>
            </a:pPr>
            <a:r>
              <a:rPr lang="en-US" altLang="zh-CN" b="1" dirty="0">
                <a:latin typeface="微软雅黑" panose="020B0503020204020204" pitchFamily="34" charset="-122"/>
                <a:ea typeface="微软雅黑" panose="020B0503020204020204" pitchFamily="34" charset="-122"/>
                <a:cs typeface="+mj-cs"/>
              </a:rPr>
              <a:t>3.6.3</a:t>
            </a:r>
            <a:r>
              <a:rPr lang="en-US" altLang="zh-CN" b="1" dirty="0">
                <a:latin typeface="微软雅黑" panose="020B0503020204020204" pitchFamily="34" charset="-122"/>
                <a:ea typeface="微软雅黑" panose="020B0503020204020204" pitchFamily="34" charset="-122"/>
                <a:cs typeface="+mj-cs"/>
              </a:rPr>
              <a:t> </a:t>
            </a:r>
            <a:r>
              <a:rPr lang="zh-CN" altLang="en-US" b="1" dirty="0">
                <a:latin typeface="微软雅黑" panose="020B0503020204020204" pitchFamily="34" charset="-122"/>
                <a:ea typeface="微软雅黑" panose="020B0503020204020204" pitchFamily="34" charset="-122"/>
                <a:cs typeface="+mj-cs"/>
              </a:rPr>
              <a:t>基于模糊</a:t>
            </a:r>
            <a:r>
              <a:rPr lang="zh-CN" altLang="en-US" b="1" dirty="0">
                <a:latin typeface="微软雅黑" panose="020B0503020204020204" pitchFamily="34" charset="-122"/>
                <a:ea typeface="微软雅黑" panose="020B0503020204020204" pitchFamily="34" charset="-122"/>
                <a:cs typeface="+mj-cs"/>
              </a:rPr>
              <a:t>关系</a:t>
            </a:r>
            <a:r>
              <a:rPr lang="zh-CN" altLang="en-US" b="1" dirty="0">
                <a:latin typeface="微软雅黑" panose="020B0503020204020204" pitchFamily="34" charset="-122"/>
                <a:ea typeface="微软雅黑" panose="020B0503020204020204" pitchFamily="34" charset="-122"/>
                <a:cs typeface="+mj-cs"/>
              </a:rPr>
              <a:t>的推理</a:t>
            </a:r>
          </a:p>
        </p:txBody>
      </p:sp>
    </p:spTree>
    <p:extLst>
      <p:ext uri="{BB962C8B-B14F-4D97-AF65-F5344CB8AC3E}">
        <p14:creationId xmlns:p14="http://schemas.microsoft.com/office/powerpoint/2010/main" val="3741091159"/>
      </p:ext>
    </p:extLst>
  </p:cSld>
  <p:clrMapOvr>
    <a:masterClrMapping/>
  </p:clrMapOvr>
  <p:transition/>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灯片编号占位符 1"/>
          <p:cNvSpPr>
            <a:spLocks noGrp="1"/>
          </p:cNvSpPr>
          <p:nvPr>
            <p:ph type="sldNum" sz="quarter" idx="4294967295"/>
          </p:nvPr>
        </p:nvSpPr>
        <p:spPr>
          <a:xfrm>
            <a:off x="6553200" y="6245225"/>
            <a:ext cx="2133600" cy="476250"/>
          </a:xfrm>
          <a:prstGeom prst="rect">
            <a:avLst/>
          </a:prstGeom>
          <a:noFill/>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a:spcBef>
                <a:spcPct val="0"/>
              </a:spcBef>
              <a:buFontTx/>
              <a:buNone/>
            </a:pPr>
            <a:fld id="{9B8F2471-8645-4C6F-A22F-72A948522E53}" type="slidenum">
              <a:rPr lang="zh-CN" altLang="en-US" sz="1400" smtClean="0">
                <a:latin typeface="Gulim" panose="02010600030101010101" charset="-122"/>
                <a:ea typeface="Gulim" panose="02010600030101010101" charset="-122"/>
              </a:rPr>
              <a:pPr>
                <a:spcBef>
                  <a:spcPct val="0"/>
                </a:spcBef>
                <a:buFontTx/>
                <a:buNone/>
              </a:pPr>
              <a:t>153</a:t>
            </a:fld>
            <a:endParaRPr lang="en-US" altLang="zh-CN" sz="1400" smtClean="0">
              <a:latin typeface="Gulim" panose="02010600030101010101" charset="-122"/>
              <a:ea typeface="Gulim" panose="02010600030101010101" charset="-122"/>
            </a:endParaRPr>
          </a:p>
        </p:txBody>
      </p:sp>
      <p:sp>
        <p:nvSpPr>
          <p:cNvPr id="178179" name="Text Box 2"/>
          <p:cNvSpPr txBox="1">
            <a:spLocks noChangeArrowheads="1"/>
          </p:cNvSpPr>
          <p:nvPr/>
        </p:nvSpPr>
        <p:spPr bwMode="auto">
          <a:xfrm>
            <a:off x="179388" y="1117600"/>
            <a:ext cx="8713787" cy="5146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algn="just" eaLnBrk="1" latinLnBrk="0" hangingPunct="1">
              <a:lnSpc>
                <a:spcPct val="120000"/>
              </a:lnSpc>
              <a:buFontTx/>
              <a:buNone/>
            </a:pPr>
            <a:r>
              <a:rPr lang="zh-CN" altLang="en-US" sz="2400" b="1">
                <a:latin typeface="Times New Roman" panose="02020603050405020304" pitchFamily="18" charset="0"/>
                <a:ea typeface="楷体" panose="02010609060101010101" pitchFamily="49" charset="-122"/>
                <a:cs typeface="Times New Roman" panose="02020603050405020304" pitchFamily="18" charset="0"/>
              </a:rPr>
              <a:t>    </a:t>
            </a:r>
            <a:r>
              <a:rPr lang="en-US" altLang="zh-CN" sz="2400" b="1">
                <a:latin typeface="Times New Roman" panose="02020603050405020304" pitchFamily="18" charset="0"/>
                <a:ea typeface="楷体" panose="02010609060101010101" pitchFamily="49" charset="-122"/>
                <a:cs typeface="Times New Roman" panose="02020603050405020304" pitchFamily="18" charset="0"/>
              </a:rPr>
              <a:t>3. </a:t>
            </a:r>
            <a:r>
              <a:rPr lang="zh-CN" altLang="en-US" sz="2400" b="1">
                <a:latin typeface="Times New Roman" panose="02020603050405020304" pitchFamily="18" charset="0"/>
                <a:ea typeface="楷体" panose="02010609060101010101" pitchFamily="49" charset="-122"/>
                <a:cs typeface="Times New Roman" panose="02020603050405020304" pitchFamily="18" charset="0"/>
              </a:rPr>
              <a:t>模糊假言三段论推理</a:t>
            </a:r>
          </a:p>
          <a:p>
            <a:pPr algn="just" eaLnBrk="1" latinLnBrk="0" hangingPunct="1">
              <a:lnSpc>
                <a:spcPct val="120000"/>
              </a:lnSpc>
              <a:buFontTx/>
              <a:buNone/>
            </a:pPr>
            <a:r>
              <a:rPr lang="zh-CN" altLang="en-US" sz="2400">
                <a:latin typeface="Times New Roman" panose="02020603050405020304" pitchFamily="18" charset="0"/>
                <a:ea typeface="楷体" panose="02010609060101010101" pitchFamily="49" charset="-122"/>
                <a:cs typeface="Times New Roman" panose="02020603050405020304" pitchFamily="18" charset="0"/>
              </a:rPr>
              <a:t>    设</a:t>
            </a:r>
            <a:r>
              <a:rPr lang="en-US" altLang="zh-CN" sz="2400">
                <a:latin typeface="Times New Roman" panose="02020603050405020304" pitchFamily="18" charset="0"/>
                <a:ea typeface="楷体" panose="02010609060101010101" pitchFamily="49" charset="-122"/>
                <a:cs typeface="Times New Roman" panose="02020603050405020304" pitchFamily="18" charset="0"/>
              </a:rPr>
              <a:t>F</a:t>
            </a:r>
            <a:r>
              <a:rPr lang="zh-CN" altLang="en-US" sz="240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a:latin typeface="Times New Roman" panose="02020603050405020304" pitchFamily="18" charset="0"/>
                <a:ea typeface="楷体" panose="02010609060101010101" pitchFamily="49" charset="-122"/>
                <a:cs typeface="Times New Roman" panose="02020603050405020304" pitchFamily="18" charset="0"/>
              </a:rPr>
              <a:t>G</a:t>
            </a:r>
            <a:r>
              <a:rPr lang="zh-CN" altLang="en-US" sz="240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a:latin typeface="Times New Roman" panose="02020603050405020304" pitchFamily="18" charset="0"/>
                <a:ea typeface="楷体" panose="02010609060101010101" pitchFamily="49" charset="-122"/>
                <a:cs typeface="Times New Roman" panose="02020603050405020304" pitchFamily="18" charset="0"/>
              </a:rPr>
              <a:t>H</a:t>
            </a:r>
            <a:r>
              <a:rPr lang="zh-CN" altLang="en-US" sz="2400">
                <a:latin typeface="Times New Roman" panose="02020603050405020304" pitchFamily="18" charset="0"/>
                <a:ea typeface="楷体" panose="02010609060101010101" pitchFamily="49" charset="-122"/>
                <a:cs typeface="Times New Roman" panose="02020603050405020304" pitchFamily="18" charset="0"/>
              </a:rPr>
              <a:t>分别是</a:t>
            </a:r>
            <a:r>
              <a:rPr lang="en-US" altLang="zh-CN" sz="2400">
                <a:latin typeface="Times New Roman" panose="02020603050405020304" pitchFamily="18" charset="0"/>
                <a:ea typeface="楷体" panose="02010609060101010101" pitchFamily="49" charset="-122"/>
                <a:cs typeface="Times New Roman" panose="02020603050405020304" pitchFamily="18" charset="0"/>
              </a:rPr>
              <a:t>U</a:t>
            </a:r>
            <a:r>
              <a:rPr lang="zh-CN" altLang="en-US" sz="240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a:latin typeface="Times New Roman" panose="02020603050405020304" pitchFamily="18" charset="0"/>
                <a:ea typeface="楷体" panose="02010609060101010101" pitchFamily="49" charset="-122"/>
                <a:cs typeface="Times New Roman" panose="02020603050405020304" pitchFamily="18" charset="0"/>
              </a:rPr>
              <a:t>V</a:t>
            </a:r>
            <a:r>
              <a:rPr lang="zh-CN" altLang="en-US" sz="240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a:latin typeface="Times New Roman" panose="02020603050405020304" pitchFamily="18" charset="0"/>
                <a:ea typeface="楷体" panose="02010609060101010101" pitchFamily="49" charset="-122"/>
                <a:cs typeface="Times New Roman" panose="02020603050405020304" pitchFamily="18" charset="0"/>
              </a:rPr>
              <a:t>W</a:t>
            </a:r>
            <a:r>
              <a:rPr lang="zh-CN" altLang="en-US" sz="2400">
                <a:latin typeface="Times New Roman" panose="02020603050405020304" pitchFamily="18" charset="0"/>
                <a:ea typeface="楷体" panose="02010609060101010101" pitchFamily="49" charset="-122"/>
                <a:cs typeface="Times New Roman" panose="02020603050405020304" pitchFamily="18" charset="0"/>
              </a:rPr>
              <a:t>上的</a:t>
            </a:r>
            <a:r>
              <a:rPr lang="en-US" altLang="zh-CN" sz="2400">
                <a:latin typeface="Times New Roman" panose="02020603050405020304" pitchFamily="18" charset="0"/>
                <a:ea typeface="楷体" panose="02010609060101010101" pitchFamily="49" charset="-122"/>
                <a:cs typeface="Times New Roman" panose="02020603050405020304" pitchFamily="18" charset="0"/>
              </a:rPr>
              <a:t>3</a:t>
            </a:r>
            <a:r>
              <a:rPr lang="zh-CN" altLang="en-US" sz="2400">
                <a:latin typeface="Times New Roman" panose="02020603050405020304" pitchFamily="18" charset="0"/>
                <a:ea typeface="楷体" panose="02010609060101010101" pitchFamily="49" charset="-122"/>
                <a:cs typeface="Times New Roman" panose="02020603050405020304" pitchFamily="18" charset="0"/>
              </a:rPr>
              <a:t>个模糊集，且由知识</a:t>
            </a:r>
          </a:p>
          <a:p>
            <a:pPr algn="just" eaLnBrk="1" latinLnBrk="0" hangingPunct="1">
              <a:lnSpc>
                <a:spcPct val="120000"/>
              </a:lnSpc>
              <a:buFontTx/>
              <a:buNone/>
            </a:pPr>
            <a:r>
              <a:rPr lang="zh-CN" altLang="en-US" sz="2400">
                <a:latin typeface="Times New Roman" panose="02020603050405020304" pitchFamily="18" charset="0"/>
                <a:ea typeface="楷体" panose="02010609060101010101" pitchFamily="49" charset="-122"/>
                <a:cs typeface="Times New Roman" panose="02020603050405020304" pitchFamily="18" charset="0"/>
              </a:rPr>
              <a:t>        </a:t>
            </a:r>
            <a:r>
              <a:rPr lang="en-US" altLang="zh-CN" sz="2400">
                <a:latin typeface="Times New Roman" panose="02020603050405020304" pitchFamily="18" charset="0"/>
                <a:ea typeface="楷体" panose="02010609060101010101" pitchFamily="49" charset="-122"/>
                <a:cs typeface="Times New Roman" panose="02020603050405020304" pitchFamily="18" charset="0"/>
              </a:rPr>
              <a:t>IF  x  is  F  THEN  y  is  G</a:t>
            </a:r>
          </a:p>
          <a:p>
            <a:pPr algn="just" eaLnBrk="1" latinLnBrk="0" hangingPunct="1">
              <a:lnSpc>
                <a:spcPct val="120000"/>
              </a:lnSpc>
              <a:buFontTx/>
              <a:buNone/>
            </a:pPr>
            <a:r>
              <a:rPr lang="en-US" altLang="zh-CN" sz="2400">
                <a:latin typeface="Times New Roman" panose="02020603050405020304" pitchFamily="18" charset="0"/>
                <a:ea typeface="楷体" panose="02010609060101010101" pitchFamily="49" charset="-122"/>
                <a:cs typeface="Times New Roman" panose="02020603050405020304" pitchFamily="18" charset="0"/>
              </a:rPr>
              <a:t>        IF  y  is  G  THEN  z  is  H</a:t>
            </a:r>
          </a:p>
          <a:p>
            <a:pPr algn="just" eaLnBrk="1" latinLnBrk="0" hangingPunct="1">
              <a:lnSpc>
                <a:spcPct val="120000"/>
              </a:lnSpc>
              <a:buFontTx/>
              <a:buNone/>
            </a:pPr>
            <a:r>
              <a:rPr lang="zh-CN" altLang="en-US" sz="2400">
                <a:latin typeface="Times New Roman" panose="02020603050405020304" pitchFamily="18" charset="0"/>
                <a:ea typeface="楷体" panose="02010609060101010101" pitchFamily="49" charset="-122"/>
                <a:cs typeface="Times New Roman" panose="02020603050405020304" pitchFamily="18" charset="0"/>
              </a:rPr>
              <a:t>则可推出</a:t>
            </a:r>
            <a:r>
              <a:rPr lang="en-US" altLang="zh-CN" sz="2400">
                <a:latin typeface="Times New Roman" panose="02020603050405020304" pitchFamily="18" charset="0"/>
                <a:ea typeface="楷体" panose="02010609060101010101" pitchFamily="49" charset="-122"/>
                <a:cs typeface="Times New Roman" panose="02020603050405020304" pitchFamily="18" charset="0"/>
              </a:rPr>
              <a:t>:      IF  x  is  F  THEN  z  is  H</a:t>
            </a:r>
          </a:p>
          <a:p>
            <a:pPr algn="just" eaLnBrk="1" latinLnBrk="0" hangingPunct="1">
              <a:lnSpc>
                <a:spcPct val="120000"/>
              </a:lnSpc>
              <a:buFontTx/>
              <a:buNone/>
            </a:pPr>
            <a:r>
              <a:rPr lang="en-US" altLang="zh-CN" sz="2400">
                <a:latin typeface="Times New Roman" panose="02020603050405020304" pitchFamily="18" charset="0"/>
                <a:ea typeface="楷体" panose="02010609060101010101" pitchFamily="49" charset="-122"/>
                <a:cs typeface="Times New Roman" panose="02020603050405020304" pitchFamily="18" charset="0"/>
              </a:rPr>
              <a:t>    </a:t>
            </a:r>
            <a:r>
              <a:rPr lang="zh-CN" altLang="en-US" sz="2400">
                <a:latin typeface="Times New Roman" panose="02020603050405020304" pitchFamily="18" charset="0"/>
                <a:ea typeface="楷体" panose="02010609060101010101" pitchFamily="49" charset="-122"/>
                <a:cs typeface="Times New Roman" panose="02020603050405020304" pitchFamily="18" charset="0"/>
              </a:rPr>
              <a:t>这种推理模式称为模糊假言三段论推理。它可表示为：</a:t>
            </a:r>
          </a:p>
          <a:p>
            <a:pPr algn="just" eaLnBrk="1" latinLnBrk="0" hangingPunct="1">
              <a:lnSpc>
                <a:spcPct val="120000"/>
              </a:lnSpc>
              <a:buFontTx/>
              <a:buNone/>
            </a:pPr>
            <a:r>
              <a:rPr lang="zh-CN" altLang="en-US" sz="2400">
                <a:latin typeface="Times New Roman" panose="02020603050405020304" pitchFamily="18" charset="0"/>
                <a:ea typeface="楷体" panose="02010609060101010101" pitchFamily="49" charset="-122"/>
                <a:cs typeface="Times New Roman" panose="02020603050405020304" pitchFamily="18" charset="0"/>
              </a:rPr>
              <a:t>        知识：</a:t>
            </a:r>
            <a:r>
              <a:rPr lang="en-US" altLang="zh-CN" sz="2400">
                <a:latin typeface="Times New Roman" panose="02020603050405020304" pitchFamily="18" charset="0"/>
                <a:ea typeface="楷体" panose="02010609060101010101" pitchFamily="49" charset="-122"/>
                <a:cs typeface="Times New Roman" panose="02020603050405020304" pitchFamily="18" charset="0"/>
              </a:rPr>
              <a:t>IF  x  is  F  THEN  y  is  G</a:t>
            </a:r>
          </a:p>
          <a:p>
            <a:pPr algn="just" eaLnBrk="1" latinLnBrk="0" hangingPunct="1">
              <a:lnSpc>
                <a:spcPct val="120000"/>
              </a:lnSpc>
              <a:buFontTx/>
              <a:buNone/>
            </a:pPr>
            <a:r>
              <a:rPr lang="en-US" altLang="zh-CN" sz="2400">
                <a:latin typeface="Times New Roman" panose="02020603050405020304" pitchFamily="18" charset="0"/>
                <a:ea typeface="楷体" panose="02010609060101010101" pitchFamily="49" charset="-122"/>
                <a:cs typeface="Times New Roman" panose="02020603050405020304" pitchFamily="18" charset="0"/>
              </a:rPr>
              <a:t>        </a:t>
            </a:r>
            <a:r>
              <a:rPr lang="zh-CN" altLang="en-US" sz="2400">
                <a:latin typeface="Times New Roman" panose="02020603050405020304" pitchFamily="18" charset="0"/>
                <a:ea typeface="楷体" panose="02010609060101010101" pitchFamily="49" charset="-122"/>
                <a:cs typeface="Times New Roman" panose="02020603050405020304" pitchFamily="18" charset="0"/>
              </a:rPr>
              <a:t>证据：</a:t>
            </a:r>
            <a:r>
              <a:rPr lang="en-US" altLang="zh-CN" sz="2400">
                <a:latin typeface="Times New Roman" panose="02020603050405020304" pitchFamily="18" charset="0"/>
                <a:ea typeface="楷体" panose="02010609060101010101" pitchFamily="49" charset="-122"/>
                <a:cs typeface="Times New Roman" panose="02020603050405020304" pitchFamily="18" charset="0"/>
              </a:rPr>
              <a:t>IF  y  is  G  THEN  z  is  H</a:t>
            </a:r>
          </a:p>
          <a:p>
            <a:pPr algn="just" eaLnBrk="1" latinLnBrk="0" hangingPunct="1">
              <a:lnSpc>
                <a:spcPct val="120000"/>
              </a:lnSpc>
              <a:buFontTx/>
              <a:buNone/>
            </a:pPr>
            <a:r>
              <a:rPr lang="en-US" altLang="zh-CN" sz="2400">
                <a:latin typeface="Times New Roman" panose="02020603050405020304" pitchFamily="18" charset="0"/>
                <a:ea typeface="楷体" panose="02010609060101010101" pitchFamily="49" charset="-122"/>
                <a:cs typeface="Times New Roman" panose="02020603050405020304" pitchFamily="18" charset="0"/>
              </a:rPr>
              <a:t>       ---------------------------------------------------------</a:t>
            </a:r>
          </a:p>
          <a:p>
            <a:pPr eaLnBrk="1" latinLnBrk="0" hangingPunct="1">
              <a:lnSpc>
                <a:spcPct val="120000"/>
              </a:lnSpc>
              <a:buFontTx/>
              <a:buNone/>
            </a:pPr>
            <a:r>
              <a:rPr lang="en-US" altLang="zh-CN" sz="2400">
                <a:latin typeface="Times New Roman" panose="02020603050405020304" pitchFamily="18" charset="0"/>
                <a:ea typeface="楷体" panose="02010609060101010101" pitchFamily="49" charset="-122"/>
                <a:cs typeface="Times New Roman" panose="02020603050405020304" pitchFamily="18" charset="0"/>
              </a:rPr>
              <a:t>        </a:t>
            </a:r>
            <a:r>
              <a:rPr lang="zh-CN" altLang="en-US" sz="2400">
                <a:latin typeface="Times New Roman" panose="02020603050405020304" pitchFamily="18" charset="0"/>
                <a:ea typeface="楷体" panose="02010609060101010101" pitchFamily="49" charset="-122"/>
                <a:cs typeface="Times New Roman" panose="02020603050405020304" pitchFamily="18" charset="0"/>
              </a:rPr>
              <a:t>结论：</a:t>
            </a:r>
            <a:r>
              <a:rPr lang="en-US" altLang="zh-CN" sz="2400">
                <a:latin typeface="Times New Roman" panose="02020603050405020304" pitchFamily="18" charset="0"/>
                <a:ea typeface="楷体" panose="02010609060101010101" pitchFamily="49" charset="-122"/>
                <a:cs typeface="Times New Roman" panose="02020603050405020304" pitchFamily="18" charset="0"/>
              </a:rPr>
              <a:t>IF  x  is  F  THEN  z  is  H </a:t>
            </a:r>
          </a:p>
        </p:txBody>
      </p:sp>
      <p:sp>
        <p:nvSpPr>
          <p:cNvPr id="5" name="Rectangle 3"/>
          <p:cNvSpPr>
            <a:spLocks noChangeArrowheads="1"/>
          </p:cNvSpPr>
          <p:nvPr/>
        </p:nvSpPr>
        <p:spPr bwMode="auto">
          <a:xfrm>
            <a:off x="1042988" y="207963"/>
            <a:ext cx="66611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itchFamily="18" charset="-127"/>
                <a:ea typeface="-윤체M" pitchFamily="18" charset="-127"/>
              </a:defRPr>
            </a:lvl2pPr>
            <a:lvl3pPr marL="1143000" indent="-228600" latinLnBrk="1">
              <a:spcBef>
                <a:spcPct val="20000"/>
              </a:spcBef>
              <a:buChar char="•"/>
              <a:defRPr kumimoji="1">
                <a:solidFill>
                  <a:schemeClr val="tx1"/>
                </a:solidFill>
                <a:latin typeface="-윤체M" pitchFamily="18" charset="-127"/>
                <a:ea typeface="-윤체M" pitchFamily="18" charset="-127"/>
              </a:defRPr>
            </a:lvl3pPr>
            <a:lvl4pPr marL="1600200" indent="-228600" latinLnBrk="1">
              <a:spcBef>
                <a:spcPct val="20000"/>
              </a:spcBef>
              <a:buChar char="•"/>
              <a:defRPr kumimoji="1" sz="1600">
                <a:solidFill>
                  <a:schemeClr val="tx1"/>
                </a:solidFill>
                <a:latin typeface="-윤체M" pitchFamily="18" charset="-127"/>
                <a:ea typeface="-윤체M" pitchFamily="18" charset="-127"/>
              </a:defRPr>
            </a:lvl4pPr>
            <a:lvl5pPr marL="2057400" indent="-228600" latinLnBrk="1">
              <a:spcBef>
                <a:spcPct val="20000"/>
              </a:spcBef>
              <a:buChar char="•"/>
              <a:defRPr kumimoji="1" sz="1400">
                <a:solidFill>
                  <a:schemeClr val="tx1"/>
                </a:solidFill>
                <a:latin typeface="-윤체M" pitchFamily="18" charset="-127"/>
                <a:ea typeface="-윤체M"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9pPr>
          </a:lstStyle>
          <a:p>
            <a:pPr algn="ctr" eaLnBrk="1" latinLnBrk="0" hangingPunct="1">
              <a:spcBef>
                <a:spcPct val="0"/>
              </a:spcBef>
              <a:buFontTx/>
              <a:buNone/>
              <a:defRPr/>
            </a:pPr>
            <a:r>
              <a:rPr lang="en-US" altLang="zh-CN" b="1" dirty="0">
                <a:latin typeface="微软雅黑" panose="020B0503020204020204" pitchFamily="34" charset="-122"/>
                <a:ea typeface="微软雅黑" panose="020B0503020204020204" pitchFamily="34" charset="-122"/>
                <a:cs typeface="+mj-cs"/>
              </a:rPr>
              <a:t>3.6.3</a:t>
            </a:r>
            <a:r>
              <a:rPr lang="en-US" altLang="zh-CN" b="1" dirty="0">
                <a:latin typeface="微软雅黑" panose="020B0503020204020204" pitchFamily="34" charset="-122"/>
                <a:ea typeface="微软雅黑" panose="020B0503020204020204" pitchFamily="34" charset="-122"/>
                <a:cs typeface="+mj-cs"/>
              </a:rPr>
              <a:t> </a:t>
            </a:r>
            <a:r>
              <a:rPr lang="zh-CN" altLang="en-US" b="1" dirty="0">
                <a:latin typeface="微软雅黑" panose="020B0503020204020204" pitchFamily="34" charset="-122"/>
                <a:ea typeface="微软雅黑" panose="020B0503020204020204" pitchFamily="34" charset="-122"/>
                <a:cs typeface="+mj-cs"/>
              </a:rPr>
              <a:t>基于模糊</a:t>
            </a:r>
            <a:r>
              <a:rPr lang="zh-CN" altLang="en-US" b="1" dirty="0">
                <a:latin typeface="微软雅黑" panose="020B0503020204020204" pitchFamily="34" charset="-122"/>
                <a:ea typeface="微软雅黑" panose="020B0503020204020204" pitchFamily="34" charset="-122"/>
                <a:cs typeface="+mj-cs"/>
              </a:rPr>
              <a:t>关系</a:t>
            </a:r>
            <a:r>
              <a:rPr lang="zh-CN" altLang="en-US" b="1" dirty="0">
                <a:latin typeface="微软雅黑" panose="020B0503020204020204" pitchFamily="34" charset="-122"/>
                <a:ea typeface="微软雅黑" panose="020B0503020204020204" pitchFamily="34" charset="-122"/>
                <a:cs typeface="+mj-cs"/>
              </a:rPr>
              <a:t>的推理</a:t>
            </a:r>
          </a:p>
        </p:txBody>
      </p:sp>
    </p:spTree>
    <p:extLst>
      <p:ext uri="{BB962C8B-B14F-4D97-AF65-F5344CB8AC3E}">
        <p14:creationId xmlns:p14="http://schemas.microsoft.com/office/powerpoint/2010/main" val="1767258941"/>
      </p:ext>
    </p:extLst>
  </p:cSld>
  <p:clrMapOvr>
    <a:masterClrMapping/>
  </p:clrMapOvr>
  <p:transition/>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灯片编号占位符 1"/>
          <p:cNvSpPr>
            <a:spLocks noGrp="1"/>
          </p:cNvSpPr>
          <p:nvPr>
            <p:ph type="sldNum" sz="quarter" idx="4294967295"/>
          </p:nvPr>
        </p:nvSpPr>
        <p:spPr>
          <a:xfrm>
            <a:off x="6553200" y="6245225"/>
            <a:ext cx="2133600" cy="476250"/>
          </a:xfrm>
          <a:prstGeom prst="rect">
            <a:avLst/>
          </a:prstGeom>
          <a:noFill/>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a:spcBef>
                <a:spcPct val="0"/>
              </a:spcBef>
              <a:buFontTx/>
              <a:buNone/>
            </a:pPr>
            <a:fld id="{5B64F63E-056E-4D3F-859F-294B1E55CD21}" type="slidenum">
              <a:rPr lang="zh-CN" altLang="en-US" sz="1400" smtClean="0">
                <a:latin typeface="Gulim" panose="02010600030101010101" charset="-122"/>
                <a:ea typeface="Gulim" panose="02010600030101010101" charset="-122"/>
              </a:rPr>
              <a:pPr>
                <a:spcBef>
                  <a:spcPct val="0"/>
                </a:spcBef>
                <a:buFontTx/>
                <a:buNone/>
              </a:pPr>
              <a:t>154</a:t>
            </a:fld>
            <a:endParaRPr lang="en-US" altLang="zh-CN" sz="1400" smtClean="0">
              <a:latin typeface="Gulim" panose="02010600030101010101" charset="-122"/>
              <a:ea typeface="Gulim" panose="02010600030101010101" charset="-122"/>
            </a:endParaRPr>
          </a:p>
        </p:txBody>
      </p:sp>
      <p:sp>
        <p:nvSpPr>
          <p:cNvPr id="179203" name="Text Box 2"/>
          <p:cNvSpPr txBox="1">
            <a:spLocks noChangeArrowheads="1"/>
          </p:cNvSpPr>
          <p:nvPr/>
        </p:nvSpPr>
        <p:spPr bwMode="auto">
          <a:xfrm>
            <a:off x="215900" y="1412875"/>
            <a:ext cx="8640763" cy="481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eaLnBrk="1" latinLnBrk="0" hangingPunct="1">
              <a:lnSpc>
                <a:spcPct val="120000"/>
              </a:lnSpc>
              <a:spcBef>
                <a:spcPct val="10000"/>
              </a:spcBef>
              <a:buFontTx/>
              <a:buNone/>
            </a:pPr>
            <a:r>
              <a:rPr lang="zh-CN" altLang="en-US" sz="2400">
                <a:latin typeface="Times New Roman" panose="02020603050405020304" pitchFamily="18" charset="0"/>
                <a:ea typeface="楷体" panose="02010609060101010101" pitchFamily="49" charset="-122"/>
                <a:cs typeface="Times New Roman" panose="02020603050405020304" pitchFamily="18" charset="0"/>
              </a:rPr>
              <a:t>　在模糊假言三段论推理模式下，模糊知识</a:t>
            </a:r>
          </a:p>
          <a:p>
            <a:pPr eaLnBrk="1" latinLnBrk="0" hangingPunct="1">
              <a:lnSpc>
                <a:spcPct val="120000"/>
              </a:lnSpc>
              <a:spcBef>
                <a:spcPct val="10000"/>
              </a:spcBef>
              <a:buFontTx/>
              <a:buNone/>
            </a:pPr>
            <a:r>
              <a:rPr lang="zh-CN" altLang="en-US" sz="2400">
                <a:latin typeface="Times New Roman" panose="02020603050405020304" pitchFamily="18" charset="0"/>
                <a:ea typeface="楷体" panose="02010609060101010101" pitchFamily="49" charset="-122"/>
                <a:cs typeface="Times New Roman" panose="02020603050405020304" pitchFamily="18" charset="0"/>
              </a:rPr>
              <a:t>         </a:t>
            </a:r>
            <a:r>
              <a:rPr lang="en-US" altLang="zh-CN" sz="2400">
                <a:latin typeface="Times New Roman" panose="02020603050405020304" pitchFamily="18" charset="0"/>
                <a:ea typeface="楷体" panose="02010609060101010101" pitchFamily="49" charset="-122"/>
                <a:cs typeface="Times New Roman" panose="02020603050405020304" pitchFamily="18" charset="0"/>
              </a:rPr>
              <a:t>r</a:t>
            </a:r>
            <a:r>
              <a:rPr lang="en-US" altLang="zh-CN" sz="2400" baseline="-25000">
                <a:latin typeface="Times New Roman" panose="02020603050405020304" pitchFamily="18" charset="0"/>
                <a:ea typeface="楷体" panose="02010609060101010101" pitchFamily="49" charset="-122"/>
                <a:cs typeface="Times New Roman" panose="02020603050405020304" pitchFamily="18" charset="0"/>
              </a:rPr>
              <a:t>1</a:t>
            </a:r>
            <a:r>
              <a:rPr lang="en-US" altLang="zh-CN" sz="2400">
                <a:latin typeface="Times New Roman" panose="02020603050405020304" pitchFamily="18" charset="0"/>
                <a:ea typeface="楷体" panose="02010609060101010101" pitchFamily="49" charset="-122"/>
                <a:cs typeface="Times New Roman" panose="02020603050405020304" pitchFamily="18" charset="0"/>
              </a:rPr>
              <a:t>:  IF   x  is  F   THEN   y  is  G</a:t>
            </a:r>
          </a:p>
          <a:p>
            <a:pPr eaLnBrk="1" latinLnBrk="0" hangingPunct="1">
              <a:lnSpc>
                <a:spcPct val="120000"/>
              </a:lnSpc>
              <a:spcBef>
                <a:spcPct val="10000"/>
              </a:spcBef>
              <a:buFontTx/>
              <a:buNone/>
            </a:pPr>
            <a:r>
              <a:rPr lang="zh-CN" altLang="en-US" sz="2400">
                <a:latin typeface="Times New Roman" panose="02020603050405020304" pitchFamily="18" charset="0"/>
                <a:ea typeface="楷体" panose="02010609060101010101" pitchFamily="49" charset="-122"/>
                <a:cs typeface="Times New Roman" panose="02020603050405020304" pitchFamily="18" charset="0"/>
              </a:rPr>
              <a:t>表示在</a:t>
            </a:r>
            <a:r>
              <a:rPr lang="en-US" altLang="zh-CN" sz="2400">
                <a:latin typeface="Times New Roman" panose="02020603050405020304" pitchFamily="18" charset="0"/>
                <a:ea typeface="楷体" panose="02010609060101010101" pitchFamily="49" charset="-122"/>
                <a:cs typeface="Times New Roman" panose="02020603050405020304" pitchFamily="18" charset="0"/>
              </a:rPr>
              <a:t>F</a:t>
            </a:r>
            <a:r>
              <a:rPr lang="zh-CN" altLang="en-US" sz="2400">
                <a:latin typeface="Times New Roman" panose="02020603050405020304" pitchFamily="18" charset="0"/>
                <a:ea typeface="楷体" panose="02010609060101010101" pitchFamily="49" charset="-122"/>
                <a:cs typeface="Times New Roman" panose="02020603050405020304" pitchFamily="18" charset="0"/>
              </a:rPr>
              <a:t>与</a:t>
            </a:r>
            <a:r>
              <a:rPr lang="en-US" altLang="zh-CN" sz="2400">
                <a:latin typeface="Times New Roman" panose="02020603050405020304" pitchFamily="18" charset="0"/>
                <a:ea typeface="楷体" panose="02010609060101010101" pitchFamily="49" charset="-122"/>
                <a:cs typeface="Times New Roman" panose="02020603050405020304" pitchFamily="18" charset="0"/>
              </a:rPr>
              <a:t>G</a:t>
            </a:r>
            <a:r>
              <a:rPr lang="zh-CN" altLang="en-US" sz="2400">
                <a:latin typeface="Times New Roman" panose="02020603050405020304" pitchFamily="18" charset="0"/>
                <a:ea typeface="楷体" panose="02010609060101010101" pitchFamily="49" charset="-122"/>
                <a:cs typeface="Times New Roman" panose="02020603050405020304" pitchFamily="18" charset="0"/>
              </a:rPr>
              <a:t>之间存在着确定的因果关系</a:t>
            </a:r>
            <a:r>
              <a:rPr lang="en-US" altLang="zh-CN" sz="2400">
                <a:latin typeface="Times New Roman" panose="02020603050405020304" pitchFamily="18" charset="0"/>
                <a:ea typeface="楷体" panose="02010609060101010101" pitchFamily="49" charset="-122"/>
                <a:cs typeface="Times New Roman" panose="02020603050405020304" pitchFamily="18" charset="0"/>
              </a:rPr>
              <a:t>R</a:t>
            </a:r>
            <a:r>
              <a:rPr lang="en-US" altLang="zh-CN" sz="2400" baseline="-25000">
                <a:latin typeface="Times New Roman" panose="02020603050405020304" pitchFamily="18" charset="0"/>
                <a:ea typeface="楷体" panose="02010609060101010101" pitchFamily="49" charset="-122"/>
                <a:cs typeface="Times New Roman" panose="02020603050405020304" pitchFamily="18" charset="0"/>
              </a:rPr>
              <a:t>1</a:t>
            </a:r>
            <a:r>
              <a:rPr lang="zh-CN" altLang="en-US" sz="2400">
                <a:latin typeface="Times New Roman" panose="02020603050405020304" pitchFamily="18" charset="0"/>
                <a:ea typeface="楷体" panose="02010609060101010101" pitchFamily="49" charset="-122"/>
                <a:cs typeface="Times New Roman" panose="02020603050405020304" pitchFamily="18" charset="0"/>
              </a:rPr>
              <a:t>。</a:t>
            </a:r>
          </a:p>
          <a:p>
            <a:pPr eaLnBrk="1" latinLnBrk="0" hangingPunct="1">
              <a:lnSpc>
                <a:spcPct val="120000"/>
              </a:lnSpc>
              <a:spcBef>
                <a:spcPct val="10000"/>
              </a:spcBef>
              <a:buFontTx/>
              <a:buNone/>
            </a:pPr>
            <a:r>
              <a:rPr lang="en-US" altLang="zh-CN" sz="2400">
                <a:latin typeface="Times New Roman" panose="02020603050405020304" pitchFamily="18" charset="0"/>
                <a:ea typeface="楷体" panose="02010609060101010101" pitchFamily="49" charset="-122"/>
                <a:cs typeface="Times New Roman" panose="02020603050405020304" pitchFamily="18" charset="0"/>
              </a:rPr>
              <a:t>        r</a:t>
            </a:r>
            <a:r>
              <a:rPr lang="en-US" altLang="zh-CN" sz="2400" baseline="-25000">
                <a:latin typeface="Times New Roman" panose="02020603050405020304" pitchFamily="18" charset="0"/>
                <a:ea typeface="楷体" panose="02010609060101010101" pitchFamily="49" charset="-122"/>
                <a:cs typeface="Times New Roman" panose="02020603050405020304" pitchFamily="18" charset="0"/>
              </a:rPr>
              <a:t>2</a:t>
            </a:r>
            <a:r>
              <a:rPr lang="en-US" altLang="zh-CN" sz="2400">
                <a:latin typeface="Times New Roman" panose="02020603050405020304" pitchFamily="18" charset="0"/>
                <a:ea typeface="楷体" panose="02010609060101010101" pitchFamily="49" charset="-122"/>
                <a:cs typeface="Times New Roman" panose="02020603050405020304" pitchFamily="18" charset="0"/>
              </a:rPr>
              <a:t>:  IF   y  is  G   THEN   z is  H</a:t>
            </a:r>
          </a:p>
          <a:p>
            <a:pPr eaLnBrk="1" latinLnBrk="0" hangingPunct="1">
              <a:lnSpc>
                <a:spcPct val="120000"/>
              </a:lnSpc>
              <a:spcBef>
                <a:spcPct val="10000"/>
              </a:spcBef>
              <a:buFontTx/>
              <a:buNone/>
            </a:pPr>
            <a:r>
              <a:rPr lang="zh-CN" altLang="en-US" sz="2400">
                <a:latin typeface="Times New Roman" panose="02020603050405020304" pitchFamily="18" charset="0"/>
                <a:ea typeface="楷体" panose="02010609060101010101" pitchFamily="49" charset="-122"/>
                <a:cs typeface="Times New Roman" panose="02020603050405020304" pitchFamily="18" charset="0"/>
              </a:rPr>
              <a:t>表示在</a:t>
            </a:r>
            <a:r>
              <a:rPr lang="en-US" altLang="zh-CN" sz="2400">
                <a:latin typeface="Times New Roman" panose="02020603050405020304" pitchFamily="18" charset="0"/>
                <a:ea typeface="楷体" panose="02010609060101010101" pitchFamily="49" charset="-122"/>
                <a:cs typeface="Times New Roman" panose="02020603050405020304" pitchFamily="18" charset="0"/>
              </a:rPr>
              <a:t>G</a:t>
            </a:r>
            <a:r>
              <a:rPr lang="zh-CN" altLang="en-US" sz="2400">
                <a:latin typeface="Times New Roman" panose="02020603050405020304" pitchFamily="18" charset="0"/>
                <a:ea typeface="楷体" panose="02010609060101010101" pitchFamily="49" charset="-122"/>
                <a:cs typeface="Times New Roman" panose="02020603050405020304" pitchFamily="18" charset="0"/>
              </a:rPr>
              <a:t>与</a:t>
            </a:r>
            <a:r>
              <a:rPr lang="en-US" altLang="zh-CN" sz="2400">
                <a:latin typeface="Times New Roman" panose="02020603050405020304" pitchFamily="18" charset="0"/>
                <a:ea typeface="楷体" panose="02010609060101010101" pitchFamily="49" charset="-122"/>
                <a:cs typeface="Times New Roman" panose="02020603050405020304" pitchFamily="18" charset="0"/>
              </a:rPr>
              <a:t>H</a:t>
            </a:r>
            <a:r>
              <a:rPr lang="zh-CN" altLang="en-US" sz="2400">
                <a:latin typeface="Times New Roman" panose="02020603050405020304" pitchFamily="18" charset="0"/>
                <a:ea typeface="楷体" panose="02010609060101010101" pitchFamily="49" charset="-122"/>
                <a:cs typeface="Times New Roman" panose="02020603050405020304" pitchFamily="18" charset="0"/>
              </a:rPr>
              <a:t>之间存在着确定的因果关系</a:t>
            </a:r>
            <a:r>
              <a:rPr lang="en-US" altLang="zh-CN" sz="2400">
                <a:latin typeface="Times New Roman" panose="02020603050405020304" pitchFamily="18" charset="0"/>
                <a:ea typeface="楷体" panose="02010609060101010101" pitchFamily="49" charset="-122"/>
                <a:cs typeface="Times New Roman" panose="02020603050405020304" pitchFamily="18" charset="0"/>
              </a:rPr>
              <a:t>R</a:t>
            </a:r>
            <a:r>
              <a:rPr lang="en-US" altLang="zh-CN" sz="2400" baseline="-25000">
                <a:latin typeface="Times New Roman" panose="02020603050405020304" pitchFamily="18" charset="0"/>
                <a:ea typeface="楷体" panose="02010609060101010101" pitchFamily="49" charset="-122"/>
                <a:cs typeface="Times New Roman" panose="02020603050405020304" pitchFamily="18" charset="0"/>
              </a:rPr>
              <a:t>2</a:t>
            </a:r>
            <a:r>
              <a:rPr lang="zh-CN" altLang="en-US" sz="2400">
                <a:latin typeface="Times New Roman" panose="02020603050405020304" pitchFamily="18" charset="0"/>
                <a:ea typeface="楷体" panose="02010609060101010101" pitchFamily="49" charset="-122"/>
                <a:cs typeface="Times New Roman" panose="02020603050405020304" pitchFamily="18" charset="0"/>
              </a:rPr>
              <a:t>。</a:t>
            </a:r>
          </a:p>
          <a:p>
            <a:pPr eaLnBrk="1" latinLnBrk="0" hangingPunct="1">
              <a:lnSpc>
                <a:spcPct val="120000"/>
              </a:lnSpc>
              <a:spcBef>
                <a:spcPct val="10000"/>
              </a:spcBef>
              <a:buFontTx/>
              <a:buNone/>
            </a:pPr>
            <a:r>
              <a:rPr lang="zh-CN" altLang="en-US" sz="2400">
                <a:latin typeface="Times New Roman" panose="02020603050405020304" pitchFamily="18" charset="0"/>
                <a:ea typeface="楷体" panose="02010609060101010101" pitchFamily="49" charset="-122"/>
                <a:cs typeface="Times New Roman" panose="02020603050405020304" pitchFamily="18" charset="0"/>
              </a:rPr>
              <a:t>　若模糊假言三段论成立，则模糊结论</a:t>
            </a:r>
          </a:p>
          <a:p>
            <a:pPr eaLnBrk="1" latinLnBrk="0" hangingPunct="1">
              <a:lnSpc>
                <a:spcPct val="120000"/>
              </a:lnSpc>
              <a:spcBef>
                <a:spcPct val="10000"/>
              </a:spcBef>
              <a:buFontTx/>
              <a:buNone/>
            </a:pPr>
            <a:r>
              <a:rPr lang="zh-CN" altLang="en-US" sz="2400">
                <a:latin typeface="Times New Roman" panose="02020603050405020304" pitchFamily="18" charset="0"/>
                <a:ea typeface="楷体" panose="02010609060101010101" pitchFamily="49" charset="-122"/>
                <a:cs typeface="Times New Roman" panose="02020603050405020304" pitchFamily="18" charset="0"/>
              </a:rPr>
              <a:t>        </a:t>
            </a:r>
            <a:r>
              <a:rPr lang="en-US" altLang="zh-CN" sz="2400">
                <a:latin typeface="Times New Roman" panose="02020603050405020304" pitchFamily="18" charset="0"/>
                <a:ea typeface="楷体" panose="02010609060101010101" pitchFamily="49" charset="-122"/>
                <a:cs typeface="Times New Roman" panose="02020603050405020304" pitchFamily="18" charset="0"/>
              </a:rPr>
              <a:t>r</a:t>
            </a:r>
            <a:r>
              <a:rPr lang="en-US" altLang="zh-CN" sz="2400" baseline="-25000">
                <a:latin typeface="Times New Roman" panose="02020603050405020304" pitchFamily="18" charset="0"/>
                <a:ea typeface="楷体" panose="02010609060101010101" pitchFamily="49" charset="-122"/>
                <a:cs typeface="Times New Roman" panose="02020603050405020304" pitchFamily="18" charset="0"/>
              </a:rPr>
              <a:t>3</a:t>
            </a:r>
            <a:r>
              <a:rPr lang="zh-CN" altLang="en-US" sz="2400">
                <a:latin typeface="Times New Roman" panose="02020603050405020304" pitchFamily="18" charset="0"/>
                <a:ea typeface="楷体" panose="02010609060101010101" pitchFamily="49" charset="-122"/>
                <a:cs typeface="Times New Roman" panose="02020603050405020304" pitchFamily="18" charset="0"/>
              </a:rPr>
              <a:t>： </a:t>
            </a:r>
            <a:r>
              <a:rPr lang="en-US" altLang="zh-CN" sz="2400">
                <a:latin typeface="Times New Roman" panose="02020603050405020304" pitchFamily="18" charset="0"/>
                <a:ea typeface="楷体" panose="02010609060101010101" pitchFamily="49" charset="-122"/>
                <a:cs typeface="Times New Roman" panose="02020603050405020304" pitchFamily="18" charset="0"/>
              </a:rPr>
              <a:t>IF   x  is  F   THEN   z  is  H</a:t>
            </a:r>
          </a:p>
          <a:p>
            <a:pPr eaLnBrk="1" latinLnBrk="0" hangingPunct="1">
              <a:lnSpc>
                <a:spcPct val="120000"/>
              </a:lnSpc>
              <a:spcBef>
                <a:spcPct val="10000"/>
              </a:spcBef>
              <a:buFontTx/>
              <a:buNone/>
            </a:pPr>
            <a:r>
              <a:rPr lang="zh-CN" altLang="en-US" sz="2400">
                <a:latin typeface="Times New Roman" panose="02020603050405020304" pitchFamily="18" charset="0"/>
                <a:ea typeface="楷体" panose="02010609060101010101" pitchFamily="49" charset="-122"/>
                <a:cs typeface="Times New Roman" panose="02020603050405020304" pitchFamily="18" charset="0"/>
              </a:rPr>
              <a:t>的模糊关系</a:t>
            </a:r>
            <a:r>
              <a:rPr lang="en-US" altLang="zh-CN" sz="2400">
                <a:latin typeface="Times New Roman" panose="02020603050405020304" pitchFamily="18" charset="0"/>
                <a:ea typeface="楷体" panose="02010609060101010101" pitchFamily="49" charset="-122"/>
                <a:cs typeface="Times New Roman" panose="02020603050405020304" pitchFamily="18" charset="0"/>
              </a:rPr>
              <a:t>R</a:t>
            </a:r>
            <a:r>
              <a:rPr lang="en-US" altLang="zh-CN" sz="2400" baseline="-25000">
                <a:latin typeface="Times New Roman" panose="02020603050405020304" pitchFamily="18" charset="0"/>
                <a:ea typeface="楷体" panose="02010609060101010101" pitchFamily="49" charset="-122"/>
                <a:cs typeface="Times New Roman" panose="02020603050405020304" pitchFamily="18" charset="0"/>
              </a:rPr>
              <a:t>3</a:t>
            </a:r>
            <a:r>
              <a:rPr lang="zh-CN" altLang="en-US" sz="2400">
                <a:latin typeface="Times New Roman" panose="02020603050405020304" pitchFamily="18" charset="0"/>
                <a:ea typeface="楷体" panose="02010609060101010101" pitchFamily="49" charset="-122"/>
                <a:cs typeface="Times New Roman" panose="02020603050405020304" pitchFamily="18" charset="0"/>
              </a:rPr>
              <a:t>可由</a:t>
            </a:r>
            <a:r>
              <a:rPr lang="en-US" altLang="zh-CN" sz="2400">
                <a:latin typeface="Times New Roman" panose="02020603050405020304" pitchFamily="18" charset="0"/>
                <a:ea typeface="楷体" panose="02010609060101010101" pitchFamily="49" charset="-122"/>
                <a:cs typeface="Times New Roman" panose="02020603050405020304" pitchFamily="18" charset="0"/>
              </a:rPr>
              <a:t>R</a:t>
            </a:r>
            <a:r>
              <a:rPr lang="en-US" altLang="zh-CN" sz="2400" baseline="-25000">
                <a:latin typeface="Times New Roman" panose="02020603050405020304" pitchFamily="18" charset="0"/>
                <a:ea typeface="楷体" panose="02010609060101010101" pitchFamily="49" charset="-122"/>
                <a:cs typeface="Times New Roman" panose="02020603050405020304" pitchFamily="18" charset="0"/>
              </a:rPr>
              <a:t>1</a:t>
            </a:r>
            <a:r>
              <a:rPr lang="zh-CN" altLang="en-US" sz="2400">
                <a:latin typeface="Times New Roman" panose="02020603050405020304" pitchFamily="18" charset="0"/>
                <a:ea typeface="楷体" panose="02010609060101010101" pitchFamily="49" charset="-122"/>
                <a:cs typeface="Times New Roman" panose="02020603050405020304" pitchFamily="18" charset="0"/>
              </a:rPr>
              <a:t>与</a:t>
            </a:r>
            <a:r>
              <a:rPr lang="en-US" altLang="zh-CN" sz="2400">
                <a:latin typeface="Times New Roman" panose="02020603050405020304" pitchFamily="18" charset="0"/>
                <a:ea typeface="楷体" panose="02010609060101010101" pitchFamily="49" charset="-122"/>
                <a:cs typeface="Times New Roman" panose="02020603050405020304" pitchFamily="18" charset="0"/>
              </a:rPr>
              <a:t>R</a:t>
            </a:r>
            <a:r>
              <a:rPr lang="en-US" altLang="zh-CN" sz="2400" baseline="-25000">
                <a:latin typeface="Times New Roman" panose="02020603050405020304" pitchFamily="18" charset="0"/>
                <a:ea typeface="楷体" panose="02010609060101010101" pitchFamily="49" charset="-122"/>
                <a:cs typeface="Times New Roman" panose="02020603050405020304" pitchFamily="18" charset="0"/>
              </a:rPr>
              <a:t>2</a:t>
            </a:r>
            <a:r>
              <a:rPr lang="zh-CN" altLang="en-US" sz="2400">
                <a:latin typeface="Times New Roman" panose="02020603050405020304" pitchFamily="18" charset="0"/>
                <a:ea typeface="楷体" panose="02010609060101010101" pitchFamily="49" charset="-122"/>
                <a:cs typeface="Times New Roman" panose="02020603050405020304" pitchFamily="18" charset="0"/>
              </a:rPr>
              <a:t>的合成得到。即   </a:t>
            </a:r>
            <a:r>
              <a:rPr lang="en-US" altLang="zh-CN" sz="2400">
                <a:latin typeface="Times New Roman" panose="02020603050405020304" pitchFamily="18" charset="0"/>
                <a:ea typeface="楷体" panose="02010609060101010101" pitchFamily="49" charset="-122"/>
                <a:cs typeface="Times New Roman" panose="02020603050405020304" pitchFamily="18" charset="0"/>
              </a:rPr>
              <a:t>R</a:t>
            </a:r>
            <a:r>
              <a:rPr lang="en-US" altLang="zh-CN" sz="2400" baseline="-25000">
                <a:latin typeface="Times New Roman" panose="02020603050405020304" pitchFamily="18" charset="0"/>
                <a:ea typeface="楷体" panose="02010609060101010101" pitchFamily="49" charset="-122"/>
                <a:cs typeface="Times New Roman" panose="02020603050405020304" pitchFamily="18" charset="0"/>
              </a:rPr>
              <a:t>3 </a:t>
            </a:r>
            <a:r>
              <a:rPr lang="en-US" altLang="zh-CN" sz="2400">
                <a:latin typeface="Times New Roman" panose="02020603050405020304" pitchFamily="18" charset="0"/>
                <a:ea typeface="楷体" panose="02010609060101010101" pitchFamily="49" charset="-122"/>
                <a:cs typeface="Times New Roman" panose="02020603050405020304" pitchFamily="18" charset="0"/>
              </a:rPr>
              <a:t>= R</a:t>
            </a:r>
            <a:r>
              <a:rPr lang="en-US" altLang="zh-CN" sz="2400" baseline="-25000">
                <a:latin typeface="Times New Roman" panose="02020603050405020304" pitchFamily="18" charset="0"/>
                <a:ea typeface="楷体" panose="02010609060101010101" pitchFamily="49" charset="-122"/>
                <a:cs typeface="Times New Roman" panose="02020603050405020304" pitchFamily="18" charset="0"/>
              </a:rPr>
              <a:t>1</a:t>
            </a:r>
            <a:r>
              <a:rPr lang="en-US" altLang="zh-CN" sz="2400">
                <a:latin typeface="Times New Roman" panose="02020603050405020304" pitchFamily="18" charset="0"/>
                <a:ea typeface="楷体" panose="02010609060101010101" pitchFamily="49" charset="-122"/>
                <a:cs typeface="Times New Roman" panose="02020603050405020304" pitchFamily="18" charset="0"/>
              </a:rPr>
              <a:t>οR</a:t>
            </a:r>
            <a:r>
              <a:rPr lang="en-US" altLang="zh-CN" sz="2400" baseline="-25000">
                <a:latin typeface="Times New Roman" panose="02020603050405020304" pitchFamily="18" charset="0"/>
                <a:ea typeface="楷体" panose="02010609060101010101" pitchFamily="49" charset="-122"/>
                <a:cs typeface="Times New Roman" panose="02020603050405020304" pitchFamily="18" charset="0"/>
              </a:rPr>
              <a:t>2</a:t>
            </a:r>
          </a:p>
          <a:p>
            <a:pPr eaLnBrk="1" latinLnBrk="0" hangingPunct="1">
              <a:lnSpc>
                <a:spcPct val="120000"/>
              </a:lnSpc>
              <a:spcBef>
                <a:spcPct val="10000"/>
              </a:spcBef>
              <a:buFontTx/>
              <a:buNone/>
            </a:pPr>
            <a:r>
              <a:rPr lang="en-US" altLang="zh-CN" sz="2400">
                <a:latin typeface="Times New Roman" panose="02020603050405020304" pitchFamily="18" charset="0"/>
                <a:ea typeface="楷体" panose="02010609060101010101" pitchFamily="49" charset="-122"/>
                <a:cs typeface="Times New Roman" panose="02020603050405020304" pitchFamily="18" charset="0"/>
              </a:rPr>
              <a:t>    </a:t>
            </a:r>
            <a:r>
              <a:rPr lang="zh-CN" altLang="en-US" sz="2400">
                <a:latin typeface="Times New Roman" panose="02020603050405020304" pitchFamily="18" charset="0"/>
                <a:ea typeface="楷体" panose="02010609060101010101" pitchFamily="49" charset="-122"/>
                <a:cs typeface="Times New Roman" panose="02020603050405020304" pitchFamily="18" charset="0"/>
              </a:rPr>
              <a:t>这里的关系</a:t>
            </a:r>
            <a:r>
              <a:rPr lang="en-US" altLang="zh-CN" sz="2400">
                <a:latin typeface="Times New Roman" panose="02020603050405020304" pitchFamily="18" charset="0"/>
                <a:ea typeface="楷体" panose="02010609060101010101" pitchFamily="49" charset="-122"/>
                <a:cs typeface="Times New Roman" panose="02020603050405020304" pitchFamily="18" charset="0"/>
              </a:rPr>
              <a:t>R</a:t>
            </a:r>
            <a:r>
              <a:rPr lang="en-US" altLang="zh-CN" sz="2400" baseline="-25000">
                <a:latin typeface="Times New Roman" panose="02020603050405020304" pitchFamily="18" charset="0"/>
                <a:ea typeface="楷体" panose="02010609060101010101" pitchFamily="49" charset="-122"/>
                <a:cs typeface="Times New Roman" panose="02020603050405020304" pitchFamily="18" charset="0"/>
              </a:rPr>
              <a:t>1</a:t>
            </a:r>
            <a:r>
              <a:rPr lang="zh-CN" altLang="en-US" sz="240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a:latin typeface="Times New Roman" panose="02020603050405020304" pitchFamily="18" charset="0"/>
                <a:ea typeface="楷体" panose="02010609060101010101" pitchFamily="49" charset="-122"/>
                <a:cs typeface="Times New Roman" panose="02020603050405020304" pitchFamily="18" charset="0"/>
              </a:rPr>
              <a:t>R</a:t>
            </a:r>
            <a:r>
              <a:rPr lang="en-US" altLang="zh-CN" sz="2400" baseline="-25000">
                <a:latin typeface="Times New Roman" panose="02020603050405020304" pitchFamily="18" charset="0"/>
                <a:ea typeface="楷体" panose="02010609060101010101" pitchFamily="49" charset="-122"/>
                <a:cs typeface="Times New Roman" panose="02020603050405020304" pitchFamily="18" charset="0"/>
              </a:rPr>
              <a:t>2</a:t>
            </a:r>
            <a:r>
              <a:rPr lang="zh-CN" altLang="en-US" sz="240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a:latin typeface="Times New Roman" panose="02020603050405020304" pitchFamily="18" charset="0"/>
                <a:ea typeface="楷体" panose="02010609060101010101" pitchFamily="49" charset="-122"/>
                <a:cs typeface="Times New Roman" panose="02020603050405020304" pitchFamily="18" charset="0"/>
              </a:rPr>
              <a:t>R</a:t>
            </a:r>
            <a:r>
              <a:rPr lang="en-US" altLang="zh-CN" sz="2400" baseline="-25000">
                <a:latin typeface="Times New Roman" panose="02020603050405020304" pitchFamily="18" charset="0"/>
                <a:ea typeface="楷体" panose="02010609060101010101" pitchFamily="49" charset="-122"/>
                <a:cs typeface="Times New Roman" panose="02020603050405020304" pitchFamily="18" charset="0"/>
              </a:rPr>
              <a:t>3</a:t>
            </a:r>
            <a:r>
              <a:rPr lang="zh-CN" altLang="en-US" sz="2400">
                <a:latin typeface="Times New Roman" panose="02020603050405020304" pitchFamily="18" charset="0"/>
                <a:ea typeface="楷体" panose="02010609060101010101" pitchFamily="49" charset="-122"/>
                <a:cs typeface="Times New Roman" panose="02020603050405020304" pitchFamily="18" charset="0"/>
              </a:rPr>
              <a:t>都可以是前面所讨论过的</a:t>
            </a:r>
            <a:r>
              <a:rPr lang="en-US" altLang="zh-CN" sz="2400">
                <a:latin typeface="Times New Roman" panose="02020603050405020304" pitchFamily="18" charset="0"/>
                <a:ea typeface="楷体" panose="02010609060101010101" pitchFamily="49" charset="-122"/>
                <a:cs typeface="Times New Roman" panose="02020603050405020304" pitchFamily="18" charset="0"/>
              </a:rPr>
              <a:t>R</a:t>
            </a:r>
            <a:r>
              <a:rPr lang="en-US" altLang="zh-CN" sz="2400" baseline="-25000">
                <a:latin typeface="Times New Roman" panose="02020603050405020304" pitchFamily="18" charset="0"/>
                <a:ea typeface="楷体" panose="02010609060101010101" pitchFamily="49" charset="-122"/>
                <a:cs typeface="Times New Roman" panose="02020603050405020304" pitchFamily="18" charset="0"/>
              </a:rPr>
              <a:t>m</a:t>
            </a:r>
            <a:r>
              <a:rPr lang="zh-CN" altLang="en-US" sz="240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a:latin typeface="Times New Roman" panose="02020603050405020304" pitchFamily="18" charset="0"/>
                <a:ea typeface="楷体" panose="02010609060101010101" pitchFamily="49" charset="-122"/>
                <a:cs typeface="Times New Roman" panose="02020603050405020304" pitchFamily="18" charset="0"/>
              </a:rPr>
              <a:t>R</a:t>
            </a:r>
            <a:r>
              <a:rPr lang="en-US" altLang="zh-CN" sz="2400" baseline="-25000">
                <a:latin typeface="Times New Roman" panose="02020603050405020304" pitchFamily="18" charset="0"/>
                <a:ea typeface="楷体" panose="02010609060101010101" pitchFamily="49" charset="-122"/>
                <a:cs typeface="Times New Roman" panose="02020603050405020304" pitchFamily="18" charset="0"/>
              </a:rPr>
              <a:t>c</a:t>
            </a:r>
            <a:r>
              <a:rPr lang="zh-CN" altLang="en-US" sz="2400">
                <a:latin typeface="Times New Roman" panose="02020603050405020304" pitchFamily="18" charset="0"/>
                <a:ea typeface="楷体" panose="02010609060101010101" pitchFamily="49" charset="-122"/>
                <a:cs typeface="Times New Roman" panose="02020603050405020304" pitchFamily="18" charset="0"/>
              </a:rPr>
              <a:t>、</a:t>
            </a:r>
            <a:r>
              <a:rPr lang="en-US" altLang="zh-CN" sz="2400">
                <a:latin typeface="Times New Roman" panose="02020603050405020304" pitchFamily="18" charset="0"/>
                <a:ea typeface="楷体" panose="02010609060101010101" pitchFamily="49" charset="-122"/>
                <a:cs typeface="Times New Roman" panose="02020603050405020304" pitchFamily="18" charset="0"/>
              </a:rPr>
              <a:t>R</a:t>
            </a:r>
            <a:r>
              <a:rPr lang="en-US" altLang="zh-CN" sz="2400" baseline="-25000">
                <a:latin typeface="Times New Roman" panose="02020603050405020304" pitchFamily="18" charset="0"/>
                <a:ea typeface="楷体" panose="02010609060101010101" pitchFamily="49" charset="-122"/>
                <a:cs typeface="Times New Roman" panose="02020603050405020304" pitchFamily="18" charset="0"/>
              </a:rPr>
              <a:t>g</a:t>
            </a:r>
            <a:r>
              <a:rPr lang="zh-CN" altLang="en-US" sz="2400">
                <a:latin typeface="Times New Roman" panose="02020603050405020304" pitchFamily="18" charset="0"/>
                <a:ea typeface="楷体" panose="02010609060101010101" pitchFamily="49" charset="-122"/>
                <a:cs typeface="Times New Roman" panose="02020603050405020304" pitchFamily="18" charset="0"/>
              </a:rPr>
              <a:t>中的任何一种。</a:t>
            </a:r>
            <a:endParaRPr kumimoji="0" lang="zh-CN" altLang="en-US" sz="240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 name="Rectangle 3"/>
          <p:cNvSpPr>
            <a:spLocks noChangeArrowheads="1"/>
          </p:cNvSpPr>
          <p:nvPr/>
        </p:nvSpPr>
        <p:spPr bwMode="auto">
          <a:xfrm>
            <a:off x="1042988" y="207963"/>
            <a:ext cx="66611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itchFamily="18" charset="-127"/>
                <a:ea typeface="-윤체M" pitchFamily="18" charset="-127"/>
              </a:defRPr>
            </a:lvl2pPr>
            <a:lvl3pPr marL="1143000" indent="-228600" latinLnBrk="1">
              <a:spcBef>
                <a:spcPct val="20000"/>
              </a:spcBef>
              <a:buChar char="•"/>
              <a:defRPr kumimoji="1">
                <a:solidFill>
                  <a:schemeClr val="tx1"/>
                </a:solidFill>
                <a:latin typeface="-윤체M" pitchFamily="18" charset="-127"/>
                <a:ea typeface="-윤체M" pitchFamily="18" charset="-127"/>
              </a:defRPr>
            </a:lvl3pPr>
            <a:lvl4pPr marL="1600200" indent="-228600" latinLnBrk="1">
              <a:spcBef>
                <a:spcPct val="20000"/>
              </a:spcBef>
              <a:buChar char="•"/>
              <a:defRPr kumimoji="1" sz="1600">
                <a:solidFill>
                  <a:schemeClr val="tx1"/>
                </a:solidFill>
                <a:latin typeface="-윤체M" pitchFamily="18" charset="-127"/>
                <a:ea typeface="-윤체M" pitchFamily="18" charset="-127"/>
              </a:defRPr>
            </a:lvl4pPr>
            <a:lvl5pPr marL="2057400" indent="-228600" latinLnBrk="1">
              <a:spcBef>
                <a:spcPct val="20000"/>
              </a:spcBef>
              <a:buChar char="•"/>
              <a:defRPr kumimoji="1" sz="1400">
                <a:solidFill>
                  <a:schemeClr val="tx1"/>
                </a:solidFill>
                <a:latin typeface="-윤체M" pitchFamily="18" charset="-127"/>
                <a:ea typeface="-윤체M"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9pPr>
          </a:lstStyle>
          <a:p>
            <a:pPr algn="ctr" eaLnBrk="1" latinLnBrk="0" hangingPunct="1">
              <a:spcBef>
                <a:spcPct val="0"/>
              </a:spcBef>
              <a:buFontTx/>
              <a:buNone/>
              <a:defRPr/>
            </a:pPr>
            <a:r>
              <a:rPr lang="en-US" altLang="zh-CN" b="1" dirty="0">
                <a:latin typeface="微软雅黑" panose="020B0503020204020204" pitchFamily="34" charset="-122"/>
                <a:ea typeface="微软雅黑" panose="020B0503020204020204" pitchFamily="34" charset="-122"/>
                <a:cs typeface="+mj-cs"/>
              </a:rPr>
              <a:t>3.6.3</a:t>
            </a:r>
            <a:r>
              <a:rPr lang="en-US" altLang="zh-CN" b="1" dirty="0">
                <a:latin typeface="微软雅黑" panose="020B0503020204020204" pitchFamily="34" charset="-122"/>
                <a:ea typeface="微软雅黑" panose="020B0503020204020204" pitchFamily="34" charset="-122"/>
                <a:cs typeface="+mj-cs"/>
              </a:rPr>
              <a:t> </a:t>
            </a:r>
            <a:r>
              <a:rPr lang="zh-CN" altLang="en-US" b="1" dirty="0">
                <a:latin typeface="微软雅黑" panose="020B0503020204020204" pitchFamily="34" charset="-122"/>
                <a:ea typeface="微软雅黑" panose="020B0503020204020204" pitchFamily="34" charset="-122"/>
                <a:cs typeface="+mj-cs"/>
              </a:rPr>
              <a:t>基于</a:t>
            </a:r>
            <a:r>
              <a:rPr lang="zh-CN" altLang="en-US" b="1" dirty="0">
                <a:latin typeface="微软雅黑" panose="020B0503020204020204" pitchFamily="34" charset="-122"/>
                <a:ea typeface="微软雅黑" panose="020B0503020204020204" pitchFamily="34" charset="-122"/>
                <a:cs typeface="+mj-cs"/>
              </a:rPr>
              <a:t>模糊</a:t>
            </a:r>
            <a:r>
              <a:rPr lang="zh-CN" altLang="en-US" b="1" dirty="0">
                <a:latin typeface="微软雅黑" panose="020B0503020204020204" pitchFamily="34" charset="-122"/>
                <a:ea typeface="微软雅黑" panose="020B0503020204020204" pitchFamily="34" charset="-122"/>
                <a:cs typeface="+mj-cs"/>
              </a:rPr>
              <a:t>关系的推理</a:t>
            </a:r>
          </a:p>
        </p:txBody>
      </p:sp>
    </p:spTree>
    <p:extLst>
      <p:ext uri="{BB962C8B-B14F-4D97-AF65-F5344CB8AC3E}">
        <p14:creationId xmlns:p14="http://schemas.microsoft.com/office/powerpoint/2010/main" val="1997307590"/>
      </p:ext>
    </p:extLst>
  </p:cSld>
  <p:clrMapOvr>
    <a:masterClrMapping/>
  </p:clrMapOvr>
  <p:transition/>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灯片编号占位符 1"/>
          <p:cNvSpPr>
            <a:spLocks noGrp="1"/>
          </p:cNvSpPr>
          <p:nvPr>
            <p:ph type="sldNum" sz="quarter" idx="4294967295"/>
          </p:nvPr>
        </p:nvSpPr>
        <p:spPr>
          <a:xfrm>
            <a:off x="6553200" y="6245225"/>
            <a:ext cx="2133600" cy="476250"/>
          </a:xfrm>
          <a:prstGeom prst="rect">
            <a:avLst/>
          </a:prstGeom>
          <a:noFill/>
        </p:spPr>
        <p:txBody>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a:spcBef>
                <a:spcPct val="0"/>
              </a:spcBef>
              <a:buFontTx/>
              <a:buNone/>
            </a:pPr>
            <a:fld id="{80B92DD5-0D09-4804-B4E9-C935754742CA}" type="slidenum">
              <a:rPr lang="zh-CN" altLang="en-US" sz="1400" smtClean="0">
                <a:latin typeface="Gulim" panose="02010600030101010101" charset="-122"/>
                <a:ea typeface="Gulim" panose="02010600030101010101" charset="-122"/>
              </a:rPr>
              <a:pPr>
                <a:spcBef>
                  <a:spcPct val="0"/>
                </a:spcBef>
                <a:buFontTx/>
                <a:buNone/>
              </a:pPr>
              <a:t>155</a:t>
            </a:fld>
            <a:endParaRPr lang="en-US" altLang="zh-CN" sz="1400" smtClean="0">
              <a:latin typeface="Gulim" panose="02010600030101010101" charset="-122"/>
              <a:ea typeface="Gulim" panose="02010600030101010101" charset="-122"/>
            </a:endParaRPr>
          </a:p>
        </p:txBody>
      </p:sp>
      <p:sp>
        <p:nvSpPr>
          <p:cNvPr id="180227" name="Text Box 2"/>
          <p:cNvSpPr txBox="1">
            <a:spLocks noChangeArrowheads="1"/>
          </p:cNvSpPr>
          <p:nvPr/>
        </p:nvSpPr>
        <p:spPr bwMode="auto">
          <a:xfrm>
            <a:off x="179388" y="1304925"/>
            <a:ext cx="8785225" cy="1160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algn="just" eaLnBrk="1" latinLnBrk="0" hangingPunct="1">
              <a:lnSpc>
                <a:spcPct val="115000"/>
              </a:lnSpc>
              <a:spcBef>
                <a:spcPct val="5000"/>
              </a:spcBef>
              <a:buFontTx/>
              <a:buNone/>
            </a:pPr>
            <a:r>
              <a:rPr lang="zh-CN" altLang="en-US" sz="2000" b="1" dirty="0">
                <a:latin typeface="Times New Roman" panose="02020603050405020304" pitchFamily="18" charset="0"/>
                <a:ea typeface="宋体" panose="02010600030101010101" pitchFamily="2" charset="-122"/>
              </a:rPr>
              <a:t>    例</a:t>
            </a:r>
            <a:r>
              <a:rPr lang="en-US" altLang="zh-CN" sz="2000" b="1" dirty="0">
                <a:latin typeface="Times New Roman" panose="02020603050405020304" pitchFamily="18" charset="0"/>
                <a:ea typeface="宋体" panose="02010600030101010101" pitchFamily="2" charset="-122"/>
              </a:rPr>
              <a:t> </a:t>
            </a:r>
            <a:r>
              <a:rPr lang="zh-CN" altLang="en-US" sz="2000" b="1" dirty="0">
                <a:latin typeface="Times New Roman" panose="02020603050405020304" pitchFamily="18" charset="0"/>
                <a:ea typeface="宋体" panose="02010600030101010101" pitchFamily="2" charset="-122"/>
              </a:rPr>
              <a:t>设</a:t>
            </a:r>
            <a:r>
              <a:rPr lang="en-US" altLang="zh-CN" sz="2000" b="1" dirty="0">
                <a:latin typeface="Times New Roman" panose="02020603050405020304" pitchFamily="18" charset="0"/>
                <a:ea typeface="宋体" panose="02010600030101010101" pitchFamily="2" charset="-122"/>
              </a:rPr>
              <a:t>U=W=V={1, 2, 3}</a:t>
            </a:r>
            <a:r>
              <a:rPr lang="zh-CN" altLang="en-US" sz="2000" b="1" dirty="0">
                <a:latin typeface="Times New Roman" panose="02020603050405020304" pitchFamily="18" charset="0"/>
                <a:ea typeface="宋体" panose="02010600030101010101" pitchFamily="2" charset="-122"/>
              </a:rPr>
              <a:t>，</a:t>
            </a:r>
            <a:r>
              <a:rPr lang="en-US" altLang="zh-CN" sz="2000" b="1" dirty="0">
                <a:latin typeface="Times New Roman" panose="02020603050405020304" pitchFamily="18" charset="0"/>
                <a:ea typeface="宋体" panose="02010600030101010101" pitchFamily="2" charset="-122"/>
              </a:rPr>
              <a:t>E=1/1+0.6/2+0.2/3</a:t>
            </a:r>
            <a:r>
              <a:rPr lang="zh-CN" altLang="en-US" sz="2000" b="1" dirty="0">
                <a:latin typeface="Times New Roman" panose="02020603050405020304" pitchFamily="18" charset="0"/>
                <a:ea typeface="宋体" panose="02010600030101010101" pitchFamily="2" charset="-122"/>
              </a:rPr>
              <a:t>，</a:t>
            </a:r>
            <a:r>
              <a:rPr lang="en-US" altLang="zh-CN" sz="2000" b="1" dirty="0">
                <a:latin typeface="Times New Roman" panose="02020603050405020304" pitchFamily="18" charset="0"/>
                <a:ea typeface="宋体" panose="02010600030101010101" pitchFamily="2" charset="-122"/>
              </a:rPr>
              <a:t>F=0.8/1+0.5+0.1/3</a:t>
            </a:r>
            <a:r>
              <a:rPr lang="zh-CN" altLang="en-US" sz="2000" b="1" dirty="0">
                <a:latin typeface="Times New Roman" panose="02020603050405020304" pitchFamily="18" charset="0"/>
                <a:ea typeface="宋体" panose="02010600030101010101" pitchFamily="2" charset="-122"/>
              </a:rPr>
              <a:t>，</a:t>
            </a:r>
            <a:r>
              <a:rPr lang="en-US" altLang="zh-CN" sz="2000" b="1" dirty="0">
                <a:latin typeface="Times New Roman" panose="02020603050405020304" pitchFamily="18" charset="0"/>
                <a:ea typeface="宋体" panose="02010600030101010101" pitchFamily="2" charset="-122"/>
              </a:rPr>
              <a:t>G=0.2/1+0.6+1/3</a:t>
            </a:r>
            <a:r>
              <a:rPr lang="zh-CN" altLang="en-US" sz="2000" b="1" dirty="0">
                <a:latin typeface="Times New Roman" panose="02020603050405020304" pitchFamily="18" charset="0"/>
                <a:ea typeface="宋体" panose="02010600030101010101" pitchFamily="2" charset="-122"/>
              </a:rPr>
              <a:t>。根据</a:t>
            </a:r>
            <a:r>
              <a:rPr lang="en-US" altLang="zh-CN" sz="2000" b="1" dirty="0" err="1">
                <a:latin typeface="Times New Roman" panose="02020603050405020304" pitchFamily="18" charset="0"/>
                <a:ea typeface="宋体" panose="02010600030101010101" pitchFamily="2" charset="-122"/>
              </a:rPr>
              <a:t>R</a:t>
            </a:r>
            <a:r>
              <a:rPr lang="en-US" altLang="zh-CN" sz="2000" b="1" baseline="-25000" dirty="0" err="1">
                <a:latin typeface="Times New Roman" panose="02020603050405020304" pitchFamily="18" charset="0"/>
                <a:ea typeface="宋体" panose="02010600030101010101" pitchFamily="2" charset="-122"/>
              </a:rPr>
              <a:t>g</a:t>
            </a:r>
            <a:r>
              <a:rPr lang="zh-CN" altLang="en-US" sz="2000" b="1" dirty="0">
                <a:latin typeface="Times New Roman" panose="02020603050405020304" pitchFamily="18" charset="0"/>
                <a:ea typeface="宋体" panose="02010600030101010101" pitchFamily="2" charset="-122"/>
              </a:rPr>
              <a:t>求</a:t>
            </a:r>
            <a:r>
              <a:rPr lang="en-US" altLang="zh-CN" sz="2000" b="1" dirty="0" err="1">
                <a:latin typeface="Times New Roman" panose="02020603050405020304" pitchFamily="18" charset="0"/>
                <a:ea typeface="宋体" panose="02010600030101010101" pitchFamily="2" charset="-122"/>
              </a:rPr>
              <a:t>E×G</a:t>
            </a:r>
            <a:r>
              <a:rPr lang="zh-CN" altLang="en-US" sz="2000" b="1" dirty="0">
                <a:latin typeface="Times New Roman" panose="02020603050405020304" pitchFamily="18" charset="0"/>
                <a:ea typeface="宋体" panose="02010600030101010101" pitchFamily="2" charset="-122"/>
              </a:rPr>
              <a:t>上的关系</a:t>
            </a:r>
            <a:r>
              <a:rPr lang="en-US" altLang="zh-CN" sz="2000" b="1" dirty="0">
                <a:latin typeface="Times New Roman" panose="02020603050405020304" pitchFamily="18" charset="0"/>
                <a:ea typeface="宋体" panose="02010600030101010101" pitchFamily="2" charset="-122"/>
              </a:rPr>
              <a:t>R</a:t>
            </a:r>
            <a:r>
              <a:rPr lang="zh-CN" altLang="en-US" sz="2000" b="1" dirty="0">
                <a:latin typeface="Times New Roman" panose="02020603050405020304" pitchFamily="18" charset="0"/>
                <a:ea typeface="宋体" panose="02010600030101010101" pitchFamily="2" charset="-122"/>
              </a:rPr>
              <a:t>。</a:t>
            </a:r>
          </a:p>
          <a:p>
            <a:pPr algn="just" eaLnBrk="1" latinLnBrk="0" hangingPunct="1">
              <a:lnSpc>
                <a:spcPct val="115000"/>
              </a:lnSpc>
              <a:spcBef>
                <a:spcPct val="5000"/>
              </a:spcBef>
              <a:buFontTx/>
              <a:buNone/>
            </a:pPr>
            <a:r>
              <a:rPr lang="zh-CN" altLang="en-US" sz="2000" b="1" dirty="0">
                <a:latin typeface="Times New Roman" panose="02020603050405020304" pitchFamily="18" charset="0"/>
                <a:ea typeface="宋体" panose="02010600030101010101" pitchFamily="2" charset="-122"/>
              </a:rPr>
              <a:t>    解：先求</a:t>
            </a:r>
            <a:r>
              <a:rPr lang="en-US" altLang="zh-CN" sz="2000" b="1" dirty="0" err="1">
                <a:latin typeface="Times New Roman" panose="02020603050405020304" pitchFamily="18" charset="0"/>
                <a:ea typeface="宋体" panose="02010600030101010101" pitchFamily="2" charset="-122"/>
              </a:rPr>
              <a:t>E×F</a:t>
            </a:r>
            <a:r>
              <a:rPr lang="zh-CN" altLang="en-US" sz="2000" b="1" dirty="0">
                <a:latin typeface="Times New Roman" panose="02020603050405020304" pitchFamily="18" charset="0"/>
                <a:ea typeface="宋体" panose="02010600030101010101" pitchFamily="2" charset="-122"/>
              </a:rPr>
              <a:t>上的关系</a:t>
            </a:r>
            <a:r>
              <a:rPr lang="en-US" altLang="zh-CN" sz="2000" b="1" dirty="0" err="1">
                <a:latin typeface="Times New Roman" panose="02020603050405020304" pitchFamily="18" charset="0"/>
                <a:ea typeface="宋体" panose="02010600030101010101" pitchFamily="2" charset="-122"/>
              </a:rPr>
              <a:t>R</a:t>
            </a:r>
            <a:r>
              <a:rPr lang="en-US" altLang="zh-CN" sz="2000" b="1" baseline="-25000" dirty="0" err="1">
                <a:latin typeface="Times New Roman" panose="02020603050405020304" pitchFamily="18" charset="0"/>
                <a:ea typeface="宋体" panose="02010600030101010101" pitchFamily="2" charset="-122"/>
              </a:rPr>
              <a:t>1</a:t>
            </a:r>
            <a:r>
              <a:rPr lang="en-US" altLang="zh-CN" sz="2000" b="1" dirty="0">
                <a:latin typeface="Times New Roman" panose="02020603050405020304" pitchFamily="18" charset="0"/>
                <a:ea typeface="宋体" panose="02010600030101010101" pitchFamily="2" charset="-122"/>
              </a:rPr>
              <a:t> </a:t>
            </a:r>
          </a:p>
        </p:txBody>
      </p:sp>
      <p:graphicFrame>
        <p:nvGraphicFramePr>
          <p:cNvPr id="180228" name="Object 3"/>
          <p:cNvGraphicFramePr>
            <a:graphicFrameLocks noChangeAspect="1"/>
          </p:cNvGraphicFramePr>
          <p:nvPr/>
        </p:nvGraphicFramePr>
        <p:xfrm>
          <a:off x="3600450" y="2312988"/>
          <a:ext cx="2266950" cy="1031875"/>
        </p:xfrm>
        <a:graphic>
          <a:graphicData uri="http://schemas.openxmlformats.org/presentationml/2006/ole">
            <mc:AlternateContent xmlns:mc="http://schemas.openxmlformats.org/markup-compatibility/2006">
              <mc:Choice xmlns:v="urn:schemas-microsoft-com:vml" Requires="v">
                <p:oleObj spid="_x0000_s40986" name="Equation" r:id="rId3" imgW="1308100" imgH="711200" progId="Equation.3">
                  <p:embed/>
                </p:oleObj>
              </mc:Choice>
              <mc:Fallback>
                <p:oleObj name="Equation" r:id="rId3" imgW="1308100" imgH="7112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00450" y="2312988"/>
                        <a:ext cx="2266950" cy="103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0229" name="Text Box 4"/>
          <p:cNvSpPr txBox="1">
            <a:spLocks noChangeArrowheads="1"/>
          </p:cNvSpPr>
          <p:nvPr/>
        </p:nvSpPr>
        <p:spPr bwMode="auto">
          <a:xfrm>
            <a:off x="179388" y="3213100"/>
            <a:ext cx="2987675" cy="474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eaLnBrk="1" latinLnBrk="0" hangingPunct="1">
              <a:lnSpc>
                <a:spcPct val="115000"/>
              </a:lnSpc>
              <a:spcBef>
                <a:spcPct val="5000"/>
              </a:spcBef>
              <a:buFontTx/>
              <a:buNone/>
            </a:pPr>
            <a:r>
              <a:rPr lang="zh-CN" altLang="en-US" sz="2000" b="1">
                <a:latin typeface="Times New Roman" panose="02020603050405020304" pitchFamily="18" charset="0"/>
                <a:ea typeface="宋体" panose="02010600030101010101" pitchFamily="2" charset="-122"/>
              </a:rPr>
              <a:t>    再求</a:t>
            </a:r>
            <a:r>
              <a:rPr lang="en-US" altLang="zh-CN" sz="2000" b="1">
                <a:latin typeface="Times New Roman" panose="02020603050405020304" pitchFamily="18" charset="0"/>
                <a:ea typeface="宋体" panose="02010600030101010101" pitchFamily="2" charset="-122"/>
              </a:rPr>
              <a:t>F×G</a:t>
            </a:r>
            <a:r>
              <a:rPr lang="zh-CN" altLang="en-US" sz="2000" b="1">
                <a:latin typeface="Times New Roman" panose="02020603050405020304" pitchFamily="18" charset="0"/>
                <a:ea typeface="宋体" panose="02010600030101010101" pitchFamily="2" charset="-122"/>
              </a:rPr>
              <a:t>上的关系</a:t>
            </a:r>
            <a:r>
              <a:rPr lang="en-US" altLang="zh-CN" sz="2000" b="1">
                <a:latin typeface="Times New Roman" panose="02020603050405020304" pitchFamily="18" charset="0"/>
                <a:ea typeface="宋体" panose="02010600030101010101" pitchFamily="2" charset="-122"/>
              </a:rPr>
              <a:t>R</a:t>
            </a:r>
            <a:r>
              <a:rPr lang="en-US" altLang="zh-CN" sz="2000" b="1" baseline="-25000">
                <a:latin typeface="Times New Roman" panose="02020603050405020304" pitchFamily="18" charset="0"/>
                <a:ea typeface="宋体" panose="02010600030101010101" pitchFamily="2" charset="-122"/>
              </a:rPr>
              <a:t>2</a:t>
            </a:r>
            <a:r>
              <a:rPr lang="en-US" altLang="zh-CN" sz="2400">
                <a:latin typeface="Tahoma" panose="020B0604030504040204" pitchFamily="34" charset="0"/>
                <a:ea typeface="宋体" panose="02010600030101010101" pitchFamily="2" charset="-122"/>
              </a:rPr>
              <a:t> </a:t>
            </a:r>
          </a:p>
        </p:txBody>
      </p:sp>
      <p:graphicFrame>
        <p:nvGraphicFramePr>
          <p:cNvPr id="180230" name="Object 5"/>
          <p:cNvGraphicFramePr>
            <a:graphicFrameLocks noChangeAspect="1"/>
          </p:cNvGraphicFramePr>
          <p:nvPr/>
        </p:nvGraphicFramePr>
        <p:xfrm>
          <a:off x="3492500" y="3614738"/>
          <a:ext cx="2447925" cy="1022350"/>
        </p:xfrm>
        <a:graphic>
          <a:graphicData uri="http://schemas.openxmlformats.org/presentationml/2006/ole">
            <mc:AlternateContent xmlns:mc="http://schemas.openxmlformats.org/markup-compatibility/2006">
              <mc:Choice xmlns:v="urn:schemas-microsoft-com:vml" Requires="v">
                <p:oleObj spid="_x0000_s40987" name="Equation" r:id="rId5" imgW="1193800" imgH="711200" progId="Equation.3">
                  <p:embed/>
                </p:oleObj>
              </mc:Choice>
              <mc:Fallback>
                <p:oleObj name="Equation" r:id="rId5" imgW="1193800" imgH="7112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92500" y="3614738"/>
                        <a:ext cx="2447925" cy="102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0231" name="Text Box 7"/>
          <p:cNvSpPr txBox="1">
            <a:spLocks noChangeArrowheads="1"/>
          </p:cNvSpPr>
          <p:nvPr/>
        </p:nvSpPr>
        <p:spPr bwMode="auto">
          <a:xfrm>
            <a:off x="179388" y="4616450"/>
            <a:ext cx="3884612" cy="446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anose="020B0604020202020204" charset="0"/>
                <a:ea typeface="黑体" panose="02010609060101010101" pitchFamily="49" charset="-122"/>
              </a:defRPr>
            </a:lvl2pPr>
            <a:lvl3pPr marL="1143000" indent="-228600" latinLnBrk="1">
              <a:spcBef>
                <a:spcPct val="20000"/>
              </a:spcBef>
              <a:buChar char="•"/>
              <a:defRPr kumimoji="1">
                <a:solidFill>
                  <a:schemeClr val="tx1"/>
                </a:solidFill>
                <a:latin typeface="-윤체M" panose="020B0604020202020204" charset="0"/>
                <a:ea typeface="黑体" panose="02010609060101010101" pitchFamily="49" charset="-122"/>
              </a:defRPr>
            </a:lvl3pPr>
            <a:lvl4pPr marL="1600200" indent="-228600" latinLnBrk="1">
              <a:spcBef>
                <a:spcPct val="20000"/>
              </a:spcBef>
              <a:buChar char="•"/>
              <a:defRPr kumimoji="1" sz="1600">
                <a:solidFill>
                  <a:schemeClr val="tx1"/>
                </a:solidFill>
                <a:latin typeface="-윤체M" panose="020B0604020202020204" charset="0"/>
                <a:ea typeface="黑体" panose="02010609060101010101" pitchFamily="49" charset="-122"/>
              </a:defRPr>
            </a:lvl4pPr>
            <a:lvl5pPr marL="2057400" indent="-228600" latinLnBrk="1">
              <a:spcBef>
                <a:spcPct val="20000"/>
              </a:spcBef>
              <a:buChar char="•"/>
              <a:defRPr kumimoji="1" sz="1400">
                <a:solidFill>
                  <a:schemeClr val="tx1"/>
                </a:solidFill>
                <a:latin typeface="-윤체M" panose="020B0604020202020204" charset="0"/>
                <a:ea typeface="黑体" panose="02010609060101010101" pitchFamily="49" charset="-122"/>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0"/>
                <a:ea typeface="黑体" panose="02010609060101010101" pitchFamily="49" charset="-122"/>
              </a:defRPr>
            </a:lvl9pPr>
          </a:lstStyle>
          <a:p>
            <a:pPr eaLnBrk="1" latinLnBrk="0" hangingPunct="1">
              <a:lnSpc>
                <a:spcPct val="105000"/>
              </a:lnSpc>
              <a:spcBef>
                <a:spcPct val="10000"/>
              </a:spcBef>
              <a:buFontTx/>
              <a:buNone/>
            </a:pPr>
            <a:r>
              <a:rPr lang="zh-CN" altLang="en-US" sz="2000" b="1">
                <a:latin typeface="Times New Roman" panose="02020603050405020304" pitchFamily="18" charset="0"/>
                <a:ea typeface="宋体" panose="02010600030101010101" pitchFamily="2" charset="-122"/>
              </a:rPr>
              <a:t>    最后求</a:t>
            </a:r>
            <a:r>
              <a:rPr lang="en-US" altLang="zh-CN" sz="2000" b="1">
                <a:latin typeface="Times New Roman" panose="02020603050405020304" pitchFamily="18" charset="0"/>
                <a:ea typeface="宋体" panose="02010600030101010101" pitchFamily="2" charset="-122"/>
              </a:rPr>
              <a:t>E×G</a:t>
            </a:r>
            <a:r>
              <a:rPr lang="zh-CN" altLang="en-US" sz="2000" b="1">
                <a:latin typeface="Times New Roman" panose="02020603050405020304" pitchFamily="18" charset="0"/>
                <a:ea typeface="宋体" panose="02010600030101010101" pitchFamily="2" charset="-122"/>
              </a:rPr>
              <a:t>上的关系</a:t>
            </a:r>
            <a:r>
              <a:rPr lang="en-US" altLang="zh-CN" sz="2000" b="1">
                <a:latin typeface="Times New Roman" panose="02020603050405020304" pitchFamily="18" charset="0"/>
                <a:ea typeface="宋体" panose="02010600030101010101" pitchFamily="2" charset="-122"/>
              </a:rPr>
              <a:t>R</a:t>
            </a:r>
            <a:r>
              <a:rPr lang="en-US" altLang="zh-CN" sz="2400">
                <a:latin typeface="Tahoma" panose="020B0604030504040204" pitchFamily="34" charset="0"/>
                <a:ea typeface="宋体" panose="02010600030101010101" pitchFamily="2" charset="-122"/>
              </a:rPr>
              <a:t> </a:t>
            </a:r>
          </a:p>
        </p:txBody>
      </p:sp>
      <p:graphicFrame>
        <p:nvGraphicFramePr>
          <p:cNvPr id="180232" name="Object 8"/>
          <p:cNvGraphicFramePr>
            <a:graphicFrameLocks noChangeAspect="1"/>
          </p:cNvGraphicFramePr>
          <p:nvPr/>
        </p:nvGraphicFramePr>
        <p:xfrm>
          <a:off x="2484438" y="5229225"/>
          <a:ext cx="3419475" cy="1173163"/>
        </p:xfrm>
        <a:graphic>
          <a:graphicData uri="http://schemas.openxmlformats.org/presentationml/2006/ole">
            <mc:AlternateContent xmlns:mc="http://schemas.openxmlformats.org/markup-compatibility/2006">
              <mc:Choice xmlns:v="urn:schemas-microsoft-com:vml" Requires="v">
                <p:oleObj spid="_x0000_s40988" name="公式" r:id="rId7" imgW="1828800" imgH="711200" progId="Equation.3">
                  <p:embed/>
                </p:oleObj>
              </mc:Choice>
              <mc:Fallback>
                <p:oleObj name="公式" r:id="rId7" imgW="1828800" imgH="7112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84438" y="5229225"/>
                        <a:ext cx="3419475" cy="1173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Rectangle 3"/>
          <p:cNvSpPr>
            <a:spLocks noChangeArrowheads="1"/>
          </p:cNvSpPr>
          <p:nvPr/>
        </p:nvSpPr>
        <p:spPr bwMode="auto">
          <a:xfrm>
            <a:off x="1042988" y="207963"/>
            <a:ext cx="666115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3200">
                <a:solidFill>
                  <a:schemeClr val="tx1"/>
                </a:solidFill>
                <a:latin typeface="黑体" panose="02010609060101010101" pitchFamily="49" charset="-122"/>
                <a:ea typeface="黑体" panose="02010609060101010101" pitchFamily="49" charset="-122"/>
              </a:defRPr>
            </a:lvl1pPr>
            <a:lvl2pPr marL="742950" indent="-285750" latinLnBrk="1">
              <a:spcBef>
                <a:spcPct val="20000"/>
              </a:spcBef>
              <a:buChar char="•"/>
              <a:defRPr kumimoji="1" sz="2000">
                <a:solidFill>
                  <a:schemeClr val="tx1"/>
                </a:solidFill>
                <a:latin typeface="-윤체M" pitchFamily="18" charset="-127"/>
                <a:ea typeface="-윤체M" pitchFamily="18" charset="-127"/>
              </a:defRPr>
            </a:lvl2pPr>
            <a:lvl3pPr marL="1143000" indent="-228600" latinLnBrk="1">
              <a:spcBef>
                <a:spcPct val="20000"/>
              </a:spcBef>
              <a:buChar char="•"/>
              <a:defRPr kumimoji="1">
                <a:solidFill>
                  <a:schemeClr val="tx1"/>
                </a:solidFill>
                <a:latin typeface="-윤체M" pitchFamily="18" charset="-127"/>
                <a:ea typeface="-윤체M" pitchFamily="18" charset="-127"/>
              </a:defRPr>
            </a:lvl3pPr>
            <a:lvl4pPr marL="1600200" indent="-228600" latinLnBrk="1">
              <a:spcBef>
                <a:spcPct val="20000"/>
              </a:spcBef>
              <a:buChar char="•"/>
              <a:defRPr kumimoji="1" sz="1600">
                <a:solidFill>
                  <a:schemeClr val="tx1"/>
                </a:solidFill>
                <a:latin typeface="-윤체M" pitchFamily="18" charset="-127"/>
                <a:ea typeface="-윤체M" pitchFamily="18" charset="-127"/>
              </a:defRPr>
            </a:lvl4pPr>
            <a:lvl5pPr marL="2057400" indent="-228600" latinLnBrk="1">
              <a:spcBef>
                <a:spcPct val="20000"/>
              </a:spcBef>
              <a:buChar char="•"/>
              <a:defRPr kumimoji="1" sz="1400">
                <a:solidFill>
                  <a:schemeClr val="tx1"/>
                </a:solidFill>
                <a:latin typeface="-윤체M" pitchFamily="18" charset="-127"/>
                <a:ea typeface="-윤체M"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9pPr>
          </a:lstStyle>
          <a:p>
            <a:pPr algn="ctr" eaLnBrk="1" latinLnBrk="0" hangingPunct="1">
              <a:spcBef>
                <a:spcPct val="0"/>
              </a:spcBef>
              <a:buFontTx/>
              <a:buNone/>
              <a:defRPr/>
            </a:pPr>
            <a:r>
              <a:rPr lang="en-US" altLang="zh-CN" b="1" dirty="0">
                <a:latin typeface="微软雅黑" panose="020B0503020204020204" pitchFamily="34" charset="-122"/>
                <a:ea typeface="微软雅黑" panose="020B0503020204020204" pitchFamily="34" charset="-122"/>
                <a:cs typeface="+mj-cs"/>
              </a:rPr>
              <a:t>3.6.3</a:t>
            </a:r>
            <a:r>
              <a:rPr lang="en-US" altLang="zh-CN" b="1" dirty="0">
                <a:latin typeface="微软雅黑" panose="020B0503020204020204" pitchFamily="34" charset="-122"/>
                <a:ea typeface="微软雅黑" panose="020B0503020204020204" pitchFamily="34" charset="-122"/>
                <a:cs typeface="+mj-cs"/>
              </a:rPr>
              <a:t> </a:t>
            </a:r>
            <a:r>
              <a:rPr lang="zh-CN" altLang="en-US" b="1" dirty="0">
                <a:latin typeface="微软雅黑" panose="020B0503020204020204" pitchFamily="34" charset="-122"/>
                <a:ea typeface="微软雅黑" panose="020B0503020204020204" pitchFamily="34" charset="-122"/>
                <a:cs typeface="+mj-cs"/>
              </a:rPr>
              <a:t>基于</a:t>
            </a:r>
            <a:r>
              <a:rPr lang="zh-CN" altLang="en-US" b="1" dirty="0">
                <a:latin typeface="微软雅黑" panose="020B0503020204020204" pitchFamily="34" charset="-122"/>
                <a:ea typeface="微软雅黑" panose="020B0503020204020204" pitchFamily="34" charset="-122"/>
                <a:cs typeface="+mj-cs"/>
              </a:rPr>
              <a:t>模糊</a:t>
            </a:r>
            <a:r>
              <a:rPr lang="zh-CN" altLang="en-US" b="1" dirty="0">
                <a:latin typeface="微软雅黑" panose="020B0503020204020204" pitchFamily="34" charset="-122"/>
                <a:ea typeface="微软雅黑" panose="020B0503020204020204" pitchFamily="34" charset="-122"/>
                <a:cs typeface="+mj-cs"/>
              </a:rPr>
              <a:t>关系的推理</a:t>
            </a:r>
          </a:p>
        </p:txBody>
      </p:sp>
    </p:spTree>
    <p:extLst>
      <p:ext uri="{BB962C8B-B14F-4D97-AF65-F5344CB8AC3E}">
        <p14:creationId xmlns:p14="http://schemas.microsoft.com/office/powerpoint/2010/main" val="506804601"/>
      </p:ext>
    </p:extLst>
  </p:cSld>
  <p:clrMapOvr>
    <a:masterClrMapping/>
  </p:clrMapOvr>
  <p:transition/>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灯片编号占位符 5"/>
          <p:cNvSpPr txBox="1">
            <a:spLocks noGrp="1"/>
          </p:cNvSpPr>
          <p:nvPr>
            <p:ph type="sldNum" sz="quarter" idx="4"/>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40" tIns="45720" rIns="91440" bIns="45720" numCol="1" anchor="t" anchorCtr="0" compatLnSpc="1"/>
          <a:lstStyle/>
          <a:p>
            <a:pPr marL="0" marR="0" lvl="0" indent="0" algn="r" defTabSz="914400" rtl="0" eaLnBrk="1" fontAlgn="base" latinLnBrk="1" hangingPunct="1">
              <a:lnSpc>
                <a:spcPct val="100000"/>
              </a:lnSpc>
              <a:spcBef>
                <a:spcPct val="0"/>
              </a:spcBef>
              <a:spcAft>
                <a:spcPct val="0"/>
              </a:spcAft>
              <a:buClrTx/>
              <a:buSzTx/>
              <a:buFontTx/>
              <a:buNone/>
              <a:defRPr/>
            </a:pPr>
            <a:fld id="{AB94C427-A9DC-49E4-AA42-5832888EBF5B}"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t>156</a:t>
            </a:fld>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166914" name="Rectangle 2"/>
          <p:cNvSpPr>
            <a:spLocks noGrp="1" noChangeArrowheads="1"/>
          </p:cNvSpPr>
          <p:nvPr>
            <p:ph type="title"/>
          </p:nvPr>
        </p:nvSpPr>
        <p:spPr>
          <a:xfrm>
            <a:off x="685800" y="404813"/>
            <a:ext cx="7772400" cy="863600"/>
          </a:xfrm>
        </p:spPr>
        <p:txBody>
          <a:bodyPr vert="horz" wrap="square" lIns="91440" tIns="45720" rIns="91440" bIns="45720" numCol="1" anchor="ctr" anchorCtr="0" compatLnSpc="1"/>
          <a:lstStyle/>
          <a:p>
            <a:pPr marL="0" marR="0" lvl="0" indent="0" algn="ctr" defTabSz="914400" rtl="0" eaLnBrk="1" fontAlgn="base" latinLnBrk="1" hangingPunct="1">
              <a:lnSpc>
                <a:spcPct val="100000"/>
              </a:lnSpc>
              <a:spcBef>
                <a:spcPct val="0"/>
              </a:spcBef>
              <a:spcAft>
                <a:spcPct val="0"/>
              </a:spcAft>
              <a:buClrTx/>
              <a:buSzTx/>
              <a:buFontTx/>
              <a:buNone/>
              <a:defRPr/>
            </a:pPr>
            <a:r>
              <a:rPr kumimoji="1" lang="zh-CN" altLang="en-US" sz="4000" b="1" i="0" u="none" strike="noStrike" kern="1200" cap="none" spc="0" normalizeH="0" baseline="0" noProof="0" smtClean="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j-cs"/>
              </a:rPr>
              <a:t>参考书目</a:t>
            </a:r>
          </a:p>
        </p:txBody>
      </p:sp>
      <p:sp>
        <p:nvSpPr>
          <p:cNvPr id="176132" name="Rectangle 3"/>
          <p:cNvSpPr>
            <a:spLocks noGrp="1"/>
          </p:cNvSpPr>
          <p:nvPr>
            <p:ph idx="1"/>
          </p:nvPr>
        </p:nvSpPr>
        <p:spPr>
          <a:xfrm>
            <a:off x="698500" y="1557338"/>
            <a:ext cx="7772400" cy="4551362"/>
          </a:xfrm>
        </p:spPr>
        <p:txBody>
          <a:bodyPr vert="horz" wrap="square" lIns="91440" tIns="45720" rIns="91440" bIns="45720" anchor="t" anchorCtr="0"/>
          <a:lstStyle/>
          <a:p>
            <a:pPr eaLnBrk="1" latinLnBrk="0" hangingPunct="1"/>
            <a:r>
              <a:rPr lang="en-US" altLang="zh-CN" sz="3000" dirty="0">
                <a:latin typeface="Times New Roman" panose="02020603050405020304" pitchFamily="18" charset="0"/>
                <a:ea typeface="黑体" panose="02010609060101010101" pitchFamily="49" charset="-122"/>
              </a:rPr>
              <a:t>Stuart Russell / Peter Norvig: AIMA </a:t>
            </a:r>
            <a:r>
              <a:rPr lang="zh-CN" altLang="en-US" sz="3000" dirty="0">
                <a:latin typeface="Times New Roman" panose="02020603050405020304" pitchFamily="18" charset="0"/>
                <a:ea typeface="黑体" panose="02010609060101010101" pitchFamily="49" charset="-122"/>
              </a:rPr>
              <a:t>第</a:t>
            </a:r>
            <a:r>
              <a:rPr lang="en-US" altLang="zh-CN" sz="3000" dirty="0">
                <a:latin typeface="Times New Roman" panose="02020603050405020304" pitchFamily="18" charset="0"/>
                <a:ea typeface="黑体" panose="02010609060101010101" pitchFamily="49" charset="-122"/>
              </a:rPr>
              <a:t>7</a:t>
            </a:r>
            <a:r>
              <a:rPr lang="zh-CN" altLang="en-US" sz="3000" dirty="0">
                <a:latin typeface="Times New Roman" panose="02020603050405020304" pitchFamily="18" charset="0"/>
                <a:ea typeface="黑体" panose="02010609060101010101" pitchFamily="49" charset="-122"/>
              </a:rPr>
              <a:t>章 </a:t>
            </a:r>
            <a:r>
              <a:rPr lang="en-US" altLang="zh-CN" sz="3000" dirty="0">
                <a:latin typeface="Times New Roman" panose="02020603050405020304" pitchFamily="18" charset="0"/>
                <a:ea typeface="黑体" panose="02010609060101010101" pitchFamily="49" charset="-122"/>
              </a:rPr>
              <a:t>/</a:t>
            </a:r>
            <a:r>
              <a:rPr lang="zh-CN" altLang="en-US" sz="3000" dirty="0">
                <a:latin typeface="Times New Roman" panose="02020603050405020304" pitchFamily="18" charset="0"/>
                <a:ea typeface="黑体" panose="02010609060101010101" pitchFamily="49" charset="-122"/>
              </a:rPr>
              <a:t>第</a:t>
            </a:r>
            <a:r>
              <a:rPr lang="en-US" altLang="zh-CN" sz="3000" dirty="0">
                <a:latin typeface="Times New Roman" panose="02020603050405020304" pitchFamily="18" charset="0"/>
                <a:ea typeface="黑体" panose="02010609060101010101" pitchFamily="49" charset="-122"/>
              </a:rPr>
              <a:t>8</a:t>
            </a:r>
            <a:r>
              <a:rPr lang="zh-CN" altLang="en-US" sz="3000" dirty="0">
                <a:latin typeface="Times New Roman" panose="02020603050405020304" pitchFamily="18" charset="0"/>
                <a:ea typeface="黑体" panose="02010609060101010101" pitchFamily="49" charset="-122"/>
              </a:rPr>
              <a:t>章 </a:t>
            </a:r>
            <a:r>
              <a:rPr lang="en-US" altLang="zh-CN" sz="3000" dirty="0">
                <a:latin typeface="Times New Roman" panose="02020603050405020304" pitchFamily="18" charset="0"/>
                <a:ea typeface="黑体" panose="02010609060101010101" pitchFamily="49" charset="-122"/>
              </a:rPr>
              <a:t>/</a:t>
            </a:r>
            <a:r>
              <a:rPr lang="zh-CN" altLang="en-US" sz="3000" dirty="0">
                <a:latin typeface="Times New Roman" panose="02020603050405020304" pitchFamily="18" charset="0"/>
                <a:ea typeface="黑体" panose="02010609060101010101" pitchFamily="49" charset="-122"/>
              </a:rPr>
              <a:t>第</a:t>
            </a:r>
            <a:r>
              <a:rPr lang="en-US" altLang="zh-CN" sz="3000" dirty="0">
                <a:latin typeface="Times New Roman" panose="02020603050405020304" pitchFamily="18" charset="0"/>
                <a:ea typeface="黑体" panose="02010609060101010101" pitchFamily="49" charset="-122"/>
              </a:rPr>
              <a:t>9</a:t>
            </a:r>
            <a:r>
              <a:rPr lang="zh-CN" altLang="en-US" sz="3000" dirty="0">
                <a:latin typeface="Times New Roman" panose="02020603050405020304" pitchFamily="18" charset="0"/>
                <a:ea typeface="黑体" panose="02010609060101010101" pitchFamily="49" charset="-122"/>
              </a:rPr>
              <a:t>章</a:t>
            </a:r>
            <a:endParaRPr lang="en-US" altLang="zh-CN" sz="3000" dirty="0">
              <a:latin typeface="Times New Roman" panose="02020603050405020304" pitchFamily="18" charset="0"/>
              <a:ea typeface="黑体" panose="02010609060101010101" pitchFamily="49" charset="-122"/>
            </a:endParaRPr>
          </a:p>
          <a:p>
            <a:pPr eaLnBrk="1" hangingPunct="1"/>
            <a:r>
              <a:rPr lang="zh-CN" altLang="en-US" sz="3000" dirty="0">
                <a:latin typeface="Times New Roman" panose="02020603050405020304" pitchFamily="18" charset="0"/>
                <a:ea typeface="黑体" panose="02010609060101010101" pitchFamily="49" charset="-122"/>
              </a:rPr>
              <a:t>陆汝钤 编著</a:t>
            </a:r>
            <a:r>
              <a:rPr lang="en-US" altLang="zh-CN" sz="3000" dirty="0">
                <a:latin typeface="Times New Roman" panose="02020603050405020304" pitchFamily="18" charset="0"/>
                <a:ea typeface="黑体" panose="02010609060101010101" pitchFamily="49" charset="-122"/>
              </a:rPr>
              <a:t>: </a:t>
            </a:r>
            <a:r>
              <a:rPr lang="zh-CN" altLang="en-US" sz="3000" dirty="0">
                <a:latin typeface="Times New Roman" panose="02020603050405020304" pitchFamily="18" charset="0"/>
                <a:ea typeface="黑体" panose="02010609060101010101" pitchFamily="49" charset="-122"/>
              </a:rPr>
              <a:t>人工智能</a:t>
            </a:r>
            <a:r>
              <a:rPr lang="en-US" altLang="zh-CN" sz="3000" dirty="0">
                <a:latin typeface="Times New Roman" panose="02020603050405020304" pitchFamily="18" charset="0"/>
                <a:ea typeface="黑体" panose="02010609060101010101" pitchFamily="49" charset="-122"/>
              </a:rPr>
              <a:t>(</a:t>
            </a:r>
            <a:r>
              <a:rPr lang="zh-CN" altLang="en-US" sz="3000" dirty="0">
                <a:latin typeface="Times New Roman" panose="02020603050405020304" pitchFamily="18" charset="0"/>
                <a:ea typeface="黑体" panose="02010609060101010101" pitchFamily="49" charset="-122"/>
              </a:rPr>
              <a:t>上册</a:t>
            </a:r>
            <a:r>
              <a:rPr lang="en-US" altLang="zh-CN" sz="3000" dirty="0">
                <a:latin typeface="Times New Roman" panose="02020603050405020304" pitchFamily="18" charset="0"/>
                <a:ea typeface="黑体" panose="02010609060101010101" pitchFamily="49" charset="-122"/>
              </a:rPr>
              <a:t>) </a:t>
            </a:r>
            <a:r>
              <a:rPr lang="zh-CN" altLang="en-US" sz="3000" dirty="0">
                <a:latin typeface="Times New Roman" panose="02020603050405020304" pitchFamily="18" charset="0"/>
                <a:ea typeface="黑体" panose="02010609060101010101" pitchFamily="49" charset="-122"/>
              </a:rPr>
              <a:t>第</a:t>
            </a:r>
            <a:r>
              <a:rPr lang="en-US" altLang="zh-CN" sz="3000" dirty="0">
                <a:latin typeface="Times New Roman" panose="02020603050405020304" pitchFamily="18" charset="0"/>
                <a:ea typeface="黑体" panose="02010609060101010101" pitchFamily="49" charset="-122"/>
              </a:rPr>
              <a:t>1</a:t>
            </a:r>
            <a:r>
              <a:rPr lang="zh-CN" altLang="en-US" sz="3000" dirty="0">
                <a:latin typeface="Times New Roman" panose="02020603050405020304" pitchFamily="18" charset="0"/>
                <a:ea typeface="黑体" panose="02010609060101010101" pitchFamily="49" charset="-122"/>
              </a:rPr>
              <a:t>章</a:t>
            </a:r>
          </a:p>
          <a:p>
            <a:pPr eaLnBrk="1" latinLnBrk="0" hangingPunct="1"/>
            <a:r>
              <a:rPr lang="zh-CN" altLang="en-US" sz="3000" dirty="0">
                <a:latin typeface="Times New Roman" panose="02020603050405020304" pitchFamily="18" charset="0"/>
                <a:ea typeface="黑体" panose="02010609060101010101" pitchFamily="49" charset="-122"/>
              </a:rPr>
              <a:t>陆钟万，面向计算机科学的数理逻辑，科学出版社，</a:t>
            </a:r>
            <a:r>
              <a:rPr lang="en-US" altLang="zh-CN" sz="3000" dirty="0">
                <a:latin typeface="Times New Roman" panose="02020603050405020304" pitchFamily="18" charset="0"/>
                <a:ea typeface="黑体" panose="02010609060101010101" pitchFamily="49" charset="-122"/>
              </a:rPr>
              <a:t>1998</a:t>
            </a:r>
            <a:r>
              <a:rPr lang="zh-CN" altLang="en-US" sz="3000" dirty="0">
                <a:latin typeface="Times New Roman" panose="02020603050405020304" pitchFamily="18" charset="0"/>
                <a:ea typeface="黑体" panose="02010609060101010101" pitchFamily="49" charset="-122"/>
              </a:rPr>
              <a:t>年</a:t>
            </a:r>
            <a:r>
              <a:rPr lang="en-US" altLang="zh-CN" sz="3000" dirty="0">
                <a:latin typeface="Times New Roman" panose="02020603050405020304" pitchFamily="18" charset="0"/>
                <a:ea typeface="黑体" panose="02010609060101010101" pitchFamily="49" charset="-122"/>
              </a:rPr>
              <a:t>1</a:t>
            </a:r>
            <a:r>
              <a:rPr lang="zh-CN" altLang="en-US" sz="3000" dirty="0">
                <a:latin typeface="Times New Roman" panose="02020603050405020304" pitchFamily="18" charset="0"/>
                <a:ea typeface="黑体" panose="02010609060101010101" pitchFamily="49" charset="-122"/>
              </a:rPr>
              <a:t>月第</a:t>
            </a:r>
            <a:r>
              <a:rPr lang="en-US" altLang="zh-CN" sz="3000" dirty="0">
                <a:latin typeface="Times New Roman" panose="02020603050405020304" pitchFamily="18" charset="0"/>
                <a:ea typeface="黑体" panose="02010609060101010101" pitchFamily="49" charset="-122"/>
              </a:rPr>
              <a:t>1</a:t>
            </a:r>
            <a:r>
              <a:rPr lang="zh-CN" altLang="en-US" sz="3000" dirty="0">
                <a:latin typeface="Times New Roman" panose="02020603050405020304" pitchFamily="18" charset="0"/>
                <a:ea typeface="黑体" panose="02010609060101010101" pitchFamily="49" charset="-122"/>
              </a:rPr>
              <a:t>版</a:t>
            </a:r>
            <a:endParaRPr lang="en-US" altLang="zh-CN" sz="3000" dirty="0">
              <a:latin typeface="Times New Roman" panose="02020603050405020304" pitchFamily="18" charset="0"/>
              <a:ea typeface="黑体" panose="02010609060101010101" pitchFamily="49" charset="-122"/>
            </a:endParaRPr>
          </a:p>
          <a:p>
            <a:pPr eaLnBrk="1" hangingPunct="1"/>
            <a:r>
              <a:rPr lang="zh-CN" altLang="en-US" sz="3000" dirty="0">
                <a:latin typeface="Times New Roman" panose="02020603050405020304" pitchFamily="18" charset="0"/>
                <a:ea typeface="黑体" panose="02010609060101010101" pitchFamily="49" charset="-122"/>
              </a:rPr>
              <a:t>朱梧</a:t>
            </a:r>
            <a:r>
              <a:rPr lang="en-US" altLang="zh-CN" sz="3000" dirty="0">
                <a:latin typeface="Times New Roman" panose="02020603050405020304" pitchFamily="18" charset="0"/>
                <a:ea typeface="黑体" panose="02010609060101010101" pitchFamily="49" charset="-122"/>
              </a:rPr>
              <a:t>[</a:t>
            </a:r>
            <a:r>
              <a:rPr lang="zh-CN" altLang="en-US" sz="3000" dirty="0">
                <a:latin typeface="Times New Roman" panose="02020603050405020304" pitchFamily="18" charset="0"/>
                <a:ea typeface="黑体" panose="02010609060101010101" pitchFamily="49" charset="-122"/>
              </a:rPr>
              <a:t>木贾</a:t>
            </a:r>
            <a:r>
              <a:rPr lang="en-US" altLang="zh-CN" sz="3000" dirty="0">
                <a:latin typeface="Times New Roman" panose="02020603050405020304" pitchFamily="18" charset="0"/>
                <a:ea typeface="黑体" panose="02010609060101010101" pitchFamily="49" charset="-122"/>
              </a:rPr>
              <a:t>]</a:t>
            </a:r>
            <a:r>
              <a:rPr lang="zh-CN" altLang="en-US" sz="3000" dirty="0">
                <a:latin typeface="Times New Roman" panose="02020603050405020304" pitchFamily="18" charset="0"/>
                <a:ea typeface="黑体" panose="02010609060101010101" pitchFamily="49" charset="-122"/>
              </a:rPr>
              <a:t>、肖奚安，数理逻辑引论，南京大学出版社，</a:t>
            </a:r>
            <a:r>
              <a:rPr lang="en-US" altLang="zh-CN" sz="3000" dirty="0">
                <a:latin typeface="Times New Roman" panose="02020603050405020304" pitchFamily="18" charset="0"/>
                <a:ea typeface="黑体" panose="02010609060101010101" pitchFamily="49" charset="-122"/>
              </a:rPr>
              <a:t>1995</a:t>
            </a:r>
            <a:r>
              <a:rPr lang="zh-CN" altLang="en-US" sz="3000" dirty="0">
                <a:latin typeface="Times New Roman" panose="02020603050405020304" pitchFamily="18" charset="0"/>
                <a:ea typeface="黑体" panose="02010609060101010101" pitchFamily="49" charset="-122"/>
              </a:rPr>
              <a:t>年</a:t>
            </a:r>
            <a:r>
              <a:rPr lang="en-US" altLang="zh-CN" sz="3000" dirty="0">
                <a:latin typeface="Times New Roman" panose="02020603050405020304" pitchFamily="18" charset="0"/>
                <a:ea typeface="黑体" panose="02010609060101010101" pitchFamily="49" charset="-122"/>
              </a:rPr>
              <a:t>5</a:t>
            </a:r>
            <a:r>
              <a:rPr lang="zh-CN" altLang="en-US" sz="3000" dirty="0">
                <a:latin typeface="Times New Roman" panose="02020603050405020304" pitchFamily="18" charset="0"/>
                <a:ea typeface="黑体" panose="02010609060101010101" pitchFamily="49" charset="-122"/>
              </a:rPr>
              <a:t>月第</a:t>
            </a:r>
            <a:r>
              <a:rPr lang="en-US" altLang="zh-CN" sz="3000" dirty="0">
                <a:latin typeface="Times New Roman" panose="02020603050405020304" pitchFamily="18" charset="0"/>
                <a:ea typeface="黑体" panose="02010609060101010101" pitchFamily="49" charset="-122"/>
              </a:rPr>
              <a:t>1</a:t>
            </a:r>
            <a:r>
              <a:rPr lang="zh-CN" altLang="en-US" sz="3000" dirty="0">
                <a:latin typeface="Times New Roman" panose="02020603050405020304" pitchFamily="18" charset="0"/>
                <a:ea typeface="黑体" panose="02010609060101010101" pitchFamily="49" charset="-122"/>
              </a:rPr>
              <a:t>版</a:t>
            </a:r>
          </a:p>
          <a:p>
            <a:pPr eaLnBrk="1" latinLnBrk="0" hangingPunct="1"/>
            <a:r>
              <a:rPr lang="zh-CN" altLang="en-US" sz="3000" dirty="0">
                <a:latin typeface="Times New Roman" panose="02020603050405020304" pitchFamily="18" charset="0"/>
                <a:ea typeface="黑体" panose="02010609060101010101" pitchFamily="49" charset="-122"/>
              </a:rPr>
              <a:t>王元元，计算机科学中的逻辑学，科学出版社，</a:t>
            </a:r>
            <a:r>
              <a:rPr lang="en-US" altLang="zh-CN" sz="3000" dirty="0">
                <a:latin typeface="Times New Roman" panose="02020603050405020304" pitchFamily="18" charset="0"/>
                <a:ea typeface="黑体" panose="02010609060101010101" pitchFamily="49" charset="-122"/>
              </a:rPr>
              <a:t>1989</a:t>
            </a:r>
            <a:r>
              <a:rPr lang="zh-CN" altLang="en-US" sz="3000" dirty="0">
                <a:latin typeface="Times New Roman" panose="02020603050405020304" pitchFamily="18" charset="0"/>
                <a:ea typeface="黑体" panose="02010609060101010101" pitchFamily="49" charset="-122"/>
              </a:rPr>
              <a:t>年</a:t>
            </a:r>
            <a:r>
              <a:rPr lang="en-US" altLang="zh-CN" sz="3000" dirty="0">
                <a:latin typeface="Times New Roman" panose="02020603050405020304" pitchFamily="18" charset="0"/>
                <a:ea typeface="黑体" panose="02010609060101010101" pitchFamily="49" charset="-122"/>
              </a:rPr>
              <a:t>9</a:t>
            </a:r>
            <a:r>
              <a:rPr lang="zh-CN" altLang="en-US" sz="3000" dirty="0">
                <a:latin typeface="Times New Roman" panose="02020603050405020304" pitchFamily="18" charset="0"/>
                <a:ea typeface="黑体" panose="02010609060101010101" pitchFamily="49" charset="-122"/>
              </a:rPr>
              <a:t>月第</a:t>
            </a:r>
            <a:r>
              <a:rPr lang="en-US" altLang="zh-CN" sz="3000" dirty="0">
                <a:latin typeface="Times New Roman" panose="02020603050405020304" pitchFamily="18" charset="0"/>
                <a:ea typeface="黑体" panose="02010609060101010101" pitchFamily="49" charset="-122"/>
              </a:rPr>
              <a:t>1</a:t>
            </a:r>
            <a:r>
              <a:rPr lang="zh-CN" altLang="en-US" sz="3000" dirty="0">
                <a:latin typeface="Times New Roman" panose="02020603050405020304" pitchFamily="18" charset="0"/>
                <a:ea typeface="黑体" panose="02010609060101010101" pitchFamily="49" charset="-122"/>
              </a:rPr>
              <a:t>版</a:t>
            </a:r>
          </a:p>
        </p:txBody>
      </p:sp>
      <p:sp>
        <p:nvSpPr>
          <p:cNvPr id="176133" name="Text Box 4"/>
          <p:cNvSpPr txBox="1"/>
          <p:nvPr/>
        </p:nvSpPr>
        <p:spPr>
          <a:xfrm>
            <a:off x="0" y="188913"/>
            <a:ext cx="2411413" cy="457200"/>
          </a:xfrm>
          <a:prstGeom prst="rect">
            <a:avLst/>
          </a:prstGeom>
          <a:noFill/>
          <a:ln w="9525">
            <a:noFill/>
          </a:ln>
        </p:spPr>
        <p:txBody>
          <a:bodyPr>
            <a:spAutoFit/>
          </a:bodyPr>
          <a:lstStyle>
            <a:lvl1pPr marL="342900" indent="-342900" algn="l" rtl="0" eaLnBrk="0" fontAlgn="base" latinLnBrk="1" hangingPunct="0">
              <a:spcBef>
                <a:spcPct val="20000"/>
              </a:spcBef>
              <a:spcAft>
                <a:spcPct val="0"/>
              </a:spcAft>
              <a:buChar char="•"/>
              <a:defRPr kumimoji="1" sz="2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0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Char char="•"/>
              <a:defRPr kumimoji="1" kern="1200">
                <a:solidFill>
                  <a:schemeClr val="tx1"/>
                </a:solidFill>
                <a:latin typeface="+mn-lt"/>
                <a:ea typeface="+mn-ea"/>
                <a:cs typeface="+mn-cs"/>
              </a:defRPr>
            </a:lvl3pPr>
            <a:lvl4pPr marL="1600200" indent="-228600" algn="l" rtl="0" eaLnBrk="0" fontAlgn="base" latinLnBrk="1" hangingPunct="0">
              <a:spcBef>
                <a:spcPct val="20000"/>
              </a:spcBef>
              <a:spcAft>
                <a:spcPct val="0"/>
              </a:spcAft>
              <a:buChar char="•"/>
              <a:defRPr kumimoji="1" sz="16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Char char="•"/>
              <a:defRPr kumimoji="1" sz="1400" kern="1200">
                <a:solidFill>
                  <a:schemeClr val="tx1"/>
                </a:solidFill>
                <a:latin typeface="+mn-lt"/>
                <a:ea typeface="+mn-ea"/>
                <a:cs typeface="+mn-cs"/>
              </a:defRPr>
            </a:lvl5pPr>
          </a:lstStyle>
          <a:p>
            <a:pPr marL="0" lvl="0" indent="0" eaLnBrk="1" hangingPunct="1">
              <a:spcBef>
                <a:spcPct val="50000"/>
              </a:spcBef>
              <a:buNone/>
            </a:pPr>
            <a:r>
              <a:rPr lang="zh-CN" altLang="en-US" sz="2400" dirty="0">
                <a:latin typeface="华文行楷" panose="02010800040101010101" pitchFamily="2" charset="-122"/>
                <a:ea typeface="华文行楷" panose="02010800040101010101" pitchFamily="2" charset="-122"/>
              </a:rPr>
              <a:t>第</a:t>
            </a:r>
            <a:r>
              <a:rPr lang="en-US" altLang="zh-CN" sz="2400" dirty="0">
                <a:latin typeface="华文行楷" panose="02010800040101010101" pitchFamily="2" charset="-122"/>
                <a:ea typeface="华文行楷" panose="02010800040101010101" pitchFamily="2" charset="-122"/>
              </a:rPr>
              <a:t>3</a:t>
            </a:r>
            <a:r>
              <a:rPr lang="zh-CN" altLang="en-US" sz="2400" dirty="0">
                <a:latin typeface="华文行楷" panose="02010800040101010101" pitchFamily="2" charset="-122"/>
                <a:ea typeface="华文行楷" panose="02010800040101010101" pitchFamily="2" charset="-122"/>
              </a:rPr>
              <a:t>章 逻辑系统</a:t>
            </a:r>
          </a:p>
        </p:txBody>
      </p:sp>
    </p:spTree>
  </p:cSld>
  <p:clrMapOvr>
    <a:masterClrMapping/>
  </p:clrMapOvr>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4294967295"/>
          </p:nvPr>
        </p:nvSpPr>
        <p:spPr>
          <a:xfrm>
            <a:off x="6553200" y="6248400"/>
            <a:ext cx="1905000" cy="457200"/>
          </a:xfrm>
          <a:prstGeom prst="rect">
            <a:avLst/>
          </a:prstGeom>
        </p:spPr>
        <p:txBody>
          <a:bodyPr/>
          <a:lstStyle/>
          <a:p>
            <a:pPr>
              <a:defRPr/>
            </a:pPr>
            <a:fld id="{2272F845-CBB9-4E87-B07E-4CDE79B716F0}" type="slidenum">
              <a:rPr lang="en-US" altLang="ko-KR"/>
              <a:pPr>
                <a:defRPr/>
              </a:pPr>
              <a:t>157</a:t>
            </a:fld>
            <a:endParaRPr lang="en-US" altLang="ko-KR"/>
          </a:p>
        </p:txBody>
      </p:sp>
      <p:sp>
        <p:nvSpPr>
          <p:cNvPr id="190466" name="Rectangle 2"/>
          <p:cNvSpPr>
            <a:spLocks noGrp="1" noChangeArrowheads="1"/>
          </p:cNvSpPr>
          <p:nvPr>
            <p:ph type="title"/>
          </p:nvPr>
        </p:nvSpPr>
        <p:spPr>
          <a:xfrm>
            <a:off x="684213" y="476250"/>
            <a:ext cx="7772400" cy="731838"/>
          </a:xfrm>
        </p:spPr>
        <p:txBody>
          <a:bodyPr/>
          <a:lstStyle/>
          <a:p>
            <a:pPr algn="ctr" eaLnBrk="1" hangingPunct="1">
              <a:defRPr/>
            </a:pPr>
            <a:r>
              <a:rPr lang="zh-CN" altLang="en-US" sz="4000" b="1" smtClean="0">
                <a:solidFill>
                  <a:schemeClr val="tx1"/>
                </a:solidFill>
                <a:effectLst>
                  <a:outerShdw blurRad="38100" dist="38100" dir="2700000" algn="tl">
                    <a:srgbClr val="C0C0C0"/>
                  </a:outerShdw>
                </a:effectLst>
                <a:latin typeface="宋体" panose="02010600030101010101" pitchFamily="2" charset="-122"/>
                <a:ea typeface="宋体" panose="02010600030101010101" pitchFamily="2" charset="-122"/>
              </a:rPr>
              <a:t>简单的前向链接算法</a:t>
            </a:r>
            <a:endParaRPr lang="zh-CN" altLang="en-US" sz="4000" b="1" smtClean="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p:txBody>
      </p:sp>
      <p:sp>
        <p:nvSpPr>
          <p:cNvPr id="109572" name="Rectangle 3"/>
          <p:cNvSpPr>
            <a:spLocks noGrp="1" noChangeArrowheads="1"/>
          </p:cNvSpPr>
          <p:nvPr>
            <p:ph type="body" idx="1"/>
          </p:nvPr>
        </p:nvSpPr>
        <p:spPr>
          <a:xfrm>
            <a:off x="684213" y="1484313"/>
            <a:ext cx="7920037" cy="4608512"/>
          </a:xfrm>
        </p:spPr>
        <p:txBody>
          <a:bodyPr/>
          <a:lstStyle/>
          <a:p>
            <a:pPr eaLnBrk="1" latinLnBrk="0" hangingPunct="1">
              <a:lnSpc>
                <a:spcPct val="80000"/>
              </a:lnSpc>
              <a:buFontTx/>
              <a:buNone/>
            </a:pPr>
            <a:r>
              <a:rPr lang="en-US" altLang="zh-CN" b="1" smtClean="0">
                <a:latin typeface="Times New Roman" panose="02020603050405020304" pitchFamily="18" charset="0"/>
                <a:sym typeface="Symbol" panose="05050102010706020507" pitchFamily="18" charset="2"/>
              </a:rPr>
              <a:t>Function</a:t>
            </a:r>
            <a:r>
              <a:rPr lang="en-US" altLang="zh-CN" smtClean="0">
                <a:latin typeface="Times New Roman" panose="02020603050405020304" pitchFamily="18" charset="0"/>
                <a:sym typeface="Symbol" panose="05050102010706020507" pitchFamily="18" charset="2"/>
              </a:rPr>
              <a:t> FC(KB,α) </a:t>
            </a:r>
            <a:r>
              <a:rPr lang="en-US" altLang="zh-CN" b="1" smtClean="0">
                <a:latin typeface="Times New Roman" panose="02020603050405020304" pitchFamily="18" charset="0"/>
                <a:sym typeface="Symbol" panose="05050102010706020507" pitchFamily="18" charset="2"/>
              </a:rPr>
              <a:t>Return</a:t>
            </a:r>
            <a:r>
              <a:rPr lang="en-US" altLang="zh-CN" smtClean="0">
                <a:latin typeface="Times New Roman" panose="02020603050405020304" pitchFamily="18" charset="0"/>
                <a:sym typeface="Symbol" panose="05050102010706020507" pitchFamily="18" charset="2"/>
              </a:rPr>
              <a:t> a substitution or FALSE</a:t>
            </a:r>
            <a:endParaRPr lang="en-US" altLang="zh-CN" b="1" smtClean="0">
              <a:latin typeface="Times New Roman" panose="02020603050405020304" pitchFamily="18" charset="0"/>
              <a:sym typeface="Symbol" panose="05050102010706020507" pitchFamily="18" charset="2"/>
            </a:endParaRPr>
          </a:p>
          <a:p>
            <a:pPr eaLnBrk="1" latinLnBrk="0" hangingPunct="1">
              <a:lnSpc>
                <a:spcPct val="80000"/>
              </a:lnSpc>
              <a:buFontTx/>
              <a:buNone/>
            </a:pPr>
            <a:r>
              <a:rPr lang="en-US" altLang="zh-CN" b="1" smtClean="0">
                <a:latin typeface="Times New Roman" panose="02020603050405020304" pitchFamily="18" charset="0"/>
                <a:sym typeface="Symbol" panose="05050102010706020507" pitchFamily="18" charset="2"/>
              </a:rPr>
              <a:t>	Inputs</a:t>
            </a:r>
            <a:r>
              <a:rPr lang="en-US" altLang="zh-CN" smtClean="0">
                <a:latin typeface="Times New Roman" panose="02020603050405020304" pitchFamily="18" charset="0"/>
                <a:sym typeface="Symbol" panose="05050102010706020507" pitchFamily="18" charset="2"/>
              </a:rPr>
              <a:t>: KB , a set of first-order definite clauses / , the query = an atom</a:t>
            </a:r>
            <a:endParaRPr lang="en-US" altLang="zh-CN" b="1" smtClean="0">
              <a:latin typeface="Times New Roman" panose="02020603050405020304" pitchFamily="18" charset="0"/>
              <a:sym typeface="Symbol" panose="05050102010706020507" pitchFamily="18" charset="2"/>
            </a:endParaRPr>
          </a:p>
          <a:p>
            <a:pPr eaLnBrk="1" latinLnBrk="0" hangingPunct="1">
              <a:lnSpc>
                <a:spcPct val="80000"/>
              </a:lnSpc>
              <a:buFontTx/>
              <a:buNone/>
            </a:pPr>
            <a:r>
              <a:rPr lang="en-US" altLang="zh-CN" b="1" smtClean="0">
                <a:latin typeface="Times New Roman" panose="02020603050405020304" pitchFamily="18" charset="0"/>
                <a:sym typeface="Symbol" panose="05050102010706020507" pitchFamily="18" charset="2"/>
              </a:rPr>
              <a:t>	local variables</a:t>
            </a:r>
            <a:r>
              <a:rPr lang="en-US" altLang="zh-CN" smtClean="0">
                <a:latin typeface="Times New Roman" panose="02020603050405020304" pitchFamily="18" charset="0"/>
                <a:sym typeface="Symbol" panose="05050102010706020507" pitchFamily="18" charset="2"/>
              </a:rPr>
              <a:t> : </a:t>
            </a:r>
            <a:r>
              <a:rPr lang="en-US" altLang="zh-CN" i="1" smtClean="0">
                <a:latin typeface="Times New Roman" panose="02020603050405020304" pitchFamily="18" charset="0"/>
                <a:sym typeface="Symbol" panose="05050102010706020507" pitchFamily="18" charset="2"/>
              </a:rPr>
              <a:t>new</a:t>
            </a:r>
            <a:r>
              <a:rPr lang="en-US" altLang="zh-CN" smtClean="0">
                <a:latin typeface="Times New Roman" panose="02020603050405020304" pitchFamily="18" charset="0"/>
                <a:sym typeface="Symbol" panose="05050102010706020507" pitchFamily="18" charset="2"/>
              </a:rPr>
              <a:t>, the new rules inferred on each iteration</a:t>
            </a:r>
            <a:endParaRPr lang="en-US" altLang="zh-CN" b="1" smtClean="0">
              <a:latin typeface="Times New Roman" panose="02020603050405020304" pitchFamily="18" charset="0"/>
              <a:sym typeface="Symbol" panose="05050102010706020507" pitchFamily="18" charset="2"/>
            </a:endParaRPr>
          </a:p>
          <a:p>
            <a:pPr eaLnBrk="1" latinLnBrk="0" hangingPunct="1">
              <a:lnSpc>
                <a:spcPct val="80000"/>
              </a:lnSpc>
              <a:buFontTx/>
              <a:buNone/>
            </a:pPr>
            <a:r>
              <a:rPr lang="en-US" altLang="zh-CN" b="1" smtClean="0">
                <a:latin typeface="Times New Roman" panose="02020603050405020304" pitchFamily="18" charset="0"/>
                <a:sym typeface="Symbol" panose="05050102010706020507" pitchFamily="18" charset="2"/>
              </a:rPr>
              <a:t>	repeat until </a:t>
            </a:r>
            <a:r>
              <a:rPr lang="en-US" altLang="zh-CN" i="1" smtClean="0">
                <a:latin typeface="Times New Roman" panose="02020603050405020304" pitchFamily="18" charset="0"/>
                <a:sym typeface="Symbol" panose="05050102010706020507" pitchFamily="18" charset="2"/>
              </a:rPr>
              <a:t>new</a:t>
            </a:r>
            <a:r>
              <a:rPr lang="en-US" altLang="zh-CN" smtClean="0">
                <a:latin typeface="Times New Roman" panose="02020603050405020304" pitchFamily="18" charset="0"/>
                <a:sym typeface="Symbol" panose="05050102010706020507" pitchFamily="18" charset="2"/>
              </a:rPr>
              <a:t> is empty</a:t>
            </a:r>
          </a:p>
          <a:p>
            <a:pPr eaLnBrk="1" latinLnBrk="0" hangingPunct="1">
              <a:lnSpc>
                <a:spcPct val="80000"/>
              </a:lnSpc>
              <a:buFontTx/>
              <a:buNone/>
            </a:pPr>
            <a:r>
              <a:rPr lang="en-US" altLang="zh-CN" smtClean="0">
                <a:latin typeface="Times New Roman" panose="02020603050405020304" pitchFamily="18" charset="0"/>
                <a:sym typeface="Symbol" panose="05050102010706020507" pitchFamily="18" charset="2"/>
              </a:rPr>
              <a:t>	 	</a:t>
            </a:r>
            <a:r>
              <a:rPr lang="en-US" altLang="zh-CN" i="1" smtClean="0">
                <a:latin typeface="Times New Roman" panose="02020603050405020304" pitchFamily="18" charset="0"/>
                <a:sym typeface="Symbol" panose="05050102010706020507" pitchFamily="18" charset="2"/>
              </a:rPr>
              <a:t>new</a:t>
            </a:r>
            <a:r>
              <a:rPr lang="en-US" altLang="zh-CN" smtClean="0">
                <a:latin typeface="Times New Roman" panose="02020603050405020304" pitchFamily="18" charset="0"/>
                <a:sym typeface="Symbol" panose="05050102010706020507" pitchFamily="18" charset="2"/>
              </a:rPr>
              <a:t>←{}</a:t>
            </a:r>
            <a:endParaRPr lang="en-US" altLang="zh-CN" b="1" smtClean="0">
              <a:latin typeface="Times New Roman" panose="02020603050405020304" pitchFamily="18" charset="0"/>
              <a:sym typeface="Symbol" panose="05050102010706020507" pitchFamily="18" charset="2"/>
            </a:endParaRPr>
          </a:p>
          <a:p>
            <a:pPr eaLnBrk="1" latinLnBrk="0" hangingPunct="1">
              <a:lnSpc>
                <a:spcPct val="80000"/>
              </a:lnSpc>
              <a:buFontTx/>
              <a:buNone/>
            </a:pPr>
            <a:r>
              <a:rPr lang="en-US" altLang="zh-CN" b="1" smtClean="0">
                <a:latin typeface="Times New Roman" panose="02020603050405020304" pitchFamily="18" charset="0"/>
                <a:sym typeface="Symbol" panose="05050102010706020507" pitchFamily="18" charset="2"/>
              </a:rPr>
              <a:t>		for each</a:t>
            </a:r>
            <a:r>
              <a:rPr lang="en-US" altLang="zh-CN" smtClean="0">
                <a:latin typeface="Times New Roman" panose="02020603050405020304" pitchFamily="18" charset="0"/>
                <a:sym typeface="Symbol" panose="05050102010706020507" pitchFamily="18" charset="2"/>
              </a:rPr>
              <a:t> rule </a:t>
            </a:r>
            <a:r>
              <a:rPr lang="en-US" altLang="zh-CN" i="1" smtClean="0">
                <a:latin typeface="Times New Roman" panose="02020603050405020304" pitchFamily="18" charset="0"/>
                <a:sym typeface="Symbol" panose="05050102010706020507" pitchFamily="18" charset="2"/>
              </a:rPr>
              <a:t>r</a:t>
            </a:r>
            <a:r>
              <a:rPr lang="en-US" altLang="zh-CN" smtClean="0">
                <a:latin typeface="Times New Roman" panose="02020603050405020304" pitchFamily="18" charset="0"/>
                <a:sym typeface="Symbol" panose="05050102010706020507" pitchFamily="18" charset="2"/>
              </a:rPr>
              <a:t> (in the form of define clause) </a:t>
            </a:r>
            <a:r>
              <a:rPr lang="en-US" altLang="zh-CN" b="1" smtClean="0">
                <a:latin typeface="Times New Roman" panose="02020603050405020304" pitchFamily="18" charset="0"/>
                <a:sym typeface="Symbol" panose="05050102010706020507" pitchFamily="18" charset="2"/>
              </a:rPr>
              <a:t>in</a:t>
            </a:r>
            <a:r>
              <a:rPr lang="en-US" altLang="zh-CN" smtClean="0">
                <a:latin typeface="Times New Roman" panose="02020603050405020304" pitchFamily="18" charset="0"/>
                <a:sym typeface="Symbol" panose="05050102010706020507" pitchFamily="18" charset="2"/>
              </a:rPr>
              <a:t> KB </a:t>
            </a:r>
            <a:r>
              <a:rPr lang="en-US" altLang="zh-CN" b="1" smtClean="0">
                <a:latin typeface="Times New Roman" panose="02020603050405020304" pitchFamily="18" charset="0"/>
                <a:sym typeface="Symbol" panose="05050102010706020507" pitchFamily="18" charset="2"/>
              </a:rPr>
              <a:t>do</a:t>
            </a:r>
            <a:endParaRPr lang="en-US" altLang="zh-CN" smtClean="0">
              <a:latin typeface="Times New Roman" panose="02020603050405020304" pitchFamily="18" charset="0"/>
              <a:sym typeface="Symbol" panose="05050102010706020507" pitchFamily="18" charset="2"/>
            </a:endParaRPr>
          </a:p>
          <a:p>
            <a:pPr eaLnBrk="1" latinLnBrk="0" hangingPunct="1">
              <a:lnSpc>
                <a:spcPct val="80000"/>
              </a:lnSpc>
              <a:buFontTx/>
              <a:buNone/>
            </a:pPr>
            <a:r>
              <a:rPr lang="en-US" altLang="zh-CN" smtClean="0">
                <a:latin typeface="Times New Roman" panose="02020603050405020304" pitchFamily="18" charset="0"/>
                <a:sym typeface="Symbol" panose="05050102010706020507" pitchFamily="18" charset="2"/>
              </a:rPr>
              <a:t>		        </a:t>
            </a:r>
            <a:r>
              <a:rPr lang="en-US" altLang="zh-CN" b="1" smtClean="0">
                <a:latin typeface="Times New Roman" panose="02020603050405020304" pitchFamily="18" charset="0"/>
                <a:sym typeface="Symbol" panose="05050102010706020507" pitchFamily="18" charset="2"/>
              </a:rPr>
              <a:t>for each </a:t>
            </a:r>
            <a:r>
              <a:rPr lang="en-US" altLang="zh-CN" smtClean="0">
                <a:latin typeface="Times New Roman" panose="02020603050405020304" pitchFamily="18" charset="0"/>
                <a:sym typeface="Symbol" panose="05050102010706020507" pitchFamily="18" charset="2"/>
              </a:rPr>
              <a:t> such that (p</a:t>
            </a:r>
            <a:r>
              <a:rPr lang="en-US" altLang="zh-CN" baseline="-25000" smtClean="0">
                <a:latin typeface="Times New Roman" panose="02020603050405020304" pitchFamily="18" charset="0"/>
                <a:sym typeface="Symbol" panose="05050102010706020507" pitchFamily="18" charset="2"/>
              </a:rPr>
              <a:t>1</a:t>
            </a:r>
            <a:r>
              <a:rPr lang="en-US" altLang="zh-CN" smtClean="0">
                <a:latin typeface="Times New Roman" panose="02020603050405020304" pitchFamily="18" charset="0"/>
                <a:sym typeface="Symbol" panose="05050102010706020507" pitchFamily="18" charset="2"/>
              </a:rPr>
              <a:t>∧…∧p</a:t>
            </a:r>
            <a:r>
              <a:rPr lang="en-US" altLang="zh-CN" baseline="-25000" smtClean="0">
                <a:latin typeface="Times New Roman" panose="02020603050405020304" pitchFamily="18" charset="0"/>
                <a:sym typeface="Symbol" panose="05050102010706020507" pitchFamily="18" charset="2"/>
              </a:rPr>
              <a:t>n</a:t>
            </a:r>
            <a:r>
              <a:rPr lang="en-US" altLang="zh-CN" smtClean="0">
                <a:latin typeface="Times New Roman" panose="02020603050405020304" pitchFamily="18" charset="0"/>
                <a:sym typeface="Symbol" panose="05050102010706020507" pitchFamily="18" charset="2"/>
              </a:rPr>
              <a:t>)= (p</a:t>
            </a:r>
            <a:r>
              <a:rPr lang="en-US" altLang="zh-CN" baseline="-25000" smtClean="0">
                <a:latin typeface="Times New Roman" panose="02020603050405020304" pitchFamily="18" charset="0"/>
                <a:sym typeface="Symbol" panose="05050102010706020507" pitchFamily="18" charset="2"/>
              </a:rPr>
              <a:t>1</a:t>
            </a:r>
            <a:r>
              <a:rPr lang="en-US" altLang="zh-CN" smtClean="0">
                <a:latin typeface="Times New Roman" panose="02020603050405020304" pitchFamily="18" charset="0"/>
                <a:sym typeface="Symbol" panose="05050102010706020507" pitchFamily="18" charset="2"/>
              </a:rPr>
              <a:t>’∧…∧p</a:t>
            </a:r>
            <a:r>
              <a:rPr lang="en-US" altLang="zh-CN" baseline="-25000" smtClean="0">
                <a:latin typeface="Times New Roman" panose="02020603050405020304" pitchFamily="18" charset="0"/>
                <a:sym typeface="Symbol" panose="05050102010706020507" pitchFamily="18" charset="2"/>
              </a:rPr>
              <a:t>n</a:t>
            </a:r>
            <a:r>
              <a:rPr lang="en-US" altLang="zh-CN" smtClean="0">
                <a:latin typeface="Times New Roman" panose="02020603050405020304" pitchFamily="18" charset="0"/>
                <a:sym typeface="Symbol" panose="05050102010706020507" pitchFamily="18" charset="2"/>
              </a:rPr>
              <a:t>’)			get (q)=q’</a:t>
            </a:r>
            <a:endParaRPr lang="en-US" altLang="zh-CN" b="1" smtClean="0">
              <a:latin typeface="Times New Roman" panose="02020603050405020304" pitchFamily="18" charset="0"/>
              <a:sym typeface="Symbol" panose="05050102010706020507" pitchFamily="18" charset="2"/>
            </a:endParaRPr>
          </a:p>
          <a:p>
            <a:pPr eaLnBrk="1" latinLnBrk="0" hangingPunct="1">
              <a:lnSpc>
                <a:spcPct val="80000"/>
              </a:lnSpc>
              <a:buFontTx/>
              <a:buNone/>
            </a:pPr>
            <a:r>
              <a:rPr lang="en-US" altLang="zh-CN" b="1" smtClean="0">
                <a:latin typeface="Times New Roman" panose="02020603050405020304" pitchFamily="18" charset="0"/>
                <a:sym typeface="Symbol" panose="05050102010706020507" pitchFamily="18" charset="2"/>
              </a:rPr>
              <a:t>		        if</a:t>
            </a:r>
            <a:r>
              <a:rPr lang="en-US" altLang="zh-CN" smtClean="0">
                <a:latin typeface="Times New Roman" panose="02020603050405020304" pitchFamily="18" charset="0"/>
                <a:sym typeface="Symbol" panose="05050102010706020507" pitchFamily="18" charset="2"/>
              </a:rPr>
              <a:t> q’ is new (satisfied the constraint) </a:t>
            </a:r>
          </a:p>
          <a:p>
            <a:pPr eaLnBrk="1" latinLnBrk="0" hangingPunct="1">
              <a:lnSpc>
                <a:spcPct val="80000"/>
              </a:lnSpc>
              <a:buFontTx/>
              <a:buNone/>
            </a:pPr>
            <a:r>
              <a:rPr lang="en-US" altLang="zh-CN" b="1" smtClean="0">
                <a:latin typeface="Times New Roman" panose="02020603050405020304" pitchFamily="18" charset="0"/>
                <a:sym typeface="Symbol" panose="05050102010706020507" pitchFamily="18" charset="2"/>
              </a:rPr>
              <a:t>		        then do </a:t>
            </a:r>
            <a:r>
              <a:rPr lang="en-US" altLang="zh-CN" smtClean="0">
                <a:latin typeface="Times New Roman" panose="02020603050405020304" pitchFamily="18" charset="0"/>
                <a:sym typeface="Symbol" panose="05050102010706020507" pitchFamily="18" charset="2"/>
              </a:rPr>
              <a:t>add q’ to </a:t>
            </a:r>
            <a:r>
              <a:rPr lang="en-US" altLang="zh-CN" i="1" smtClean="0">
                <a:latin typeface="Times New Roman" panose="02020603050405020304" pitchFamily="18" charset="0"/>
                <a:sym typeface="Symbol" panose="05050102010706020507" pitchFamily="18" charset="2"/>
              </a:rPr>
              <a:t>new</a:t>
            </a:r>
          </a:p>
          <a:p>
            <a:pPr eaLnBrk="1" latinLnBrk="0" hangingPunct="1">
              <a:lnSpc>
                <a:spcPct val="80000"/>
              </a:lnSpc>
              <a:buFontTx/>
              <a:buNone/>
            </a:pPr>
            <a:r>
              <a:rPr lang="en-US" altLang="zh-CN" smtClean="0">
                <a:latin typeface="Times New Roman" panose="02020603050405020304" pitchFamily="18" charset="0"/>
                <a:sym typeface="Symbol" panose="05050102010706020507" pitchFamily="18" charset="2"/>
              </a:rPr>
              <a:t>           	        ←UNIFY(q’, )</a:t>
            </a:r>
          </a:p>
          <a:p>
            <a:pPr eaLnBrk="1" latinLnBrk="0" hangingPunct="1">
              <a:lnSpc>
                <a:spcPct val="80000"/>
              </a:lnSpc>
              <a:buFontTx/>
              <a:buNone/>
            </a:pPr>
            <a:r>
              <a:rPr lang="en-US" altLang="zh-CN" smtClean="0">
                <a:latin typeface="Times New Roman" panose="02020603050405020304" pitchFamily="18" charset="0"/>
                <a:sym typeface="Symbol" panose="05050102010706020507" pitchFamily="18" charset="2"/>
              </a:rPr>
              <a:t>            	        </a:t>
            </a:r>
            <a:r>
              <a:rPr lang="en-US" altLang="zh-CN" b="1" smtClean="0">
                <a:latin typeface="Times New Roman" panose="02020603050405020304" pitchFamily="18" charset="0"/>
                <a:sym typeface="Symbol" panose="05050102010706020507" pitchFamily="18" charset="2"/>
              </a:rPr>
              <a:t>If</a:t>
            </a:r>
            <a:r>
              <a:rPr lang="en-US" altLang="zh-CN" smtClean="0">
                <a:latin typeface="Times New Roman" panose="02020603050405020304" pitchFamily="18" charset="0"/>
                <a:sym typeface="Symbol" panose="05050102010706020507" pitchFamily="18" charset="2"/>
              </a:rPr>
              <a:t>  is not fail </a:t>
            </a:r>
            <a:r>
              <a:rPr lang="en-US" altLang="zh-CN" b="1" smtClean="0">
                <a:latin typeface="Times New Roman" panose="02020603050405020304" pitchFamily="18" charset="0"/>
                <a:sym typeface="Symbol" panose="05050102010706020507" pitchFamily="18" charset="2"/>
              </a:rPr>
              <a:t>then return</a:t>
            </a:r>
            <a:r>
              <a:rPr lang="en-US" altLang="zh-CN" smtClean="0">
                <a:latin typeface="Times New Roman" panose="02020603050405020304" pitchFamily="18" charset="0"/>
                <a:sym typeface="Symbol" panose="05050102010706020507" pitchFamily="18" charset="2"/>
              </a:rPr>
              <a:t> </a:t>
            </a:r>
          </a:p>
          <a:p>
            <a:pPr eaLnBrk="1" latinLnBrk="0" hangingPunct="1">
              <a:lnSpc>
                <a:spcPct val="80000"/>
              </a:lnSpc>
              <a:buFontTx/>
              <a:buNone/>
            </a:pPr>
            <a:r>
              <a:rPr lang="en-US" altLang="zh-CN" smtClean="0">
                <a:latin typeface="Times New Roman" panose="02020603050405020304" pitchFamily="18" charset="0"/>
                <a:sym typeface="Symbol" panose="05050102010706020507" pitchFamily="18" charset="2"/>
              </a:rPr>
              <a:t>		        add </a:t>
            </a:r>
            <a:r>
              <a:rPr lang="en-US" altLang="zh-CN" i="1" smtClean="0">
                <a:latin typeface="Times New Roman" panose="02020603050405020304" pitchFamily="18" charset="0"/>
                <a:sym typeface="Symbol" panose="05050102010706020507" pitchFamily="18" charset="2"/>
              </a:rPr>
              <a:t>new</a:t>
            </a:r>
            <a:r>
              <a:rPr lang="en-US" altLang="zh-CN" smtClean="0">
                <a:latin typeface="Times New Roman" panose="02020603050405020304" pitchFamily="18" charset="0"/>
                <a:sym typeface="Symbol" panose="05050102010706020507" pitchFamily="18" charset="2"/>
              </a:rPr>
              <a:t> to KB</a:t>
            </a:r>
            <a:endParaRPr lang="en-US" altLang="zh-CN" b="1" smtClean="0">
              <a:latin typeface="Times New Roman" panose="02020603050405020304" pitchFamily="18" charset="0"/>
              <a:sym typeface="Symbol" panose="05050102010706020507" pitchFamily="18" charset="2"/>
            </a:endParaRPr>
          </a:p>
          <a:p>
            <a:pPr eaLnBrk="1" latinLnBrk="0" hangingPunct="1">
              <a:lnSpc>
                <a:spcPct val="80000"/>
              </a:lnSpc>
              <a:buFontTx/>
              <a:buNone/>
            </a:pPr>
            <a:r>
              <a:rPr lang="en-US" altLang="zh-CN" b="1" smtClean="0">
                <a:latin typeface="Times New Roman" panose="02020603050405020304" pitchFamily="18" charset="0"/>
                <a:sym typeface="Symbol" panose="05050102010706020507" pitchFamily="18" charset="2"/>
              </a:rPr>
              <a:t>	return </a:t>
            </a:r>
            <a:r>
              <a:rPr lang="en-US" altLang="zh-CN" smtClean="0">
                <a:latin typeface="Times New Roman" panose="02020603050405020304" pitchFamily="18" charset="0"/>
                <a:sym typeface="Symbol" panose="05050102010706020507" pitchFamily="18" charset="2"/>
              </a:rPr>
              <a:t>false </a:t>
            </a:r>
          </a:p>
        </p:txBody>
      </p:sp>
      <p:sp>
        <p:nvSpPr>
          <p:cNvPr id="109573" name="Text Box 4"/>
          <p:cNvSpPr txBox="1">
            <a:spLocks noChangeArrowheads="1"/>
          </p:cNvSpPr>
          <p:nvPr/>
        </p:nvSpPr>
        <p:spPr bwMode="auto">
          <a:xfrm>
            <a:off x="0" y="188913"/>
            <a:ext cx="2339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2200">
                <a:solidFill>
                  <a:schemeClr val="tx1"/>
                </a:solidFill>
                <a:latin typeface="-윤체M" pitchFamily="18" charset="-127"/>
                <a:ea typeface="-윤체M" pitchFamily="18" charset="-127"/>
              </a:defRPr>
            </a:lvl1pPr>
            <a:lvl2pPr marL="742950" indent="-285750" latinLnBrk="1">
              <a:spcBef>
                <a:spcPct val="20000"/>
              </a:spcBef>
              <a:buChar char="•"/>
              <a:defRPr kumimoji="1" sz="2000">
                <a:solidFill>
                  <a:schemeClr val="tx1"/>
                </a:solidFill>
                <a:latin typeface="-윤체M" pitchFamily="18" charset="-127"/>
                <a:ea typeface="-윤체M" pitchFamily="18" charset="-127"/>
              </a:defRPr>
            </a:lvl2pPr>
            <a:lvl3pPr marL="1143000" indent="-228600" latinLnBrk="1">
              <a:spcBef>
                <a:spcPct val="20000"/>
              </a:spcBef>
              <a:buChar char="•"/>
              <a:defRPr kumimoji="1">
                <a:solidFill>
                  <a:schemeClr val="tx1"/>
                </a:solidFill>
                <a:latin typeface="-윤체M" pitchFamily="18" charset="-127"/>
                <a:ea typeface="-윤체M" pitchFamily="18" charset="-127"/>
              </a:defRPr>
            </a:lvl3pPr>
            <a:lvl4pPr marL="1600200" indent="-228600" latinLnBrk="1">
              <a:spcBef>
                <a:spcPct val="20000"/>
              </a:spcBef>
              <a:buChar char="•"/>
              <a:defRPr kumimoji="1" sz="1600">
                <a:solidFill>
                  <a:schemeClr val="tx1"/>
                </a:solidFill>
                <a:latin typeface="-윤체M" pitchFamily="18" charset="-127"/>
                <a:ea typeface="-윤체M" pitchFamily="18" charset="-127"/>
              </a:defRPr>
            </a:lvl4pPr>
            <a:lvl5pPr marL="2057400" indent="-228600" latinLnBrk="1">
              <a:spcBef>
                <a:spcPct val="20000"/>
              </a:spcBef>
              <a:buChar char="•"/>
              <a:defRPr kumimoji="1" sz="1400">
                <a:solidFill>
                  <a:schemeClr val="tx1"/>
                </a:solidFill>
                <a:latin typeface="-윤체M" pitchFamily="18" charset="-127"/>
                <a:ea typeface="-윤체M"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9pPr>
          </a:lstStyle>
          <a:p>
            <a:pPr eaLnBrk="1" hangingPunct="1">
              <a:spcBef>
                <a:spcPct val="50000"/>
              </a:spcBef>
              <a:buFontTx/>
              <a:buNone/>
            </a:pPr>
            <a:r>
              <a:rPr lang="zh-CN" altLang="en-US" sz="2400" dirty="0" smtClean="0">
                <a:latin typeface="华文行楷" panose="02010800040101010101" pitchFamily="2" charset="-122"/>
                <a:ea typeface="华文行楷" panose="02010800040101010101" pitchFamily="2" charset="-122"/>
              </a:rPr>
              <a:t>附录</a:t>
            </a:r>
            <a:endParaRPr lang="zh-CN" altLang="en-US" sz="2400" dirty="0">
              <a:latin typeface="华文行楷" panose="02010800040101010101" pitchFamily="2" charset="-122"/>
              <a:ea typeface="华文行楷" panose="02010800040101010101" pitchFamily="2" charset="-122"/>
            </a:endParaRPr>
          </a:p>
        </p:txBody>
      </p:sp>
    </p:spTree>
    <p:extLst>
      <p:ext uri="{BB962C8B-B14F-4D97-AF65-F5344CB8AC3E}">
        <p14:creationId xmlns:p14="http://schemas.microsoft.com/office/powerpoint/2010/main" val="916366854"/>
      </p:ext>
    </p:extLst>
  </p:cSld>
  <p:clrMapOvr>
    <a:masterClrMapping/>
  </p:clrMapOvr>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4294967295"/>
          </p:nvPr>
        </p:nvSpPr>
        <p:spPr>
          <a:xfrm>
            <a:off x="6553200" y="6248400"/>
            <a:ext cx="1905000" cy="457200"/>
          </a:xfrm>
          <a:prstGeom prst="rect">
            <a:avLst/>
          </a:prstGeom>
        </p:spPr>
        <p:txBody>
          <a:bodyPr/>
          <a:lstStyle/>
          <a:p>
            <a:pPr>
              <a:defRPr/>
            </a:pPr>
            <a:fld id="{98DC0F6A-92E8-48CA-9EF3-F1A46D5E7997}" type="slidenum">
              <a:rPr lang="en-US" altLang="ko-KR"/>
              <a:pPr>
                <a:defRPr/>
              </a:pPr>
              <a:t>158</a:t>
            </a:fld>
            <a:endParaRPr lang="en-US" altLang="ko-KR"/>
          </a:p>
        </p:txBody>
      </p:sp>
      <p:sp>
        <p:nvSpPr>
          <p:cNvPr id="482306" name="Rectangle 2"/>
          <p:cNvSpPr>
            <a:spLocks noGrp="1" noChangeArrowheads="1"/>
          </p:cNvSpPr>
          <p:nvPr>
            <p:ph type="title"/>
          </p:nvPr>
        </p:nvSpPr>
        <p:spPr>
          <a:xfrm>
            <a:off x="684213" y="476250"/>
            <a:ext cx="7772400" cy="731838"/>
          </a:xfrm>
        </p:spPr>
        <p:txBody>
          <a:bodyPr/>
          <a:lstStyle/>
          <a:p>
            <a:pPr algn="ctr" eaLnBrk="1" hangingPunct="1">
              <a:defRPr/>
            </a:pPr>
            <a:r>
              <a:rPr lang="zh-CN" altLang="en-US" sz="4000" b="1" smtClean="0">
                <a:solidFill>
                  <a:schemeClr val="tx1"/>
                </a:solidFill>
                <a:effectLst>
                  <a:outerShdw blurRad="38100" dist="38100" dir="2700000" algn="tl">
                    <a:srgbClr val="C0C0C0"/>
                  </a:outerShdw>
                </a:effectLst>
                <a:latin typeface="宋体" panose="02010600030101010101" pitchFamily="2" charset="-122"/>
                <a:ea typeface="宋体" panose="02010600030101010101" pitchFamily="2" charset="-122"/>
              </a:rPr>
              <a:t>简单的反向链接算法</a:t>
            </a:r>
            <a:endParaRPr lang="zh-CN" altLang="en-US" sz="4000" b="1" smtClean="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endParaRPr>
          </a:p>
        </p:txBody>
      </p:sp>
      <p:sp>
        <p:nvSpPr>
          <p:cNvPr id="119812" name="Rectangle 3"/>
          <p:cNvSpPr>
            <a:spLocks noGrp="1" noChangeArrowheads="1"/>
          </p:cNvSpPr>
          <p:nvPr>
            <p:ph type="body" idx="1"/>
          </p:nvPr>
        </p:nvSpPr>
        <p:spPr>
          <a:xfrm>
            <a:off x="611188" y="1557338"/>
            <a:ext cx="7993062" cy="4535487"/>
          </a:xfrm>
        </p:spPr>
        <p:txBody>
          <a:bodyPr/>
          <a:lstStyle/>
          <a:p>
            <a:pPr eaLnBrk="1" latinLnBrk="0" hangingPunct="1">
              <a:buFontTx/>
              <a:buNone/>
            </a:pPr>
            <a:r>
              <a:rPr lang="en-US" altLang="zh-CN" b="1" smtClean="0">
                <a:latin typeface="Times New Roman" panose="02020603050405020304" pitchFamily="18" charset="0"/>
                <a:ea typeface="宋体" panose="02010600030101010101" pitchFamily="2" charset="-122"/>
                <a:sym typeface="Symbol" panose="05050102010706020507" pitchFamily="18" charset="2"/>
              </a:rPr>
              <a:t>Function</a:t>
            </a:r>
            <a:r>
              <a:rPr lang="en-US" altLang="zh-CN" smtClean="0">
                <a:latin typeface="Times New Roman" panose="02020603050405020304" pitchFamily="18" charset="0"/>
                <a:ea typeface="宋体" panose="02010600030101010101" pitchFamily="2" charset="-122"/>
                <a:sym typeface="Symbol" panose="05050102010706020507" pitchFamily="18" charset="2"/>
              </a:rPr>
              <a:t> BC(KB, goals, </a:t>
            </a:r>
            <a:r>
              <a:rPr lang="en-US" altLang="zh-CN" smtClean="0">
                <a:sym typeface="Symbol" panose="05050102010706020507" pitchFamily="18" charset="2"/>
              </a:rPr>
              <a:t></a:t>
            </a:r>
            <a:r>
              <a:rPr lang="en-US" altLang="zh-CN" smtClean="0">
                <a:latin typeface="Times New Roman" panose="02020603050405020304" pitchFamily="18" charset="0"/>
                <a:ea typeface="宋体" panose="02010600030101010101" pitchFamily="2" charset="-122"/>
                <a:sym typeface="Symbol" panose="05050102010706020507" pitchFamily="18" charset="2"/>
              </a:rPr>
              <a:t>) </a:t>
            </a:r>
            <a:r>
              <a:rPr lang="en-US" altLang="zh-CN" b="1" smtClean="0">
                <a:latin typeface="Times New Roman" panose="02020603050405020304" pitchFamily="18" charset="0"/>
                <a:ea typeface="宋体" panose="02010600030101010101" pitchFamily="2" charset="-122"/>
                <a:sym typeface="Symbol" panose="05050102010706020507" pitchFamily="18" charset="2"/>
              </a:rPr>
              <a:t>returns</a:t>
            </a:r>
            <a:r>
              <a:rPr lang="en-US" altLang="zh-CN" smtClean="0">
                <a:latin typeface="Times New Roman" panose="02020603050405020304" pitchFamily="18" charset="0"/>
                <a:ea typeface="宋体" panose="02010600030101010101" pitchFamily="2" charset="-122"/>
                <a:sym typeface="Symbol" panose="05050102010706020507" pitchFamily="18" charset="2"/>
              </a:rPr>
              <a:t> a set of substitutions</a:t>
            </a:r>
          </a:p>
          <a:p>
            <a:pPr eaLnBrk="1" latinLnBrk="0" hangingPunct="1">
              <a:buFontTx/>
              <a:buNone/>
            </a:pPr>
            <a:r>
              <a:rPr lang="en-US" altLang="zh-CN" smtClean="0">
                <a:latin typeface="Times New Roman" panose="02020603050405020304" pitchFamily="18" charset="0"/>
                <a:ea typeface="宋体" panose="02010600030101010101" pitchFamily="2" charset="-122"/>
                <a:sym typeface="Symbol" panose="05050102010706020507" pitchFamily="18" charset="2"/>
              </a:rPr>
              <a:t>	</a:t>
            </a:r>
            <a:r>
              <a:rPr lang="en-US" altLang="zh-CN" b="1" smtClean="0">
                <a:latin typeface="Times New Roman" panose="02020603050405020304" pitchFamily="18" charset="0"/>
                <a:ea typeface="宋体" panose="02010600030101010101" pitchFamily="2" charset="-122"/>
                <a:sym typeface="Symbol" panose="05050102010706020507" pitchFamily="18" charset="2"/>
              </a:rPr>
              <a:t>Inputs</a:t>
            </a:r>
            <a:r>
              <a:rPr lang="en-US" altLang="zh-CN" smtClean="0">
                <a:latin typeface="Times New Roman" panose="02020603050405020304" pitchFamily="18" charset="0"/>
                <a:ea typeface="宋体" panose="02010600030101010101" pitchFamily="2" charset="-122"/>
                <a:sym typeface="Symbol" panose="05050102010706020507" pitchFamily="18" charset="2"/>
              </a:rPr>
              <a:t>: KB, goals=a list of conjuncts forming a query (</a:t>
            </a:r>
            <a:r>
              <a:rPr lang="en-US" altLang="zh-CN" smtClean="0">
                <a:sym typeface="Symbol" panose="05050102010706020507" pitchFamily="18" charset="2"/>
              </a:rPr>
              <a:t></a:t>
            </a:r>
            <a:r>
              <a:rPr lang="en-US" altLang="zh-CN" smtClean="0">
                <a:latin typeface="Times New Roman" panose="02020603050405020304" pitchFamily="18" charset="0"/>
                <a:ea typeface="宋体" panose="02010600030101010101" pitchFamily="2" charset="-122"/>
                <a:sym typeface="Symbol" panose="05050102010706020507" pitchFamily="18" charset="2"/>
              </a:rPr>
              <a:t> already applied), </a:t>
            </a:r>
            <a:r>
              <a:rPr lang="en-US" altLang="zh-CN" smtClean="0">
                <a:sym typeface="Symbol" panose="05050102010706020507" pitchFamily="18" charset="2"/>
              </a:rPr>
              <a:t></a:t>
            </a:r>
            <a:r>
              <a:rPr lang="en-US" altLang="zh-CN" smtClean="0">
                <a:latin typeface="Times New Roman" panose="02020603050405020304" pitchFamily="18" charset="0"/>
                <a:ea typeface="宋体" panose="02010600030101010101" pitchFamily="2" charset="-122"/>
                <a:sym typeface="Symbol" panose="05050102010706020507" pitchFamily="18" charset="2"/>
              </a:rPr>
              <a:t> =the current substitution (initial={})</a:t>
            </a:r>
            <a:r>
              <a:rPr lang="en-US" altLang="zh-CN" b="1" smtClean="0">
                <a:latin typeface="Times New Roman" panose="02020603050405020304" pitchFamily="18" charset="0"/>
                <a:ea typeface="宋体" panose="02010600030101010101" pitchFamily="2" charset="-122"/>
                <a:sym typeface="Symbol" panose="05050102010706020507" pitchFamily="18" charset="2"/>
              </a:rPr>
              <a:t>	</a:t>
            </a:r>
          </a:p>
          <a:p>
            <a:pPr eaLnBrk="1" latinLnBrk="0" hangingPunct="1">
              <a:buFontTx/>
              <a:buNone/>
            </a:pPr>
            <a:r>
              <a:rPr lang="en-US" altLang="zh-CN" b="1" smtClean="0">
                <a:latin typeface="Times New Roman" panose="02020603050405020304" pitchFamily="18" charset="0"/>
                <a:ea typeface="宋体" panose="02010600030101010101" pitchFamily="2" charset="-122"/>
                <a:sym typeface="Symbol" panose="05050102010706020507" pitchFamily="18" charset="2"/>
              </a:rPr>
              <a:t>	local variables</a:t>
            </a:r>
            <a:r>
              <a:rPr lang="en-US" altLang="zh-CN" smtClean="0">
                <a:latin typeface="Times New Roman" panose="02020603050405020304" pitchFamily="18" charset="0"/>
                <a:ea typeface="宋体" panose="02010600030101010101" pitchFamily="2" charset="-122"/>
                <a:sym typeface="Symbol" panose="05050102010706020507" pitchFamily="18" charset="2"/>
              </a:rPr>
              <a:t>: answers=a set of substitutions (initial={})</a:t>
            </a:r>
          </a:p>
          <a:p>
            <a:pPr eaLnBrk="1" latinLnBrk="0" hangingPunct="1">
              <a:buFontTx/>
              <a:buNone/>
            </a:pPr>
            <a:r>
              <a:rPr lang="en-US" altLang="zh-CN" smtClean="0">
                <a:latin typeface="Times New Roman" panose="02020603050405020304" pitchFamily="18" charset="0"/>
                <a:ea typeface="宋体" panose="02010600030101010101" pitchFamily="2" charset="-122"/>
                <a:sym typeface="Symbol" panose="05050102010706020507" pitchFamily="18" charset="2"/>
              </a:rPr>
              <a:t>	</a:t>
            </a:r>
            <a:r>
              <a:rPr lang="en-US" altLang="zh-CN" b="1" smtClean="0">
                <a:latin typeface="Times New Roman" panose="02020603050405020304" pitchFamily="18" charset="0"/>
                <a:ea typeface="宋体" panose="02010600030101010101" pitchFamily="2" charset="-122"/>
                <a:sym typeface="Symbol" panose="05050102010706020507" pitchFamily="18" charset="2"/>
              </a:rPr>
              <a:t>if</a:t>
            </a:r>
            <a:r>
              <a:rPr lang="en-US" altLang="zh-CN" smtClean="0">
                <a:latin typeface="Times New Roman" panose="02020603050405020304" pitchFamily="18" charset="0"/>
                <a:ea typeface="宋体" panose="02010600030101010101" pitchFamily="2" charset="-122"/>
                <a:sym typeface="Symbol" panose="05050102010706020507" pitchFamily="18" charset="2"/>
              </a:rPr>
              <a:t> goals is empty </a:t>
            </a:r>
            <a:r>
              <a:rPr lang="en-US" altLang="zh-CN" b="1" smtClean="0">
                <a:latin typeface="Times New Roman" panose="02020603050405020304" pitchFamily="18" charset="0"/>
                <a:ea typeface="宋体" panose="02010600030101010101" pitchFamily="2" charset="-122"/>
                <a:sym typeface="Symbol" panose="05050102010706020507" pitchFamily="18" charset="2"/>
              </a:rPr>
              <a:t>then return </a:t>
            </a:r>
            <a:r>
              <a:rPr lang="en-US" altLang="zh-CN" smtClean="0">
                <a:latin typeface="Times New Roman" panose="02020603050405020304" pitchFamily="18" charset="0"/>
                <a:ea typeface="宋体" panose="02010600030101010101" pitchFamily="2" charset="-122"/>
                <a:sym typeface="Symbol" panose="05050102010706020507" pitchFamily="18" charset="2"/>
              </a:rPr>
              <a:t>{</a:t>
            </a:r>
            <a:r>
              <a:rPr lang="en-US" altLang="zh-CN" smtClean="0">
                <a:sym typeface="Symbol" panose="05050102010706020507" pitchFamily="18" charset="2"/>
              </a:rPr>
              <a:t></a:t>
            </a:r>
            <a:r>
              <a:rPr lang="en-US" altLang="zh-CN" smtClean="0">
                <a:latin typeface="Times New Roman" panose="02020603050405020304" pitchFamily="18" charset="0"/>
                <a:ea typeface="宋体" panose="02010600030101010101" pitchFamily="2" charset="-122"/>
                <a:sym typeface="Symbol" panose="05050102010706020507" pitchFamily="18" charset="2"/>
              </a:rPr>
              <a:t>}</a:t>
            </a:r>
          </a:p>
          <a:p>
            <a:pPr eaLnBrk="1" latinLnBrk="0" hangingPunct="1">
              <a:buFontTx/>
              <a:buNone/>
            </a:pPr>
            <a:r>
              <a:rPr lang="en-US" altLang="zh-CN" smtClean="0">
                <a:latin typeface="Times New Roman" panose="02020603050405020304" pitchFamily="18" charset="0"/>
                <a:ea typeface="宋体" panose="02010600030101010101" pitchFamily="2" charset="-122"/>
                <a:sym typeface="Symbol" panose="05050102010706020507" pitchFamily="18" charset="2"/>
              </a:rPr>
              <a:t>	q’=</a:t>
            </a:r>
            <a:r>
              <a:rPr lang="en-US" altLang="zh-CN" smtClean="0">
                <a:sym typeface="Symbol" panose="05050102010706020507" pitchFamily="18" charset="2"/>
              </a:rPr>
              <a:t></a:t>
            </a:r>
            <a:r>
              <a:rPr lang="en-US" altLang="zh-CN" smtClean="0">
                <a:latin typeface="Times New Roman" panose="02020603050405020304" pitchFamily="18" charset="0"/>
                <a:sym typeface="Symbol" panose="05050102010706020507" pitchFamily="18" charset="2"/>
              </a:rPr>
              <a:t>(</a:t>
            </a:r>
            <a:r>
              <a:rPr lang="en-US" altLang="zh-CN" smtClean="0">
                <a:latin typeface="Times New Roman" panose="02020603050405020304" pitchFamily="18" charset="0"/>
                <a:ea typeface="宋体" panose="02010600030101010101" pitchFamily="2" charset="-122"/>
                <a:sym typeface="Symbol" panose="05050102010706020507" pitchFamily="18" charset="2"/>
              </a:rPr>
              <a:t>FIRST(goals))		(</a:t>
            </a:r>
            <a:r>
              <a:rPr lang="en-US" altLang="zh-CN" smtClean="0">
                <a:sym typeface="Symbol" panose="05050102010706020507" pitchFamily="18" charset="2"/>
              </a:rPr>
              <a:t></a:t>
            </a:r>
            <a:r>
              <a:rPr lang="zh-CN" altLang="en-US" smtClean="0">
                <a:latin typeface="Times New Roman" panose="02020603050405020304" pitchFamily="18" charset="0"/>
                <a:ea typeface="宋体" panose="02010600030101010101" pitchFamily="2" charset="-122"/>
                <a:sym typeface="Symbol" panose="05050102010706020507" pitchFamily="18" charset="2"/>
              </a:rPr>
              <a:t>初始为空，递归以后不空</a:t>
            </a:r>
            <a:r>
              <a:rPr lang="en-US" altLang="zh-CN" smtClean="0">
                <a:latin typeface="Times New Roman" panose="02020603050405020304" pitchFamily="18" charset="0"/>
                <a:ea typeface="宋体" panose="02010600030101010101" pitchFamily="2" charset="-122"/>
                <a:sym typeface="Symbol" panose="05050102010706020507" pitchFamily="18" charset="2"/>
              </a:rPr>
              <a:t>)</a:t>
            </a:r>
            <a:endParaRPr lang="en-US" altLang="zh-CN" b="1" smtClean="0">
              <a:latin typeface="Times New Roman" panose="02020603050405020304" pitchFamily="18" charset="0"/>
              <a:ea typeface="宋体" panose="02010600030101010101" pitchFamily="2" charset="-122"/>
              <a:sym typeface="Symbol" panose="05050102010706020507" pitchFamily="18" charset="2"/>
            </a:endParaRPr>
          </a:p>
          <a:p>
            <a:pPr eaLnBrk="1" latinLnBrk="0" hangingPunct="1">
              <a:buFontTx/>
              <a:buNone/>
            </a:pPr>
            <a:r>
              <a:rPr lang="en-US" altLang="zh-CN" b="1" smtClean="0">
                <a:latin typeface="Times New Roman" panose="02020603050405020304" pitchFamily="18" charset="0"/>
                <a:ea typeface="宋体" panose="02010600030101010101" pitchFamily="2" charset="-122"/>
                <a:sym typeface="Symbol" panose="05050102010706020507" pitchFamily="18" charset="2"/>
              </a:rPr>
              <a:t>	for each</a:t>
            </a:r>
            <a:r>
              <a:rPr lang="en-US" altLang="zh-CN" smtClean="0">
                <a:latin typeface="Times New Roman" panose="02020603050405020304" pitchFamily="18" charset="0"/>
                <a:ea typeface="宋体" panose="02010600030101010101" pitchFamily="2" charset="-122"/>
                <a:sym typeface="Symbol" panose="05050102010706020507" pitchFamily="18" charset="2"/>
              </a:rPr>
              <a:t> rule </a:t>
            </a:r>
            <a:r>
              <a:rPr lang="en-US" altLang="zh-CN" i="1" smtClean="0">
                <a:latin typeface="Times New Roman" panose="02020603050405020304" pitchFamily="18" charset="0"/>
                <a:ea typeface="宋体" panose="02010600030101010101" pitchFamily="2" charset="-122"/>
                <a:sym typeface="Symbol" panose="05050102010706020507" pitchFamily="18" charset="2"/>
              </a:rPr>
              <a:t>r</a:t>
            </a:r>
            <a:r>
              <a:rPr lang="en-US" altLang="zh-CN" smtClean="0">
                <a:latin typeface="Times New Roman" panose="02020603050405020304" pitchFamily="18" charset="0"/>
                <a:ea typeface="宋体" panose="02010600030101010101" pitchFamily="2" charset="-122"/>
                <a:sym typeface="Symbol" panose="05050102010706020507" pitchFamily="18" charset="2"/>
              </a:rPr>
              <a:t> (in the form of define clause) in KB and	 	</a:t>
            </a:r>
            <a:r>
              <a:rPr lang="en-US" altLang="zh-CN" smtClean="0">
                <a:sym typeface="Symbol" panose="05050102010706020507" pitchFamily="18" charset="2"/>
              </a:rPr>
              <a:t></a:t>
            </a:r>
            <a:r>
              <a:rPr lang="en-US" altLang="zh-CN" smtClean="0">
                <a:latin typeface="Times New Roman" panose="02020603050405020304" pitchFamily="18" charset="0"/>
                <a:ea typeface="宋体" panose="02010600030101010101" pitchFamily="2" charset="-122"/>
                <a:sym typeface="Symbol" panose="05050102010706020507" pitchFamily="18" charset="2"/>
              </a:rPr>
              <a:t>’=UNIFY(q, q’) succeeds</a:t>
            </a:r>
          </a:p>
          <a:p>
            <a:pPr eaLnBrk="1" latinLnBrk="0" hangingPunct="1">
              <a:buFontTx/>
              <a:buNone/>
            </a:pPr>
            <a:r>
              <a:rPr lang="en-US" altLang="zh-CN" smtClean="0">
                <a:latin typeface="Times New Roman" panose="02020603050405020304" pitchFamily="18" charset="0"/>
                <a:ea typeface="宋体" panose="02010600030101010101" pitchFamily="2" charset="-122"/>
                <a:sym typeface="Symbol" panose="05050102010706020507" pitchFamily="18" charset="2"/>
              </a:rPr>
              <a:t>      	new_goal={p</a:t>
            </a:r>
            <a:r>
              <a:rPr lang="en-US" altLang="zh-CN" baseline="-25000" smtClean="0">
                <a:latin typeface="Times New Roman" panose="02020603050405020304" pitchFamily="18" charset="0"/>
                <a:ea typeface="宋体" panose="02010600030101010101" pitchFamily="2" charset="-122"/>
                <a:sym typeface="Symbol" panose="05050102010706020507" pitchFamily="18" charset="2"/>
              </a:rPr>
              <a:t>1</a:t>
            </a:r>
            <a:r>
              <a:rPr lang="en-US" altLang="zh-CN" smtClean="0">
                <a:latin typeface="Times New Roman" panose="02020603050405020304" pitchFamily="18" charset="0"/>
                <a:ea typeface="宋体" panose="02010600030101010101" pitchFamily="2" charset="-122"/>
                <a:sym typeface="Symbol" panose="05050102010706020507" pitchFamily="18" charset="2"/>
              </a:rPr>
              <a:t>’, … , p</a:t>
            </a:r>
            <a:r>
              <a:rPr lang="en-US" altLang="zh-CN" baseline="-25000" smtClean="0">
                <a:latin typeface="Times New Roman" panose="02020603050405020304" pitchFamily="18" charset="0"/>
                <a:ea typeface="宋体" panose="02010600030101010101" pitchFamily="2" charset="-122"/>
                <a:sym typeface="Symbol" panose="05050102010706020507" pitchFamily="18" charset="2"/>
              </a:rPr>
              <a:t>n</a:t>
            </a:r>
            <a:r>
              <a:rPr lang="en-US" altLang="zh-CN" smtClean="0">
                <a:latin typeface="Times New Roman" panose="02020603050405020304" pitchFamily="18" charset="0"/>
                <a:ea typeface="宋体" panose="02010600030101010101" pitchFamily="2" charset="-122"/>
                <a:sym typeface="Symbol" panose="05050102010706020507" pitchFamily="18" charset="2"/>
              </a:rPr>
              <a:t>’} as REST(goals)</a:t>
            </a:r>
            <a:endParaRPr lang="zh-CN" altLang="en-US" smtClean="0">
              <a:latin typeface="Times New Roman" panose="02020603050405020304" pitchFamily="18" charset="0"/>
              <a:ea typeface="宋体" panose="02010600030101010101" pitchFamily="2" charset="-122"/>
              <a:sym typeface="Symbol" panose="05050102010706020507" pitchFamily="18" charset="2"/>
            </a:endParaRPr>
          </a:p>
          <a:p>
            <a:pPr eaLnBrk="1" latinLnBrk="0" hangingPunct="1">
              <a:buFontTx/>
              <a:buNone/>
            </a:pPr>
            <a:r>
              <a:rPr lang="en-US" altLang="zh-CN" smtClean="0">
                <a:latin typeface="Times New Roman" panose="02020603050405020304" pitchFamily="18" charset="0"/>
                <a:ea typeface="宋体" panose="02010600030101010101" pitchFamily="2" charset="-122"/>
                <a:sym typeface="Symbol" panose="05050102010706020507" pitchFamily="18" charset="2"/>
              </a:rPr>
              <a:t>      	answers=BC(KB, new_goal, </a:t>
            </a:r>
            <a:r>
              <a:rPr lang="en-US" altLang="zh-CN" smtClean="0">
                <a:sym typeface="Symbol" panose="05050102010706020507" pitchFamily="18" charset="2"/>
              </a:rPr>
              <a:t></a:t>
            </a:r>
            <a:r>
              <a:rPr lang="en-US" altLang="zh-CN" smtClean="0">
                <a:latin typeface="Times New Roman" panose="02020603050405020304" pitchFamily="18" charset="0"/>
                <a:ea typeface="宋体" panose="02010600030101010101" pitchFamily="2" charset="-122"/>
                <a:sym typeface="Symbol" panose="05050102010706020507" pitchFamily="18" charset="2"/>
              </a:rPr>
              <a:t>’</a:t>
            </a:r>
            <a:r>
              <a:rPr lang="zh-CN" altLang="en-US" smtClean="0">
                <a:latin typeface="宋体" panose="02010600030101010101" pitchFamily="2" charset="-122"/>
                <a:ea typeface="宋体" panose="02010600030101010101" pitchFamily="2" charset="-122"/>
                <a:sym typeface="Symbol" panose="05050102010706020507" pitchFamily="18" charset="2"/>
              </a:rPr>
              <a:t></a:t>
            </a:r>
            <a:r>
              <a:rPr lang="en-US" altLang="zh-CN" smtClean="0">
                <a:sym typeface="Symbol" panose="05050102010706020507" pitchFamily="18" charset="2"/>
              </a:rPr>
              <a:t></a:t>
            </a:r>
            <a:r>
              <a:rPr lang="en-US" altLang="zh-CN" smtClean="0">
                <a:latin typeface="Times New Roman" panose="02020603050405020304" pitchFamily="18" charset="0"/>
                <a:ea typeface="宋体" panose="02010600030101010101" pitchFamily="2" charset="-122"/>
                <a:sym typeface="Symbol" panose="05050102010706020507" pitchFamily="18" charset="2"/>
              </a:rPr>
              <a:t>))∪answers</a:t>
            </a:r>
            <a:endParaRPr lang="en-US" altLang="zh-CN" b="1" smtClean="0">
              <a:latin typeface="Times New Roman" panose="02020603050405020304" pitchFamily="18" charset="0"/>
              <a:ea typeface="宋体" panose="02010600030101010101" pitchFamily="2" charset="-122"/>
              <a:sym typeface="Symbol" panose="05050102010706020507" pitchFamily="18" charset="2"/>
            </a:endParaRPr>
          </a:p>
          <a:p>
            <a:pPr eaLnBrk="1" latinLnBrk="0" hangingPunct="1">
              <a:buFontTx/>
              <a:buNone/>
            </a:pPr>
            <a:r>
              <a:rPr lang="en-US" altLang="zh-CN" b="1" smtClean="0">
                <a:latin typeface="Times New Roman" panose="02020603050405020304" pitchFamily="18" charset="0"/>
                <a:ea typeface="宋体" panose="02010600030101010101" pitchFamily="2" charset="-122"/>
                <a:sym typeface="Symbol" panose="05050102010706020507" pitchFamily="18" charset="2"/>
              </a:rPr>
              <a:t>	return</a:t>
            </a:r>
            <a:r>
              <a:rPr lang="en-US" altLang="zh-CN" smtClean="0">
                <a:latin typeface="Times New Roman" panose="02020603050405020304" pitchFamily="18" charset="0"/>
                <a:ea typeface="宋体" panose="02010600030101010101" pitchFamily="2" charset="-122"/>
                <a:sym typeface="Symbol" panose="05050102010706020507" pitchFamily="18" charset="2"/>
              </a:rPr>
              <a:t> answers</a:t>
            </a:r>
          </a:p>
        </p:txBody>
      </p:sp>
      <p:sp>
        <p:nvSpPr>
          <p:cNvPr id="119813" name="Text Box 4"/>
          <p:cNvSpPr txBox="1">
            <a:spLocks noChangeArrowheads="1"/>
          </p:cNvSpPr>
          <p:nvPr/>
        </p:nvSpPr>
        <p:spPr bwMode="auto">
          <a:xfrm>
            <a:off x="0" y="188913"/>
            <a:ext cx="2339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2200">
                <a:solidFill>
                  <a:schemeClr val="tx1"/>
                </a:solidFill>
                <a:latin typeface="-윤체M" pitchFamily="18" charset="-127"/>
                <a:ea typeface="-윤체M" pitchFamily="18" charset="-127"/>
              </a:defRPr>
            </a:lvl1pPr>
            <a:lvl2pPr marL="742950" indent="-285750" latinLnBrk="1">
              <a:spcBef>
                <a:spcPct val="20000"/>
              </a:spcBef>
              <a:buChar char="•"/>
              <a:defRPr kumimoji="1" sz="2000">
                <a:solidFill>
                  <a:schemeClr val="tx1"/>
                </a:solidFill>
                <a:latin typeface="-윤체M" pitchFamily="18" charset="-127"/>
                <a:ea typeface="-윤체M" pitchFamily="18" charset="-127"/>
              </a:defRPr>
            </a:lvl2pPr>
            <a:lvl3pPr marL="1143000" indent="-228600" latinLnBrk="1">
              <a:spcBef>
                <a:spcPct val="20000"/>
              </a:spcBef>
              <a:buChar char="•"/>
              <a:defRPr kumimoji="1">
                <a:solidFill>
                  <a:schemeClr val="tx1"/>
                </a:solidFill>
                <a:latin typeface="-윤체M" pitchFamily="18" charset="-127"/>
                <a:ea typeface="-윤체M" pitchFamily="18" charset="-127"/>
              </a:defRPr>
            </a:lvl3pPr>
            <a:lvl4pPr marL="1600200" indent="-228600" latinLnBrk="1">
              <a:spcBef>
                <a:spcPct val="20000"/>
              </a:spcBef>
              <a:buChar char="•"/>
              <a:defRPr kumimoji="1" sz="1600">
                <a:solidFill>
                  <a:schemeClr val="tx1"/>
                </a:solidFill>
                <a:latin typeface="-윤체M" pitchFamily="18" charset="-127"/>
                <a:ea typeface="-윤체M" pitchFamily="18" charset="-127"/>
              </a:defRPr>
            </a:lvl4pPr>
            <a:lvl5pPr marL="2057400" indent="-228600" latinLnBrk="1">
              <a:spcBef>
                <a:spcPct val="20000"/>
              </a:spcBef>
              <a:buChar char="•"/>
              <a:defRPr kumimoji="1" sz="1400">
                <a:solidFill>
                  <a:schemeClr val="tx1"/>
                </a:solidFill>
                <a:latin typeface="-윤체M" pitchFamily="18" charset="-127"/>
                <a:ea typeface="-윤체M" pitchFamily="18" charset="-127"/>
              </a:defRPr>
            </a:lvl5pPr>
            <a:lvl6pPr marL="25146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6pPr>
            <a:lvl7pPr marL="29718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7pPr>
            <a:lvl8pPr marL="34290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8pPr>
            <a:lvl9pPr marL="3886200" indent="-228600" eaLnBrk="0" fontAlgn="base" latinLnBrk="1" hangingPunct="0">
              <a:spcBef>
                <a:spcPct val="20000"/>
              </a:spcBef>
              <a:spcAft>
                <a:spcPct val="0"/>
              </a:spcAft>
              <a:buChar char="•"/>
              <a:defRPr kumimoji="1" sz="1400">
                <a:solidFill>
                  <a:schemeClr val="tx1"/>
                </a:solidFill>
                <a:latin typeface="-윤체M" pitchFamily="18" charset="-127"/>
                <a:ea typeface="-윤체M" pitchFamily="18" charset="-127"/>
              </a:defRPr>
            </a:lvl9pPr>
          </a:lstStyle>
          <a:p>
            <a:pPr eaLnBrk="1" hangingPunct="1">
              <a:spcBef>
                <a:spcPct val="50000"/>
              </a:spcBef>
              <a:buFontTx/>
              <a:buNone/>
            </a:pPr>
            <a:r>
              <a:rPr lang="zh-CN" altLang="en-US" sz="2400" dirty="0" smtClean="0">
                <a:latin typeface="华文行楷" panose="02010800040101010101" pitchFamily="2" charset="-122"/>
                <a:ea typeface="华文行楷" panose="02010800040101010101" pitchFamily="2" charset="-122"/>
              </a:rPr>
              <a:t>附录</a:t>
            </a:r>
            <a:endParaRPr lang="zh-CN" altLang="en-US" sz="2400" dirty="0">
              <a:latin typeface="华文行楷" panose="02010800040101010101" pitchFamily="2" charset="-122"/>
              <a:ea typeface="华文行楷" panose="02010800040101010101" pitchFamily="2" charset="-122"/>
            </a:endParaRPr>
          </a:p>
        </p:txBody>
      </p:sp>
    </p:spTree>
    <p:extLst>
      <p:ext uri="{BB962C8B-B14F-4D97-AF65-F5344CB8AC3E}">
        <p14:creationId xmlns:p14="http://schemas.microsoft.com/office/powerpoint/2010/main" val="3694061399"/>
      </p:ext>
    </p:extLst>
  </p:cSld>
  <p:clrMapOvr>
    <a:masterClrMapping/>
  </p:clrMapOvr>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4294967295"/>
          </p:nvPr>
        </p:nvSpPr>
        <p:spPr>
          <a:xfrm>
            <a:off x="6553200" y="6248400"/>
            <a:ext cx="1905000" cy="457200"/>
          </a:xfrm>
          <a:prstGeom prst="rect">
            <a:avLst/>
          </a:prstGeom>
        </p:spPr>
        <p:txBody>
          <a:bodyPr/>
          <a:lstStyle/>
          <a:p>
            <a:pPr>
              <a:defRPr/>
            </a:pPr>
            <a:fld id="{A259BEA0-2F4D-4C1E-BA8E-544CE449E75B}" type="slidenum">
              <a:rPr lang="en-US" altLang="ko-KR"/>
              <a:pPr>
                <a:defRPr/>
              </a:pPr>
              <a:t>159</a:t>
            </a:fld>
            <a:endParaRPr lang="en-US" altLang="ko-KR"/>
          </a:p>
        </p:txBody>
      </p:sp>
      <p:sp>
        <p:nvSpPr>
          <p:cNvPr id="464898" name="Rectangle 2"/>
          <p:cNvSpPr>
            <a:spLocks noGrp="1" noChangeArrowheads="1"/>
          </p:cNvSpPr>
          <p:nvPr>
            <p:ph type="title"/>
          </p:nvPr>
        </p:nvSpPr>
        <p:spPr>
          <a:xfrm>
            <a:off x="684213" y="476250"/>
            <a:ext cx="7772400" cy="731838"/>
          </a:xfrm>
        </p:spPr>
        <p:txBody>
          <a:bodyPr/>
          <a:lstStyle/>
          <a:p>
            <a:pPr algn="ctr" eaLnBrk="1" hangingPunct="1">
              <a:defRPr/>
            </a:pPr>
            <a:r>
              <a:rPr lang="zh-CN" altLang="en-US" b="1" dirty="0" smtClean="0">
                <a:solidFill>
                  <a:schemeClr val="tx1"/>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公式到子句集的转换</a:t>
            </a:r>
            <a:endParaRPr lang="en-US" altLang="zh-CN" b="1" dirty="0" smtClean="0">
              <a:solidFill>
                <a:schemeClr val="tx1"/>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64899" name="Rectangle 3"/>
          <p:cNvSpPr>
            <a:spLocks noGrp="1" noChangeArrowheads="1"/>
          </p:cNvSpPr>
          <p:nvPr>
            <p:ph type="body" idx="1"/>
          </p:nvPr>
        </p:nvSpPr>
        <p:spPr>
          <a:xfrm>
            <a:off x="684213" y="1341438"/>
            <a:ext cx="7991475" cy="4751387"/>
          </a:xfrm>
        </p:spPr>
        <p:txBody>
          <a:bodyPr/>
          <a:lstStyle/>
          <a:p>
            <a:pPr algn="just" eaLnBrk="1" hangingPunct="1">
              <a:lnSpc>
                <a:spcPct val="130000"/>
              </a:lnSpc>
              <a:defRPr/>
            </a:pPr>
            <a:r>
              <a:rPr lang="zh-CN" altLang="en-US" sz="2000" dirty="0" smtClean="0">
                <a:latin typeface="Times New Roman" panose="02020603050405020304" pitchFamily="18" charset="0"/>
                <a:ea typeface="微软雅黑" panose="020B0503020204020204" pitchFamily="34" charset="-122"/>
                <a:cs typeface="Times New Roman" panose="02020603050405020304" pitchFamily="18" charset="0"/>
              </a:rPr>
              <a:t>首先复习几个定义：</a:t>
            </a:r>
          </a:p>
          <a:p>
            <a:pPr lvl="1" algn="just" eaLnBrk="1" hangingPunct="1">
              <a:lnSpc>
                <a:spcPct val="130000"/>
              </a:lnSpc>
              <a:defRPr/>
            </a:pPr>
            <a:r>
              <a:rPr lang="zh-CN" altLang="en-US" dirty="0" smtClean="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文字</a:t>
            </a:r>
            <a:r>
              <a:rPr lang="en-US" altLang="zh-CN" dirty="0" smtClean="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(literal)</a:t>
            </a:r>
            <a:r>
              <a:rPr lang="zh-CN" altLang="en-US" dirty="0" smtClean="0">
                <a:latin typeface="Times New Roman" panose="02020603050405020304" pitchFamily="18" charset="0"/>
                <a:ea typeface="微软雅黑" panose="020B0503020204020204" pitchFamily="34" charset="-122"/>
                <a:cs typeface="Times New Roman" panose="02020603050405020304" pitchFamily="18" charset="0"/>
              </a:rPr>
              <a:t>：正原子公式和负原子公式称为文字，同一原子公式的正和负称为互补的</a:t>
            </a:r>
          </a:p>
          <a:p>
            <a:pPr lvl="1" algn="just" eaLnBrk="1" hangingPunct="1">
              <a:lnSpc>
                <a:spcPct val="130000"/>
              </a:lnSpc>
              <a:defRPr/>
            </a:pPr>
            <a:r>
              <a:rPr lang="zh-CN" altLang="en-US" dirty="0" smtClean="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子句</a:t>
            </a:r>
            <a:r>
              <a:rPr lang="en-US" altLang="zh-CN" dirty="0" smtClean="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(clause)</a:t>
            </a:r>
            <a:r>
              <a:rPr lang="zh-CN" altLang="en-US" dirty="0" smtClean="0">
                <a:latin typeface="Times New Roman" panose="02020603050405020304" pitchFamily="18" charset="0"/>
                <a:ea typeface="微软雅黑" panose="020B0503020204020204" pitchFamily="34" charset="-122"/>
                <a:cs typeface="Times New Roman" panose="02020603050405020304" pitchFamily="18" charset="0"/>
              </a:rPr>
              <a:t>：文字的析取称为子句</a:t>
            </a:r>
          </a:p>
          <a:p>
            <a:pPr lvl="1" algn="just" eaLnBrk="1" hangingPunct="1">
              <a:lnSpc>
                <a:spcPct val="130000"/>
              </a:lnSpc>
              <a:defRPr/>
            </a:pPr>
            <a:r>
              <a:rPr lang="zh-CN" altLang="en-US" dirty="0" smtClean="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合取范式</a:t>
            </a:r>
            <a:r>
              <a:rPr lang="zh-CN" altLang="en-US" dirty="0" smtClean="0">
                <a:latin typeface="Times New Roman" panose="02020603050405020304" pitchFamily="18" charset="0"/>
                <a:ea typeface="微软雅黑" panose="020B0503020204020204" pitchFamily="34" charset="-122"/>
                <a:cs typeface="Times New Roman" panose="02020603050405020304" pitchFamily="18" charset="0"/>
              </a:rPr>
              <a:t>：形如 </a:t>
            </a:r>
            <a:r>
              <a:rPr lang="en-US" altLang="zh-CN" dirty="0" err="1" smtClean="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baseline="-25000" dirty="0" err="1" smtClean="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dirty="0" err="1" smtClean="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baseline="-25000" dirty="0" err="1" smtClean="0">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dirty="0" smtClean="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baseline="-25000" dirty="0" smtClean="0">
                <a:latin typeface="Times New Roman" panose="02020603050405020304" pitchFamily="18" charset="0"/>
                <a:ea typeface="微软雅黑" panose="020B0503020204020204" pitchFamily="34" charset="-122"/>
                <a:cs typeface="Times New Roman" panose="02020603050405020304" pitchFamily="18" charset="0"/>
              </a:rPr>
              <a:t>n </a:t>
            </a:r>
            <a:r>
              <a:rPr lang="zh-CN" altLang="en-US" dirty="0" smtClean="0">
                <a:latin typeface="Times New Roman" panose="02020603050405020304" pitchFamily="18" charset="0"/>
                <a:ea typeface="微软雅黑" panose="020B0503020204020204" pitchFamily="34" charset="-122"/>
                <a:cs typeface="Times New Roman" panose="02020603050405020304" pitchFamily="18" charset="0"/>
              </a:rPr>
              <a:t>的公式，其中</a:t>
            </a:r>
            <a:r>
              <a:rPr lang="en-US" altLang="zh-CN" dirty="0" smtClean="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baseline="-25000" dirty="0" smtClean="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dirty="0" smtClean="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smtClean="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baseline="-25000" dirty="0" smtClean="0">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dirty="0" smtClean="0">
                <a:latin typeface="Times New Roman" panose="02020603050405020304" pitchFamily="18" charset="0"/>
                <a:ea typeface="微软雅黑" panose="020B0503020204020204" pitchFamily="34" charset="-122"/>
                <a:cs typeface="Times New Roman" panose="02020603050405020304" pitchFamily="18" charset="0"/>
              </a:rPr>
              <a:t>均为子句</a:t>
            </a:r>
          </a:p>
          <a:p>
            <a:pPr lvl="1" algn="just" eaLnBrk="1" hangingPunct="1">
              <a:lnSpc>
                <a:spcPct val="130000"/>
              </a:lnSpc>
              <a:defRPr/>
            </a:pPr>
            <a:r>
              <a:rPr lang="zh-CN" altLang="en-US" dirty="0" smtClean="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前束范式</a:t>
            </a:r>
            <a:r>
              <a:rPr lang="zh-CN" altLang="en-US" dirty="0" smtClean="0">
                <a:latin typeface="Times New Roman" panose="02020603050405020304" pitchFamily="18" charset="0"/>
                <a:ea typeface="微软雅黑" panose="020B0503020204020204" pitchFamily="34" charset="-122"/>
                <a:cs typeface="Times New Roman" panose="02020603050405020304" pitchFamily="18" charset="0"/>
              </a:rPr>
              <a:t>：形如 </a:t>
            </a:r>
            <a:r>
              <a:rPr lang="en-US" altLang="zh-CN" dirty="0" smtClean="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err="1" smtClean="0">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baseline="-25000" dirty="0" err="1" smtClean="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dirty="0" err="1" smtClean="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baseline="-25000" dirty="0" err="1" smtClean="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dirty="0" smtClean="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err="1" smtClean="0">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baseline="-25000" dirty="0" err="1" smtClean="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baseline="-25000" dirty="0" smtClean="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dirty="0" err="1" smtClean="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baseline="-25000" dirty="0" err="1" smtClean="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dirty="0" smtClean="0">
                <a:latin typeface="Times New Roman" panose="02020603050405020304" pitchFamily="18" charset="0"/>
                <a:ea typeface="微软雅黑" panose="020B0503020204020204" pitchFamily="34" charset="-122"/>
                <a:cs typeface="Times New Roman" panose="02020603050405020304" pitchFamily="18" charset="0"/>
              </a:rPr>
              <a:t>) M(</a:t>
            </a:r>
            <a:r>
              <a:rPr lang="en-US" altLang="zh-CN" dirty="0" err="1" smtClean="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baseline="-25000" dirty="0" err="1" smtClean="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dirty="0" smtClean="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err="1" smtClean="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baseline="-25000" dirty="0" err="1" smtClean="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dirty="0" smtClean="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dirty="0" smtClean="0">
                <a:latin typeface="Times New Roman" panose="02020603050405020304" pitchFamily="18" charset="0"/>
                <a:ea typeface="微软雅黑" panose="020B0503020204020204" pitchFamily="34" charset="-122"/>
                <a:cs typeface="Times New Roman" panose="02020603050405020304" pitchFamily="18" charset="0"/>
              </a:rPr>
              <a:t>的公式，</a:t>
            </a:r>
            <a:r>
              <a:rPr lang="en-US" altLang="zh-CN" dirty="0" smtClean="0">
                <a:latin typeface="Times New Roman" panose="02020603050405020304" pitchFamily="18" charset="0"/>
                <a:ea typeface="微软雅黑" panose="020B0503020204020204" pitchFamily="34" charset="-122"/>
                <a:cs typeface="Times New Roman" panose="02020603050405020304" pitchFamily="18" charset="0"/>
              </a:rPr>
              <a:t>M</a:t>
            </a:r>
            <a:r>
              <a:rPr lang="zh-CN" altLang="en-US" dirty="0" smtClean="0">
                <a:latin typeface="Times New Roman" panose="02020603050405020304" pitchFamily="18" charset="0"/>
                <a:ea typeface="微软雅黑" panose="020B0503020204020204" pitchFamily="34" charset="-122"/>
                <a:cs typeface="Times New Roman" panose="02020603050405020304" pitchFamily="18" charset="0"/>
              </a:rPr>
              <a:t>中不再含有量词，</a:t>
            </a:r>
            <a:r>
              <a:rPr lang="en-US" altLang="zh-CN" dirty="0" smtClean="0">
                <a:latin typeface="Times New Roman" panose="02020603050405020304" pitchFamily="18" charset="0"/>
                <a:ea typeface="微软雅黑" panose="020B0503020204020204" pitchFamily="34" charset="-122"/>
                <a:cs typeface="Times New Roman" panose="02020603050405020304" pitchFamily="18" charset="0"/>
              </a:rPr>
              <a:t>Q</a:t>
            </a:r>
            <a:r>
              <a:rPr lang="zh-CN" altLang="en-US" dirty="0" smtClean="0">
                <a:latin typeface="Times New Roman" panose="02020603050405020304" pitchFamily="18" charset="0"/>
                <a:ea typeface="微软雅黑" panose="020B0503020204020204" pitchFamily="34" charset="-122"/>
                <a:cs typeface="Times New Roman" panose="02020603050405020304" pitchFamily="18" charset="0"/>
              </a:rPr>
              <a:t>是量词</a:t>
            </a:r>
            <a:endParaRPr lang="en-US" altLang="zh-CN" dirty="0" smtClean="0">
              <a:latin typeface="Times New Roman" panose="02020603050405020304" pitchFamily="18" charset="0"/>
              <a:ea typeface="微软雅黑" panose="020B0503020204020204" pitchFamily="34" charset="-122"/>
              <a:cs typeface="Times New Roman" panose="02020603050405020304" pitchFamily="18" charset="0"/>
            </a:endParaRPr>
          </a:p>
          <a:p>
            <a:pPr lvl="1" algn="just" eaLnBrk="1" hangingPunct="1">
              <a:lnSpc>
                <a:spcPct val="130000"/>
              </a:lnSpc>
              <a:defRPr/>
            </a:pPr>
            <a:r>
              <a:rPr lang="en-US" altLang="zh-CN" dirty="0" err="1" smtClean="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Skolem</a:t>
            </a:r>
            <a:r>
              <a:rPr lang="zh-CN" altLang="en-US" dirty="0" smtClean="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标准形</a:t>
            </a:r>
            <a:r>
              <a:rPr lang="zh-CN" altLang="en-US" dirty="0" smtClean="0">
                <a:latin typeface="Times New Roman" panose="02020603050405020304" pitchFamily="18" charset="0"/>
                <a:ea typeface="微软雅黑" panose="020B0503020204020204" pitchFamily="34" charset="-122"/>
                <a:cs typeface="Times New Roman" panose="02020603050405020304" pitchFamily="18" charset="0"/>
              </a:rPr>
              <a:t>：在前束范式中消去存在量词后得到的公式</a:t>
            </a:r>
            <a:endParaRPr lang="en-US" altLang="zh-CN" dirty="0" smtClean="0">
              <a:latin typeface="Times New Roman" panose="02020603050405020304" pitchFamily="18" charset="0"/>
              <a:ea typeface="微软雅黑" panose="020B0503020204020204" pitchFamily="34" charset="-122"/>
              <a:cs typeface="Times New Roman" panose="02020603050405020304" pitchFamily="18" charset="0"/>
            </a:endParaRPr>
          </a:p>
          <a:p>
            <a:pPr algn="just" eaLnBrk="1" hangingPunct="1">
              <a:lnSpc>
                <a:spcPct val="130000"/>
              </a:lnSpc>
              <a:defRPr/>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公式到子句集的</a:t>
            </a:r>
            <a:r>
              <a:rPr lang="zh-CN" altLang="en-US" sz="2000" dirty="0" smtClean="0">
                <a:latin typeface="Times New Roman" panose="02020603050405020304" pitchFamily="18" charset="0"/>
                <a:ea typeface="微软雅黑" panose="020B0503020204020204" pitchFamily="34" charset="-122"/>
                <a:cs typeface="Times New Roman" panose="02020603050405020304" pitchFamily="18" charset="0"/>
              </a:rPr>
              <a:t>转换过程：</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0" indent="0" algn="just" eaLnBrk="1" hangingPunct="1">
              <a:lnSpc>
                <a:spcPct val="130000"/>
              </a:lnSpc>
              <a:buFontTx/>
              <a:buNone/>
              <a:defRPr/>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dirty="0" smtClean="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b="1" dirty="0" smtClean="0">
                <a:latin typeface="Times New Roman" panose="02020603050405020304" pitchFamily="18" charset="0"/>
                <a:ea typeface="微软雅黑" panose="020B0503020204020204" pitchFamily="34" charset="-122"/>
                <a:cs typeface="Times New Roman" panose="02020603050405020304" pitchFamily="18" charset="0"/>
              </a:rPr>
              <a:t>公式</a:t>
            </a:r>
            <a:r>
              <a:rPr lang="en-US" altLang="zh-CN" sz="2000" b="1" dirty="0" smtClean="0">
                <a:latin typeface="Times New Roman" panose="02020603050405020304" pitchFamily="18" charset="0"/>
                <a:ea typeface="微软雅黑" panose="020B0503020204020204" pitchFamily="34" charset="-122"/>
                <a:cs typeface="Times New Roman" panose="02020603050405020304" pitchFamily="18" charset="0"/>
              </a:rPr>
              <a:t> →  </a:t>
            </a:r>
            <a:r>
              <a:rPr lang="zh-CN" altLang="en-US" sz="2000" b="1" dirty="0" smtClean="0">
                <a:latin typeface="Times New Roman" panose="02020603050405020304" pitchFamily="18" charset="0"/>
                <a:ea typeface="微软雅黑" panose="020B0503020204020204" pitchFamily="34" charset="-122"/>
                <a:cs typeface="Times New Roman" panose="02020603050405020304" pitchFamily="18" charset="0"/>
              </a:rPr>
              <a:t>合取范式  </a:t>
            </a:r>
            <a:r>
              <a:rPr lang="en-US" altLang="zh-CN" sz="2000" b="1" dirty="0" smtClean="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dirty="0" smtClean="0">
                <a:latin typeface="Times New Roman" panose="02020603050405020304" pitchFamily="18" charset="0"/>
                <a:ea typeface="微软雅黑" panose="020B0503020204020204" pitchFamily="34" charset="-122"/>
                <a:cs typeface="Times New Roman" panose="02020603050405020304" pitchFamily="18" charset="0"/>
              </a:rPr>
              <a:t>   前束范式 </a:t>
            </a:r>
            <a:r>
              <a:rPr lang="en-US" altLang="zh-CN" sz="2000" b="1" dirty="0" smtClean="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1" dirty="0" err="1" smtClean="0">
                <a:latin typeface="Times New Roman" panose="02020603050405020304" pitchFamily="18" charset="0"/>
                <a:ea typeface="微软雅黑" panose="020B0503020204020204" pitchFamily="34" charset="-122"/>
                <a:cs typeface="Times New Roman" panose="02020603050405020304" pitchFamily="18" charset="0"/>
              </a:rPr>
              <a:t>Skolem</a:t>
            </a:r>
            <a:r>
              <a:rPr lang="zh-CN" altLang="en-US" sz="2000" b="1" dirty="0" smtClean="0">
                <a:latin typeface="Times New Roman" panose="02020603050405020304" pitchFamily="18" charset="0"/>
                <a:ea typeface="微软雅黑" panose="020B0503020204020204" pitchFamily="34" charset="-122"/>
                <a:cs typeface="Times New Roman" panose="02020603050405020304" pitchFamily="18" charset="0"/>
              </a:rPr>
              <a:t>标准型 </a:t>
            </a:r>
            <a:r>
              <a:rPr lang="en-US" altLang="zh-CN" sz="2000" b="1" dirty="0" smtClean="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dirty="0" smtClean="0">
                <a:latin typeface="Times New Roman" panose="02020603050405020304" pitchFamily="18" charset="0"/>
                <a:ea typeface="微软雅黑" panose="020B0503020204020204" pitchFamily="34" charset="-122"/>
                <a:cs typeface="Times New Roman" panose="02020603050405020304" pitchFamily="18" charset="0"/>
              </a:rPr>
              <a:t>   子句集</a:t>
            </a:r>
          </a:p>
        </p:txBody>
      </p:sp>
      <p:sp>
        <p:nvSpPr>
          <p:cNvPr id="131077" name="Text Box 4"/>
          <p:cNvSpPr txBox="1">
            <a:spLocks noChangeArrowheads="1"/>
          </p:cNvSpPr>
          <p:nvPr/>
        </p:nvSpPr>
        <p:spPr bwMode="auto">
          <a:xfrm>
            <a:off x="107504" y="114300"/>
            <a:ext cx="2339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2200">
                <a:solidFill>
                  <a:schemeClr val="tx1"/>
                </a:solidFill>
                <a:latin typeface="-윤체M" panose="020B0604020202020204" charset="-127"/>
                <a:ea typeface="-윤체M" panose="020B0604020202020204" charset="-127"/>
              </a:defRPr>
            </a:lvl1pPr>
            <a:lvl2pPr marL="742950" indent="-285750" latinLnBrk="1">
              <a:spcBef>
                <a:spcPct val="20000"/>
              </a:spcBef>
              <a:buChar char="•"/>
              <a:defRPr kumimoji="1" sz="2000">
                <a:solidFill>
                  <a:schemeClr val="tx1"/>
                </a:solidFill>
                <a:latin typeface="-윤체M" panose="020B0604020202020204" charset="-127"/>
                <a:ea typeface="-윤체M" panose="020B0604020202020204" charset="-127"/>
              </a:defRPr>
            </a:lvl2pPr>
            <a:lvl3pPr marL="1143000" indent="-228600" latinLnBrk="1">
              <a:spcBef>
                <a:spcPct val="20000"/>
              </a:spcBef>
              <a:buChar char="•"/>
              <a:defRPr kumimoji="1">
                <a:solidFill>
                  <a:schemeClr val="tx1"/>
                </a:solidFill>
                <a:latin typeface="-윤체M" panose="020B0604020202020204" charset="-127"/>
                <a:ea typeface="-윤체M" panose="020B0604020202020204" charset="-127"/>
              </a:defRPr>
            </a:lvl3pPr>
            <a:lvl4pPr marL="1600200" indent="-228600" latinLnBrk="1">
              <a:spcBef>
                <a:spcPct val="20000"/>
              </a:spcBef>
              <a:buChar char="•"/>
              <a:defRPr kumimoji="1" sz="1600">
                <a:solidFill>
                  <a:schemeClr val="tx1"/>
                </a:solidFill>
                <a:latin typeface="-윤체M" panose="020B0604020202020204" charset="-127"/>
                <a:ea typeface="-윤체M" panose="020B0604020202020204" charset="-127"/>
              </a:defRPr>
            </a:lvl4pPr>
            <a:lvl5pPr marL="2057400" indent="-228600" latinLnBrk="1">
              <a:spcBef>
                <a:spcPct val="20000"/>
              </a:spcBef>
              <a:buChar char="•"/>
              <a:defRPr kumimoji="1" sz="1400">
                <a:solidFill>
                  <a:schemeClr val="tx1"/>
                </a:solidFill>
                <a:latin typeface="-윤체M" panose="020B0604020202020204" charset="-127"/>
                <a:ea typeface="-윤체M" panose="020B0604020202020204"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9pPr>
          </a:lstStyle>
          <a:p>
            <a:pPr eaLnBrk="1" hangingPunct="1">
              <a:spcBef>
                <a:spcPct val="50000"/>
              </a:spcBef>
              <a:buFontTx/>
              <a:buNone/>
            </a:pPr>
            <a:r>
              <a:rPr lang="zh-CN" altLang="en-US" sz="2400" dirty="0" smtClean="0">
                <a:latin typeface="华文行楷" panose="02010800040101010101" pitchFamily="2" charset="-122"/>
                <a:ea typeface="华文行楷" panose="02010800040101010101" pitchFamily="2" charset="-122"/>
              </a:rPr>
              <a:t>附录</a:t>
            </a:r>
            <a:endParaRPr lang="en-US" altLang="zh-CN" sz="2400" dirty="0">
              <a:latin typeface="华文行楷" panose="02010800040101010101" pitchFamily="2" charset="-122"/>
              <a:ea typeface="华文行楷" panose="02010800040101010101" pitchFamily="2" charset="-122"/>
            </a:endParaRPr>
          </a:p>
        </p:txBody>
      </p:sp>
    </p:spTree>
    <p:extLst>
      <p:ext uri="{BB962C8B-B14F-4D97-AF65-F5344CB8AC3E}">
        <p14:creationId xmlns:p14="http://schemas.microsoft.com/office/powerpoint/2010/main" val="11419324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64899">
                                            <p:txEl>
                                              <p:pRg st="1" end="1"/>
                                            </p:txEl>
                                          </p:spTgt>
                                        </p:tgtEl>
                                        <p:attrNameLst>
                                          <p:attrName>style.visibility</p:attrName>
                                        </p:attrNameLst>
                                      </p:cBhvr>
                                      <p:to>
                                        <p:strVal val="visible"/>
                                      </p:to>
                                    </p:set>
                                    <p:anim calcmode="lin" valueType="num">
                                      <p:cBhvr additive="base">
                                        <p:cTn id="7" dur="500" fill="hold"/>
                                        <p:tgtEl>
                                          <p:spTgt spid="464899">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6489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464899">
                                            <p:txEl>
                                              <p:pRg st="2" end="2"/>
                                            </p:txEl>
                                          </p:spTgt>
                                        </p:tgtEl>
                                        <p:attrNameLst>
                                          <p:attrName>style.visibility</p:attrName>
                                        </p:attrNameLst>
                                      </p:cBhvr>
                                      <p:to>
                                        <p:strVal val="visible"/>
                                      </p:to>
                                    </p:set>
                                    <p:anim calcmode="lin" valueType="num">
                                      <p:cBhvr additive="base">
                                        <p:cTn id="13" dur="500" fill="hold"/>
                                        <p:tgtEl>
                                          <p:spTgt spid="464899">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6489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464899">
                                            <p:txEl>
                                              <p:pRg st="3" end="3"/>
                                            </p:txEl>
                                          </p:spTgt>
                                        </p:tgtEl>
                                        <p:attrNameLst>
                                          <p:attrName>style.visibility</p:attrName>
                                        </p:attrNameLst>
                                      </p:cBhvr>
                                      <p:to>
                                        <p:strVal val="visible"/>
                                      </p:to>
                                    </p:set>
                                    <p:anim calcmode="lin" valueType="num">
                                      <p:cBhvr additive="base">
                                        <p:cTn id="19" dur="500" fill="hold"/>
                                        <p:tgtEl>
                                          <p:spTgt spid="464899">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6489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464899">
                                            <p:txEl>
                                              <p:pRg st="4" end="4"/>
                                            </p:txEl>
                                          </p:spTgt>
                                        </p:tgtEl>
                                        <p:attrNameLst>
                                          <p:attrName>style.visibility</p:attrName>
                                        </p:attrNameLst>
                                      </p:cBhvr>
                                      <p:to>
                                        <p:strVal val="visible"/>
                                      </p:to>
                                    </p:set>
                                    <p:anim calcmode="lin" valueType="num">
                                      <p:cBhvr additive="base">
                                        <p:cTn id="25" dur="500" fill="hold"/>
                                        <p:tgtEl>
                                          <p:spTgt spid="464899">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6489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464899">
                                            <p:txEl>
                                              <p:pRg st="5" end="5"/>
                                            </p:txEl>
                                          </p:spTgt>
                                        </p:tgtEl>
                                        <p:attrNameLst>
                                          <p:attrName>style.visibility</p:attrName>
                                        </p:attrNameLst>
                                      </p:cBhvr>
                                      <p:to>
                                        <p:strVal val="visible"/>
                                      </p:to>
                                    </p:set>
                                    <p:anim calcmode="lin" valueType="num">
                                      <p:cBhvr additive="base">
                                        <p:cTn id="31" dur="500" fill="hold"/>
                                        <p:tgtEl>
                                          <p:spTgt spid="464899">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64899">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464899">
                                            <p:txEl>
                                              <p:pRg st="6" end="6"/>
                                            </p:txEl>
                                          </p:spTgt>
                                        </p:tgtEl>
                                        <p:attrNameLst>
                                          <p:attrName>style.visibility</p:attrName>
                                        </p:attrNameLst>
                                      </p:cBhvr>
                                      <p:to>
                                        <p:strVal val="visible"/>
                                      </p:to>
                                    </p:set>
                                    <p:anim calcmode="lin" valueType="num">
                                      <p:cBhvr additive="base">
                                        <p:cTn id="37" dur="500" fill="hold"/>
                                        <p:tgtEl>
                                          <p:spTgt spid="464899">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64899">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nodeType="clickEffect">
                                  <p:stCondLst>
                                    <p:cond delay="0"/>
                                  </p:stCondLst>
                                  <p:childTnLst>
                                    <p:set>
                                      <p:cBhvr>
                                        <p:cTn id="42" dur="1" fill="hold">
                                          <p:stCondLst>
                                            <p:cond delay="0"/>
                                          </p:stCondLst>
                                        </p:cTn>
                                        <p:tgtEl>
                                          <p:spTgt spid="464899">
                                            <p:txEl>
                                              <p:pRg st="7" end="7"/>
                                            </p:txEl>
                                          </p:spTgt>
                                        </p:tgtEl>
                                        <p:attrNameLst>
                                          <p:attrName>style.visibility</p:attrName>
                                        </p:attrNameLst>
                                      </p:cBhvr>
                                      <p:to>
                                        <p:strVal val="visible"/>
                                      </p:to>
                                    </p:set>
                                    <p:anim calcmode="lin" valueType="num">
                                      <p:cBhvr additive="base">
                                        <p:cTn id="43" dur="500" fill="hold"/>
                                        <p:tgtEl>
                                          <p:spTgt spid="464899">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64899">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7"/>
          <p:cNvSpPr>
            <a:spLocks noGrp="1"/>
          </p:cNvSpPr>
          <p:nvPr>
            <p:ph type="sldNum" sz="quarter" idx="12"/>
          </p:nvPr>
        </p:nvSpPr>
        <p:spPr/>
        <p:txBody>
          <a:bodyPr/>
          <a:lstStyle/>
          <a:p>
            <a:pPr>
              <a:defRPr/>
            </a:pPr>
            <a:fld id="{AAF42886-962E-440D-A6E5-7B7B52C86340}" type="slidenum">
              <a:rPr lang="en-US" altLang="ko-KR"/>
              <a:pPr>
                <a:defRPr/>
              </a:pPr>
              <a:t>160</a:t>
            </a:fld>
            <a:endParaRPr lang="en-US" altLang="ko-KR"/>
          </a:p>
        </p:txBody>
      </p:sp>
      <p:sp>
        <p:nvSpPr>
          <p:cNvPr id="29699" name="Rectangle 3"/>
          <p:cNvSpPr>
            <a:spLocks noGrp="1" noChangeArrowheads="1"/>
          </p:cNvSpPr>
          <p:nvPr>
            <p:ph type="body" sz="half" idx="1"/>
          </p:nvPr>
        </p:nvSpPr>
        <p:spPr>
          <a:xfrm>
            <a:off x="468313" y="1543050"/>
            <a:ext cx="8435975" cy="4968875"/>
          </a:xfrm>
        </p:spPr>
        <p:txBody>
          <a:bodyPr/>
          <a:lstStyle/>
          <a:p>
            <a:pPr marL="0" indent="0" eaLnBrk="1" hangingPunct="1">
              <a:lnSpc>
                <a:spcPct val="130000"/>
              </a:lnSpc>
              <a:buFontTx/>
              <a:buNone/>
              <a:defRPr/>
            </a:pPr>
            <a:r>
              <a:rPr lang="zh-CN" altLang="en-US" sz="2000" dirty="0" smtClean="0">
                <a:latin typeface="Times New Roman" panose="02020603050405020304" pitchFamily="18" charset="0"/>
                <a:ea typeface="微软雅黑" panose="020B0503020204020204" pitchFamily="34" charset="-122"/>
                <a:cs typeface="Times New Roman" panose="02020603050405020304" pitchFamily="18" charset="0"/>
              </a:rPr>
              <a:t>在谓词逻辑中，任何一个谓词公式都可以通过应用等价关系及推理规则化成相应的子句集。其化简步骤如下：</a:t>
            </a:r>
          </a:p>
          <a:p>
            <a:pPr marL="0" indent="0" eaLnBrk="1" hangingPunct="1">
              <a:lnSpc>
                <a:spcPct val="130000"/>
              </a:lnSpc>
              <a:buFontTx/>
              <a:buNone/>
              <a:defRPr/>
            </a:pP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(1) </a:t>
            </a:r>
            <a:r>
              <a:rPr lang="zh-CN" altLang="en-US" sz="2000" dirty="0" smtClean="0">
                <a:latin typeface="Times New Roman" panose="02020603050405020304" pitchFamily="18" charset="0"/>
                <a:ea typeface="微软雅黑" panose="020B0503020204020204" pitchFamily="34" charset="-122"/>
                <a:cs typeface="Times New Roman" panose="02020603050405020304" pitchFamily="18" charset="0"/>
              </a:rPr>
              <a:t>消去连接词“→”和“↔”</a:t>
            </a:r>
          </a:p>
          <a:p>
            <a:pPr eaLnBrk="1" hangingPunct="1">
              <a:lnSpc>
                <a:spcPct val="130000"/>
              </a:lnSpc>
              <a:defRPr/>
            </a:pPr>
            <a:r>
              <a:rPr lang="zh-CN" altLang="en-US" sz="2000" dirty="0" smtClean="0">
                <a:latin typeface="Times New Roman" panose="02020603050405020304" pitchFamily="18" charset="0"/>
                <a:ea typeface="微软雅黑" panose="020B0503020204020204" pitchFamily="34" charset="-122"/>
                <a:cs typeface="Times New Roman" panose="02020603050405020304" pitchFamily="18" charset="0"/>
              </a:rPr>
              <a:t>  反复使用如下等价公式</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smtClean="0">
                <a:latin typeface="Times New Roman" panose="02020603050405020304" pitchFamily="18" charset="0"/>
                <a:ea typeface="微软雅黑" panose="020B0503020204020204" pitchFamily="34" charset="-122"/>
                <a:cs typeface="Times New Roman" panose="02020603050405020304" pitchFamily="18" charset="0"/>
              </a:rPr>
              <a:t>即可消去谓词公式中的连接词“→”和“↔”。</a:t>
            </a:r>
          </a:p>
          <a:p>
            <a:pPr marL="0" indent="0" eaLnBrk="1" hangingPunct="1">
              <a:lnSpc>
                <a:spcPct val="130000"/>
              </a:lnSpc>
              <a:buFontTx/>
              <a:buNone/>
              <a:defRPr/>
            </a:pPr>
            <a:r>
              <a:rPr lang="zh-CN" altLang="en-US" sz="2000" dirty="0" smtClean="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dirty="0" err="1" smtClean="0">
                <a:latin typeface="Times New Roman" panose="02020603050405020304" pitchFamily="18" charset="0"/>
                <a:ea typeface="微软雅黑" panose="020B0503020204020204" pitchFamily="34" charset="-122"/>
                <a:cs typeface="Times New Roman" panose="02020603050405020304" pitchFamily="18" charset="0"/>
              </a:rPr>
              <a:t>P→Q</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  ⇔ ﹁ </a:t>
            </a:r>
            <a:r>
              <a:rPr lang="en-US" altLang="zh-CN" sz="2000" dirty="0" err="1" smtClean="0">
                <a:latin typeface="Times New Roman" panose="02020603050405020304" pitchFamily="18" charset="0"/>
                <a:ea typeface="微软雅黑" panose="020B0503020204020204" pitchFamily="34" charset="-122"/>
                <a:cs typeface="Times New Roman" panose="02020603050405020304" pitchFamily="18" charset="0"/>
              </a:rPr>
              <a:t>P∨Q</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 </a:t>
            </a:r>
          </a:p>
          <a:p>
            <a:pPr marL="0" indent="0" eaLnBrk="1" hangingPunct="1">
              <a:lnSpc>
                <a:spcPct val="130000"/>
              </a:lnSpc>
              <a:buFontTx/>
              <a:buNone/>
              <a:defRPr/>
            </a:pP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dirty="0" err="1" smtClean="0">
                <a:latin typeface="Times New Roman" panose="02020603050405020304" pitchFamily="18" charset="0"/>
                <a:ea typeface="微软雅黑" panose="020B0503020204020204" pitchFamily="34" charset="-122"/>
                <a:cs typeface="Times New Roman" panose="02020603050405020304" pitchFamily="18" charset="0"/>
              </a:rPr>
              <a:t>P↔Q</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000" dirty="0" err="1" smtClean="0">
                <a:latin typeface="Times New Roman" panose="02020603050405020304" pitchFamily="18" charset="0"/>
                <a:ea typeface="微软雅黑" panose="020B0503020204020204" pitchFamily="34" charset="-122"/>
                <a:cs typeface="Times New Roman" panose="02020603050405020304" pitchFamily="18" charset="0"/>
              </a:rPr>
              <a:t>P∧Q</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)∨(﹁P∧﹁Q)</a:t>
            </a:r>
          </a:p>
          <a:p>
            <a:pPr marL="0" indent="0" eaLnBrk="1" hangingPunct="1">
              <a:lnSpc>
                <a:spcPct val="130000"/>
              </a:lnSpc>
              <a:buFontTx/>
              <a:buNone/>
              <a:defRPr/>
            </a:pPr>
            <a:r>
              <a:rPr lang="zh-CN" altLang="en-US" sz="2000" dirty="0" smtClean="0">
                <a:latin typeface="Times New Roman" panose="02020603050405020304" pitchFamily="18" charset="0"/>
                <a:ea typeface="微软雅黑" panose="020B0503020204020204" pitchFamily="34" charset="-122"/>
                <a:cs typeface="Times New Roman" panose="02020603050405020304" pitchFamily="18" charset="0"/>
              </a:rPr>
              <a:t>例如公式</a:t>
            </a:r>
          </a:p>
          <a:p>
            <a:pPr marL="0" indent="0" eaLnBrk="1" hangingPunct="1">
              <a:lnSpc>
                <a:spcPct val="130000"/>
              </a:lnSpc>
              <a:buFontTx/>
              <a:buNone/>
              <a:defRPr/>
            </a:pPr>
            <a:r>
              <a:rPr lang="zh-CN" altLang="en-US" sz="2000" dirty="0" smtClean="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(∀x)((∀y)P(</a:t>
            </a:r>
            <a:r>
              <a:rPr lang="en-US" altLang="zh-CN" sz="2000" dirty="0" err="1" smtClean="0">
                <a:latin typeface="Times New Roman" panose="02020603050405020304" pitchFamily="18" charset="0"/>
                <a:ea typeface="微软雅黑" panose="020B0503020204020204" pitchFamily="34" charset="-122"/>
                <a:cs typeface="Times New Roman" panose="02020603050405020304" pitchFamily="18" charset="0"/>
              </a:rPr>
              <a:t>x,y</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 (∀y)(Q(</a:t>
            </a:r>
            <a:r>
              <a:rPr lang="en-US" altLang="zh-CN" sz="2000" dirty="0" err="1" smtClean="0">
                <a:latin typeface="Times New Roman" panose="02020603050405020304" pitchFamily="18" charset="0"/>
                <a:ea typeface="微软雅黑" panose="020B0503020204020204" pitchFamily="34" charset="-122"/>
                <a:cs typeface="Times New Roman" panose="02020603050405020304" pitchFamily="18" charset="0"/>
              </a:rPr>
              <a:t>x,y</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dirty="0" err="1" smtClean="0">
                <a:latin typeface="Times New Roman" panose="02020603050405020304" pitchFamily="18" charset="0"/>
                <a:ea typeface="微软雅黑" panose="020B0503020204020204" pitchFamily="34" charset="-122"/>
                <a:cs typeface="Times New Roman" panose="02020603050405020304" pitchFamily="18" charset="0"/>
              </a:rPr>
              <a:t>x,y</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a:t>
            </a:r>
          </a:p>
          <a:p>
            <a:pPr marL="0" indent="0" eaLnBrk="1" hangingPunct="1">
              <a:lnSpc>
                <a:spcPct val="130000"/>
              </a:lnSpc>
              <a:buFontTx/>
              <a:buNone/>
              <a:defRPr/>
            </a:pPr>
            <a:r>
              <a:rPr lang="zh-CN" altLang="en-US" sz="2000" dirty="0" smtClean="0">
                <a:latin typeface="Times New Roman" panose="02020603050405020304" pitchFamily="18" charset="0"/>
                <a:ea typeface="微软雅黑" panose="020B0503020204020204" pitchFamily="34" charset="-122"/>
                <a:cs typeface="Times New Roman" panose="02020603050405020304" pitchFamily="18" charset="0"/>
              </a:rPr>
              <a:t>         经等价变化后为</a:t>
            </a:r>
          </a:p>
          <a:p>
            <a:pPr marL="0" indent="0" eaLnBrk="1" hangingPunct="1">
              <a:lnSpc>
                <a:spcPct val="130000"/>
              </a:lnSpc>
              <a:buFontTx/>
              <a:buNone/>
              <a:defRPr/>
            </a:pPr>
            <a:r>
              <a:rPr lang="zh-CN" altLang="en-US" sz="2000" dirty="0" smtClean="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(∀x)(﹁(∀y)P(</a:t>
            </a:r>
            <a:r>
              <a:rPr lang="en-US" altLang="zh-CN" sz="2000" dirty="0" err="1" smtClean="0">
                <a:latin typeface="Times New Roman" panose="02020603050405020304" pitchFamily="18" charset="0"/>
                <a:ea typeface="微软雅黑" panose="020B0503020204020204" pitchFamily="34" charset="-122"/>
                <a:cs typeface="Times New Roman" panose="02020603050405020304" pitchFamily="18" charset="0"/>
              </a:rPr>
              <a:t>x,y</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 (∀y)(﹁Q(</a:t>
            </a:r>
            <a:r>
              <a:rPr lang="en-US" altLang="zh-CN" sz="2000" dirty="0" err="1" smtClean="0">
                <a:latin typeface="Times New Roman" panose="02020603050405020304" pitchFamily="18" charset="0"/>
                <a:ea typeface="微软雅黑" panose="020B0503020204020204" pitchFamily="34" charset="-122"/>
                <a:cs typeface="Times New Roman" panose="02020603050405020304" pitchFamily="18" charset="0"/>
              </a:rPr>
              <a:t>x,y</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dirty="0" err="1" smtClean="0">
                <a:latin typeface="Times New Roman" panose="02020603050405020304" pitchFamily="18" charset="0"/>
                <a:ea typeface="微软雅黑" panose="020B0503020204020204" pitchFamily="34" charset="-122"/>
                <a:cs typeface="Times New Roman" panose="02020603050405020304" pitchFamily="18" charset="0"/>
              </a:rPr>
              <a:t>x,y</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5" name="矩形 4"/>
          <p:cNvSpPr/>
          <p:nvPr/>
        </p:nvSpPr>
        <p:spPr>
          <a:xfrm>
            <a:off x="1692275" y="549275"/>
            <a:ext cx="4354077" cy="646331"/>
          </a:xfrm>
          <a:prstGeom prst="rect">
            <a:avLst/>
          </a:prstGeom>
        </p:spPr>
        <p:txBody>
          <a:bodyPr wrap="none">
            <a:spAutoFit/>
          </a:bodyPr>
          <a:lstStyle/>
          <a:p>
            <a:pPr>
              <a:defRPr/>
            </a:pPr>
            <a:r>
              <a:rPr lang="zh-CN" altLang="en-US" sz="3600" b="1" dirty="0" smtClean="0">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公式</a:t>
            </a:r>
            <a:r>
              <a:rPr lang="zh-CN" altLang="en-US" sz="3600" b="1" dirty="0">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到子句集的转换</a:t>
            </a:r>
            <a:endParaRPr lang="zh-CN" altLang="en-US" sz="3600" dirty="0"/>
          </a:p>
        </p:txBody>
      </p:sp>
      <p:sp>
        <p:nvSpPr>
          <p:cNvPr id="6" name="Text Box 4"/>
          <p:cNvSpPr txBox="1">
            <a:spLocks noChangeArrowheads="1"/>
          </p:cNvSpPr>
          <p:nvPr/>
        </p:nvSpPr>
        <p:spPr bwMode="auto">
          <a:xfrm>
            <a:off x="107504" y="114300"/>
            <a:ext cx="2339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2200">
                <a:solidFill>
                  <a:schemeClr val="tx1"/>
                </a:solidFill>
                <a:latin typeface="-윤체M" panose="020B0604020202020204" charset="-127"/>
                <a:ea typeface="-윤체M" panose="020B0604020202020204" charset="-127"/>
              </a:defRPr>
            </a:lvl1pPr>
            <a:lvl2pPr marL="742950" indent="-285750" latinLnBrk="1">
              <a:spcBef>
                <a:spcPct val="20000"/>
              </a:spcBef>
              <a:buChar char="•"/>
              <a:defRPr kumimoji="1" sz="2000">
                <a:solidFill>
                  <a:schemeClr val="tx1"/>
                </a:solidFill>
                <a:latin typeface="-윤체M" panose="020B0604020202020204" charset="-127"/>
                <a:ea typeface="-윤체M" panose="020B0604020202020204" charset="-127"/>
              </a:defRPr>
            </a:lvl2pPr>
            <a:lvl3pPr marL="1143000" indent="-228600" latinLnBrk="1">
              <a:spcBef>
                <a:spcPct val="20000"/>
              </a:spcBef>
              <a:buChar char="•"/>
              <a:defRPr kumimoji="1">
                <a:solidFill>
                  <a:schemeClr val="tx1"/>
                </a:solidFill>
                <a:latin typeface="-윤체M" panose="020B0604020202020204" charset="-127"/>
                <a:ea typeface="-윤체M" panose="020B0604020202020204" charset="-127"/>
              </a:defRPr>
            </a:lvl3pPr>
            <a:lvl4pPr marL="1600200" indent="-228600" latinLnBrk="1">
              <a:spcBef>
                <a:spcPct val="20000"/>
              </a:spcBef>
              <a:buChar char="•"/>
              <a:defRPr kumimoji="1" sz="1600">
                <a:solidFill>
                  <a:schemeClr val="tx1"/>
                </a:solidFill>
                <a:latin typeface="-윤체M" panose="020B0604020202020204" charset="-127"/>
                <a:ea typeface="-윤체M" panose="020B0604020202020204" charset="-127"/>
              </a:defRPr>
            </a:lvl4pPr>
            <a:lvl5pPr marL="2057400" indent="-228600" latinLnBrk="1">
              <a:spcBef>
                <a:spcPct val="20000"/>
              </a:spcBef>
              <a:buChar char="•"/>
              <a:defRPr kumimoji="1" sz="1400">
                <a:solidFill>
                  <a:schemeClr val="tx1"/>
                </a:solidFill>
                <a:latin typeface="-윤체M" panose="020B0604020202020204" charset="-127"/>
                <a:ea typeface="-윤체M" panose="020B0604020202020204"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9pPr>
          </a:lstStyle>
          <a:p>
            <a:pPr eaLnBrk="1" hangingPunct="1">
              <a:spcBef>
                <a:spcPct val="50000"/>
              </a:spcBef>
              <a:buFontTx/>
              <a:buNone/>
            </a:pPr>
            <a:r>
              <a:rPr lang="zh-CN" altLang="en-US" sz="2400" dirty="0" smtClean="0">
                <a:latin typeface="华文行楷" panose="02010800040101010101" pitchFamily="2" charset="-122"/>
                <a:ea typeface="华文行楷" panose="02010800040101010101" pitchFamily="2" charset="-122"/>
              </a:rPr>
              <a:t>附录</a:t>
            </a:r>
            <a:endParaRPr lang="en-US" altLang="zh-CN" sz="2400" dirty="0">
              <a:latin typeface="华文行楷" panose="02010800040101010101" pitchFamily="2" charset="-122"/>
              <a:ea typeface="华文行楷" panose="02010800040101010101" pitchFamily="2" charset="-122"/>
            </a:endParaRPr>
          </a:p>
        </p:txBody>
      </p:sp>
    </p:spTree>
    <p:extLst>
      <p:ext uri="{BB962C8B-B14F-4D97-AF65-F5344CB8AC3E}">
        <p14:creationId xmlns:p14="http://schemas.microsoft.com/office/powerpoint/2010/main" val="3113284166"/>
      </p:ext>
    </p:extLst>
  </p:cSld>
  <p:clrMapOvr>
    <a:masterClrMapping/>
  </p:clrMapOvr>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7"/>
          <p:cNvSpPr>
            <a:spLocks noGrp="1"/>
          </p:cNvSpPr>
          <p:nvPr>
            <p:ph type="sldNum" sz="quarter" idx="12"/>
          </p:nvPr>
        </p:nvSpPr>
        <p:spPr/>
        <p:txBody>
          <a:bodyPr/>
          <a:lstStyle/>
          <a:p>
            <a:pPr>
              <a:defRPr/>
            </a:pPr>
            <a:fld id="{F435F1A2-A054-4A68-8BFE-F1398214DC78}" type="slidenum">
              <a:rPr lang="en-US" altLang="ko-KR"/>
              <a:pPr>
                <a:defRPr/>
              </a:pPr>
              <a:t>161</a:t>
            </a:fld>
            <a:endParaRPr lang="en-US" altLang="ko-KR"/>
          </a:p>
        </p:txBody>
      </p:sp>
      <p:sp>
        <p:nvSpPr>
          <p:cNvPr id="30724" name="Rectangle 3"/>
          <p:cNvSpPr>
            <a:spLocks noGrp="1" noChangeArrowheads="1"/>
          </p:cNvSpPr>
          <p:nvPr>
            <p:ph type="body" sz="half" idx="1"/>
          </p:nvPr>
        </p:nvSpPr>
        <p:spPr>
          <a:xfrm>
            <a:off x="179388" y="1220788"/>
            <a:ext cx="4537075" cy="5256212"/>
          </a:xfrm>
        </p:spPr>
        <p:txBody>
          <a:bodyPr/>
          <a:lstStyle/>
          <a:p>
            <a:pPr marL="0" indent="0" eaLnBrk="1" hangingPunct="1">
              <a:lnSpc>
                <a:spcPct val="120000"/>
              </a:lnSpc>
              <a:buFontTx/>
              <a:buNone/>
              <a:defRPr/>
            </a:pP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(2) </a:t>
            </a:r>
            <a:r>
              <a:rPr lang="zh-CN" altLang="en-US" sz="2000" b="1" dirty="0" smtClean="0">
                <a:latin typeface="Times New Roman" panose="02020603050405020304" pitchFamily="18" charset="0"/>
                <a:ea typeface="微软雅黑" panose="020B0503020204020204" pitchFamily="34" charset="-122"/>
                <a:cs typeface="Times New Roman" panose="02020603050405020304" pitchFamily="18" charset="0"/>
              </a:rPr>
              <a:t>减少否定符号的辖域</a:t>
            </a:r>
            <a:r>
              <a:rPr lang="zh-CN" altLang="en-US" sz="2000" dirty="0" smtClean="0">
                <a:latin typeface="Times New Roman" panose="02020603050405020304" pitchFamily="18" charset="0"/>
                <a:ea typeface="微软雅黑" panose="020B0503020204020204" pitchFamily="34" charset="-122"/>
                <a:cs typeface="Times New Roman" panose="02020603050405020304" pitchFamily="18" charset="0"/>
              </a:rPr>
              <a:t>，将每个否定符号“</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smtClean="0">
                <a:latin typeface="Times New Roman" panose="02020603050405020304" pitchFamily="18" charset="0"/>
                <a:ea typeface="微软雅黑" panose="020B0503020204020204" pitchFamily="34" charset="-122"/>
                <a:cs typeface="Times New Roman" panose="02020603050405020304" pitchFamily="18" charset="0"/>
              </a:rPr>
              <a:t>移到仅靠谓词的位置，使得每个否定符号最多只作用于一个谓词上。</a:t>
            </a:r>
          </a:p>
          <a:p>
            <a:pPr marL="361950" indent="-361950" eaLnBrk="1" hangingPunct="1">
              <a:lnSpc>
                <a:spcPct val="120000"/>
              </a:lnSpc>
              <a:defRPr/>
            </a:pPr>
            <a:r>
              <a:rPr lang="zh-CN" altLang="en-US" sz="2000" dirty="0" smtClean="0">
                <a:latin typeface="Times New Roman" panose="02020603050405020304" pitchFamily="18" charset="0"/>
                <a:ea typeface="微软雅黑" panose="020B0503020204020204" pitchFamily="34" charset="-122"/>
                <a:cs typeface="Times New Roman" panose="02020603050405020304" pitchFamily="18" charset="0"/>
              </a:rPr>
              <a:t>反复使用双重否定率    </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﹁(﹁P) ⇔ P</a:t>
            </a:r>
          </a:p>
          <a:p>
            <a:pPr marL="361950" indent="-361950" eaLnBrk="1" hangingPunct="1">
              <a:lnSpc>
                <a:spcPct val="120000"/>
              </a:lnSpc>
              <a:defRPr/>
            </a:pPr>
            <a:r>
              <a:rPr lang="zh-CN" altLang="en-US" sz="2000" dirty="0" smtClean="0">
                <a:latin typeface="Times New Roman" panose="02020603050405020304" pitchFamily="18" charset="0"/>
                <a:ea typeface="微软雅黑" panose="020B0503020204020204" pitchFamily="34" charset="-122"/>
                <a:cs typeface="Times New Roman" panose="02020603050405020304" pitchFamily="18" charset="0"/>
              </a:rPr>
              <a:t>摩根定律</a:t>
            </a:r>
          </a:p>
          <a:p>
            <a:pPr marL="361950" indent="-361950" eaLnBrk="1" hangingPunct="1">
              <a:lnSpc>
                <a:spcPct val="120000"/>
              </a:lnSpc>
              <a:buFontTx/>
              <a:buNone/>
              <a:defRPr/>
            </a:pPr>
            <a:r>
              <a:rPr lang="zh-CN" altLang="en-US" sz="2000" dirty="0" smtClean="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err="1" smtClean="0">
                <a:latin typeface="Times New Roman" panose="02020603050405020304" pitchFamily="18" charset="0"/>
                <a:ea typeface="微软雅黑" panose="020B0503020204020204" pitchFamily="34" charset="-122"/>
                <a:cs typeface="Times New Roman" panose="02020603050405020304" pitchFamily="18" charset="0"/>
              </a:rPr>
              <a:t>P∧Q</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 ⇔﹁P∨﹁Q</a:t>
            </a:r>
          </a:p>
          <a:p>
            <a:pPr marL="361950" indent="-361950" eaLnBrk="1" hangingPunct="1">
              <a:lnSpc>
                <a:spcPct val="120000"/>
              </a:lnSpc>
              <a:buFontTx/>
              <a:buNone/>
              <a:defRPr/>
            </a:pP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dirty="0" err="1" smtClean="0">
                <a:latin typeface="Times New Roman" panose="02020603050405020304" pitchFamily="18" charset="0"/>
                <a:ea typeface="微软雅黑" panose="020B0503020204020204" pitchFamily="34" charset="-122"/>
                <a:cs typeface="Times New Roman" panose="02020603050405020304" pitchFamily="18" charset="0"/>
              </a:rPr>
              <a:t>P∨Q</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 ⇔﹁P∧﹁Q</a:t>
            </a:r>
          </a:p>
          <a:p>
            <a:pPr marL="361950" indent="-361950" eaLnBrk="1" hangingPunct="1">
              <a:lnSpc>
                <a:spcPct val="120000"/>
              </a:lnSpc>
              <a:defRPr/>
            </a:pPr>
            <a:r>
              <a:rPr lang="zh-CN" altLang="en-US" sz="2000" dirty="0" smtClean="0">
                <a:latin typeface="Times New Roman" panose="02020603050405020304" pitchFamily="18" charset="0"/>
                <a:ea typeface="微软雅黑" panose="020B0503020204020204" pitchFamily="34" charset="-122"/>
                <a:cs typeface="Times New Roman" panose="02020603050405020304" pitchFamily="18" charset="0"/>
              </a:rPr>
              <a:t>量词转换率</a:t>
            </a:r>
          </a:p>
          <a:p>
            <a:pPr marL="361950" indent="-361950" eaLnBrk="1" hangingPunct="1">
              <a:lnSpc>
                <a:spcPct val="120000"/>
              </a:lnSpc>
              <a:buFontTx/>
              <a:buNone/>
              <a:defRPr/>
            </a:pPr>
            <a:r>
              <a:rPr lang="zh-CN" altLang="en-US" sz="2000" dirty="0" smtClean="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 (∀x)P(x) ⇔ (∃x) ﹁P(x)</a:t>
            </a:r>
          </a:p>
          <a:p>
            <a:pPr marL="361950" indent="-361950" eaLnBrk="1" hangingPunct="1">
              <a:lnSpc>
                <a:spcPct val="120000"/>
              </a:lnSpc>
              <a:buFontTx/>
              <a:buNone/>
              <a:defRPr/>
            </a:pP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       ﹁ (∃x)P(x) ⇔ (∀x)</a:t>
            </a:r>
            <a:r>
              <a:rPr lang="zh-CN" altLang="en-US" sz="2000" dirty="0" smtClean="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P(x)</a:t>
            </a:r>
          </a:p>
          <a:p>
            <a:pPr marL="361950" indent="-361950" eaLnBrk="1" hangingPunct="1">
              <a:lnSpc>
                <a:spcPct val="120000"/>
              </a:lnSpc>
              <a:buFontTx/>
              <a:buNone/>
              <a:defRPr/>
            </a:pPr>
            <a:r>
              <a:rPr lang="zh-CN" altLang="en-US" sz="2000" dirty="0" smtClean="0">
                <a:latin typeface="Times New Roman" panose="02020603050405020304" pitchFamily="18" charset="0"/>
                <a:ea typeface="微软雅黑" panose="020B0503020204020204" pitchFamily="34" charset="-122"/>
                <a:cs typeface="Times New Roman" panose="02020603050405020304" pitchFamily="18" charset="0"/>
              </a:rPr>
              <a:t>例如，上式经等价变换后为</a:t>
            </a:r>
          </a:p>
          <a:p>
            <a:pPr marL="0" indent="0" eaLnBrk="1" hangingPunct="1">
              <a:lnSpc>
                <a:spcPct val="120000"/>
              </a:lnSpc>
              <a:buFontTx/>
              <a:buNone/>
              <a:defRPr/>
            </a:pPr>
            <a:r>
              <a:rPr lang="zh-CN" altLang="en-US" sz="2000" dirty="0" smtClean="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(∀x)((∃y)﹁P(x</a:t>
            </a:r>
            <a:r>
              <a:rPr lang="zh-CN" altLang="en-US" sz="2000" dirty="0" smtClean="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y)∨(∃y)( Q(x</a:t>
            </a:r>
            <a:r>
              <a:rPr lang="zh-CN" altLang="en-US" sz="2000" dirty="0" smtClean="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y) ∧﹁R(x</a:t>
            </a:r>
            <a:r>
              <a:rPr lang="zh-CN" altLang="en-US" sz="2000" dirty="0" smtClean="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y)))</a:t>
            </a:r>
          </a:p>
        </p:txBody>
      </p:sp>
      <p:sp>
        <p:nvSpPr>
          <p:cNvPr id="6" name="矩形 5"/>
          <p:cNvSpPr/>
          <p:nvPr/>
        </p:nvSpPr>
        <p:spPr>
          <a:xfrm>
            <a:off x="1692275" y="260350"/>
            <a:ext cx="4354077" cy="646331"/>
          </a:xfrm>
          <a:prstGeom prst="rect">
            <a:avLst/>
          </a:prstGeom>
        </p:spPr>
        <p:txBody>
          <a:bodyPr wrap="none">
            <a:spAutoFit/>
          </a:bodyPr>
          <a:lstStyle/>
          <a:p>
            <a:pPr>
              <a:defRPr/>
            </a:pPr>
            <a:r>
              <a:rPr lang="zh-CN" altLang="en-US" sz="3600" b="1" dirty="0" smtClean="0">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公式</a:t>
            </a:r>
            <a:r>
              <a:rPr lang="zh-CN" altLang="en-US" sz="3600" b="1" dirty="0">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到子句集的转换</a:t>
            </a:r>
            <a:endParaRPr lang="zh-CN" altLang="en-US" sz="3600" dirty="0"/>
          </a:p>
        </p:txBody>
      </p:sp>
      <p:sp>
        <p:nvSpPr>
          <p:cNvPr id="134149" name="Rectangle 3"/>
          <p:cNvSpPr txBox="1">
            <a:spLocks noChangeArrowheads="1"/>
          </p:cNvSpPr>
          <p:nvPr/>
        </p:nvSpPr>
        <p:spPr bwMode="auto">
          <a:xfrm>
            <a:off x="4948238" y="1220788"/>
            <a:ext cx="4195762" cy="566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latinLnBrk="1">
              <a:spcBef>
                <a:spcPct val="20000"/>
              </a:spcBef>
              <a:buChar char="•"/>
              <a:defRPr kumimoji="1" sz="2200">
                <a:solidFill>
                  <a:schemeClr val="tx1"/>
                </a:solidFill>
                <a:latin typeface="-윤체M" panose="020B0604020202020204" charset="-127"/>
                <a:ea typeface="-윤체M" panose="020B0604020202020204" charset="-127"/>
              </a:defRPr>
            </a:lvl1pPr>
            <a:lvl2pPr marL="742950" indent="-285750" latinLnBrk="1">
              <a:spcBef>
                <a:spcPct val="20000"/>
              </a:spcBef>
              <a:buChar char="•"/>
              <a:defRPr kumimoji="1" sz="2000">
                <a:solidFill>
                  <a:schemeClr val="tx1"/>
                </a:solidFill>
                <a:latin typeface="-윤체M" panose="020B0604020202020204" charset="-127"/>
                <a:ea typeface="-윤체M" panose="020B0604020202020204" charset="-127"/>
              </a:defRPr>
            </a:lvl2pPr>
            <a:lvl3pPr marL="1143000" indent="-228600" latinLnBrk="1">
              <a:spcBef>
                <a:spcPct val="20000"/>
              </a:spcBef>
              <a:buChar char="•"/>
              <a:defRPr kumimoji="1">
                <a:solidFill>
                  <a:schemeClr val="tx1"/>
                </a:solidFill>
                <a:latin typeface="-윤체M" panose="020B0604020202020204" charset="-127"/>
                <a:ea typeface="-윤체M" panose="020B0604020202020204" charset="-127"/>
              </a:defRPr>
            </a:lvl3pPr>
            <a:lvl4pPr marL="1600200" indent="-228600" latinLnBrk="1">
              <a:spcBef>
                <a:spcPct val="20000"/>
              </a:spcBef>
              <a:buChar char="•"/>
              <a:defRPr kumimoji="1" sz="1600">
                <a:solidFill>
                  <a:schemeClr val="tx1"/>
                </a:solidFill>
                <a:latin typeface="-윤체M" panose="020B0604020202020204" charset="-127"/>
                <a:ea typeface="-윤체M" panose="020B0604020202020204" charset="-127"/>
              </a:defRPr>
            </a:lvl4pPr>
            <a:lvl5pPr marL="2057400" indent="-228600" latinLnBrk="1">
              <a:spcBef>
                <a:spcPct val="20000"/>
              </a:spcBef>
              <a:buChar char="•"/>
              <a:defRPr kumimoji="1" sz="1400">
                <a:solidFill>
                  <a:schemeClr val="tx1"/>
                </a:solidFill>
                <a:latin typeface="-윤체M" panose="020B0604020202020204" charset="-127"/>
                <a:ea typeface="-윤체M" panose="020B0604020202020204"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9pPr>
          </a:lstStyle>
          <a:p>
            <a:pPr eaLnBrk="1" hangingPunct="1">
              <a:lnSpc>
                <a:spcPct val="120000"/>
              </a:lnSpc>
              <a:buFontTx/>
              <a:buNone/>
            </a:pPr>
            <a:r>
              <a:rPr lang="zh-CN" altLang="en-US" sz="2000" b="1">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1">
                <a:latin typeface="Times New Roman" panose="02020603050405020304" pitchFamily="18" charset="0"/>
                <a:ea typeface="微软雅黑" panose="020B0503020204020204" pitchFamily="34" charset="-122"/>
                <a:cs typeface="Times New Roman" panose="02020603050405020304" pitchFamily="18" charset="0"/>
              </a:rPr>
              <a:t>(3) </a:t>
            </a:r>
            <a:r>
              <a:rPr lang="zh-CN" altLang="en-US" sz="2000" b="1">
                <a:latin typeface="Times New Roman" panose="02020603050405020304" pitchFamily="18" charset="0"/>
                <a:ea typeface="微软雅黑" panose="020B0503020204020204" pitchFamily="34" charset="-122"/>
                <a:cs typeface="Times New Roman" panose="02020603050405020304" pitchFamily="18" charset="0"/>
              </a:rPr>
              <a:t>对变元标准化</a:t>
            </a:r>
          </a:p>
          <a:p>
            <a:pPr eaLnBrk="1" hangingPunct="1">
              <a:lnSpc>
                <a:spcPct val="120000"/>
              </a:lnSpc>
              <a:buFontTx/>
              <a:buNone/>
            </a:pPr>
            <a:r>
              <a:rPr lang="zh-CN" altLang="en-US" sz="2000">
                <a:latin typeface="Times New Roman" panose="02020603050405020304" pitchFamily="18" charset="0"/>
                <a:ea typeface="微软雅黑" panose="020B0503020204020204" pitchFamily="34" charset="-122"/>
                <a:cs typeface="Times New Roman" panose="02020603050405020304" pitchFamily="18" charset="0"/>
              </a:rPr>
              <a:t>使不同量词约束的变元有不同的名字。上式经变换后为</a:t>
            </a:r>
            <a:endParaRPr lang="en-US" altLang="zh-CN" sz="2000">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lnSpc>
                <a:spcPct val="120000"/>
              </a:lnSpc>
              <a:buFontTx/>
              <a:buNone/>
            </a:pPr>
            <a:r>
              <a:rPr lang="zh-CN" altLang="en-US" sz="200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a:latin typeface="Times New Roman" panose="02020603050405020304" pitchFamily="18" charset="0"/>
                <a:ea typeface="微软雅黑" panose="020B0503020204020204" pitchFamily="34" charset="-122"/>
                <a:cs typeface="Times New Roman" panose="02020603050405020304" pitchFamily="18" charset="0"/>
              </a:rPr>
              <a:t>(∀x)((∃y)﹁P(x</a:t>
            </a:r>
            <a:r>
              <a:rPr lang="zh-CN" altLang="en-US" sz="200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a:latin typeface="Times New Roman" panose="02020603050405020304" pitchFamily="18" charset="0"/>
                <a:ea typeface="微软雅黑" panose="020B0503020204020204" pitchFamily="34" charset="-122"/>
                <a:cs typeface="Times New Roman" panose="02020603050405020304" pitchFamily="18" charset="0"/>
              </a:rPr>
              <a:t>y)∨(∃z)( Q(x</a:t>
            </a:r>
            <a:r>
              <a:rPr lang="zh-CN" altLang="en-US" sz="200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a:latin typeface="Times New Roman" panose="02020603050405020304" pitchFamily="18" charset="0"/>
                <a:ea typeface="微软雅黑" panose="020B0503020204020204" pitchFamily="34" charset="-122"/>
                <a:cs typeface="Times New Roman" panose="02020603050405020304" pitchFamily="18" charset="0"/>
              </a:rPr>
              <a:t>z) ∧﹁R(x</a:t>
            </a:r>
            <a:r>
              <a:rPr lang="zh-CN" altLang="en-US" sz="200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a:latin typeface="Times New Roman" panose="02020603050405020304" pitchFamily="18" charset="0"/>
                <a:ea typeface="微软雅黑" panose="020B0503020204020204" pitchFamily="34" charset="-122"/>
                <a:cs typeface="Times New Roman" panose="02020603050405020304" pitchFamily="18" charset="0"/>
              </a:rPr>
              <a:t>z)))</a:t>
            </a:r>
          </a:p>
          <a:p>
            <a:pPr eaLnBrk="1" hangingPunct="1">
              <a:lnSpc>
                <a:spcPct val="120000"/>
              </a:lnSpc>
              <a:buFontTx/>
              <a:buNone/>
            </a:pPr>
            <a:r>
              <a:rPr lang="en-US" altLang="zh-CN" sz="2000" b="1">
                <a:latin typeface="Times New Roman" panose="02020603050405020304" pitchFamily="18" charset="0"/>
                <a:ea typeface="微软雅黑" panose="020B0503020204020204" pitchFamily="34" charset="-122"/>
                <a:cs typeface="Times New Roman" panose="02020603050405020304" pitchFamily="18" charset="0"/>
              </a:rPr>
              <a:t> (4) </a:t>
            </a:r>
            <a:r>
              <a:rPr lang="zh-CN" altLang="en-US" sz="2000" b="1">
                <a:latin typeface="Times New Roman" panose="02020603050405020304" pitchFamily="18" charset="0"/>
                <a:ea typeface="微软雅黑" panose="020B0503020204020204" pitchFamily="34" charset="-122"/>
                <a:cs typeface="Times New Roman" panose="02020603050405020304" pitchFamily="18" charset="0"/>
              </a:rPr>
              <a:t>化为前束范式</a:t>
            </a:r>
            <a:endParaRPr lang="en-US" altLang="zh-CN" sz="2000" b="1">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lnSpc>
                <a:spcPct val="120000"/>
              </a:lnSpc>
              <a:buFontTx/>
              <a:buNone/>
            </a:pPr>
            <a:r>
              <a:rPr lang="zh-CN" altLang="en-US" sz="2000">
                <a:latin typeface="Times New Roman" panose="02020603050405020304" pitchFamily="18" charset="0"/>
                <a:ea typeface="微软雅黑" panose="020B0503020204020204" pitchFamily="34" charset="-122"/>
                <a:cs typeface="Times New Roman" panose="02020603050405020304" pitchFamily="18" charset="0"/>
              </a:rPr>
              <a:t>把所有量词都移到公式的左边，并且在移动时不能改变其相对顺序。      </a:t>
            </a:r>
            <a:endParaRPr lang="en-US" altLang="zh-CN" sz="2000">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lnSpc>
                <a:spcPct val="120000"/>
              </a:lnSpc>
              <a:buFontTx/>
              <a:buNone/>
            </a:pPr>
            <a:r>
              <a:rPr lang="zh-CN" altLang="en-US" sz="2000">
                <a:latin typeface="Times New Roman" panose="02020603050405020304" pitchFamily="18" charset="0"/>
                <a:ea typeface="微软雅黑" panose="020B0503020204020204" pitchFamily="34" charset="-122"/>
                <a:cs typeface="Times New Roman" panose="02020603050405020304" pitchFamily="18" charset="0"/>
              </a:rPr>
              <a:t>上式化为前束范式后为</a:t>
            </a:r>
            <a:endParaRPr lang="en-US" altLang="zh-CN" sz="2000">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lnSpc>
                <a:spcPct val="120000"/>
              </a:lnSpc>
              <a:buFontTx/>
              <a:buNone/>
            </a:pPr>
            <a:r>
              <a:rPr lang="en-US" altLang="zh-CN" sz="2000">
                <a:latin typeface="Times New Roman" panose="02020603050405020304" pitchFamily="18" charset="0"/>
                <a:ea typeface="微软雅黑" panose="020B0503020204020204" pitchFamily="34" charset="-122"/>
                <a:cs typeface="Times New Roman" panose="02020603050405020304" pitchFamily="18" charset="0"/>
              </a:rPr>
              <a:t>(∀x)(∃y) (∃z)(﹁P(x</a:t>
            </a:r>
            <a:r>
              <a:rPr lang="zh-CN" altLang="en-US" sz="200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a:latin typeface="Times New Roman" panose="02020603050405020304" pitchFamily="18" charset="0"/>
                <a:ea typeface="微软雅黑" panose="020B0503020204020204" pitchFamily="34" charset="-122"/>
                <a:cs typeface="Times New Roman" panose="02020603050405020304" pitchFamily="18" charset="0"/>
              </a:rPr>
              <a:t>y)∨( Q(x</a:t>
            </a:r>
            <a:r>
              <a:rPr lang="zh-CN" altLang="en-US" sz="200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a:latin typeface="Times New Roman" panose="02020603050405020304" pitchFamily="18" charset="0"/>
                <a:ea typeface="微软雅黑" panose="020B0503020204020204" pitchFamily="34" charset="-122"/>
                <a:cs typeface="Times New Roman" panose="02020603050405020304" pitchFamily="18" charset="0"/>
              </a:rPr>
              <a:t>z) ∧﹁R(x</a:t>
            </a:r>
            <a:r>
              <a:rPr lang="zh-CN" altLang="en-US" sz="200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a:latin typeface="Times New Roman" panose="02020603050405020304" pitchFamily="18" charset="0"/>
                <a:ea typeface="微软雅黑" panose="020B0503020204020204" pitchFamily="34" charset="-122"/>
                <a:cs typeface="Times New Roman" panose="02020603050405020304" pitchFamily="18" charset="0"/>
              </a:rPr>
              <a:t>z)))</a:t>
            </a:r>
          </a:p>
        </p:txBody>
      </p:sp>
      <p:cxnSp>
        <p:nvCxnSpPr>
          <p:cNvPr id="134150" name="直接连接符 4"/>
          <p:cNvCxnSpPr>
            <a:cxnSpLocks noChangeShapeType="1"/>
          </p:cNvCxnSpPr>
          <p:nvPr/>
        </p:nvCxnSpPr>
        <p:spPr bwMode="auto">
          <a:xfrm>
            <a:off x="4859338" y="1220788"/>
            <a:ext cx="0" cy="5256212"/>
          </a:xfrm>
          <a:prstGeom prst="line">
            <a:avLst/>
          </a:prstGeom>
          <a:noFill/>
          <a:ln w="3810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 name="Text Box 4"/>
          <p:cNvSpPr txBox="1">
            <a:spLocks noChangeArrowheads="1"/>
          </p:cNvSpPr>
          <p:nvPr/>
        </p:nvSpPr>
        <p:spPr bwMode="auto">
          <a:xfrm>
            <a:off x="107504" y="114300"/>
            <a:ext cx="2339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2200">
                <a:solidFill>
                  <a:schemeClr val="tx1"/>
                </a:solidFill>
                <a:latin typeface="-윤체M" panose="020B0604020202020204" charset="-127"/>
                <a:ea typeface="-윤체M" panose="020B0604020202020204" charset="-127"/>
              </a:defRPr>
            </a:lvl1pPr>
            <a:lvl2pPr marL="742950" indent="-285750" latinLnBrk="1">
              <a:spcBef>
                <a:spcPct val="20000"/>
              </a:spcBef>
              <a:buChar char="•"/>
              <a:defRPr kumimoji="1" sz="2000">
                <a:solidFill>
                  <a:schemeClr val="tx1"/>
                </a:solidFill>
                <a:latin typeface="-윤체M" panose="020B0604020202020204" charset="-127"/>
                <a:ea typeface="-윤체M" panose="020B0604020202020204" charset="-127"/>
              </a:defRPr>
            </a:lvl2pPr>
            <a:lvl3pPr marL="1143000" indent="-228600" latinLnBrk="1">
              <a:spcBef>
                <a:spcPct val="20000"/>
              </a:spcBef>
              <a:buChar char="•"/>
              <a:defRPr kumimoji="1">
                <a:solidFill>
                  <a:schemeClr val="tx1"/>
                </a:solidFill>
                <a:latin typeface="-윤체M" panose="020B0604020202020204" charset="-127"/>
                <a:ea typeface="-윤체M" panose="020B0604020202020204" charset="-127"/>
              </a:defRPr>
            </a:lvl3pPr>
            <a:lvl4pPr marL="1600200" indent="-228600" latinLnBrk="1">
              <a:spcBef>
                <a:spcPct val="20000"/>
              </a:spcBef>
              <a:buChar char="•"/>
              <a:defRPr kumimoji="1" sz="1600">
                <a:solidFill>
                  <a:schemeClr val="tx1"/>
                </a:solidFill>
                <a:latin typeface="-윤체M" panose="020B0604020202020204" charset="-127"/>
                <a:ea typeface="-윤체M" panose="020B0604020202020204" charset="-127"/>
              </a:defRPr>
            </a:lvl4pPr>
            <a:lvl5pPr marL="2057400" indent="-228600" latinLnBrk="1">
              <a:spcBef>
                <a:spcPct val="20000"/>
              </a:spcBef>
              <a:buChar char="•"/>
              <a:defRPr kumimoji="1" sz="1400">
                <a:solidFill>
                  <a:schemeClr val="tx1"/>
                </a:solidFill>
                <a:latin typeface="-윤체M" panose="020B0604020202020204" charset="-127"/>
                <a:ea typeface="-윤체M" panose="020B0604020202020204"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9pPr>
          </a:lstStyle>
          <a:p>
            <a:pPr eaLnBrk="1" hangingPunct="1">
              <a:spcBef>
                <a:spcPct val="50000"/>
              </a:spcBef>
              <a:buFontTx/>
              <a:buNone/>
            </a:pPr>
            <a:r>
              <a:rPr lang="zh-CN" altLang="en-US" sz="2400" dirty="0" smtClean="0">
                <a:latin typeface="华文行楷" panose="02010800040101010101" pitchFamily="2" charset="-122"/>
                <a:ea typeface="华文行楷" panose="02010800040101010101" pitchFamily="2" charset="-122"/>
              </a:rPr>
              <a:t>附录</a:t>
            </a:r>
            <a:endParaRPr lang="en-US" altLang="zh-CN" sz="2400" dirty="0">
              <a:latin typeface="华文行楷" panose="02010800040101010101" pitchFamily="2" charset="-122"/>
              <a:ea typeface="华文行楷" panose="02010800040101010101" pitchFamily="2" charset="-122"/>
            </a:endParaRPr>
          </a:p>
        </p:txBody>
      </p:sp>
    </p:spTree>
    <p:extLst>
      <p:ext uri="{BB962C8B-B14F-4D97-AF65-F5344CB8AC3E}">
        <p14:creationId xmlns:p14="http://schemas.microsoft.com/office/powerpoint/2010/main" val="2359993802"/>
      </p:ext>
    </p:extLst>
  </p:cSld>
  <p:clrMapOvr>
    <a:masterClrMapping/>
  </p:clrMapOvr>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7"/>
          <p:cNvSpPr>
            <a:spLocks noGrp="1"/>
          </p:cNvSpPr>
          <p:nvPr>
            <p:ph type="sldNum" sz="quarter" idx="12"/>
          </p:nvPr>
        </p:nvSpPr>
        <p:spPr/>
        <p:txBody>
          <a:bodyPr/>
          <a:lstStyle/>
          <a:p>
            <a:pPr>
              <a:defRPr/>
            </a:pPr>
            <a:fld id="{B8494DF7-A3ED-43F0-A417-B42A0AECEFF8}" type="slidenum">
              <a:rPr lang="en-US" altLang="ko-KR"/>
              <a:pPr>
                <a:defRPr/>
              </a:pPr>
              <a:t>162</a:t>
            </a:fld>
            <a:endParaRPr lang="en-US" altLang="ko-KR"/>
          </a:p>
        </p:txBody>
      </p:sp>
      <p:sp>
        <p:nvSpPr>
          <p:cNvPr id="32771" name="Rectangle 3"/>
          <p:cNvSpPr>
            <a:spLocks noGrp="1" noChangeArrowheads="1"/>
          </p:cNvSpPr>
          <p:nvPr>
            <p:ph type="body" sz="half" idx="1"/>
          </p:nvPr>
        </p:nvSpPr>
        <p:spPr>
          <a:xfrm>
            <a:off x="323850" y="1341438"/>
            <a:ext cx="8208963" cy="5516562"/>
          </a:xfrm>
        </p:spPr>
        <p:txBody>
          <a:bodyPr/>
          <a:lstStyle/>
          <a:p>
            <a:pPr marL="0" indent="0" eaLnBrk="1" hangingPunct="1">
              <a:lnSpc>
                <a:spcPct val="120000"/>
              </a:lnSpc>
              <a:buFontTx/>
              <a:buNone/>
              <a:defRPr/>
            </a:pPr>
            <a:r>
              <a:rPr lang="zh-CN" altLang="en-US" sz="2000" dirty="0" smtClean="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(5) </a:t>
            </a:r>
            <a:r>
              <a:rPr lang="zh-CN" altLang="en-US" sz="2000" dirty="0" smtClean="0">
                <a:latin typeface="Times New Roman" panose="02020603050405020304" pitchFamily="18" charset="0"/>
                <a:ea typeface="微软雅黑" panose="020B0503020204020204" pitchFamily="34" charset="-122"/>
                <a:cs typeface="Times New Roman" panose="02020603050405020304" pitchFamily="18" charset="0"/>
              </a:rPr>
              <a:t>消去存在量词</a:t>
            </a:r>
          </a:p>
          <a:p>
            <a:pPr marL="361950" indent="-361950" eaLnBrk="1" hangingPunct="1">
              <a:lnSpc>
                <a:spcPct val="120000"/>
              </a:lnSpc>
              <a:buFont typeface="+mj-ea"/>
              <a:buAutoNum type="circleNumDbPlain"/>
              <a:defRPr/>
            </a:pPr>
            <a:r>
              <a:rPr lang="zh-CN" altLang="en-US" sz="2000" dirty="0" smtClean="0">
                <a:latin typeface="Times New Roman" panose="02020603050405020304" pitchFamily="18" charset="0"/>
                <a:ea typeface="微软雅黑" panose="020B0503020204020204" pitchFamily="34" charset="-122"/>
                <a:cs typeface="Times New Roman" panose="02020603050405020304" pitchFamily="18" charset="0"/>
              </a:rPr>
              <a:t>若存在量词不出现在全称量词的辖域内（即它的左边没有全称量词），用一个新的个体常量替换受该存在量词约束的变元，就可消去该存在量词。</a:t>
            </a:r>
          </a:p>
          <a:p>
            <a:pPr marL="361950" indent="-361950" eaLnBrk="1" hangingPunct="1">
              <a:lnSpc>
                <a:spcPct val="120000"/>
              </a:lnSpc>
              <a:buFont typeface="+mj-ea"/>
              <a:buAutoNum type="circleNumDbPlain"/>
              <a:defRPr/>
            </a:pPr>
            <a:r>
              <a:rPr lang="zh-CN" altLang="en-US" sz="2000" dirty="0" smtClean="0">
                <a:latin typeface="Times New Roman" panose="02020603050405020304" pitchFamily="18" charset="0"/>
                <a:ea typeface="微软雅黑" panose="020B0503020204020204" pitchFamily="34" charset="-122"/>
                <a:cs typeface="Times New Roman" panose="02020603050405020304" pitchFamily="18" charset="0"/>
              </a:rPr>
              <a:t>若存在量词位于一个或多个全称量词的辖域内，例如</a:t>
            </a:r>
          </a:p>
          <a:p>
            <a:pPr marL="0" indent="0" eaLnBrk="1" hangingPunct="1">
              <a:lnSpc>
                <a:spcPct val="120000"/>
              </a:lnSpc>
              <a:buFontTx/>
              <a:buNone/>
              <a:defRPr/>
            </a:pPr>
            <a:r>
              <a:rPr lang="zh-CN" altLang="en-US" sz="2000" dirty="0" smtClean="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err="1" smtClean="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000" baseline="-25000" dirty="0" err="1" smtClean="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err="1" smtClean="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000" baseline="-25000" dirty="0" err="1" smtClean="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dirty="0" smtClean="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∃y</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dirty="0" err="1" smtClean="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000" baseline="-25000" dirty="0" err="1" smtClean="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000" dirty="0" smtClean="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err="1" smtClean="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000" baseline="-25000" dirty="0" err="1" smtClean="0">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000" baseline="-25000" dirty="0" smtClean="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dirty="0" err="1" smtClean="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000" baseline="-25000" dirty="0" err="1" smtClean="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000" baseline="-25000" dirty="0" smtClean="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,y)</a:t>
            </a:r>
          </a:p>
          <a:p>
            <a:pPr marL="0" indent="0" eaLnBrk="1" hangingPunct="1">
              <a:lnSpc>
                <a:spcPct val="120000"/>
              </a:lnSpc>
              <a:buFontTx/>
              <a:buNone/>
              <a:defRPr/>
            </a:pPr>
            <a:r>
              <a:rPr lang="zh-CN" altLang="en-US" sz="2000" dirty="0" smtClean="0">
                <a:latin typeface="Times New Roman" panose="02020603050405020304" pitchFamily="18" charset="0"/>
                <a:ea typeface="微软雅黑" panose="020B0503020204020204" pitchFamily="34" charset="-122"/>
                <a:cs typeface="Times New Roman" panose="02020603050405020304" pitchFamily="18" charset="0"/>
              </a:rPr>
              <a:t>则需要用</a:t>
            </a:r>
            <a:r>
              <a:rPr lang="en-US" altLang="zh-CN" sz="2000" dirty="0" err="1" smtClean="0">
                <a:latin typeface="Times New Roman" panose="02020603050405020304" pitchFamily="18" charset="0"/>
                <a:ea typeface="微软雅黑" panose="020B0503020204020204" pitchFamily="34" charset="-122"/>
                <a:cs typeface="Times New Roman" panose="02020603050405020304" pitchFamily="18" charset="0"/>
              </a:rPr>
              <a:t>Skolem</a:t>
            </a:r>
            <a:r>
              <a:rPr lang="zh-CN" altLang="en-US" sz="2000" dirty="0" smtClean="0">
                <a:latin typeface="Times New Roman" panose="02020603050405020304" pitchFamily="18" charset="0"/>
                <a:ea typeface="微软雅黑" panose="020B0503020204020204" pitchFamily="34" charset="-122"/>
                <a:cs typeface="Times New Roman" panose="02020603050405020304" pitchFamily="18" charset="0"/>
              </a:rPr>
              <a:t>函数</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f(</a:t>
            </a:r>
            <a:r>
              <a:rPr lang="en-US" altLang="zh-CN" sz="2000" dirty="0" err="1" smtClean="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000" baseline="-25000" dirty="0" err="1" smtClean="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000" dirty="0" smtClean="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err="1" smtClean="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000" baseline="-25000" dirty="0" err="1" smtClean="0">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000" baseline="-25000" dirty="0" smtClean="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dirty="0" err="1" smtClean="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000" baseline="-25000" dirty="0" err="1" smtClean="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smtClean="0">
                <a:latin typeface="Times New Roman" panose="02020603050405020304" pitchFamily="18" charset="0"/>
                <a:ea typeface="微软雅黑" panose="020B0503020204020204" pitchFamily="34" charset="-122"/>
                <a:cs typeface="Times New Roman" panose="02020603050405020304" pitchFamily="18" charset="0"/>
              </a:rPr>
              <a:t>替换受该存在量词约束的变元</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y</a:t>
            </a:r>
            <a:r>
              <a:rPr lang="zh-CN" altLang="en-US" sz="2000" dirty="0" smtClean="0">
                <a:latin typeface="Times New Roman" panose="02020603050405020304" pitchFamily="18" charset="0"/>
                <a:ea typeface="微软雅黑" panose="020B0503020204020204" pitchFamily="34" charset="-122"/>
                <a:cs typeface="Times New Roman" panose="02020603050405020304" pitchFamily="18" charset="0"/>
              </a:rPr>
              <a:t>，然后再消去该存在量词。</a:t>
            </a:r>
          </a:p>
          <a:p>
            <a:pPr marL="0" indent="0" eaLnBrk="1" hangingPunct="1">
              <a:lnSpc>
                <a:spcPct val="120000"/>
              </a:lnSpc>
              <a:buFontTx/>
              <a:buNone/>
              <a:defRPr/>
            </a:pPr>
            <a:r>
              <a:rPr lang="zh-CN" altLang="en-US" sz="2000" dirty="0" smtClean="0">
                <a:latin typeface="Times New Roman" panose="02020603050405020304" pitchFamily="18" charset="0"/>
                <a:ea typeface="微软雅黑" panose="020B0503020204020204" pitchFamily="34" charset="-122"/>
                <a:cs typeface="Times New Roman" panose="02020603050405020304" pitchFamily="18" charset="0"/>
              </a:rPr>
              <a:t> 例如，上步所得公式中存在量词</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(∃y)</a:t>
            </a:r>
            <a:r>
              <a:rPr lang="zh-CN" altLang="en-US" sz="2000" dirty="0" smtClean="0">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(∃z)</a:t>
            </a:r>
            <a:r>
              <a:rPr lang="zh-CN" altLang="en-US" sz="2000" dirty="0" smtClean="0">
                <a:latin typeface="Times New Roman" panose="02020603050405020304" pitchFamily="18" charset="0"/>
                <a:ea typeface="微软雅黑" panose="020B0503020204020204" pitchFamily="34" charset="-122"/>
                <a:cs typeface="Times New Roman" panose="02020603050405020304" pitchFamily="18" charset="0"/>
              </a:rPr>
              <a:t>都位于</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(∀x)</a:t>
            </a:r>
            <a:r>
              <a:rPr lang="zh-CN" altLang="en-US" sz="2000" dirty="0" smtClean="0">
                <a:latin typeface="Times New Roman" panose="02020603050405020304" pitchFamily="18" charset="0"/>
                <a:ea typeface="微软雅黑" panose="020B0503020204020204" pitchFamily="34" charset="-122"/>
                <a:cs typeface="Times New Roman" panose="02020603050405020304" pitchFamily="18" charset="0"/>
              </a:rPr>
              <a:t>的辖域内，因此都需要用</a:t>
            </a:r>
            <a:r>
              <a:rPr lang="en-US" altLang="zh-CN" sz="2000" dirty="0" err="1" smtClean="0">
                <a:latin typeface="Times New Roman" panose="02020603050405020304" pitchFamily="18" charset="0"/>
                <a:ea typeface="微软雅黑" panose="020B0503020204020204" pitchFamily="34" charset="-122"/>
                <a:cs typeface="Times New Roman" panose="02020603050405020304" pitchFamily="18" charset="0"/>
              </a:rPr>
              <a:t>Skolem</a:t>
            </a:r>
            <a:r>
              <a:rPr lang="zh-CN" altLang="en-US" sz="2000" dirty="0" smtClean="0">
                <a:latin typeface="Times New Roman" panose="02020603050405020304" pitchFamily="18" charset="0"/>
                <a:ea typeface="微软雅黑" panose="020B0503020204020204" pitchFamily="34" charset="-122"/>
                <a:cs typeface="Times New Roman" panose="02020603050405020304" pitchFamily="18" charset="0"/>
              </a:rPr>
              <a:t>函数来替换。设替换</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y</a:t>
            </a:r>
            <a:r>
              <a:rPr lang="zh-CN" altLang="en-US" sz="2000" dirty="0" smtClean="0">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z</a:t>
            </a:r>
            <a:r>
              <a:rPr lang="zh-CN" altLang="en-US" sz="2000" dirty="0" smtClean="0">
                <a:latin typeface="Times New Roman" panose="02020603050405020304" pitchFamily="18" charset="0"/>
                <a:ea typeface="微软雅黑" panose="020B0503020204020204" pitchFamily="34" charset="-122"/>
                <a:cs typeface="Times New Roman" panose="02020603050405020304" pitchFamily="18" charset="0"/>
              </a:rPr>
              <a:t>的</a:t>
            </a:r>
            <a:r>
              <a:rPr lang="en-US" altLang="zh-CN" sz="2000" dirty="0" err="1" smtClean="0">
                <a:latin typeface="Times New Roman" panose="02020603050405020304" pitchFamily="18" charset="0"/>
                <a:ea typeface="微软雅黑" panose="020B0503020204020204" pitchFamily="34" charset="-122"/>
                <a:cs typeface="Times New Roman" panose="02020603050405020304" pitchFamily="18" charset="0"/>
              </a:rPr>
              <a:t>Skolem</a:t>
            </a:r>
            <a:r>
              <a:rPr lang="zh-CN" altLang="en-US" sz="2000" dirty="0" smtClean="0">
                <a:latin typeface="Times New Roman" panose="02020603050405020304" pitchFamily="18" charset="0"/>
                <a:ea typeface="微软雅黑" panose="020B0503020204020204" pitchFamily="34" charset="-122"/>
                <a:cs typeface="Times New Roman" panose="02020603050405020304" pitchFamily="18" charset="0"/>
              </a:rPr>
              <a:t>函数分别是</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f(x)</a:t>
            </a:r>
            <a:r>
              <a:rPr lang="zh-CN" altLang="en-US" sz="2000" dirty="0" smtClean="0">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g(x)</a:t>
            </a:r>
            <a:r>
              <a:rPr lang="zh-CN" altLang="en-US" sz="2000" dirty="0" smtClean="0">
                <a:latin typeface="Times New Roman" panose="02020603050405020304" pitchFamily="18" charset="0"/>
                <a:ea typeface="微软雅黑" panose="020B0503020204020204" pitchFamily="34" charset="-122"/>
                <a:cs typeface="Times New Roman" panose="02020603050405020304" pitchFamily="18" charset="0"/>
              </a:rPr>
              <a:t>，则替换后的式子为</a:t>
            </a:r>
          </a:p>
          <a:p>
            <a:pPr marL="0" indent="0" eaLnBrk="1" hangingPunct="1">
              <a:lnSpc>
                <a:spcPct val="120000"/>
              </a:lnSpc>
              <a:buFontTx/>
              <a:buNone/>
              <a:defRPr/>
            </a:pPr>
            <a:r>
              <a:rPr lang="zh-CN" altLang="en-US" sz="2000" dirty="0" smtClean="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(∀x)(﹁P(</a:t>
            </a:r>
            <a:r>
              <a:rPr lang="en-US" altLang="zh-CN" sz="2000" dirty="0" err="1" smtClean="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000" dirty="0" err="1" smtClean="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f</a:t>
            </a:r>
            <a:r>
              <a:rPr lang="en-US" altLang="zh-CN" sz="2000" dirty="0" smtClean="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2000" dirty="0" err="1" smtClean="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000" dirty="0" err="1" smtClean="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g</a:t>
            </a:r>
            <a:r>
              <a:rPr lang="en-US" altLang="zh-CN" sz="2000" dirty="0" smtClean="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2000" dirty="0" err="1" smtClean="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000" dirty="0" err="1" smtClean="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g</a:t>
            </a:r>
            <a:r>
              <a:rPr lang="en-US" altLang="zh-CN" sz="2000" dirty="0" smtClean="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6" name="矩形 5"/>
          <p:cNvSpPr/>
          <p:nvPr/>
        </p:nvSpPr>
        <p:spPr>
          <a:xfrm>
            <a:off x="1692275" y="549275"/>
            <a:ext cx="4354077" cy="646331"/>
          </a:xfrm>
          <a:prstGeom prst="rect">
            <a:avLst/>
          </a:prstGeom>
        </p:spPr>
        <p:txBody>
          <a:bodyPr wrap="none">
            <a:spAutoFit/>
          </a:bodyPr>
          <a:lstStyle/>
          <a:p>
            <a:pPr>
              <a:defRPr/>
            </a:pPr>
            <a:r>
              <a:rPr lang="zh-CN" altLang="en-US" sz="3600" b="1" dirty="0" smtClean="0">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公式</a:t>
            </a:r>
            <a:r>
              <a:rPr lang="zh-CN" altLang="en-US" sz="3600" b="1" dirty="0">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到子句集的转换</a:t>
            </a:r>
            <a:endParaRPr lang="zh-CN" altLang="en-US" sz="3600" dirty="0"/>
          </a:p>
        </p:txBody>
      </p:sp>
      <p:sp>
        <p:nvSpPr>
          <p:cNvPr id="5" name="Text Box 4"/>
          <p:cNvSpPr txBox="1">
            <a:spLocks noChangeArrowheads="1"/>
          </p:cNvSpPr>
          <p:nvPr/>
        </p:nvSpPr>
        <p:spPr bwMode="auto">
          <a:xfrm>
            <a:off x="107504" y="114300"/>
            <a:ext cx="2339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2200">
                <a:solidFill>
                  <a:schemeClr val="tx1"/>
                </a:solidFill>
                <a:latin typeface="-윤체M" panose="020B0604020202020204" charset="-127"/>
                <a:ea typeface="-윤체M" panose="020B0604020202020204" charset="-127"/>
              </a:defRPr>
            </a:lvl1pPr>
            <a:lvl2pPr marL="742950" indent="-285750" latinLnBrk="1">
              <a:spcBef>
                <a:spcPct val="20000"/>
              </a:spcBef>
              <a:buChar char="•"/>
              <a:defRPr kumimoji="1" sz="2000">
                <a:solidFill>
                  <a:schemeClr val="tx1"/>
                </a:solidFill>
                <a:latin typeface="-윤체M" panose="020B0604020202020204" charset="-127"/>
                <a:ea typeface="-윤체M" panose="020B0604020202020204" charset="-127"/>
              </a:defRPr>
            </a:lvl2pPr>
            <a:lvl3pPr marL="1143000" indent="-228600" latinLnBrk="1">
              <a:spcBef>
                <a:spcPct val="20000"/>
              </a:spcBef>
              <a:buChar char="•"/>
              <a:defRPr kumimoji="1">
                <a:solidFill>
                  <a:schemeClr val="tx1"/>
                </a:solidFill>
                <a:latin typeface="-윤체M" panose="020B0604020202020204" charset="-127"/>
                <a:ea typeface="-윤체M" panose="020B0604020202020204" charset="-127"/>
              </a:defRPr>
            </a:lvl3pPr>
            <a:lvl4pPr marL="1600200" indent="-228600" latinLnBrk="1">
              <a:spcBef>
                <a:spcPct val="20000"/>
              </a:spcBef>
              <a:buChar char="•"/>
              <a:defRPr kumimoji="1" sz="1600">
                <a:solidFill>
                  <a:schemeClr val="tx1"/>
                </a:solidFill>
                <a:latin typeface="-윤체M" panose="020B0604020202020204" charset="-127"/>
                <a:ea typeface="-윤체M" panose="020B0604020202020204" charset="-127"/>
              </a:defRPr>
            </a:lvl4pPr>
            <a:lvl5pPr marL="2057400" indent="-228600" latinLnBrk="1">
              <a:spcBef>
                <a:spcPct val="20000"/>
              </a:spcBef>
              <a:buChar char="•"/>
              <a:defRPr kumimoji="1" sz="1400">
                <a:solidFill>
                  <a:schemeClr val="tx1"/>
                </a:solidFill>
                <a:latin typeface="-윤체M" panose="020B0604020202020204" charset="-127"/>
                <a:ea typeface="-윤체M" panose="020B0604020202020204"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9pPr>
          </a:lstStyle>
          <a:p>
            <a:pPr eaLnBrk="1" hangingPunct="1">
              <a:spcBef>
                <a:spcPct val="50000"/>
              </a:spcBef>
              <a:buFontTx/>
              <a:buNone/>
            </a:pPr>
            <a:r>
              <a:rPr lang="zh-CN" altLang="en-US" sz="2400" dirty="0" smtClean="0">
                <a:latin typeface="华文行楷" panose="02010800040101010101" pitchFamily="2" charset="-122"/>
                <a:ea typeface="华文行楷" panose="02010800040101010101" pitchFamily="2" charset="-122"/>
              </a:rPr>
              <a:t>附录</a:t>
            </a:r>
            <a:endParaRPr lang="en-US" altLang="zh-CN" sz="2400" dirty="0">
              <a:latin typeface="华文行楷" panose="02010800040101010101" pitchFamily="2" charset="-122"/>
              <a:ea typeface="华文行楷" panose="02010800040101010101" pitchFamily="2" charset="-122"/>
            </a:endParaRPr>
          </a:p>
        </p:txBody>
      </p:sp>
    </p:spTree>
    <p:extLst>
      <p:ext uri="{BB962C8B-B14F-4D97-AF65-F5344CB8AC3E}">
        <p14:creationId xmlns:p14="http://schemas.microsoft.com/office/powerpoint/2010/main" val="3328533895"/>
      </p:ext>
    </p:extLst>
  </p:cSld>
  <p:clrMapOvr>
    <a:masterClrMapping/>
  </p:clrMapOvr>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7"/>
          <p:cNvSpPr>
            <a:spLocks noGrp="1"/>
          </p:cNvSpPr>
          <p:nvPr>
            <p:ph type="sldNum" sz="quarter" idx="12"/>
          </p:nvPr>
        </p:nvSpPr>
        <p:spPr/>
        <p:txBody>
          <a:bodyPr/>
          <a:lstStyle/>
          <a:p>
            <a:pPr>
              <a:defRPr/>
            </a:pPr>
            <a:fld id="{99A018F8-068F-4868-A9AD-F5FC27665D04}" type="slidenum">
              <a:rPr lang="en-US" altLang="ko-KR"/>
              <a:pPr>
                <a:defRPr/>
              </a:pPr>
              <a:t>163</a:t>
            </a:fld>
            <a:endParaRPr lang="en-US" altLang="ko-KR"/>
          </a:p>
        </p:txBody>
      </p:sp>
      <p:sp>
        <p:nvSpPr>
          <p:cNvPr id="136195" name="Rectangle 3"/>
          <p:cNvSpPr>
            <a:spLocks noGrp="1" noChangeArrowheads="1"/>
          </p:cNvSpPr>
          <p:nvPr>
            <p:ph type="body" sz="half" idx="1"/>
          </p:nvPr>
        </p:nvSpPr>
        <p:spPr>
          <a:xfrm>
            <a:off x="428625" y="1116013"/>
            <a:ext cx="8258175" cy="5589587"/>
          </a:xfrm>
        </p:spPr>
        <p:txBody>
          <a:bodyPr/>
          <a:lstStyle/>
          <a:p>
            <a:pPr marL="0" indent="0" eaLnBrk="1" hangingPunct="1">
              <a:lnSpc>
                <a:spcPct val="120000"/>
              </a:lnSpc>
              <a:buFontTx/>
              <a:buNone/>
            </a:pPr>
            <a:r>
              <a:rPr lang="zh-CN" altLang="en-US" sz="2000" b="1" smtClean="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1" smtClean="0">
                <a:latin typeface="Times New Roman" panose="02020603050405020304" pitchFamily="18" charset="0"/>
                <a:ea typeface="微软雅黑" panose="020B0503020204020204" pitchFamily="34" charset="-122"/>
                <a:cs typeface="Times New Roman" panose="02020603050405020304" pitchFamily="18" charset="0"/>
              </a:rPr>
              <a:t>(6) </a:t>
            </a:r>
            <a:r>
              <a:rPr lang="zh-CN" altLang="en-US" sz="2000" b="1" smtClean="0">
                <a:latin typeface="Times New Roman" panose="02020603050405020304" pitchFamily="18" charset="0"/>
                <a:ea typeface="微软雅黑" panose="020B0503020204020204" pitchFamily="34" charset="-122"/>
                <a:cs typeface="Times New Roman" panose="02020603050405020304" pitchFamily="18" charset="0"/>
              </a:rPr>
              <a:t>化为</a:t>
            </a:r>
            <a:r>
              <a:rPr lang="en-US" altLang="zh-CN" sz="2000" b="1" smtClean="0">
                <a:latin typeface="Times New Roman" panose="02020603050405020304" pitchFamily="18" charset="0"/>
                <a:ea typeface="微软雅黑" panose="020B0503020204020204" pitchFamily="34" charset="-122"/>
                <a:cs typeface="Times New Roman" panose="02020603050405020304" pitchFamily="18" charset="0"/>
              </a:rPr>
              <a:t>Skolem</a:t>
            </a:r>
            <a:r>
              <a:rPr lang="zh-CN" altLang="en-US" sz="2000" b="1" smtClean="0">
                <a:latin typeface="Times New Roman" panose="02020603050405020304" pitchFamily="18" charset="0"/>
                <a:ea typeface="微软雅黑" panose="020B0503020204020204" pitchFamily="34" charset="-122"/>
                <a:cs typeface="Times New Roman" panose="02020603050405020304" pitchFamily="18" charset="0"/>
              </a:rPr>
              <a:t>标准形</a:t>
            </a:r>
            <a:r>
              <a:rPr lang="zh-CN" altLang="en-US" sz="2000" smtClean="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smtClean="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000" baseline="-25000" smtClean="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000" smtClean="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000" baseline="-25000" smtClean="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000" smtClean="0">
                <a:latin typeface="Times New Roman" panose="02020603050405020304" pitchFamily="18" charset="0"/>
                <a:ea typeface="微软雅黑" panose="020B0503020204020204" pitchFamily="34" charset="-122"/>
                <a:cs typeface="Times New Roman" panose="02020603050405020304" pitchFamily="18" charset="0"/>
              </a:rPr>
              <a:t>) M(x</a:t>
            </a:r>
            <a:r>
              <a:rPr lang="en-US" altLang="zh-CN" sz="2000" baseline="-25000" smtClean="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000" smtClean="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000" baseline="-25000" smtClean="0">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000" smtClean="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000" baseline="-25000" smtClean="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000" smtClean="0">
                <a:latin typeface="Times New Roman" panose="02020603050405020304" pitchFamily="18" charset="0"/>
                <a:ea typeface="微软雅黑" panose="020B0503020204020204" pitchFamily="34" charset="-122"/>
                <a:cs typeface="Times New Roman" panose="02020603050405020304" pitchFamily="18" charset="0"/>
              </a:rPr>
              <a:t>)</a:t>
            </a:r>
          </a:p>
          <a:p>
            <a:pPr marL="0" indent="0" eaLnBrk="1" hangingPunct="1">
              <a:lnSpc>
                <a:spcPct val="120000"/>
              </a:lnSpc>
              <a:buFontTx/>
              <a:buNone/>
            </a:pPr>
            <a:r>
              <a:rPr lang="en-US" altLang="zh-CN" sz="2000" smtClean="0">
                <a:latin typeface="Times New Roman" panose="02020603050405020304" pitchFamily="18" charset="0"/>
                <a:ea typeface="微软雅黑" panose="020B0503020204020204" pitchFamily="34" charset="-122"/>
                <a:cs typeface="Times New Roman" panose="02020603050405020304" pitchFamily="18" charset="0"/>
              </a:rPr>
              <a:t>M(x</a:t>
            </a:r>
            <a:r>
              <a:rPr lang="en-US" altLang="zh-CN" sz="2000" baseline="-25000" smtClean="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2000" smtClean="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000" baseline="-25000" smtClean="0">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2000" smtClean="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000" baseline="-25000" smtClean="0">
                <a:latin typeface="Times New Roman" panose="02020603050405020304" pitchFamily="18" charset="0"/>
                <a:ea typeface="微软雅黑" panose="020B0503020204020204" pitchFamily="34" charset="-122"/>
                <a:cs typeface="Times New Roman" panose="02020603050405020304" pitchFamily="18" charset="0"/>
              </a:rPr>
              <a:t>n</a:t>
            </a:r>
            <a:r>
              <a:rPr lang="en-US" altLang="zh-CN" sz="2000" smtClean="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smtClean="0">
                <a:latin typeface="Times New Roman" panose="02020603050405020304" pitchFamily="18" charset="0"/>
                <a:ea typeface="微软雅黑" panose="020B0503020204020204" pitchFamily="34" charset="-122"/>
                <a:cs typeface="Times New Roman" panose="02020603050405020304" pitchFamily="18" charset="0"/>
              </a:rPr>
              <a:t>是</a:t>
            </a:r>
            <a:r>
              <a:rPr lang="en-US" altLang="zh-CN" sz="2000" smtClean="0">
                <a:latin typeface="Times New Roman" panose="02020603050405020304" pitchFamily="18" charset="0"/>
                <a:ea typeface="微软雅黑" panose="020B0503020204020204" pitchFamily="34" charset="-122"/>
                <a:cs typeface="Times New Roman" panose="02020603050405020304" pitchFamily="18" charset="0"/>
              </a:rPr>
              <a:t>Skolem</a:t>
            </a:r>
            <a:r>
              <a:rPr lang="zh-CN" altLang="en-US" sz="2000" smtClean="0">
                <a:latin typeface="Times New Roman" panose="02020603050405020304" pitchFamily="18" charset="0"/>
                <a:ea typeface="微软雅黑" panose="020B0503020204020204" pitchFamily="34" charset="-122"/>
                <a:cs typeface="Times New Roman" panose="02020603050405020304" pitchFamily="18" charset="0"/>
              </a:rPr>
              <a:t>标准形的母式，它由子句的合取所构成。</a:t>
            </a:r>
            <a:endParaRPr lang="en-US" altLang="zh-CN" sz="2000" smtClean="0">
              <a:latin typeface="Times New Roman" panose="02020603050405020304" pitchFamily="18" charset="0"/>
              <a:ea typeface="微软雅黑" panose="020B0503020204020204" pitchFamily="34" charset="-122"/>
              <a:cs typeface="Times New Roman" panose="02020603050405020304" pitchFamily="18" charset="0"/>
            </a:endParaRPr>
          </a:p>
          <a:p>
            <a:pPr marL="0" indent="0" eaLnBrk="1" hangingPunct="1">
              <a:lnSpc>
                <a:spcPct val="120000"/>
              </a:lnSpc>
              <a:buFontTx/>
              <a:buNone/>
            </a:pPr>
            <a:r>
              <a:rPr lang="zh-CN" altLang="en-US" sz="2000" smtClean="0">
                <a:latin typeface="Times New Roman" panose="02020603050405020304" pitchFamily="18" charset="0"/>
                <a:ea typeface="微软雅黑" panose="020B0503020204020204" pitchFamily="34" charset="-122"/>
                <a:cs typeface="Times New Roman" panose="02020603050405020304" pitchFamily="18" charset="0"/>
              </a:rPr>
              <a:t>化为</a:t>
            </a:r>
            <a:r>
              <a:rPr lang="en-US" altLang="zh-CN" sz="2000" smtClean="0">
                <a:latin typeface="Times New Roman" panose="02020603050405020304" pitchFamily="18" charset="0"/>
                <a:ea typeface="微软雅黑" panose="020B0503020204020204" pitchFamily="34" charset="-122"/>
                <a:cs typeface="Times New Roman" panose="02020603050405020304" pitchFamily="18" charset="0"/>
              </a:rPr>
              <a:t>Skolem</a:t>
            </a:r>
            <a:r>
              <a:rPr lang="zh-CN" altLang="en-US" sz="2000" smtClean="0">
                <a:latin typeface="Times New Roman" panose="02020603050405020304" pitchFamily="18" charset="0"/>
                <a:ea typeface="微软雅黑" panose="020B0503020204020204" pitchFamily="34" charset="-122"/>
                <a:cs typeface="Times New Roman" panose="02020603050405020304" pitchFamily="18" charset="0"/>
              </a:rPr>
              <a:t>标准形需要使用以下等价关系</a:t>
            </a:r>
          </a:p>
          <a:p>
            <a:pPr marL="0" indent="0" eaLnBrk="1" hangingPunct="1">
              <a:lnSpc>
                <a:spcPct val="120000"/>
              </a:lnSpc>
              <a:buFontTx/>
              <a:buNone/>
            </a:pPr>
            <a:r>
              <a:rPr lang="zh-CN" altLang="en-US" sz="2000" smtClean="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smtClean="0">
                <a:latin typeface="Times New Roman" panose="02020603050405020304" pitchFamily="18" charset="0"/>
                <a:ea typeface="微软雅黑" panose="020B0503020204020204" pitchFamily="34" charset="-122"/>
                <a:cs typeface="Times New Roman" panose="02020603050405020304" pitchFamily="18" charset="0"/>
              </a:rPr>
              <a:t>P∨(Q∧R) ⇔ (P∨Q)∧(P∨R)</a:t>
            </a:r>
          </a:p>
          <a:p>
            <a:pPr marL="0" indent="0" eaLnBrk="1" hangingPunct="1">
              <a:lnSpc>
                <a:spcPct val="120000"/>
              </a:lnSpc>
              <a:buFontTx/>
              <a:buNone/>
            </a:pPr>
            <a:r>
              <a:rPr lang="zh-CN" altLang="en-US" sz="2000" smtClean="0">
                <a:latin typeface="Times New Roman" panose="02020603050405020304" pitchFamily="18" charset="0"/>
                <a:ea typeface="微软雅黑" panose="020B0503020204020204" pitchFamily="34" charset="-122"/>
                <a:cs typeface="Times New Roman" panose="02020603050405020304" pitchFamily="18" charset="0"/>
              </a:rPr>
              <a:t>例如，前面的公式化为</a:t>
            </a:r>
            <a:r>
              <a:rPr lang="en-US" altLang="zh-CN" sz="2000" smtClean="0">
                <a:latin typeface="Times New Roman" panose="02020603050405020304" pitchFamily="18" charset="0"/>
                <a:ea typeface="微软雅黑" panose="020B0503020204020204" pitchFamily="34" charset="-122"/>
                <a:cs typeface="Times New Roman" panose="02020603050405020304" pitchFamily="18" charset="0"/>
              </a:rPr>
              <a:t>Skolem</a:t>
            </a:r>
            <a:r>
              <a:rPr lang="zh-CN" altLang="en-US" sz="2000" smtClean="0">
                <a:latin typeface="Times New Roman" panose="02020603050405020304" pitchFamily="18" charset="0"/>
                <a:ea typeface="微软雅黑" panose="020B0503020204020204" pitchFamily="34" charset="-122"/>
                <a:cs typeface="Times New Roman" panose="02020603050405020304" pitchFamily="18" charset="0"/>
              </a:rPr>
              <a:t>标准形后为</a:t>
            </a:r>
          </a:p>
          <a:p>
            <a:pPr marL="0" indent="0" eaLnBrk="1" hangingPunct="1">
              <a:lnSpc>
                <a:spcPct val="120000"/>
              </a:lnSpc>
              <a:buFontTx/>
              <a:buNone/>
            </a:pPr>
            <a:r>
              <a:rPr lang="zh-CN" altLang="en-US" sz="2000" smtClean="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smtClean="0">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sz="2000" smtClean="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u="sng" smtClean="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(﹁P(x,f(x))∨Q(x,g(x))</a:t>
            </a:r>
            <a:r>
              <a:rPr lang="en-US" altLang="zh-CN" sz="2000" smtClean="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u="sng" smtClean="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(﹁P(x,f(x))∨﹁R(x,g(x))) </a:t>
            </a:r>
            <a:r>
              <a:rPr lang="en-US" altLang="zh-CN" sz="2000" smtClean="0">
                <a:latin typeface="Times New Roman" panose="02020603050405020304" pitchFamily="18" charset="0"/>
                <a:ea typeface="微软雅黑" panose="020B0503020204020204" pitchFamily="34" charset="-122"/>
                <a:cs typeface="Times New Roman" panose="02020603050405020304" pitchFamily="18" charset="0"/>
              </a:rPr>
              <a:t>)</a:t>
            </a:r>
          </a:p>
          <a:p>
            <a:pPr marL="0" indent="0" eaLnBrk="1" hangingPunct="1">
              <a:lnSpc>
                <a:spcPct val="120000"/>
              </a:lnSpc>
              <a:buFontTx/>
              <a:buNone/>
            </a:pPr>
            <a:r>
              <a:rPr lang="en-US" altLang="zh-CN" sz="2000" b="1" smtClean="0">
                <a:latin typeface="Times New Roman" panose="02020603050405020304" pitchFamily="18" charset="0"/>
                <a:ea typeface="微软雅黑" panose="020B0503020204020204" pitchFamily="34" charset="-122"/>
                <a:cs typeface="Times New Roman" panose="02020603050405020304" pitchFamily="18" charset="0"/>
              </a:rPr>
              <a:t>     (7) </a:t>
            </a:r>
            <a:r>
              <a:rPr lang="zh-CN" altLang="en-US" sz="2000" b="1" smtClean="0">
                <a:latin typeface="Times New Roman" panose="02020603050405020304" pitchFamily="18" charset="0"/>
                <a:ea typeface="微软雅黑" panose="020B0503020204020204" pitchFamily="34" charset="-122"/>
                <a:cs typeface="Times New Roman" panose="02020603050405020304" pitchFamily="18" charset="0"/>
              </a:rPr>
              <a:t>消去全称量词</a:t>
            </a:r>
          </a:p>
          <a:p>
            <a:pPr marL="0" indent="0" eaLnBrk="1" hangingPunct="1">
              <a:lnSpc>
                <a:spcPct val="120000"/>
              </a:lnSpc>
              <a:buFontTx/>
              <a:buNone/>
            </a:pPr>
            <a:r>
              <a:rPr lang="zh-CN" altLang="en-US" sz="2000" smtClean="0">
                <a:latin typeface="Times New Roman" panose="02020603050405020304" pitchFamily="18" charset="0"/>
                <a:ea typeface="微软雅黑" panose="020B0503020204020204" pitchFamily="34" charset="-122"/>
                <a:cs typeface="Times New Roman" panose="02020603050405020304" pitchFamily="18" charset="0"/>
              </a:rPr>
              <a:t>     由于母式中的全部变元均受全称量词的约束，并且全称量词的次序已无关紧要，因此可以省掉全称量词。但剩下的母式，仍假设其变元是被全称量词量化的。</a:t>
            </a:r>
          </a:p>
          <a:p>
            <a:pPr marL="0" indent="0" eaLnBrk="1" hangingPunct="1">
              <a:lnSpc>
                <a:spcPct val="120000"/>
              </a:lnSpc>
              <a:buFontTx/>
              <a:buNone/>
            </a:pPr>
            <a:r>
              <a:rPr lang="zh-CN" altLang="en-US" sz="2000" smtClean="0">
                <a:latin typeface="Times New Roman" panose="02020603050405020304" pitchFamily="18" charset="0"/>
                <a:ea typeface="微软雅黑" panose="020B0503020204020204" pitchFamily="34" charset="-122"/>
                <a:cs typeface="Times New Roman" panose="02020603050405020304" pitchFamily="18" charset="0"/>
              </a:rPr>
              <a:t>     例如，上式消去全称量词后为</a:t>
            </a:r>
          </a:p>
          <a:p>
            <a:pPr marL="0" indent="0" eaLnBrk="1" hangingPunct="1">
              <a:lnSpc>
                <a:spcPct val="120000"/>
              </a:lnSpc>
              <a:buFontTx/>
              <a:buNone/>
            </a:pPr>
            <a:r>
              <a:rPr lang="zh-CN" altLang="en-US" sz="2000" smtClean="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smtClean="0">
                <a:latin typeface="Times New Roman" panose="02020603050405020304" pitchFamily="18" charset="0"/>
                <a:ea typeface="微软雅黑" panose="020B0503020204020204" pitchFamily="34" charset="-122"/>
                <a:cs typeface="Times New Roman" panose="02020603050405020304" pitchFamily="18" charset="0"/>
              </a:rPr>
              <a:t>(﹁P(x,f(x))∨Q(x,g(x)) ∧(﹁P(x,f(x))∨﹁R(x,g(x)))</a:t>
            </a:r>
          </a:p>
        </p:txBody>
      </p:sp>
      <p:sp>
        <p:nvSpPr>
          <p:cNvPr id="6" name="矩形 5"/>
          <p:cNvSpPr/>
          <p:nvPr/>
        </p:nvSpPr>
        <p:spPr>
          <a:xfrm>
            <a:off x="1692275" y="333375"/>
            <a:ext cx="4354077" cy="646331"/>
          </a:xfrm>
          <a:prstGeom prst="rect">
            <a:avLst/>
          </a:prstGeom>
        </p:spPr>
        <p:txBody>
          <a:bodyPr wrap="none">
            <a:spAutoFit/>
          </a:bodyPr>
          <a:lstStyle/>
          <a:p>
            <a:pPr>
              <a:defRPr/>
            </a:pPr>
            <a:r>
              <a:rPr lang="zh-CN" altLang="en-US" sz="3600" b="1" dirty="0" smtClean="0">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公式</a:t>
            </a:r>
            <a:r>
              <a:rPr lang="zh-CN" altLang="en-US" sz="3600" b="1" dirty="0">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到子句集的转换</a:t>
            </a:r>
            <a:endParaRPr lang="zh-CN" altLang="en-US" sz="3600" dirty="0"/>
          </a:p>
        </p:txBody>
      </p:sp>
      <p:sp>
        <p:nvSpPr>
          <p:cNvPr id="5" name="Text Box 4"/>
          <p:cNvSpPr txBox="1">
            <a:spLocks noChangeArrowheads="1"/>
          </p:cNvSpPr>
          <p:nvPr/>
        </p:nvSpPr>
        <p:spPr bwMode="auto">
          <a:xfrm>
            <a:off x="107504" y="114300"/>
            <a:ext cx="2339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2200">
                <a:solidFill>
                  <a:schemeClr val="tx1"/>
                </a:solidFill>
                <a:latin typeface="-윤체M" panose="020B0604020202020204" charset="-127"/>
                <a:ea typeface="-윤체M" panose="020B0604020202020204" charset="-127"/>
              </a:defRPr>
            </a:lvl1pPr>
            <a:lvl2pPr marL="742950" indent="-285750" latinLnBrk="1">
              <a:spcBef>
                <a:spcPct val="20000"/>
              </a:spcBef>
              <a:buChar char="•"/>
              <a:defRPr kumimoji="1" sz="2000">
                <a:solidFill>
                  <a:schemeClr val="tx1"/>
                </a:solidFill>
                <a:latin typeface="-윤체M" panose="020B0604020202020204" charset="-127"/>
                <a:ea typeface="-윤체M" panose="020B0604020202020204" charset="-127"/>
              </a:defRPr>
            </a:lvl2pPr>
            <a:lvl3pPr marL="1143000" indent="-228600" latinLnBrk="1">
              <a:spcBef>
                <a:spcPct val="20000"/>
              </a:spcBef>
              <a:buChar char="•"/>
              <a:defRPr kumimoji="1">
                <a:solidFill>
                  <a:schemeClr val="tx1"/>
                </a:solidFill>
                <a:latin typeface="-윤체M" panose="020B0604020202020204" charset="-127"/>
                <a:ea typeface="-윤체M" panose="020B0604020202020204" charset="-127"/>
              </a:defRPr>
            </a:lvl3pPr>
            <a:lvl4pPr marL="1600200" indent="-228600" latinLnBrk="1">
              <a:spcBef>
                <a:spcPct val="20000"/>
              </a:spcBef>
              <a:buChar char="•"/>
              <a:defRPr kumimoji="1" sz="1600">
                <a:solidFill>
                  <a:schemeClr val="tx1"/>
                </a:solidFill>
                <a:latin typeface="-윤체M" panose="020B0604020202020204" charset="-127"/>
                <a:ea typeface="-윤체M" panose="020B0604020202020204" charset="-127"/>
              </a:defRPr>
            </a:lvl4pPr>
            <a:lvl5pPr marL="2057400" indent="-228600" latinLnBrk="1">
              <a:spcBef>
                <a:spcPct val="20000"/>
              </a:spcBef>
              <a:buChar char="•"/>
              <a:defRPr kumimoji="1" sz="1400">
                <a:solidFill>
                  <a:schemeClr val="tx1"/>
                </a:solidFill>
                <a:latin typeface="-윤체M" panose="020B0604020202020204" charset="-127"/>
                <a:ea typeface="-윤체M" panose="020B0604020202020204"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9pPr>
          </a:lstStyle>
          <a:p>
            <a:pPr eaLnBrk="1" hangingPunct="1">
              <a:spcBef>
                <a:spcPct val="50000"/>
              </a:spcBef>
              <a:buFontTx/>
              <a:buNone/>
            </a:pPr>
            <a:r>
              <a:rPr lang="zh-CN" altLang="en-US" sz="2400" dirty="0" smtClean="0">
                <a:latin typeface="华文行楷" panose="02010800040101010101" pitchFamily="2" charset="-122"/>
                <a:ea typeface="华文行楷" panose="02010800040101010101" pitchFamily="2" charset="-122"/>
              </a:rPr>
              <a:t>附录</a:t>
            </a:r>
            <a:endParaRPr lang="en-US" altLang="zh-CN" sz="2400" dirty="0">
              <a:latin typeface="华文行楷" panose="02010800040101010101" pitchFamily="2" charset="-122"/>
              <a:ea typeface="华文行楷" panose="02010800040101010101" pitchFamily="2" charset="-122"/>
            </a:endParaRPr>
          </a:p>
        </p:txBody>
      </p:sp>
    </p:spTree>
    <p:extLst>
      <p:ext uri="{BB962C8B-B14F-4D97-AF65-F5344CB8AC3E}">
        <p14:creationId xmlns:p14="http://schemas.microsoft.com/office/powerpoint/2010/main" val="2529016385"/>
      </p:ext>
    </p:extLst>
  </p:cSld>
  <p:clrMapOvr>
    <a:masterClrMapping/>
  </p:clrMapOvr>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a:xfrm>
            <a:off x="6553200" y="6248400"/>
            <a:ext cx="1905000" cy="457200"/>
          </a:xfrm>
          <a:prstGeom prst="rect">
            <a:avLst/>
          </a:prstGeom>
        </p:spPr>
        <p:txBody>
          <a:bodyPr/>
          <a:lstStyle/>
          <a:p>
            <a:pPr>
              <a:defRPr/>
            </a:pPr>
            <a:fld id="{6457503F-188E-4127-A153-A0C81C76BC8B}" type="slidenum">
              <a:rPr lang="en-US" altLang="ko-KR"/>
              <a:pPr>
                <a:defRPr/>
              </a:pPr>
              <a:t>164</a:t>
            </a:fld>
            <a:endParaRPr lang="en-US" altLang="ko-KR"/>
          </a:p>
        </p:txBody>
      </p:sp>
      <p:sp>
        <p:nvSpPr>
          <p:cNvPr id="137219" name="Rectangle 3"/>
          <p:cNvSpPr>
            <a:spLocks noGrp="1" noChangeArrowheads="1"/>
          </p:cNvSpPr>
          <p:nvPr>
            <p:ph type="body" idx="1"/>
          </p:nvPr>
        </p:nvSpPr>
        <p:spPr>
          <a:xfrm>
            <a:off x="179388" y="1004888"/>
            <a:ext cx="8785225" cy="5472112"/>
          </a:xfrm>
        </p:spPr>
        <p:txBody>
          <a:bodyPr/>
          <a:lstStyle/>
          <a:p>
            <a:pPr marL="0" indent="0" eaLnBrk="1" hangingPunct="1">
              <a:lnSpc>
                <a:spcPct val="120000"/>
              </a:lnSpc>
              <a:buFontTx/>
              <a:buNone/>
            </a:pPr>
            <a:r>
              <a:rPr lang="zh-CN" altLang="en-US" sz="2000" smtClean="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smtClean="0">
                <a:latin typeface="Times New Roman" panose="02020603050405020304" pitchFamily="18" charset="0"/>
                <a:ea typeface="微软雅黑" panose="020B0503020204020204" pitchFamily="34" charset="-122"/>
                <a:cs typeface="Times New Roman" panose="02020603050405020304" pitchFamily="18" charset="0"/>
              </a:rPr>
              <a:t>(8) </a:t>
            </a:r>
            <a:r>
              <a:rPr lang="zh-CN" altLang="en-US" sz="2000" smtClean="0">
                <a:latin typeface="Times New Roman" panose="02020603050405020304" pitchFamily="18" charset="0"/>
                <a:ea typeface="微软雅黑" panose="020B0503020204020204" pitchFamily="34" charset="-122"/>
                <a:cs typeface="Times New Roman" panose="02020603050405020304" pitchFamily="18" charset="0"/>
              </a:rPr>
              <a:t>消去合取词</a:t>
            </a:r>
          </a:p>
          <a:p>
            <a:pPr marL="0" indent="0" eaLnBrk="1" hangingPunct="1">
              <a:lnSpc>
                <a:spcPct val="120000"/>
              </a:lnSpc>
              <a:buFontTx/>
              <a:buNone/>
            </a:pPr>
            <a:r>
              <a:rPr lang="zh-CN" altLang="en-US" sz="2000" smtClean="0">
                <a:latin typeface="Times New Roman" panose="02020603050405020304" pitchFamily="18" charset="0"/>
                <a:ea typeface="微软雅黑" panose="020B0503020204020204" pitchFamily="34" charset="-122"/>
                <a:cs typeface="Times New Roman" panose="02020603050405020304" pitchFamily="18" charset="0"/>
              </a:rPr>
              <a:t>在母式中所有合取词用逗号替代，把母式用子句集的形式表示出来。其中，子句集中的每一个元素都是一个子句。</a:t>
            </a:r>
          </a:p>
          <a:p>
            <a:pPr marL="0" indent="0" eaLnBrk="1" hangingPunct="1">
              <a:lnSpc>
                <a:spcPct val="120000"/>
              </a:lnSpc>
              <a:buFontTx/>
              <a:buNone/>
            </a:pPr>
            <a:r>
              <a:rPr lang="zh-CN" altLang="en-US" sz="2000" smtClean="0">
                <a:latin typeface="Times New Roman" panose="02020603050405020304" pitchFamily="18" charset="0"/>
                <a:ea typeface="微软雅黑" panose="020B0503020204020204" pitchFamily="34" charset="-122"/>
                <a:cs typeface="Times New Roman" panose="02020603050405020304" pitchFamily="18" charset="0"/>
              </a:rPr>
              <a:t>    例如，上式的子句集中包含以下两个子句</a:t>
            </a:r>
          </a:p>
          <a:p>
            <a:pPr marL="0" indent="0" eaLnBrk="1" hangingPunct="1">
              <a:lnSpc>
                <a:spcPct val="120000"/>
              </a:lnSpc>
              <a:buFontTx/>
              <a:buNone/>
            </a:pPr>
            <a:r>
              <a:rPr lang="zh-CN" altLang="en-US" sz="2000" smtClean="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smtClean="0">
                <a:latin typeface="Times New Roman" panose="02020603050405020304" pitchFamily="18" charset="0"/>
                <a:ea typeface="微软雅黑" panose="020B0503020204020204" pitchFamily="34" charset="-122"/>
                <a:cs typeface="Times New Roman" panose="02020603050405020304" pitchFamily="18" charset="0"/>
              </a:rPr>
              <a:t>﹁P(x,f(x))∨Q(x,g(x))</a:t>
            </a:r>
          </a:p>
          <a:p>
            <a:pPr marL="0" indent="0" eaLnBrk="1" hangingPunct="1">
              <a:lnSpc>
                <a:spcPct val="120000"/>
              </a:lnSpc>
              <a:buFontTx/>
              <a:buNone/>
            </a:pPr>
            <a:r>
              <a:rPr lang="en-US" altLang="zh-CN" sz="2000" smtClean="0">
                <a:latin typeface="Times New Roman" panose="02020603050405020304" pitchFamily="18" charset="0"/>
                <a:ea typeface="微软雅黑" panose="020B0503020204020204" pitchFamily="34" charset="-122"/>
                <a:cs typeface="Times New Roman" panose="02020603050405020304" pitchFamily="18" charset="0"/>
              </a:rPr>
              <a:t>        ﹁P(x,f(x))∨﹁R(x,g(x))</a:t>
            </a:r>
          </a:p>
          <a:p>
            <a:pPr marL="0" indent="0" eaLnBrk="1" hangingPunct="1">
              <a:lnSpc>
                <a:spcPct val="120000"/>
              </a:lnSpc>
              <a:buFontTx/>
              <a:buNone/>
            </a:pPr>
            <a:r>
              <a:rPr lang="en-US" altLang="zh-CN" sz="2000" smtClean="0">
                <a:latin typeface="Times New Roman" panose="02020603050405020304" pitchFamily="18" charset="0"/>
                <a:ea typeface="微软雅黑" panose="020B0503020204020204" pitchFamily="34" charset="-122"/>
                <a:cs typeface="Times New Roman" panose="02020603050405020304" pitchFamily="18" charset="0"/>
              </a:rPr>
              <a:t>    (9) </a:t>
            </a:r>
            <a:r>
              <a:rPr lang="zh-CN" altLang="en-US" sz="2000" smtClean="0">
                <a:latin typeface="Times New Roman" panose="02020603050405020304" pitchFamily="18" charset="0"/>
                <a:ea typeface="微软雅黑" panose="020B0503020204020204" pitchFamily="34" charset="-122"/>
                <a:cs typeface="Times New Roman" panose="02020603050405020304" pitchFamily="18" charset="0"/>
              </a:rPr>
              <a:t>更换变量名称</a:t>
            </a:r>
          </a:p>
          <a:p>
            <a:pPr marL="0" indent="0" eaLnBrk="1" hangingPunct="1">
              <a:lnSpc>
                <a:spcPct val="120000"/>
              </a:lnSpc>
              <a:buFontTx/>
              <a:buNone/>
            </a:pPr>
            <a:r>
              <a:rPr lang="zh-CN" altLang="en-US" sz="2000" smtClean="0">
                <a:latin typeface="Times New Roman" panose="02020603050405020304" pitchFamily="18" charset="0"/>
                <a:ea typeface="微软雅黑" panose="020B0503020204020204" pitchFamily="34" charset="-122"/>
                <a:cs typeface="Times New Roman" panose="02020603050405020304" pitchFamily="18" charset="0"/>
              </a:rPr>
              <a:t>对子句集中的某些变量重新命名，使任意两个子句中不出现相同的变量名。由于每一个子句都对应着母式中的一个合取元，并且所有变元都是由全称量词量化的，因此</a:t>
            </a:r>
            <a:r>
              <a:rPr lang="zh-CN" altLang="en-US" sz="2000" smtClean="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任意两个不同子句的变量之间实际上不存在任何关系</a:t>
            </a:r>
            <a:r>
              <a:rPr lang="zh-CN" altLang="en-US" sz="2000" smtClean="0">
                <a:latin typeface="Times New Roman" panose="02020603050405020304" pitchFamily="18" charset="0"/>
                <a:ea typeface="微软雅黑" panose="020B0503020204020204" pitchFamily="34" charset="-122"/>
                <a:cs typeface="Times New Roman" panose="02020603050405020304" pitchFamily="18" charset="0"/>
              </a:rPr>
              <a:t>。这样，更换变量名是不会影响公式的真值的。</a:t>
            </a:r>
          </a:p>
          <a:p>
            <a:pPr marL="0" indent="0" eaLnBrk="1" hangingPunct="1">
              <a:lnSpc>
                <a:spcPct val="120000"/>
              </a:lnSpc>
              <a:buFontTx/>
              <a:buNone/>
            </a:pPr>
            <a:r>
              <a:rPr lang="zh-CN" altLang="en-US" sz="2000" smtClean="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smtClean="0">
                <a:latin typeface="Times New Roman" panose="02020603050405020304" pitchFamily="18" charset="0"/>
                <a:ea typeface="微软雅黑" panose="020B0503020204020204" pitchFamily="34" charset="-122"/>
                <a:cs typeface="Times New Roman" panose="02020603050405020304" pitchFamily="18" charset="0"/>
              </a:rPr>
              <a:t>﹁P(x,f(x))∨Q(x,g(x))</a:t>
            </a:r>
          </a:p>
          <a:p>
            <a:pPr marL="0" indent="0" eaLnBrk="1" hangingPunct="1">
              <a:lnSpc>
                <a:spcPct val="120000"/>
              </a:lnSpc>
              <a:buFontTx/>
              <a:buNone/>
            </a:pPr>
            <a:r>
              <a:rPr lang="en-US" altLang="zh-CN" sz="2000" smtClean="0">
                <a:latin typeface="Times New Roman" panose="02020603050405020304" pitchFamily="18" charset="0"/>
                <a:ea typeface="微软雅黑" panose="020B0503020204020204" pitchFamily="34" charset="-122"/>
                <a:cs typeface="Times New Roman" panose="02020603050405020304" pitchFamily="18" charset="0"/>
              </a:rPr>
              <a:t>        ﹁P(y,f(y))∨﹁R(y,g(y))</a:t>
            </a:r>
          </a:p>
        </p:txBody>
      </p:sp>
      <p:sp>
        <p:nvSpPr>
          <p:cNvPr id="6" name="矩形 5"/>
          <p:cNvSpPr/>
          <p:nvPr/>
        </p:nvSpPr>
        <p:spPr>
          <a:xfrm>
            <a:off x="1692275" y="188913"/>
            <a:ext cx="4354077" cy="646331"/>
          </a:xfrm>
          <a:prstGeom prst="rect">
            <a:avLst/>
          </a:prstGeom>
        </p:spPr>
        <p:txBody>
          <a:bodyPr wrap="none">
            <a:spAutoFit/>
          </a:bodyPr>
          <a:lstStyle/>
          <a:p>
            <a:pPr>
              <a:defRPr/>
            </a:pPr>
            <a:r>
              <a:rPr lang="zh-CN" altLang="en-US" sz="3600" b="1" dirty="0" smtClean="0">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公式</a:t>
            </a:r>
            <a:r>
              <a:rPr lang="zh-CN" altLang="en-US" sz="3600" b="1" dirty="0">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到子句集的转换</a:t>
            </a:r>
            <a:endParaRPr lang="zh-CN" altLang="en-US" sz="3600" dirty="0"/>
          </a:p>
        </p:txBody>
      </p:sp>
      <p:sp>
        <p:nvSpPr>
          <p:cNvPr id="5" name="Text Box 4"/>
          <p:cNvSpPr txBox="1">
            <a:spLocks noChangeArrowheads="1"/>
          </p:cNvSpPr>
          <p:nvPr/>
        </p:nvSpPr>
        <p:spPr bwMode="auto">
          <a:xfrm>
            <a:off x="107504" y="114300"/>
            <a:ext cx="2339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latinLnBrk="1">
              <a:spcBef>
                <a:spcPct val="20000"/>
              </a:spcBef>
              <a:buChar char="•"/>
              <a:defRPr kumimoji="1" sz="2200">
                <a:solidFill>
                  <a:schemeClr val="tx1"/>
                </a:solidFill>
                <a:latin typeface="-윤체M" panose="020B0604020202020204" charset="-127"/>
                <a:ea typeface="-윤체M" panose="020B0604020202020204" charset="-127"/>
              </a:defRPr>
            </a:lvl1pPr>
            <a:lvl2pPr marL="742950" indent="-285750" latinLnBrk="1">
              <a:spcBef>
                <a:spcPct val="20000"/>
              </a:spcBef>
              <a:buChar char="•"/>
              <a:defRPr kumimoji="1" sz="2000">
                <a:solidFill>
                  <a:schemeClr val="tx1"/>
                </a:solidFill>
                <a:latin typeface="-윤체M" panose="020B0604020202020204" charset="-127"/>
                <a:ea typeface="-윤체M" panose="020B0604020202020204" charset="-127"/>
              </a:defRPr>
            </a:lvl2pPr>
            <a:lvl3pPr marL="1143000" indent="-228600" latinLnBrk="1">
              <a:spcBef>
                <a:spcPct val="20000"/>
              </a:spcBef>
              <a:buChar char="•"/>
              <a:defRPr kumimoji="1">
                <a:solidFill>
                  <a:schemeClr val="tx1"/>
                </a:solidFill>
                <a:latin typeface="-윤체M" panose="020B0604020202020204" charset="-127"/>
                <a:ea typeface="-윤체M" panose="020B0604020202020204" charset="-127"/>
              </a:defRPr>
            </a:lvl3pPr>
            <a:lvl4pPr marL="1600200" indent="-228600" latinLnBrk="1">
              <a:spcBef>
                <a:spcPct val="20000"/>
              </a:spcBef>
              <a:buChar char="•"/>
              <a:defRPr kumimoji="1" sz="1600">
                <a:solidFill>
                  <a:schemeClr val="tx1"/>
                </a:solidFill>
                <a:latin typeface="-윤체M" panose="020B0604020202020204" charset="-127"/>
                <a:ea typeface="-윤체M" panose="020B0604020202020204" charset="-127"/>
              </a:defRPr>
            </a:lvl4pPr>
            <a:lvl5pPr marL="2057400" indent="-228600" latinLnBrk="1">
              <a:spcBef>
                <a:spcPct val="20000"/>
              </a:spcBef>
              <a:buChar char="•"/>
              <a:defRPr kumimoji="1" sz="1400">
                <a:solidFill>
                  <a:schemeClr val="tx1"/>
                </a:solidFill>
                <a:latin typeface="-윤체M" panose="020B0604020202020204" charset="-127"/>
                <a:ea typeface="-윤체M" panose="020B0604020202020204" charset="-127"/>
              </a:defRPr>
            </a:lvl5pPr>
            <a:lvl6pPr marL="25146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6pPr>
            <a:lvl7pPr marL="29718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7pPr>
            <a:lvl8pPr marL="34290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8pPr>
            <a:lvl9pPr marL="3886200" indent="-228600" eaLnBrk="0" fontAlgn="base" latinLnBrk="1" hangingPunct="0">
              <a:spcBef>
                <a:spcPct val="20000"/>
              </a:spcBef>
              <a:spcAft>
                <a:spcPct val="0"/>
              </a:spcAft>
              <a:buChar char="•"/>
              <a:defRPr kumimoji="1" sz="1400">
                <a:solidFill>
                  <a:schemeClr val="tx1"/>
                </a:solidFill>
                <a:latin typeface="-윤체M" panose="020B0604020202020204" charset="-127"/>
                <a:ea typeface="-윤체M" panose="020B0604020202020204" charset="-127"/>
              </a:defRPr>
            </a:lvl9pPr>
          </a:lstStyle>
          <a:p>
            <a:pPr eaLnBrk="1" hangingPunct="1">
              <a:spcBef>
                <a:spcPct val="50000"/>
              </a:spcBef>
              <a:buFontTx/>
              <a:buNone/>
            </a:pPr>
            <a:r>
              <a:rPr lang="zh-CN" altLang="en-US" sz="2400" dirty="0" smtClean="0">
                <a:latin typeface="华文行楷" panose="02010800040101010101" pitchFamily="2" charset="-122"/>
                <a:ea typeface="华文行楷" panose="02010800040101010101" pitchFamily="2" charset="-122"/>
              </a:rPr>
              <a:t>附录</a:t>
            </a:r>
            <a:endParaRPr lang="en-US" altLang="zh-CN" sz="2400" dirty="0">
              <a:latin typeface="华文行楷" panose="02010800040101010101" pitchFamily="2" charset="-122"/>
              <a:ea typeface="华文行楷" panose="02010800040101010101" pitchFamily="2" charset="-122"/>
            </a:endParaRPr>
          </a:p>
        </p:txBody>
      </p:sp>
    </p:spTree>
    <p:extLst>
      <p:ext uri="{BB962C8B-B14F-4D97-AF65-F5344CB8AC3E}">
        <p14:creationId xmlns:p14="http://schemas.microsoft.com/office/powerpoint/2010/main" val="2533353924"/>
      </p:ext>
    </p:extLst>
  </p:cSld>
  <p:clrMapOvr>
    <a:masterClrMapping/>
  </p:clrMapOvr>
  <p:timing>
    <p:tnLst>
      <p:par>
        <p:cTn id="1" dur="indefinite" restart="never" nodeType="tmRoot"/>
      </p:par>
    </p:tnLst>
  </p:timing>
</p:sld>
</file>

<file path=ppt/theme/theme1.xml><?xml version="1.0" encoding="utf-8"?>
<a:theme xmlns:a="http://schemas.openxmlformats.org/drawingml/2006/main" name="B139">
  <a:themeElements>
    <a:clrScheme name="B139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B139">
      <a:majorFont>
        <a:latin typeface="-윤체B"/>
        <a:ea typeface="-윤체B"/>
        <a:cs typeface=""/>
      </a:majorFont>
      <a:minorFont>
        <a:latin typeface="-윤체M"/>
        <a:ea typeface="-윤체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1" hangingPunct="1">
          <a:lnSpc>
            <a:spcPct val="100000"/>
          </a:lnSpc>
          <a:spcBef>
            <a:spcPct val="0"/>
          </a:spcBef>
          <a:spcAft>
            <a:spcPct val="0"/>
          </a:spcAft>
          <a:buClrTx/>
          <a:buSzTx/>
          <a:buFontTx/>
          <a:buNone/>
          <a:defRPr kumimoji="1" lang="ko-KR" altLang="en-US" sz="24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1" hangingPunct="1">
          <a:lnSpc>
            <a:spcPct val="100000"/>
          </a:lnSpc>
          <a:spcBef>
            <a:spcPct val="0"/>
          </a:spcBef>
          <a:spcAft>
            <a:spcPct val="0"/>
          </a:spcAft>
          <a:buClrTx/>
          <a:buSzTx/>
          <a:buFontTx/>
          <a:buNone/>
          <a:defRPr kumimoji="1" lang="ko-KR" altLang="en-US" sz="24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defRPr>
        </a:defPPr>
      </a:lstStyle>
    </a:lnDef>
  </a:objectDefaults>
  <a:extraClrSchemeLst>
    <a:extraClrScheme>
      <a:clrScheme name="B139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139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139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139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139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139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139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B139">
  <a:themeElements>
    <a:clrScheme name="B139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B139">
      <a:majorFont>
        <a:latin typeface="宋体"/>
        <a:ea typeface="宋体"/>
        <a:cs typeface=""/>
      </a:majorFont>
      <a:minorFont>
        <a:latin typeface="黑体"/>
        <a:ea typeface="黑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1" hangingPunct="1">
          <a:lnSpc>
            <a:spcPct val="100000"/>
          </a:lnSpc>
          <a:spcBef>
            <a:spcPct val="0"/>
          </a:spcBef>
          <a:spcAft>
            <a:spcPct val="0"/>
          </a:spcAft>
          <a:buClrTx/>
          <a:buSzTx/>
          <a:buFontTx/>
          <a:buNone/>
          <a:tabLst/>
          <a:defRPr kumimoji="1" lang="ko-KR" altLang="en-US" sz="2400" b="0" i="0" u="none" strike="noStrike" cap="none" normalizeH="0" baseline="0" smtClean="0">
            <a:ln>
              <a:noFill/>
            </a:ln>
            <a:solidFill>
              <a:schemeClr val="tx1"/>
            </a:solidFill>
            <a:effectLst/>
            <a:latin typeface="楷体" panose="02010609060101010101" pitchFamily="49" charset="-122"/>
            <a:ea typeface="楷体" panose="02010609060101010101"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1" hangingPunct="1">
          <a:lnSpc>
            <a:spcPct val="100000"/>
          </a:lnSpc>
          <a:spcBef>
            <a:spcPct val="0"/>
          </a:spcBef>
          <a:spcAft>
            <a:spcPct val="0"/>
          </a:spcAft>
          <a:buClrTx/>
          <a:buSzTx/>
          <a:buFontTx/>
          <a:buNone/>
          <a:tabLst/>
          <a:defRPr kumimoji="1" lang="ko-KR" altLang="en-US" sz="2400" b="0" i="0" u="none" strike="noStrike" cap="none" normalizeH="0" baseline="0" smtClean="0">
            <a:ln>
              <a:noFill/>
            </a:ln>
            <a:solidFill>
              <a:schemeClr val="tx1"/>
            </a:solidFill>
            <a:effectLst/>
            <a:latin typeface="楷体" panose="02010609060101010101" pitchFamily="49" charset="-122"/>
            <a:ea typeface="楷体" panose="02010609060101010101" pitchFamily="49" charset="-122"/>
          </a:defRPr>
        </a:defPPr>
      </a:lstStyle>
    </a:lnDef>
  </a:objectDefaults>
  <a:extraClrSchemeLst>
    <a:extraClrScheme>
      <a:clrScheme name="B139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139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139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139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139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139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139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C:\coolpt\TempSlide\B139.POT</Template>
  <TotalTime>2549</TotalTime>
  <Words>13121</Words>
  <Application>Microsoft Office PowerPoint</Application>
  <PresentationFormat>全屏显示(4:3)</PresentationFormat>
  <Paragraphs>1644</Paragraphs>
  <Slides>164</Slides>
  <Notes>90</Notes>
  <HiddenSlides>0</HiddenSlides>
  <MMClips>0</MMClips>
  <ScaleCrop>false</ScaleCrop>
  <HeadingPairs>
    <vt:vector size="8" baseType="variant">
      <vt:variant>
        <vt:lpstr>已用的字体</vt:lpstr>
      </vt:variant>
      <vt:variant>
        <vt:i4>13</vt:i4>
      </vt:variant>
      <vt:variant>
        <vt:lpstr>主题</vt:lpstr>
      </vt:variant>
      <vt:variant>
        <vt:i4>2</vt:i4>
      </vt:variant>
      <vt:variant>
        <vt:lpstr>嵌入 OLE 服务器</vt:lpstr>
      </vt:variant>
      <vt:variant>
        <vt:i4>6</vt:i4>
      </vt:variant>
      <vt:variant>
        <vt:lpstr>幻灯片标题</vt:lpstr>
      </vt:variant>
      <vt:variant>
        <vt:i4>164</vt:i4>
      </vt:variant>
    </vt:vector>
  </HeadingPairs>
  <TitlesOfParts>
    <vt:vector size="185" baseType="lpstr">
      <vt:lpstr>-윤체M</vt:lpstr>
      <vt:lpstr>宋体</vt:lpstr>
      <vt:lpstr>Arial</vt:lpstr>
      <vt:lpstr>楷体</vt:lpstr>
      <vt:lpstr>Wingdings</vt:lpstr>
      <vt:lpstr>Tahoma</vt:lpstr>
      <vt:lpstr>-윤체B</vt:lpstr>
      <vt:lpstr>Gulim</vt:lpstr>
      <vt:lpstr>微软雅黑</vt:lpstr>
      <vt:lpstr>Times New Roman</vt:lpstr>
      <vt:lpstr>华文行楷</vt:lpstr>
      <vt:lpstr>黑体</vt:lpstr>
      <vt:lpstr>Symbol</vt:lpstr>
      <vt:lpstr>B139</vt:lpstr>
      <vt:lpstr>1_B139</vt:lpstr>
      <vt:lpstr>Equation</vt:lpstr>
      <vt:lpstr>Equation.3</vt:lpstr>
      <vt:lpstr>公式</vt:lpstr>
      <vt:lpstr>Microsoft 公式 3.0</vt:lpstr>
      <vt:lpstr>Document</vt:lpstr>
      <vt:lpstr>图片</vt:lpstr>
      <vt:lpstr>人工智能原理及应用  第3章 逻辑推理 </vt:lpstr>
      <vt:lpstr>   本章内容   3.1 推理的基本概念  3.2 命题逻辑和一阶谓词逻辑  3.3 确定性推理        3.4 基于知识图谱的推理        3.5  不确定性推理</vt:lpstr>
      <vt:lpstr>逻辑与推理</vt:lpstr>
      <vt:lpstr>PowerPoint 演示文稿</vt:lpstr>
      <vt:lpstr>PowerPoint 演示文稿</vt:lpstr>
      <vt:lpstr>PowerPoint 演示文稿</vt:lpstr>
      <vt:lpstr>PowerPoint 演示文稿</vt:lpstr>
      <vt:lpstr>3.1.1  什么是推理 3.1.2  推理方法及其分类 3.1.3  逻辑智能体的构造 </vt:lpstr>
      <vt:lpstr>3.1.1  什么是推理</vt:lpstr>
      <vt:lpstr>3.1.2  推理方法及其分类-- 按推理的逻辑基础分类</vt:lpstr>
      <vt:lpstr>3.1.2  推理方法及其分类-- 按推理的逻辑基础分类</vt:lpstr>
      <vt:lpstr>3.1.2  推理方法及其分类-- 按推理的逻辑基础分类</vt:lpstr>
      <vt:lpstr>3.1.3逻辑智能体的构造</vt:lpstr>
      <vt:lpstr>3.1.3逻辑智能体的构造</vt:lpstr>
      <vt:lpstr>3.1.3逻辑智能体的构造</vt:lpstr>
      <vt:lpstr>3.1.3逻辑智能体的构造</vt:lpstr>
      <vt:lpstr>3.2 命题逻辑和一阶谓词逻辑  用命题逻辑或者一阶谓词逻辑对自然语言描述的规则符号化，以便进行后续推理</vt:lpstr>
      <vt:lpstr>3.2.1 命题</vt:lpstr>
      <vt:lpstr>命题变量与真值</vt:lpstr>
      <vt:lpstr>PowerPoint 演示文稿</vt:lpstr>
      <vt:lpstr>PowerPoint 演示文稿</vt:lpstr>
      <vt:lpstr>命题逻辑的特点</vt:lpstr>
      <vt:lpstr>3.2.2 一阶谓词逻辑</vt:lpstr>
      <vt:lpstr>3.2.2 一阶谓词逻辑</vt:lpstr>
      <vt:lpstr>3.2.2 一阶谓词逻辑</vt:lpstr>
      <vt:lpstr>一阶谓词逻辑</vt:lpstr>
      <vt:lpstr>一阶谓词逻辑</vt:lpstr>
      <vt:lpstr>一阶谓词逻辑——变量与量词</vt:lpstr>
      <vt:lpstr>PowerPoint 演示文稿</vt:lpstr>
      <vt:lpstr>3.2.3 一阶语言</vt:lpstr>
      <vt:lpstr>一阶语言的公式</vt:lpstr>
      <vt:lpstr>3.3 确定性推理  自然演绎推理——前向/后向链接算法 归结演绎推理</vt:lpstr>
      <vt:lpstr>相关基础</vt:lpstr>
      <vt:lpstr>规则与事实匹配——置换与合一</vt:lpstr>
      <vt:lpstr>高效推理：一阶语言的特殊形式—Horn子句</vt:lpstr>
      <vt:lpstr>逻辑推理的例子</vt:lpstr>
      <vt:lpstr>PowerPoint 演示文稿</vt:lpstr>
      <vt:lpstr>推理策略一：前向链接算法</vt:lpstr>
      <vt:lpstr>前向链接算法例子</vt:lpstr>
      <vt:lpstr>前向链接算法例子</vt:lpstr>
      <vt:lpstr>前向链接算法例子</vt:lpstr>
      <vt:lpstr>前向链接算法例子</vt:lpstr>
      <vt:lpstr>前向链接算法例子</vt:lpstr>
      <vt:lpstr>推理策略二：反向链接算法</vt:lpstr>
      <vt:lpstr>推理策略二：反向链接算法</vt:lpstr>
      <vt:lpstr>反向链接算法例子</vt:lpstr>
      <vt:lpstr>反向链接算法例子</vt:lpstr>
      <vt:lpstr>反向链接算法例子</vt:lpstr>
      <vt:lpstr>反向链接算法例子</vt:lpstr>
      <vt:lpstr>反向链接算法例子</vt:lpstr>
      <vt:lpstr>反向链接算法例子</vt:lpstr>
      <vt:lpstr>反向链接算法例子</vt:lpstr>
      <vt:lpstr>归结演绎推理——消解法</vt:lpstr>
      <vt:lpstr>消解法证明的步骤</vt:lpstr>
      <vt:lpstr>PowerPoint 演示文稿</vt:lpstr>
      <vt:lpstr>PowerPoint 演示文稿</vt:lpstr>
      <vt:lpstr>应用归结原理求取问题答案</vt:lpstr>
      <vt:lpstr>应用归结原理求取问题答案</vt:lpstr>
      <vt:lpstr>应用归结原理求取问题答案</vt:lpstr>
      <vt:lpstr>应用归结原理求取问题答案</vt:lpstr>
      <vt:lpstr>3.4  知识图谱推理  </vt:lpstr>
      <vt:lpstr>知识图谱：起源</vt:lpstr>
      <vt:lpstr>背景：知识表示</vt:lpstr>
      <vt:lpstr>背景：知识表示</vt:lpstr>
      <vt:lpstr>背景：人工智能中的知识表示</vt:lpstr>
      <vt:lpstr>什么是知识图谱</vt:lpstr>
      <vt:lpstr>什么是知识图谱</vt:lpstr>
      <vt:lpstr>PowerPoint 演示文稿</vt:lpstr>
      <vt:lpstr>PowerPoint 演示文稿</vt:lpstr>
      <vt:lpstr>PowerPoint 演示文稿</vt:lpstr>
      <vt:lpstr>知识图谱的数据模型</vt:lpstr>
      <vt:lpstr>知识图谱的数据模型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3.4  不确定性推理  </vt:lpstr>
      <vt:lpstr>PowerPoint 演示文稿</vt:lpstr>
      <vt:lpstr>不确定性与不精确推理</vt:lpstr>
      <vt:lpstr>概率推理</vt:lpstr>
      <vt:lpstr>原子事件性质</vt:lpstr>
      <vt:lpstr>3.4.2 使用全联合概率分布进行推理</vt:lpstr>
      <vt:lpstr>3.4.2 使用全联合概率分布进行推理</vt:lpstr>
      <vt:lpstr>3.4.2 使用全联合概率分布进行推理</vt:lpstr>
      <vt:lpstr>3.4.2使用全联合概率分布进行推理</vt:lpstr>
      <vt:lpstr>3.4.3 Bayes推理</vt:lpstr>
      <vt:lpstr>逆概率公式方法的例子</vt:lpstr>
      <vt:lpstr>逆概率公式方法的例子</vt:lpstr>
      <vt:lpstr>逆概率公式方法的例子</vt:lpstr>
      <vt:lpstr>修正因子</vt:lpstr>
      <vt:lpstr>后验概率递推公式</vt:lpstr>
      <vt:lpstr>总结</vt:lpstr>
      <vt:lpstr>三门问题</vt:lpstr>
      <vt:lpstr>条件独立性下的贝叶斯方法</vt:lpstr>
      <vt:lpstr>3.4.4贝叶斯网络</vt:lpstr>
      <vt:lpstr>3.4.4贝叶斯网络</vt:lpstr>
      <vt:lpstr>贝叶斯网络的表示</vt:lpstr>
      <vt:lpstr>贝叶斯网络语义：全联合概率分布</vt:lpstr>
      <vt:lpstr>例：对如下的贝叶斯网络</vt:lpstr>
      <vt:lpstr>贝叶斯网络中的推理</vt:lpstr>
      <vt:lpstr>推理实例(1)</vt:lpstr>
      <vt:lpstr>推理实例(2)</vt:lpstr>
      <vt:lpstr>推理实例(3)</vt:lpstr>
      <vt:lpstr>精确推理的复杂度</vt:lpstr>
      <vt:lpstr>多连通网络</vt:lpstr>
      <vt:lpstr>3.6 模糊推理 </vt:lpstr>
      <vt:lpstr>3.6.1 模糊子集</vt:lpstr>
      <vt:lpstr>模糊子集定义</vt:lpstr>
      <vt:lpstr>模糊与概率的区别</vt:lpstr>
      <vt:lpstr>模糊集合运算(1)</vt:lpstr>
      <vt:lpstr>模糊集合运算(2)</vt:lpstr>
      <vt:lpstr>模糊集合运算的性质</vt:lpstr>
      <vt:lpstr>PowerPoint 演示文稿</vt:lpstr>
      <vt:lpstr>PowerPoint 演示文稿</vt:lpstr>
      <vt:lpstr>模糊数据的确定</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参考书目</vt:lpstr>
      <vt:lpstr>简单的前向链接算法</vt:lpstr>
      <vt:lpstr>简单的反向链接算法</vt:lpstr>
      <vt:lpstr>公式到子句集的转换</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人工智能原理  第2章 逻辑系统 </dc:title>
  <dc:creator/>
  <cp:lastModifiedBy>123</cp:lastModifiedBy>
  <cp:revision>339</cp:revision>
  <dcterms:created xsi:type="dcterms:W3CDTF">2001-07-18T23:57:00Z</dcterms:created>
  <dcterms:modified xsi:type="dcterms:W3CDTF">2023-10-09T12:50:40Z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2B771FBD3B3242BA991991C4592E5466</vt:lpwstr>
  </property>
  <property fmtid="{D5CDD505-2E9C-101B-9397-08002B2CF9AE}" pid="3" name="KSOProductBuildVer">
    <vt:lpwstr>2052-11.1.0.11045</vt:lpwstr>
  </property>
</Properties>
</file>