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700" r:id="rId1"/>
  </p:sldMasterIdLst>
  <p:notesMasterIdLst>
    <p:notesMasterId r:id="rId122"/>
  </p:notesMasterIdLst>
  <p:sldIdLst>
    <p:sldId id="256" r:id="rId2"/>
    <p:sldId id="684" r:id="rId3"/>
    <p:sldId id="685" r:id="rId4"/>
    <p:sldId id="686" r:id="rId5"/>
    <p:sldId id="312" r:id="rId6"/>
    <p:sldId id="506" r:id="rId7"/>
    <p:sldId id="389" r:id="rId8"/>
    <p:sldId id="534" r:id="rId9"/>
    <p:sldId id="394" r:id="rId10"/>
    <p:sldId id="511" r:id="rId11"/>
    <p:sldId id="405" r:id="rId12"/>
    <p:sldId id="410" r:id="rId13"/>
    <p:sldId id="537" r:id="rId14"/>
    <p:sldId id="540" r:id="rId15"/>
    <p:sldId id="542" r:id="rId16"/>
    <p:sldId id="544" r:id="rId17"/>
    <p:sldId id="564" r:id="rId18"/>
    <p:sldId id="507" r:id="rId19"/>
    <p:sldId id="587" r:id="rId20"/>
    <p:sldId id="568" r:id="rId21"/>
    <p:sldId id="570" r:id="rId22"/>
    <p:sldId id="571" r:id="rId23"/>
    <p:sldId id="572" r:id="rId24"/>
    <p:sldId id="573" r:id="rId25"/>
    <p:sldId id="574" r:id="rId26"/>
    <p:sldId id="575" r:id="rId27"/>
    <p:sldId id="576" r:id="rId28"/>
    <p:sldId id="577" r:id="rId29"/>
    <p:sldId id="579" r:id="rId30"/>
    <p:sldId id="578" r:id="rId31"/>
    <p:sldId id="580" r:id="rId32"/>
    <p:sldId id="581" r:id="rId33"/>
    <p:sldId id="582" r:id="rId34"/>
    <p:sldId id="413" r:id="rId35"/>
    <p:sldId id="709" r:id="rId36"/>
    <p:sldId id="586" r:id="rId37"/>
    <p:sldId id="418" r:id="rId38"/>
    <p:sldId id="711" r:id="rId39"/>
    <p:sldId id="710" r:id="rId40"/>
    <p:sldId id="417" r:id="rId41"/>
    <p:sldId id="508" r:id="rId42"/>
    <p:sldId id="523" r:id="rId43"/>
    <p:sldId id="524" r:id="rId44"/>
    <p:sldId id="429" r:id="rId45"/>
    <p:sldId id="590" r:id="rId46"/>
    <p:sldId id="591" r:id="rId47"/>
    <p:sldId id="592" r:id="rId48"/>
    <p:sldId id="593" r:id="rId49"/>
    <p:sldId id="707" r:id="rId50"/>
    <p:sldId id="595" r:id="rId51"/>
    <p:sldId id="602" r:id="rId52"/>
    <p:sldId id="604" r:id="rId53"/>
    <p:sldId id="605" r:id="rId54"/>
    <p:sldId id="606" r:id="rId55"/>
    <p:sldId id="607" r:id="rId56"/>
    <p:sldId id="608" r:id="rId57"/>
    <p:sldId id="609" r:id="rId58"/>
    <p:sldId id="442" r:id="rId59"/>
    <p:sldId id="446" r:id="rId60"/>
    <p:sldId id="444" r:id="rId61"/>
    <p:sldId id="451" r:id="rId62"/>
    <p:sldId id="687" r:id="rId63"/>
    <p:sldId id="688" r:id="rId64"/>
    <p:sldId id="318" r:id="rId65"/>
    <p:sldId id="319" r:id="rId66"/>
    <p:sldId id="317" r:id="rId67"/>
    <p:sldId id="320" r:id="rId68"/>
    <p:sldId id="612" r:id="rId69"/>
    <p:sldId id="613" r:id="rId70"/>
    <p:sldId id="615" r:id="rId71"/>
    <p:sldId id="616" r:id="rId72"/>
    <p:sldId id="618" r:id="rId73"/>
    <p:sldId id="619" r:id="rId74"/>
    <p:sldId id="621" r:id="rId75"/>
    <p:sldId id="633" r:id="rId76"/>
    <p:sldId id="623" r:id="rId77"/>
    <p:sldId id="680" r:id="rId78"/>
    <p:sldId id="637" r:id="rId79"/>
    <p:sldId id="638" r:id="rId80"/>
    <p:sldId id="639" r:id="rId81"/>
    <p:sldId id="642" r:id="rId82"/>
    <p:sldId id="643" r:id="rId83"/>
    <p:sldId id="647" r:id="rId84"/>
    <p:sldId id="648" r:id="rId85"/>
    <p:sldId id="649" r:id="rId86"/>
    <p:sldId id="682" r:id="rId87"/>
    <p:sldId id="651" r:id="rId88"/>
    <p:sldId id="652" r:id="rId89"/>
    <p:sldId id="654" r:id="rId90"/>
    <p:sldId id="655" r:id="rId91"/>
    <p:sldId id="656" r:id="rId92"/>
    <p:sldId id="657" r:id="rId93"/>
    <p:sldId id="658" r:id="rId94"/>
    <p:sldId id="659" r:id="rId95"/>
    <p:sldId id="660" r:id="rId96"/>
    <p:sldId id="661" r:id="rId97"/>
    <p:sldId id="662" r:id="rId98"/>
    <p:sldId id="663" r:id="rId99"/>
    <p:sldId id="664" r:id="rId100"/>
    <p:sldId id="665" r:id="rId101"/>
    <p:sldId id="666" r:id="rId102"/>
    <p:sldId id="689" r:id="rId103"/>
    <p:sldId id="690" r:id="rId104"/>
    <p:sldId id="691" r:id="rId105"/>
    <p:sldId id="692" r:id="rId106"/>
    <p:sldId id="708" r:id="rId107"/>
    <p:sldId id="693" r:id="rId108"/>
    <p:sldId id="694" r:id="rId109"/>
    <p:sldId id="695" r:id="rId110"/>
    <p:sldId id="696" r:id="rId111"/>
    <p:sldId id="697" r:id="rId112"/>
    <p:sldId id="698" r:id="rId113"/>
    <p:sldId id="699" r:id="rId114"/>
    <p:sldId id="700" r:id="rId115"/>
    <p:sldId id="701" r:id="rId116"/>
    <p:sldId id="702" r:id="rId117"/>
    <p:sldId id="703" r:id="rId118"/>
    <p:sldId id="704" r:id="rId119"/>
    <p:sldId id="705" r:id="rId120"/>
    <p:sldId id="706" r:id="rId121"/>
  </p:sldIdLst>
  <p:sldSz cx="9144000" cy="6858000" type="screen4x3"/>
  <p:notesSz cx="6858000" cy="9144000"/>
  <p:embeddedFontLst>
    <p:embeddedFont>
      <p:font typeface="-윤체M" panose="02030600000101010101" pitchFamily="18" charset="-127"/>
      <p:regular r:id="rId123"/>
    </p:embeddedFont>
    <p:embeddedFont>
      <p:font typeface="-윤체B" panose="020F0502020204030204" pitchFamily="34" charset="0"/>
      <p:regular r:id="rId124"/>
      <p:bold r:id="rId125"/>
      <p:italic r:id="rId126"/>
      <p:boldItalic r:id="rId127"/>
    </p:embeddedFont>
    <p:embeddedFont>
      <p:font typeface="黑体" panose="02010609060101010101" pitchFamily="49" charset="-122"/>
      <p:regular r:id="rId128"/>
    </p:embeddedFont>
    <p:embeddedFont>
      <p:font typeface="华文仿宋" panose="02010600040101010101" pitchFamily="2" charset="-122"/>
      <p:regular r:id="rId129"/>
    </p:embeddedFont>
    <p:embeddedFont>
      <p:font typeface="华文新魏" panose="02010800040101010101" pitchFamily="2" charset="-122"/>
      <p:regular r:id="rId130"/>
    </p:embeddedFont>
    <p:embeddedFont>
      <p:font typeface="华文行楷" panose="02010800040101010101" pitchFamily="2" charset="-122"/>
      <p:regular r:id="rId131"/>
    </p:embeddedFont>
    <p:embeddedFont>
      <p:font typeface="宋体" panose="02010600030101010101" pitchFamily="2" charset="-122"/>
      <p:regular r:id="rId132"/>
    </p:embeddedFont>
    <p:embeddedFont>
      <p:font typeface="微软雅黑" panose="020B0503020204020204" pitchFamily="34" charset="-122"/>
      <p:regular r:id="rId133"/>
      <p:bold r:id="rId134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Gulim" panose="020B0600000101010101" pitchFamily="34" charset="-127"/>
        <a:ea typeface="Gulim" panose="020B0600000101010101" pitchFamily="34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Gulim" panose="020B0600000101010101" pitchFamily="34" charset="-127"/>
        <a:ea typeface="Gulim" panose="020B0600000101010101" pitchFamily="34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Gulim" panose="020B0600000101010101" pitchFamily="34" charset="-127"/>
        <a:ea typeface="Gulim" panose="020B0600000101010101" pitchFamily="34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Gulim" panose="020B0600000101010101" pitchFamily="34" charset="-127"/>
        <a:ea typeface="Gulim" panose="020B0600000101010101" pitchFamily="34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Gulim" panose="020B0600000101010101" pitchFamily="34" charset="-127"/>
        <a:ea typeface="Gulim" panose="020B0600000101010101" pitchFamily="34" charset="-127"/>
        <a:cs typeface="+mn-cs"/>
      </a:defRPr>
    </a:lvl5pPr>
    <a:lvl6pPr marL="2286000" algn="l" defTabSz="914400" rtl="0" eaLnBrk="1" latinLnBrk="0" hangingPunct="1">
      <a:defRPr kumimoji="1" sz="2400" i="1" kern="1200">
        <a:solidFill>
          <a:schemeClr val="tx1"/>
        </a:solidFill>
        <a:latin typeface="Gulim" panose="020B0600000101010101" pitchFamily="34" charset="-127"/>
        <a:ea typeface="Gulim" panose="020B0600000101010101" pitchFamily="34" charset="-127"/>
        <a:cs typeface="+mn-cs"/>
      </a:defRPr>
    </a:lvl6pPr>
    <a:lvl7pPr marL="2743200" algn="l" defTabSz="914400" rtl="0" eaLnBrk="1" latinLnBrk="0" hangingPunct="1">
      <a:defRPr kumimoji="1" sz="2400" i="1" kern="1200">
        <a:solidFill>
          <a:schemeClr val="tx1"/>
        </a:solidFill>
        <a:latin typeface="Gulim" panose="020B0600000101010101" pitchFamily="34" charset="-127"/>
        <a:ea typeface="Gulim" panose="020B0600000101010101" pitchFamily="34" charset="-127"/>
        <a:cs typeface="+mn-cs"/>
      </a:defRPr>
    </a:lvl7pPr>
    <a:lvl8pPr marL="3200400" algn="l" defTabSz="914400" rtl="0" eaLnBrk="1" latinLnBrk="0" hangingPunct="1">
      <a:defRPr kumimoji="1" sz="2400" i="1" kern="1200">
        <a:solidFill>
          <a:schemeClr val="tx1"/>
        </a:solidFill>
        <a:latin typeface="Gulim" panose="020B0600000101010101" pitchFamily="34" charset="-127"/>
        <a:ea typeface="Gulim" panose="020B0600000101010101" pitchFamily="34" charset="-127"/>
        <a:cs typeface="+mn-cs"/>
      </a:defRPr>
    </a:lvl8pPr>
    <a:lvl9pPr marL="3657600" algn="l" defTabSz="914400" rtl="0" eaLnBrk="1" latinLnBrk="0" hangingPunct="1">
      <a:defRPr kumimoji="1" sz="2400" i="1" kern="1200">
        <a:solidFill>
          <a:schemeClr val="tx1"/>
        </a:solidFill>
        <a:latin typeface="Gulim" panose="020B0600000101010101" pitchFamily="34" charset="-127"/>
        <a:ea typeface="Gulim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21" autoAdjust="0"/>
    <p:restoredTop sz="61191" autoAdjust="0"/>
  </p:normalViewPr>
  <p:slideViewPr>
    <p:cSldViewPr>
      <p:cViewPr varScale="1">
        <p:scale>
          <a:sx n="125" d="100"/>
          <a:sy n="125" d="100"/>
        </p:scale>
        <p:origin x="4856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font" Target="fonts/font1.fntdata"/><Relationship Id="rId128" Type="http://schemas.openxmlformats.org/officeDocument/2006/relationships/font" Target="fonts/font6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font" Target="fonts/font12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font" Target="fonts/font2.fntdata"/><Relationship Id="rId129" Type="http://schemas.openxmlformats.org/officeDocument/2006/relationships/font" Target="fonts/font7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font" Target="fonts/font8.fntdata"/><Relationship Id="rId135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font" Target="fonts/font3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font" Target="fonts/font9.fntdata"/><Relationship Id="rId136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font" Target="fonts/font10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72EF9226-97A3-6A3B-B31F-C42F931D5FC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 i="0">
                <a:latin typeface="Gulim" pitchFamily="34" charset="-127"/>
                <a:ea typeface="Gulim" pitchFamily="34" charset="-127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360CF103-BB94-5CFE-52BC-A8248E885CB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i="0">
                <a:latin typeface="Gulim" pitchFamily="34" charset="-127"/>
                <a:ea typeface="Gulim" pitchFamily="34" charset="-127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16F9E848-0708-B75D-9B0F-F8A075902D2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6325" name="Rectangle 5">
            <a:extLst>
              <a:ext uri="{FF2B5EF4-FFF2-40B4-BE49-F238E27FC236}">
                <a16:creationId xmlns:a16="http://schemas.microsoft.com/office/drawing/2014/main" id="{7C1C6E3B-49CC-4490-3D87-76FBC565C23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6326" name="Rectangle 6">
            <a:extLst>
              <a:ext uri="{FF2B5EF4-FFF2-40B4-BE49-F238E27FC236}">
                <a16:creationId xmlns:a16="http://schemas.microsoft.com/office/drawing/2014/main" id="{110B8CDD-0966-EA16-8FCA-BF071F4821D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 i="0">
                <a:latin typeface="Gulim" pitchFamily="34" charset="-127"/>
                <a:ea typeface="Gulim" pitchFamily="34" charset="-127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6327" name="Rectangle 7">
            <a:extLst>
              <a:ext uri="{FF2B5EF4-FFF2-40B4-BE49-F238E27FC236}">
                <a16:creationId xmlns:a16="http://schemas.microsoft.com/office/drawing/2014/main" id="{EA92C057-457B-40F0-97D7-105E8E285D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i="0"/>
            </a:lvl1pPr>
          </a:lstStyle>
          <a:p>
            <a:fld id="{B6930B2B-BC17-6740-B350-0F7FDC6BAB1A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Gulim" panose="020B0600000101010101" pitchFamily="34" charset="-127"/>
        <a:ea typeface="Gulim" panose="020B0600000101010101" pitchFamily="34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Gulim" panose="020B0600000101010101" pitchFamily="34" charset="-127"/>
        <a:ea typeface="Gulim" panose="020B0600000101010101" pitchFamily="34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Gulim" panose="020B0600000101010101" pitchFamily="34" charset="-127"/>
        <a:ea typeface="Gulim" panose="020B0600000101010101" pitchFamily="34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Gulim" panose="020B0600000101010101" pitchFamily="34" charset="-127"/>
        <a:ea typeface="Gulim" panose="020B0600000101010101" pitchFamily="34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Gulim" panose="020B0600000101010101" pitchFamily="34" charset="-127"/>
        <a:ea typeface="Gulim" panose="020B0600000101010101" pitchFamily="34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18161839-C093-C1E6-01CC-0B49607D49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30B15FE4-6120-3949-8C10-5DCBD8A79D65}" type="slidenum">
              <a:rPr lang="zh-CN" altLang="en-US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F2E4CB68-3898-426F-D211-CD777CC0BF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183B98E2-0B7D-DE77-4B23-4D146B5E0E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3F40835D-68C8-45D6-8AD7-D72FA08027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568CFC3F-496A-184E-9531-CB8DF39A96A9}" type="slidenum">
              <a:rPr lang="zh-CN" altLang="en-US"/>
              <a:pPr>
                <a:spcBef>
                  <a:spcPct val="0"/>
                </a:spcBef>
              </a:pPr>
              <a:t>2</a:t>
            </a:fld>
            <a:endParaRPr lang="en-US" altLang="zh-CN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C2AEE24C-0257-ECFC-1F2F-BCBFE2A68E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8AED54D6-F79E-ECBE-30F2-DB7C897675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5918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9259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0240A0FD-E9DB-5E1D-C00A-3843255027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00641441-794F-ED4B-96AD-96C6F73D8669}" type="slidenum">
              <a:rPr lang="zh-CN" altLang="en-US"/>
              <a:pPr>
                <a:spcBef>
                  <a:spcPct val="0"/>
                </a:spcBef>
              </a:pPr>
              <a:t>5</a:t>
            </a:fld>
            <a:endParaRPr lang="en-US" altLang="zh-CN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585C2B15-0970-E9B9-75AD-BD4457BD6C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DC5C896C-B83D-0399-BB89-FFF01AFC87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44C89605-78F0-F270-A8B3-B4E20693FE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AE0B059C-ED71-A44C-BD50-3AC28EBC6DD8}" type="slidenum">
              <a:rPr lang="zh-CN" altLang="en-US"/>
              <a:pPr>
                <a:spcBef>
                  <a:spcPct val="0"/>
                </a:spcBef>
              </a:pPr>
              <a:t>6</a:t>
            </a:fld>
            <a:endParaRPr lang="en-US" altLang="zh-CN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37B2AF91-8D66-73AA-0630-788A58B7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62845471-F69D-7933-9FC1-1FE8B977F6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787966D4-7518-85D8-B211-AE6D987C9F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EEBC9546-4DDB-D24C-8952-FFC09FC37E1D}" type="slidenum">
              <a:rPr lang="zh-CN" altLang="en-US"/>
              <a:pPr>
                <a:spcBef>
                  <a:spcPct val="0"/>
                </a:spcBef>
              </a:pPr>
              <a:t>7</a:t>
            </a:fld>
            <a:endParaRPr lang="en-US" altLang="zh-CN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92384508-1337-617D-EB98-B1D95D144C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EC1E5923-4B54-5867-E11C-E47765D5F0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75110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BCFB1FA9-2BCA-1217-D3BF-5E954FCE83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FE6B770A-C59E-DC44-A965-20882F9B4953}" type="slidenum">
              <a:rPr lang="zh-CN" altLang="en-US"/>
              <a:pPr>
                <a:spcBef>
                  <a:spcPct val="0"/>
                </a:spcBef>
              </a:pPr>
              <a:t>9</a:t>
            </a:fld>
            <a:endParaRPr lang="en-US" altLang="zh-CN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68606A22-694B-4A61-A43A-E16D34B6B9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A164F0A3-DB4E-52CC-22A5-C394E1AC32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37E0E13D-B760-5B9B-B810-6DCC8578F6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CD1F279A-91CE-9C49-B5C5-7C3E3DC44D68}" type="slidenum">
              <a:rPr lang="zh-CN" altLang="en-US"/>
              <a:pPr>
                <a:spcBef>
                  <a:spcPct val="0"/>
                </a:spcBef>
              </a:pPr>
              <a:t>10</a:t>
            </a:fld>
            <a:endParaRPr lang="en-US" altLang="zh-CN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90D61D88-F08B-D136-A46D-6C0DF61E7C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4D327BDB-D171-5C52-1371-311926978D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459AAAD8-FB97-6D30-0A71-CC23934D4E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1BAFC94C-28F8-2544-8342-62618705B65B}" type="slidenum">
              <a:rPr lang="zh-CN" altLang="en-US"/>
              <a:pPr>
                <a:spcBef>
                  <a:spcPct val="0"/>
                </a:spcBef>
              </a:pPr>
              <a:t>11</a:t>
            </a:fld>
            <a:endParaRPr lang="en-US" altLang="zh-CN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062ED2AF-C429-C7BA-4238-4B4C66803A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A7461D7D-4D9A-A81D-9963-0D7E49ABCB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7DD1CD3E-A767-22C9-01B8-1A002E3B2E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87B90DBF-5907-FD4D-B44C-0F73D345BB59}" type="slidenum">
              <a:rPr lang="zh-CN" altLang="en-US"/>
              <a:pPr>
                <a:spcBef>
                  <a:spcPct val="0"/>
                </a:spcBef>
              </a:pPr>
              <a:t>12</a:t>
            </a:fld>
            <a:endParaRPr lang="en-US" altLang="zh-CN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B2A33E2A-D327-FB77-6470-61648C6757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B19044CA-540E-5218-4D84-394E968E49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69474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22036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>
            <a:extLst>
              <a:ext uri="{FF2B5EF4-FFF2-40B4-BE49-F238E27FC236}">
                <a16:creationId xmlns:a16="http://schemas.microsoft.com/office/drawing/2014/main" id="{DFB19C3E-BBD4-F78F-8A91-B795A994F62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备注占位符 2">
            <a:extLst>
              <a:ext uri="{FF2B5EF4-FFF2-40B4-BE49-F238E27FC236}">
                <a16:creationId xmlns:a16="http://schemas.microsoft.com/office/drawing/2014/main" id="{8AFFF91B-B01B-6EF8-3039-CA2CDD815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43012" name="灯片编号占位符 3">
            <a:extLst>
              <a:ext uri="{FF2B5EF4-FFF2-40B4-BE49-F238E27FC236}">
                <a16:creationId xmlns:a16="http://schemas.microsoft.com/office/drawing/2014/main" id="{E5969033-E47C-35E2-1270-A5DA042A9A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fld id="{4F822758-AE3C-B34E-A5B8-136CA5417C97}" type="slidenum">
              <a:rPr lang="zh-CN" altLang="en-US" sz="1200" i="0"/>
              <a:pPr/>
              <a:t>15</a:t>
            </a:fld>
            <a:endParaRPr lang="en-US" altLang="zh-CN" sz="1200" i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96004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91249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8495BB5A-0398-49D6-B113-E0E83CB459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0008E85D-B9F9-0341-9649-573253EB2DEC}" type="slidenum">
              <a:rPr lang="zh-CN" altLang="en-US"/>
              <a:pPr>
                <a:spcBef>
                  <a:spcPct val="0"/>
                </a:spcBef>
              </a:pPr>
              <a:t>18</a:t>
            </a:fld>
            <a:endParaRPr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1135D25F-15D8-DC68-0C8B-71DDA12EC2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66BF58C0-B6CD-6E59-EF1C-0E38DCC589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5441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14263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34632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01213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73834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43807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57408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37361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25317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69504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06894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50373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200" b="0" kern="1200" dirty="0">
              <a:solidFill>
                <a:schemeClr val="tx1"/>
              </a:solidFill>
              <a:effectLst/>
              <a:latin typeface="SimSun" panose="02010600030101010101" pitchFamily="2" charset="-122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45373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82052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18707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8D1635E8-EA11-D55B-8EE8-3F9FE5CD33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F8068310-F5D9-9A40-992A-7FF9074765B0}" type="slidenum">
              <a:rPr lang="zh-CN" altLang="en-US"/>
              <a:pPr>
                <a:spcBef>
                  <a:spcPct val="0"/>
                </a:spcBef>
              </a:pPr>
              <a:t>34</a:t>
            </a:fld>
            <a:endParaRPr lang="en-US" altLang="zh-CN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2B776B37-57E0-EFE5-49D9-C9D3A33B69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F0F67FBA-07A4-F41B-08D2-B6C5FCA3FC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456957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88091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CA10A08D-8903-4280-75AE-FE8DA87336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E47C5C8D-9A90-CF4D-BAF0-CCD74A5EACEF}" type="slidenum">
              <a:rPr lang="zh-CN" altLang="en-US"/>
              <a:pPr>
                <a:spcBef>
                  <a:spcPct val="0"/>
                </a:spcBef>
              </a:pPr>
              <a:t>37</a:t>
            </a:fld>
            <a:endParaRPr lang="en-US" altLang="zh-CN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D414EBA7-DB95-881B-4D9B-C30765BD40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0BF513DE-B7E1-EE45-E9BE-084F21B600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kumimoji="1" lang="zh-CN" altLang="en-US" sz="1200" b="0" kern="1200" dirty="0">
              <a:solidFill>
                <a:schemeClr val="tx1"/>
              </a:solidFill>
              <a:effectLst/>
              <a:latin typeface="Gulim" panose="020B0600000101010101" pitchFamily="34" charset="-127"/>
              <a:ea typeface="Gulim" panose="020B0600000101010101" pitchFamily="34" charset="-127"/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388207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CC58F911-9889-EE06-420E-01FF970717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960984CA-8A08-1B42-89CA-F410EDA8CF28}" type="slidenum">
              <a:rPr lang="zh-CN" altLang="en-US"/>
              <a:pPr>
                <a:spcBef>
                  <a:spcPct val="0"/>
                </a:spcBef>
              </a:pPr>
              <a:t>40</a:t>
            </a:fld>
            <a:endParaRPr lang="en-US" altLang="zh-CN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0C5CDDFE-69AD-C4DA-CEC0-371277DABA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0D30B793-ED46-F95B-C36C-B05D6866DE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kumimoji="1" lang="zh-CN" altLang="en-US" sz="1200" b="0" kern="1200" dirty="0">
              <a:solidFill>
                <a:schemeClr val="tx1"/>
              </a:solidFill>
              <a:effectLst/>
              <a:latin typeface="SimSun" panose="02010600030101010101" pitchFamily="2" charset="-122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A9F7138E-1123-6BAD-71EC-517B8B0BFB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5338E3D1-45AE-494C-A224-F472D067BDB0}" type="slidenum">
              <a:rPr lang="zh-CN" altLang="en-US"/>
              <a:pPr>
                <a:spcBef>
                  <a:spcPct val="0"/>
                </a:spcBef>
              </a:pPr>
              <a:t>41</a:t>
            </a:fld>
            <a:endParaRPr lang="en-US" altLang="zh-CN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849C02C3-8FF9-65DC-33A9-21127C2399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6ABE831F-505D-5933-D9A6-52A9626412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b="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730991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945145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29A18EC1-7DEC-085C-4023-B24F86EDD0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40DBA73D-AD9C-BE46-8A58-E54DF3BBC0D3}" type="slidenum">
              <a:rPr lang="zh-CN" altLang="en-US"/>
              <a:pPr>
                <a:spcBef>
                  <a:spcPct val="0"/>
                </a:spcBef>
              </a:pPr>
              <a:t>44</a:t>
            </a:fld>
            <a:endParaRPr lang="en-US" altLang="zh-CN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10012E99-41D7-BE70-92E7-7846CD2C92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7F4DE43B-9105-B3EB-15EE-2C89D5D4B2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837144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010909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96250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866234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19150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25388F6E-B838-4E1E-03B3-6F4F5862C8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47F4E6C1-4E9E-182D-ED71-E82F6C58C0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00027A2B-7CFB-0A30-6BCB-0ACFB495C7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90D4AF59-5612-29DB-3E98-55917CD3E5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37855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178967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271282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238172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6919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841849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055C89A8-4E56-EFB8-B63E-B188F735C9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2CB1A975-7511-7045-BBD3-5BB13C3EDD80}" type="slidenum">
              <a:rPr lang="zh-CN" altLang="en-US"/>
              <a:pPr>
                <a:spcBef>
                  <a:spcPct val="0"/>
                </a:spcBef>
              </a:pPr>
              <a:t>58</a:t>
            </a:fld>
            <a:endParaRPr lang="en-US" altLang="zh-CN"/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199672FA-C2AA-C9D5-F574-C7915F0E99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CD4E5FB9-BE8F-C5CC-0F58-68A8767503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D9E994D1-D7A2-FE70-CDCF-17E71CBBEC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7D5722B1-6063-7148-9389-6CBB690DAA83}" type="slidenum">
              <a:rPr lang="zh-CN" altLang="en-US"/>
              <a:pPr>
                <a:spcBef>
                  <a:spcPct val="0"/>
                </a:spcBef>
              </a:pPr>
              <a:t>59</a:t>
            </a:fld>
            <a:endParaRPr lang="en-US" altLang="zh-CN"/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C86B2508-1BF3-2EA8-56E9-8FFE1D655A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0D2E0EEA-B02D-3064-A808-E8533EFEA2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3CCBAC41-E8C8-8D02-DF7D-AD90370236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6FAB9663-18FF-3A42-902B-344A73B9AFD8}" type="slidenum">
              <a:rPr lang="zh-CN" altLang="en-US"/>
              <a:pPr>
                <a:spcBef>
                  <a:spcPct val="0"/>
                </a:spcBef>
              </a:pPr>
              <a:t>60</a:t>
            </a:fld>
            <a:endParaRPr lang="en-US" altLang="zh-CN"/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4E6B43B7-E4A5-9E33-4C7F-4C5568DD7F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31C29591-22FF-7227-A0AA-091962718E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012BD433-2A46-3B4A-553B-34D74A08B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9CD3ABDA-5E3F-5343-A055-FC2A08800E1C}" type="slidenum">
              <a:rPr lang="zh-CN" altLang="en-US"/>
              <a:pPr>
                <a:spcBef>
                  <a:spcPct val="0"/>
                </a:spcBef>
              </a:pPr>
              <a:t>61</a:t>
            </a:fld>
            <a:endParaRPr lang="en-US" altLang="zh-CN"/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1DAD4AB6-7534-E736-AD23-FCCB0242DB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96FB8261-B1B6-B07D-D5F3-1998552F2C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62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428133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63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802671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028A3-D67C-206F-1A18-13AE661FE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248D6D4-D283-7E7C-CC18-E28E5FA578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564373C-4F71-95DC-4E4E-18892F097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C1746F-F3FD-AD1E-55E4-79253C8EA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12169-F120-ED41-AD25-483CC303780D}" type="slidenum">
              <a:rPr kumimoji="1" lang="zh-CN" altLang="en-US" smtClean="0"/>
              <a:t>64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1560724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80BA4-F34E-6233-0B05-F201BE311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29708D-E9A1-CC91-6C08-CCE6D62B59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F73559E-AD7F-F3F4-70D6-35D0C1907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A04811-D59D-DA57-B778-FE755C4C13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12169-F120-ED41-AD25-483CC303780D}" type="slidenum">
              <a:rPr kumimoji="1" lang="zh-CN" altLang="en-US" smtClean="0"/>
              <a:t>65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706579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D928-5B13-BAAA-0BCD-0A3B23283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8AC145-A154-93BB-A849-D499B4D022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039DD2B-9106-644E-3346-5FF7351E73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1D03C6-3247-DDA3-49D9-328A2526BD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12169-F120-ED41-AD25-483CC303780D}" type="slidenum">
              <a:rPr kumimoji="1" lang="zh-CN" altLang="en-US" smtClean="0"/>
              <a:t>66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567782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BC4EA-54C1-67BB-A3AF-439618473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6EA76A-E9D7-D0A9-C157-86479E0E8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C51ED83-44A7-F9B9-C75E-7435859431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7B9D4E-DFDB-5514-73E5-A03AAF62A6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12169-F120-ED41-AD25-483CC303780D}" type="slidenum">
              <a:rPr kumimoji="1" lang="zh-CN" altLang="en-US" smtClean="0"/>
              <a:t>67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7403925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CB87A5BD-313A-6984-37E4-75613B37AC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F1A79A34-C941-B940-B6A5-41C1C21EE8A4}" type="slidenum">
              <a:rPr lang="zh-CN" altLang="en-US"/>
              <a:pPr>
                <a:spcBef>
                  <a:spcPct val="0"/>
                </a:spcBef>
              </a:pPr>
              <a:t>68</a:t>
            </a:fld>
            <a:endParaRPr lang="en-US" altLang="zh-CN"/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03D87C00-F3D5-D504-3C19-9EF69750B6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E91EF76F-43D9-A141-7159-4B01910BCA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28DE2789-45D0-7209-2364-AFD84F4688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85477F24-4A04-2341-A00A-695508C335E3}" type="slidenum">
              <a:rPr lang="zh-CN" altLang="en-US"/>
              <a:pPr>
                <a:spcBef>
                  <a:spcPct val="0"/>
                </a:spcBef>
              </a:pPr>
              <a:t>69</a:t>
            </a:fld>
            <a:endParaRPr lang="en-US" altLang="zh-CN"/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F04B542A-152E-AB35-AC67-B1E113C3E1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CD494531-6495-187A-2060-3D972A1A58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AD93D0C8-F48B-A7DC-4217-955475003C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1E78C80E-D6B5-8F4C-B9D3-A8E31B1F5A76}" type="slidenum">
              <a:rPr lang="zh-CN" altLang="en-US"/>
              <a:pPr>
                <a:spcBef>
                  <a:spcPct val="0"/>
                </a:spcBef>
              </a:pPr>
              <a:t>70</a:t>
            </a:fld>
            <a:endParaRPr lang="en-US" altLang="zh-CN"/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B99C3B28-7AFF-E8C1-88FA-19C674985C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EDA74CDF-6687-B2FE-8CAE-A73161BDF4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406AEAA7-95DB-485D-5512-5ACA3B4F59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14E41509-B66D-E04D-969B-0CAB4DCC780D}" type="slidenum">
              <a:rPr lang="zh-CN" altLang="en-US"/>
              <a:pPr>
                <a:spcBef>
                  <a:spcPct val="0"/>
                </a:spcBef>
              </a:pPr>
              <a:t>71</a:t>
            </a:fld>
            <a:endParaRPr lang="en-US" altLang="zh-CN"/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57B12912-365A-7178-AD94-88656F7ADF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7A1288EE-DE17-FECD-B584-067A532129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C91094A6-F0F1-B219-E7C1-B5CA07DD53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4656E33F-AD0C-5B44-A7DC-E122F9B14E31}" type="slidenum">
              <a:rPr lang="zh-CN" altLang="en-US"/>
              <a:pPr>
                <a:spcBef>
                  <a:spcPct val="0"/>
                </a:spcBef>
              </a:pPr>
              <a:t>72</a:t>
            </a:fld>
            <a:endParaRPr lang="en-US" altLang="zh-CN"/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E6038809-375E-0480-4BE7-E4518FFD3B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9A601F92-383C-4645-5B92-63D9AB3907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C75B0FAD-2588-E9B1-9B28-D364A8DC76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92DF3A5D-D2B1-B841-B074-FA51CFF56062}" type="slidenum">
              <a:rPr lang="zh-CN" altLang="en-US"/>
              <a:pPr>
                <a:spcBef>
                  <a:spcPct val="0"/>
                </a:spcBef>
              </a:pPr>
              <a:t>73</a:t>
            </a:fld>
            <a:endParaRPr lang="en-US" altLang="zh-CN"/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E68D3A6A-5F44-1BE4-1F98-5245D5747D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C38B50FB-6B87-BF5D-9DD3-DD5B52A262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399DF2AF-29A0-7947-6FC0-036C2342F0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EBE8592C-27E3-2246-80F9-01CCA372839A}" type="slidenum">
              <a:rPr lang="zh-CN" altLang="en-US"/>
              <a:pPr>
                <a:spcBef>
                  <a:spcPct val="0"/>
                </a:spcBef>
              </a:pPr>
              <a:t>74</a:t>
            </a:fld>
            <a:endParaRPr lang="en-US" altLang="zh-CN"/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9C4DF5C2-33F2-025B-CC95-B83DDA65F7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3B222FB5-0841-FE95-FE45-E872EB612F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76EDB464-08B3-5B3E-6026-26D358A9EF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043A8593-EE75-924D-8D77-180A468C40D4}" type="slidenum">
              <a:rPr lang="zh-CN" altLang="en-US"/>
              <a:pPr>
                <a:spcBef>
                  <a:spcPct val="0"/>
                </a:spcBef>
              </a:pPr>
              <a:t>75</a:t>
            </a:fld>
            <a:endParaRPr lang="en-US" altLang="zh-CN"/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DADE0B86-811C-76CA-0E67-FCE81FAFB5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101E2BA3-3D38-DC87-E25E-F7757B5AE8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3657600" lvl="8" indent="0" eaLnBrk="1" hangingPunct="1"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84AB5504-1760-DB3A-F42E-8EB0A65B65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95B8F438-2DFA-5241-9429-239429106CAE}" type="slidenum">
              <a:rPr lang="zh-CN" altLang="en-US"/>
              <a:pPr>
                <a:spcBef>
                  <a:spcPct val="0"/>
                </a:spcBef>
              </a:pPr>
              <a:t>76</a:t>
            </a:fld>
            <a:endParaRPr lang="en-US" altLang="zh-CN"/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DE895876-EB67-74AB-7A30-A0D2745B5E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CBA1ADAD-E33F-3E74-6C91-EB5725D77F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96A89C71-0E51-682C-DE02-88CDCCA918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9953E79A-1D11-3647-809C-55437D9FE89F}" type="slidenum">
              <a:rPr lang="zh-CN" altLang="en-US"/>
              <a:pPr>
                <a:spcBef>
                  <a:spcPct val="0"/>
                </a:spcBef>
              </a:pPr>
              <a:t>77</a:t>
            </a:fld>
            <a:endParaRPr lang="en-US" altLang="zh-CN"/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3361A2A9-BFAB-7310-87D7-4AC2487BB8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1AE85883-A54D-D589-146C-505B695DD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228600" indent="-228600" eaLnBrk="1" hangingPunct="1">
              <a:buAutoNum type="arabicPeriod"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44A4C8F3-39C8-D9D9-6C11-3CFAFA2705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1BDF20AD-B7CD-D243-A954-276AF6078A5F}" type="slidenum">
              <a:rPr lang="zh-CN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78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7A84381D-FF37-32C6-C5AD-3D25E6FC0F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5FE1FE84-15E9-A8D7-804E-83CE4E7F04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45E30707-93FC-534D-37DD-A9D217C173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4E126413-8CAA-5F4F-A6E8-6289FD4A0DD9}" type="slidenum">
              <a:rPr lang="zh-CN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79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E4C71B9D-22F1-50B1-DE89-6E8D26FE66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394E5CEE-B10E-4F24-6AB8-3E1BEB93FC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2D76B2B3-F2EC-3CDB-B3B5-E2D6489C07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52455029-F3AC-3E4B-8FE3-0C0235C45266}" type="slidenum">
              <a:rPr lang="zh-CN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80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FAF65DBF-488D-5754-281C-2B42ADB306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40DE3116-4F71-CC72-6C59-24809065B7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023884A7-5971-3626-CCE5-D8AD812A58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BBA3AFC6-2B97-1D45-BF55-11EBFBCFDE9F}" type="slidenum">
              <a:rPr lang="zh-CN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81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29E7791D-77C5-54F2-E963-D2BE59FCC8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D03A5BE7-C8BF-357B-9C07-5CDED445E0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>
            <a:extLst>
              <a:ext uri="{FF2B5EF4-FFF2-40B4-BE49-F238E27FC236}">
                <a16:creationId xmlns:a16="http://schemas.microsoft.com/office/drawing/2014/main" id="{119BF089-F452-A3A1-1EA4-53700E14F6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3DBBB27C-7E73-2641-ADBB-4B00B7DE670E}" type="slidenum">
              <a:rPr lang="zh-CN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82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33123" name="Rectangle 2">
            <a:extLst>
              <a:ext uri="{FF2B5EF4-FFF2-40B4-BE49-F238E27FC236}">
                <a16:creationId xmlns:a16="http://schemas.microsoft.com/office/drawing/2014/main" id="{4A51FCA9-86C9-6EF7-9C64-A79164982A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>
            <a:extLst>
              <a:ext uri="{FF2B5EF4-FFF2-40B4-BE49-F238E27FC236}">
                <a16:creationId xmlns:a16="http://schemas.microsoft.com/office/drawing/2014/main" id="{10DDCBAC-69BB-C732-09FA-CAFB1E08E4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>
            <a:extLst>
              <a:ext uri="{FF2B5EF4-FFF2-40B4-BE49-F238E27FC236}">
                <a16:creationId xmlns:a16="http://schemas.microsoft.com/office/drawing/2014/main" id="{99E1EF0D-2EDC-83CC-64AE-82D3658694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41C33AF3-1EB9-C743-AE0C-203FCCE9E912}" type="slidenum">
              <a:rPr lang="zh-CN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83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35171" name="Rectangle 2">
            <a:extLst>
              <a:ext uri="{FF2B5EF4-FFF2-40B4-BE49-F238E27FC236}">
                <a16:creationId xmlns:a16="http://schemas.microsoft.com/office/drawing/2014/main" id="{BC12707E-ED70-0048-5EB4-7D17E4375C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>
            <a:extLst>
              <a:ext uri="{FF2B5EF4-FFF2-40B4-BE49-F238E27FC236}">
                <a16:creationId xmlns:a16="http://schemas.microsoft.com/office/drawing/2014/main" id="{051BF482-CD92-5500-8824-35E3C27D76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>
            <a:extLst>
              <a:ext uri="{FF2B5EF4-FFF2-40B4-BE49-F238E27FC236}">
                <a16:creationId xmlns:a16="http://schemas.microsoft.com/office/drawing/2014/main" id="{80DC8C39-031F-4658-88FA-0D48136D6D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251C3374-430A-CF41-A166-4FD8218B06BA}" type="slidenum">
              <a:rPr lang="zh-CN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84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37219" name="Rectangle 2">
            <a:extLst>
              <a:ext uri="{FF2B5EF4-FFF2-40B4-BE49-F238E27FC236}">
                <a16:creationId xmlns:a16="http://schemas.microsoft.com/office/drawing/2014/main" id="{0D27D175-B208-FA86-5BAF-0A00BAA580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>
            <a:extLst>
              <a:ext uri="{FF2B5EF4-FFF2-40B4-BE49-F238E27FC236}">
                <a16:creationId xmlns:a16="http://schemas.microsoft.com/office/drawing/2014/main" id="{DF51911C-C8AC-9A8D-17D3-D1BA367017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85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2142716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86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7900682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87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9258608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88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5662390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89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7342333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90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3260219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91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332845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92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773137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93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5155809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94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7147254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95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1624183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96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3102994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97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9604965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98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2535752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99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2489227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100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486744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101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0786986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>
            <a:extLst>
              <a:ext uri="{FF2B5EF4-FFF2-40B4-BE49-F238E27FC236}">
                <a16:creationId xmlns:a16="http://schemas.microsoft.com/office/drawing/2014/main" id="{3E2E023B-522F-6785-5253-A3C5C5B5E8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0FF73ED2-F78A-F548-9F39-50D02D5CA6A0}" type="slidenum">
              <a:rPr lang="zh-CN" altLang="en-US"/>
              <a:pPr>
                <a:spcBef>
                  <a:spcPct val="0"/>
                </a:spcBef>
              </a:pPr>
              <a:t>102</a:t>
            </a:fld>
            <a:endParaRPr lang="en-US" altLang="zh-CN"/>
          </a:p>
        </p:txBody>
      </p:sp>
      <p:sp>
        <p:nvSpPr>
          <p:cNvPr id="156675" name="Rectangle 2">
            <a:extLst>
              <a:ext uri="{FF2B5EF4-FFF2-40B4-BE49-F238E27FC236}">
                <a16:creationId xmlns:a16="http://schemas.microsoft.com/office/drawing/2014/main" id="{5472D958-5B61-FE81-2E8D-F23C602EE5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>
            <a:extLst>
              <a:ext uri="{FF2B5EF4-FFF2-40B4-BE49-F238E27FC236}">
                <a16:creationId xmlns:a16="http://schemas.microsoft.com/office/drawing/2014/main" id="{6F5EBD7B-9918-6609-F738-F6755AA7A4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>
            <a:extLst>
              <a:ext uri="{FF2B5EF4-FFF2-40B4-BE49-F238E27FC236}">
                <a16:creationId xmlns:a16="http://schemas.microsoft.com/office/drawing/2014/main" id="{0A849F2D-3334-07EE-0021-132B941BB6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3DFCCCCE-0B11-7F4A-A719-A33E9E2B429E}" type="slidenum">
              <a:rPr lang="zh-CN" altLang="en-US"/>
              <a:pPr>
                <a:spcBef>
                  <a:spcPct val="0"/>
                </a:spcBef>
              </a:pPr>
              <a:t>103</a:t>
            </a:fld>
            <a:endParaRPr lang="en-US" altLang="zh-CN"/>
          </a:p>
        </p:txBody>
      </p:sp>
      <p:sp>
        <p:nvSpPr>
          <p:cNvPr id="158723" name="Rectangle 2">
            <a:extLst>
              <a:ext uri="{FF2B5EF4-FFF2-40B4-BE49-F238E27FC236}">
                <a16:creationId xmlns:a16="http://schemas.microsoft.com/office/drawing/2014/main" id="{B023B00F-F65E-EA39-5ED4-037D364EC5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>
            <a:extLst>
              <a:ext uri="{FF2B5EF4-FFF2-40B4-BE49-F238E27FC236}">
                <a16:creationId xmlns:a16="http://schemas.microsoft.com/office/drawing/2014/main" id="{88712815-681E-11D2-E00F-5D71ED4685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104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0689183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>
            <a:extLst>
              <a:ext uri="{FF2B5EF4-FFF2-40B4-BE49-F238E27FC236}">
                <a16:creationId xmlns:a16="http://schemas.microsoft.com/office/drawing/2014/main" id="{34EF6A41-6565-8D77-FFBC-2AB73A3E91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992247E2-BD50-454D-B4D7-A96933D1AD17}" type="slidenum">
              <a:rPr lang="zh-CN" altLang="en-US"/>
              <a:pPr>
                <a:spcBef>
                  <a:spcPct val="0"/>
                </a:spcBef>
              </a:pPr>
              <a:t>105</a:t>
            </a:fld>
            <a:endParaRPr lang="en-US" altLang="zh-CN"/>
          </a:p>
        </p:txBody>
      </p:sp>
      <p:sp>
        <p:nvSpPr>
          <p:cNvPr id="161795" name="Rectangle 2">
            <a:extLst>
              <a:ext uri="{FF2B5EF4-FFF2-40B4-BE49-F238E27FC236}">
                <a16:creationId xmlns:a16="http://schemas.microsoft.com/office/drawing/2014/main" id="{77FB6FFB-1BAF-8A0D-13E4-B0F41F3174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>
            <a:extLst>
              <a:ext uri="{FF2B5EF4-FFF2-40B4-BE49-F238E27FC236}">
                <a16:creationId xmlns:a16="http://schemas.microsoft.com/office/drawing/2014/main" id="{25D805BE-5FB4-1236-2389-216DEF0DA8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>
            <a:extLst>
              <a:ext uri="{FF2B5EF4-FFF2-40B4-BE49-F238E27FC236}">
                <a16:creationId xmlns:a16="http://schemas.microsoft.com/office/drawing/2014/main" id="{C299B610-51F1-B069-281C-FA9FA7BE5B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FE165A40-A327-E047-AC68-73A54C2687F8}" type="slidenum">
              <a:rPr lang="zh-CN" altLang="en-US"/>
              <a:pPr>
                <a:spcBef>
                  <a:spcPct val="0"/>
                </a:spcBef>
              </a:pPr>
              <a:t>106</a:t>
            </a:fld>
            <a:endParaRPr lang="en-US" altLang="zh-CN"/>
          </a:p>
        </p:txBody>
      </p:sp>
      <p:sp>
        <p:nvSpPr>
          <p:cNvPr id="163843" name="Rectangle 2">
            <a:extLst>
              <a:ext uri="{FF2B5EF4-FFF2-40B4-BE49-F238E27FC236}">
                <a16:creationId xmlns:a16="http://schemas.microsoft.com/office/drawing/2014/main" id="{65D39263-4625-4E94-3EAF-F1D4205C93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>
            <a:extLst>
              <a:ext uri="{FF2B5EF4-FFF2-40B4-BE49-F238E27FC236}">
                <a16:creationId xmlns:a16="http://schemas.microsoft.com/office/drawing/2014/main" id="{C1951B41-054C-2478-AF1F-EA36DB5632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marL="0" indent="0" eaLnBrk="1" hangingPunct="1"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>
            <a:extLst>
              <a:ext uri="{FF2B5EF4-FFF2-40B4-BE49-F238E27FC236}">
                <a16:creationId xmlns:a16="http://schemas.microsoft.com/office/drawing/2014/main" id="{CA3BE923-EA21-61AA-AC2C-43B2349748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8352DEDA-3B2A-7347-B6A6-4AF843CEFA64}" type="slidenum">
              <a:rPr lang="zh-CN" altLang="en-US"/>
              <a:pPr>
                <a:spcBef>
                  <a:spcPct val="0"/>
                </a:spcBef>
              </a:pPr>
              <a:t>107</a:t>
            </a:fld>
            <a:endParaRPr lang="en-US" altLang="zh-CN"/>
          </a:p>
        </p:txBody>
      </p:sp>
      <p:sp>
        <p:nvSpPr>
          <p:cNvPr id="165891" name="Rectangle 2">
            <a:extLst>
              <a:ext uri="{FF2B5EF4-FFF2-40B4-BE49-F238E27FC236}">
                <a16:creationId xmlns:a16="http://schemas.microsoft.com/office/drawing/2014/main" id="{7F822F5E-72B5-B852-9BB2-0593D91441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2" name="Rectangle 3">
            <a:extLst>
              <a:ext uri="{FF2B5EF4-FFF2-40B4-BE49-F238E27FC236}">
                <a16:creationId xmlns:a16="http://schemas.microsoft.com/office/drawing/2014/main" id="{BD8A1EF3-0267-8ABE-D09F-3568F2BAEE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>
            <a:extLst>
              <a:ext uri="{FF2B5EF4-FFF2-40B4-BE49-F238E27FC236}">
                <a16:creationId xmlns:a16="http://schemas.microsoft.com/office/drawing/2014/main" id="{490FD837-2AB9-850A-A501-A1171E313A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DFF96B71-744B-9441-9564-11B688CD4C89}" type="slidenum">
              <a:rPr lang="zh-CN" altLang="en-US"/>
              <a:pPr>
                <a:spcBef>
                  <a:spcPct val="0"/>
                </a:spcBef>
              </a:pPr>
              <a:t>108</a:t>
            </a:fld>
            <a:endParaRPr lang="en-US" altLang="zh-CN"/>
          </a:p>
        </p:txBody>
      </p:sp>
      <p:sp>
        <p:nvSpPr>
          <p:cNvPr id="167939" name="Rectangle 2">
            <a:extLst>
              <a:ext uri="{FF2B5EF4-FFF2-40B4-BE49-F238E27FC236}">
                <a16:creationId xmlns:a16="http://schemas.microsoft.com/office/drawing/2014/main" id="{05087D5D-EA81-FAA2-8D21-A65E317309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40" name="Rectangle 3">
            <a:extLst>
              <a:ext uri="{FF2B5EF4-FFF2-40B4-BE49-F238E27FC236}">
                <a16:creationId xmlns:a16="http://schemas.microsoft.com/office/drawing/2014/main" id="{6AC12B27-0102-5C13-95FD-CEA3D7D096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>
            <a:extLst>
              <a:ext uri="{FF2B5EF4-FFF2-40B4-BE49-F238E27FC236}">
                <a16:creationId xmlns:a16="http://schemas.microsoft.com/office/drawing/2014/main" id="{3C660469-52B9-D7E5-384B-E105F87AF1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39E8B278-1205-0D4F-804F-2901ABE3E20C}" type="slidenum">
              <a:rPr lang="zh-CN" altLang="en-US"/>
              <a:pPr>
                <a:spcBef>
                  <a:spcPct val="0"/>
                </a:spcBef>
              </a:pPr>
              <a:t>109</a:t>
            </a:fld>
            <a:endParaRPr lang="en-US" altLang="zh-CN"/>
          </a:p>
        </p:txBody>
      </p:sp>
      <p:sp>
        <p:nvSpPr>
          <p:cNvPr id="169987" name="Rectangle 2">
            <a:extLst>
              <a:ext uri="{FF2B5EF4-FFF2-40B4-BE49-F238E27FC236}">
                <a16:creationId xmlns:a16="http://schemas.microsoft.com/office/drawing/2014/main" id="{D2DF49E5-731A-E60D-623D-3487DEAD1C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8" name="Rectangle 3">
            <a:extLst>
              <a:ext uri="{FF2B5EF4-FFF2-40B4-BE49-F238E27FC236}">
                <a16:creationId xmlns:a16="http://schemas.microsoft.com/office/drawing/2014/main" id="{62DDFB0B-A840-8EA6-40F8-270CF4F7F5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>
            <a:extLst>
              <a:ext uri="{FF2B5EF4-FFF2-40B4-BE49-F238E27FC236}">
                <a16:creationId xmlns:a16="http://schemas.microsoft.com/office/drawing/2014/main" id="{B7B8EB78-D89A-DBAC-1C7A-4F0482E3BB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E5BA3141-D9BE-9C41-BD2A-F08D8771ED9C}" type="slidenum">
              <a:rPr lang="zh-CN" altLang="en-US"/>
              <a:pPr>
                <a:spcBef>
                  <a:spcPct val="0"/>
                </a:spcBef>
              </a:pPr>
              <a:t>110</a:t>
            </a:fld>
            <a:endParaRPr lang="en-US" altLang="zh-CN"/>
          </a:p>
        </p:txBody>
      </p:sp>
      <p:sp>
        <p:nvSpPr>
          <p:cNvPr id="172035" name="Rectangle 2">
            <a:extLst>
              <a:ext uri="{FF2B5EF4-FFF2-40B4-BE49-F238E27FC236}">
                <a16:creationId xmlns:a16="http://schemas.microsoft.com/office/drawing/2014/main" id="{6AE26FDB-4D17-5086-1E73-45DB5AA0D7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6" name="Rectangle 3">
            <a:extLst>
              <a:ext uri="{FF2B5EF4-FFF2-40B4-BE49-F238E27FC236}">
                <a16:creationId xmlns:a16="http://schemas.microsoft.com/office/drawing/2014/main" id="{B9E75616-F996-5674-B103-73E7AD08CD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>
            <a:extLst>
              <a:ext uri="{FF2B5EF4-FFF2-40B4-BE49-F238E27FC236}">
                <a16:creationId xmlns:a16="http://schemas.microsoft.com/office/drawing/2014/main" id="{02C27F0A-366F-A3AB-79A2-0BC7C708B1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266EBEB0-4511-A94C-8E3B-274E975462A3}" type="slidenum">
              <a:rPr lang="zh-CN" altLang="en-US"/>
              <a:pPr>
                <a:spcBef>
                  <a:spcPct val="0"/>
                </a:spcBef>
              </a:pPr>
              <a:t>111</a:t>
            </a:fld>
            <a:endParaRPr lang="en-US" altLang="zh-CN"/>
          </a:p>
        </p:txBody>
      </p:sp>
      <p:sp>
        <p:nvSpPr>
          <p:cNvPr id="174083" name="Rectangle 2">
            <a:extLst>
              <a:ext uri="{FF2B5EF4-FFF2-40B4-BE49-F238E27FC236}">
                <a16:creationId xmlns:a16="http://schemas.microsoft.com/office/drawing/2014/main" id="{501A50C0-2BF4-F799-0BD7-B82209BA0A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4" name="Rectangle 3">
            <a:extLst>
              <a:ext uri="{FF2B5EF4-FFF2-40B4-BE49-F238E27FC236}">
                <a16:creationId xmlns:a16="http://schemas.microsoft.com/office/drawing/2014/main" id="{1B73518A-930C-57EA-6EA5-77675A7695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112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461216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113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3048516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114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1729305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115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0615706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116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0719272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117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7444412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118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673268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119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872506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30B2B-BC17-6740-B350-0F7FDC6BAB1A}" type="slidenum">
              <a:rPr lang="zh-CN" altLang="en-US" smtClean="0"/>
              <a:pPr/>
              <a:t>120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1996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BB10">
            <a:extLst>
              <a:ext uri="{FF2B5EF4-FFF2-40B4-BE49-F238E27FC236}">
                <a16:creationId xmlns:a16="http://schemas.microsoft.com/office/drawing/2014/main" id="{AD9D1C76-353C-5A83-44F8-157FBE7DB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92138" y="2628900"/>
            <a:ext cx="8139112" cy="1143000"/>
          </a:xfrm>
        </p:spPr>
        <p:txBody>
          <a:bodyPr/>
          <a:lstStyle>
            <a:lvl1pPr algn="ctr">
              <a:defRPr sz="4800">
                <a:solidFill>
                  <a:srgbClr val="FF6600"/>
                </a:solidFill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</a:p>
        </p:txBody>
      </p:sp>
      <p:sp>
        <p:nvSpPr>
          <p:cNvPr id="5120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00075" y="3792538"/>
            <a:ext cx="8140700" cy="812800"/>
          </a:xfrm>
        </p:spPr>
        <p:txBody>
          <a:bodyPr/>
          <a:lstStyle>
            <a:lvl1pPr marL="0" indent="0" algn="ctr">
              <a:buFontTx/>
              <a:buNone/>
              <a:defRPr sz="4000">
                <a:latin typeface="-윤체B" pitchFamily="18" charset="-127"/>
                <a:ea typeface="-윤체B" pitchFamily="18" charset="-127"/>
              </a:defRPr>
            </a:lvl1pPr>
          </a:lstStyle>
          <a:p>
            <a:pPr lvl="0"/>
            <a:r>
              <a:rPr lang="ko-KR" altLang="en-US" noProof="0"/>
              <a:t>마스터 부제목 스타일 편집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481B450-D321-8856-7ACC-7C2CEF3B88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 i="0">
                <a:latin typeface="-윤체M" panose="020B0604020202020204" charset="0"/>
                <a:ea typeface="Gulim" charset="-122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7A043B7-D983-ABD5-5912-7ED1DA578A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 i="0">
                <a:latin typeface="-윤체M" panose="020B0604020202020204" charset="0"/>
                <a:ea typeface="Gulim" charset="-122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B53A8ED-CCBF-4D9C-A8CB-CA0CA90476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-윤체M" panose="020B0604020202020204" pitchFamily="34" charset="0"/>
              </a:defRPr>
            </a:lvl1pPr>
          </a:lstStyle>
          <a:p>
            <a:fld id="{8B7EBDB5-2C77-EA4E-AB62-B082619330B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35869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97519A48-8F6F-B8B9-01D9-01FB8A601D5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C324547-92D3-5E4B-96B4-D92BC59C613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419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C2207F08-4730-B8C5-756C-61BB5C01001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7103C1D-7F13-9749-8CC1-2D3F76F1FF5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5161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98500" y="1804988"/>
            <a:ext cx="3810000" cy="4303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0900" y="1804988"/>
            <a:ext cx="3810000" cy="4303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586B1030-6C30-CE45-F9E2-588EFE5C77A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F804ED1-F198-FE45-8D6A-853126E38AC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25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9B0C12E7-0E80-77F1-670C-3015DEC7A05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7898DE6-BFD2-BC4F-9A2F-AC34D8D2A33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7851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C675DFD9-E7AA-7959-BEA2-334567CE18A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210CAA4-80CA-DE48-90C4-3D412B3DA69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4290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5F619B89-4C46-FC15-0976-DFB5EC5DED2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1733735-7A6E-1A47-9685-CBB6E022E1E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5415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93C002C1-7959-9251-5F15-6FD9454F3A0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8BE0ED3-3C25-7747-AB04-F270F46B089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6303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7544385C-A84E-4657-0A05-6544D7856A1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06A333B-ABB0-5F40-8206-7B3ED512A05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1328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610C676D-8134-632E-C1D0-6DCE370FE83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C7CD75C-70A1-0F46-AFA9-3F187C370B7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4636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609600"/>
            <a:ext cx="1946275" cy="54991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86425" cy="54991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0E843D7E-74E0-2BB5-C674-EBB8B96001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EDF2772-F6B3-C045-973D-18AD8BA558D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2301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731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98500" y="1804988"/>
            <a:ext cx="7772400" cy="4303712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050BCD1C-BEE6-8BA4-9691-2F924FB6E82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CCB5C57-868C-C740-953C-9180B76855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31468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731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98500" y="1804988"/>
            <a:ext cx="3810000" cy="4303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0900" y="1804988"/>
            <a:ext cx="3810000" cy="4303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3BCDB186-6BB8-3BBE-BF80-5D387BD7FA4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B951D11-62CA-8C43-B473-2C04246864B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9323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731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98500" y="1804988"/>
            <a:ext cx="3810000" cy="4303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60900" y="1804988"/>
            <a:ext cx="3810000" cy="2074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60900" y="4032250"/>
            <a:ext cx="3810000" cy="20764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5D3A0BF5-A39C-564A-D09F-09559407D91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B1E05F4-10DD-0D49-A193-547C73CC091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51754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731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98500" y="1804988"/>
            <a:ext cx="3810000" cy="4303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60900" y="1804988"/>
            <a:ext cx="3810000" cy="2074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60900" y="4032250"/>
            <a:ext cx="3810000" cy="20764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63AC5248-28ED-178F-60C7-7D4E1B77747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742F464-B635-D64F-B6C5-F6B98DB1F48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28980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4293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bg10_2">
            <a:extLst>
              <a:ext uri="{FF2B5EF4-FFF2-40B4-BE49-F238E27FC236}">
                <a16:creationId xmlns:a16="http://schemas.microsoft.com/office/drawing/2014/main" id="{15AB53A5-A69B-40D9-72CB-FEB9F6017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 descr="nbg10_2_1">
            <a:extLst>
              <a:ext uri="{FF2B5EF4-FFF2-40B4-BE49-F238E27FC236}">
                <a16:creationId xmlns:a16="http://schemas.microsoft.com/office/drawing/2014/main" id="{B0D44F95-5D8C-0AAD-681D-D8DBE7B4F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47725"/>
            <a:ext cx="2660650" cy="108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4">
            <a:extLst>
              <a:ext uri="{FF2B5EF4-FFF2-40B4-BE49-F238E27FC236}">
                <a16:creationId xmlns:a16="http://schemas.microsoft.com/office/drawing/2014/main" id="{91D563B5-1B26-7783-C951-A968D09BB2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CN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D8E8526-E3EA-385F-4D24-E8118F0A94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98500" y="1804988"/>
            <a:ext cx="7772400" cy="430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en-US"/>
          </a:p>
        </p:txBody>
      </p:sp>
      <p:sp>
        <p:nvSpPr>
          <p:cNvPr id="50185" name="Rectangle 9">
            <a:extLst>
              <a:ext uri="{FF2B5EF4-FFF2-40B4-BE49-F238E27FC236}">
                <a16:creationId xmlns:a16="http://schemas.microsoft.com/office/drawing/2014/main" id="{35C8E6EB-D2B4-E794-101D-6BDE34C01DB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 i="0"/>
            </a:lvl1pPr>
          </a:lstStyle>
          <a:p>
            <a:fld id="{366CEC60-282B-9244-A7F1-70658B76C3A9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3" r:id="rId1"/>
    <p:sldLayoutId id="2147484164" r:id="rId2"/>
    <p:sldLayoutId id="2147484165" r:id="rId3"/>
    <p:sldLayoutId id="2147484166" r:id="rId4"/>
    <p:sldLayoutId id="2147484167" r:id="rId5"/>
    <p:sldLayoutId id="2147484168" r:id="rId6"/>
    <p:sldLayoutId id="2147484169" r:id="rId7"/>
    <p:sldLayoutId id="2147484170" r:id="rId8"/>
    <p:sldLayoutId id="2147484171" r:id="rId9"/>
    <p:sldLayoutId id="2147484172" r:id="rId10"/>
    <p:sldLayoutId id="2147484173" r:id="rId11"/>
    <p:sldLayoutId id="2147484174" r:id="rId12"/>
    <p:sldLayoutId id="2147484175" r:id="rId13"/>
    <p:sldLayoutId id="2147484176" r:id="rId14"/>
    <p:sldLayoutId id="2147484177" r:id="rId15"/>
    <p:sldLayoutId id="2147484178" r:id="rId16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4000" kern="1200">
          <a:solidFill>
            <a:srgbClr val="0033CC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4000">
          <a:solidFill>
            <a:srgbClr val="0033CC"/>
          </a:solidFill>
          <a:latin typeface="宋体" panose="02010600030101010101" pitchFamily="2" charset="-122"/>
          <a:ea typeface="宋体" panose="02010600030101010101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4000">
          <a:solidFill>
            <a:srgbClr val="0033CC"/>
          </a:solidFill>
          <a:latin typeface="宋体" panose="02010600030101010101" pitchFamily="2" charset="-122"/>
          <a:ea typeface="宋体" panose="02010600030101010101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4000">
          <a:solidFill>
            <a:srgbClr val="0033CC"/>
          </a:solidFill>
          <a:latin typeface="宋体" panose="02010600030101010101" pitchFamily="2" charset="-122"/>
          <a:ea typeface="宋体" panose="02010600030101010101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4000">
          <a:solidFill>
            <a:srgbClr val="0033CC"/>
          </a:solidFill>
          <a:latin typeface="宋体" panose="02010600030101010101" pitchFamily="2" charset="-122"/>
          <a:ea typeface="宋体" panose="02010600030101010101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4000">
          <a:solidFill>
            <a:srgbClr val="0033CC"/>
          </a:solidFill>
          <a:latin typeface="宋体" panose="02010600030101010101" pitchFamily="2" charset="-122"/>
          <a:ea typeface="宋体" panose="02010600030101010101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4000">
          <a:solidFill>
            <a:srgbClr val="0033CC"/>
          </a:solidFill>
          <a:latin typeface="宋体" panose="02010600030101010101" pitchFamily="2" charset="-122"/>
          <a:ea typeface="宋体" panose="02010600030101010101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4000">
          <a:solidFill>
            <a:srgbClr val="0033CC"/>
          </a:solidFill>
          <a:latin typeface="宋体" panose="02010600030101010101" pitchFamily="2" charset="-122"/>
          <a:ea typeface="宋体" panose="02010600030101010101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4000">
          <a:solidFill>
            <a:srgbClr val="0033CC"/>
          </a:solidFill>
          <a:latin typeface="宋体" panose="02010600030101010101" pitchFamily="2" charset="-122"/>
          <a:ea typeface="宋体" panose="02010600030101010101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000" kern="1200">
          <a:solidFill>
            <a:schemeClr val="tx1"/>
          </a:solidFill>
          <a:latin typeface="-윤체M" pitchFamily="18" charset="-127"/>
          <a:ea typeface="黑体" panose="02010609060101010101" pitchFamily="49" charset="-122"/>
          <a:cs typeface="黑体" panose="02010609060101010101" pitchFamily="49" charset="-122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kern="1200">
          <a:solidFill>
            <a:schemeClr val="tx1"/>
          </a:solidFill>
          <a:latin typeface="-윤체M" pitchFamily="18" charset="-127"/>
          <a:ea typeface="黑体" panose="02010609060101010101" pitchFamily="49" charset="-122"/>
          <a:cs typeface="黑体" panose="02010609060101010101" pitchFamily="49" charset="-122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 kern="1200">
          <a:solidFill>
            <a:schemeClr val="tx1"/>
          </a:solidFill>
          <a:latin typeface="-윤체M" pitchFamily="18" charset="-127"/>
          <a:ea typeface="黑体" panose="02010609060101010101" pitchFamily="49" charset="-122"/>
          <a:cs typeface="黑体" panose="02010609060101010101" pitchFamily="49" charset="-122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 kern="1200">
          <a:solidFill>
            <a:schemeClr val="tx1"/>
          </a:solidFill>
          <a:latin typeface="-윤체M" pitchFamily="18" charset="-127"/>
          <a:ea typeface="黑体" panose="02010609060101010101" pitchFamily="49" charset="-122"/>
          <a:cs typeface="黑体" panose="02010609060101010101" pitchFamily="49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8.emf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3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3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3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1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0.emf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3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3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3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3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3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3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3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8.pn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jpeg"/><Relationship Id="rId3" Type="http://schemas.openxmlformats.org/officeDocument/2006/relationships/oleObject" Target="../embeddings/oleObject5.bin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59.emf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emf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e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68.emf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e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75.emf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e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74.emf"/><Relationship Id="rId4" Type="http://schemas.openxmlformats.org/officeDocument/2006/relationships/image" Target="../media/image71.emf"/><Relationship Id="rId9" Type="http://schemas.openxmlformats.org/officeDocument/2006/relationships/oleObject" Target="../embeddings/oleObject14.bin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e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e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76.emf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FDE3687-DC9C-0B1A-6514-AD75E92364E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539750" y="981075"/>
            <a:ext cx="8139113" cy="4103688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</a:rPr>
              <a:t>人工智能原理及应用</a:t>
            </a:r>
            <a:b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</a:rPr>
            </a:br>
            <a:b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</a:rPr>
            </a:br>
            <a:r>
              <a:rPr lang="zh-CN" altLang="en-US" sz="6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</a:rPr>
              <a:t>第</a:t>
            </a:r>
            <a:r>
              <a:rPr lang="en-US" altLang="zh-CN" sz="6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</a:rPr>
              <a:t>2</a:t>
            </a:r>
            <a:r>
              <a:rPr lang="zh-CN" altLang="en-US" sz="6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</a:rPr>
              <a:t>章 搜索技术</a:t>
            </a:r>
            <a:br>
              <a:rPr lang="zh-CN" altLang="en-US" sz="6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</a:rPr>
            </a:br>
            <a:endParaRPr lang="en-US" altLang="zh-CN">
              <a:latin typeface="微软雅黑" panose="020B0503020204020204" pitchFamily="34" charset="-122"/>
            </a:endParaRPr>
          </a:p>
        </p:txBody>
      </p:sp>
      <p:pic>
        <p:nvPicPr>
          <p:cNvPr id="18435" name="Picture 4" descr="index_06">
            <a:extLst>
              <a:ext uri="{FF2B5EF4-FFF2-40B4-BE49-F238E27FC236}">
                <a16:creationId xmlns:a16="http://schemas.microsoft.com/office/drawing/2014/main" id="{7051FC97-0816-B4E8-A119-66137C066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198438"/>
            <a:ext cx="2238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3">
            <a:extLst>
              <a:ext uri="{FF2B5EF4-FFF2-40B4-BE49-F238E27FC236}">
                <a16:creationId xmlns:a16="http://schemas.microsoft.com/office/drawing/2014/main" id="{03A1AA93-6491-E439-8204-6007A42D11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6821C9B-E76E-C44E-9183-13D374A3AE44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209922" name="Rectangle 2">
            <a:extLst>
              <a:ext uri="{FF2B5EF4-FFF2-40B4-BE49-F238E27FC236}">
                <a16:creationId xmlns:a16="http://schemas.microsoft.com/office/drawing/2014/main" id="{86ADA848-16B6-9A7D-3B2C-73524248B2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476250"/>
            <a:ext cx="7772400" cy="731838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人工智能的方法学</a:t>
            </a:r>
            <a:endParaRPr lang="en-US" altLang="zh-CN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09923" name="Rectangle 3">
            <a:extLst>
              <a:ext uri="{FF2B5EF4-FFF2-40B4-BE49-F238E27FC236}">
                <a16:creationId xmlns:a16="http://schemas.microsoft.com/office/drawing/2014/main" id="{E7FB12F4-6596-AD42-148F-CD74217B5D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484313"/>
            <a:ext cx="8207375" cy="4608512"/>
          </a:xfrm>
        </p:spPr>
        <p:txBody>
          <a:bodyPr/>
          <a:lstStyle/>
          <a:p>
            <a:pPr marL="514350" indent="-514350" eaLnBrk="1" hangingPunct="1">
              <a:lnSpc>
                <a:spcPct val="120000"/>
              </a:lnSpc>
              <a:buFont typeface="宋体" panose="02010600030101010101" pitchFamily="2" charset="-122"/>
              <a:buAutoNum type="arabicPeriod"/>
            </a:pPr>
            <a:r>
              <a:rPr lang="zh-CN" altLang="en-US" sz="2800" dirty="0">
                <a:latin typeface="微软雅黑" panose="020B0503020204020204" pitchFamily="34" charset="-122"/>
                <a:ea typeface="宋体" panose="02010600030101010101" pitchFamily="2" charset="-122"/>
              </a:rPr>
              <a:t>知识可以精确描述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逻辑推理</a:t>
            </a:r>
            <a:r>
              <a:rPr lang="zh-CN" altLang="en-US" sz="2800" dirty="0">
                <a:latin typeface="微软雅黑" panose="020B0503020204020204" pitchFamily="34" charset="-122"/>
                <a:ea typeface="宋体" panose="02010600030101010101" pitchFamily="2" charset="-122"/>
              </a:rPr>
              <a:t>技术</a:t>
            </a:r>
            <a:endParaRPr lang="en-US" altLang="zh-CN" sz="2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marL="514350" indent="-514350" eaLnBrk="1" hangingPunct="1">
              <a:lnSpc>
                <a:spcPct val="120000"/>
              </a:lnSpc>
              <a:buFont typeface="宋体" panose="02010600030101010101" pitchFamily="2" charset="-122"/>
              <a:buAutoNum type="arabicPeriod"/>
            </a:pPr>
            <a:r>
              <a:rPr lang="zh-CN" altLang="en-US" sz="2800" dirty="0">
                <a:latin typeface="微软雅黑" panose="020B0503020204020204" pitchFamily="34" charset="-122"/>
                <a:ea typeface="宋体" panose="02010600030101010101" pitchFamily="2" charset="-122"/>
              </a:rPr>
              <a:t>知识无法精确描述，但是可获取足够的经验（训练数据）通过建模来解决问题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机器学习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marL="514350" indent="-514350" eaLnBrk="1" hangingPunct="1">
              <a:lnSpc>
                <a:spcPct val="120000"/>
              </a:lnSpc>
              <a:buFont typeface="宋体" panose="02010600030101010101" pitchFamily="2" charset="-122"/>
              <a:buAutoNum type="arabicPeriod"/>
            </a:pPr>
            <a:r>
              <a:rPr lang="zh-CN" altLang="en-US" sz="2800" dirty="0">
                <a:latin typeface="微软雅黑" panose="020B0503020204020204" pitchFamily="34" charset="-122"/>
                <a:ea typeface="宋体" panose="02010600030101010101" pitchFamily="2" charset="-122"/>
              </a:rPr>
              <a:t>知识无法精确描述，也无法通过经验来求解，即</a:t>
            </a:r>
            <a:r>
              <a:rPr lang="zh-CN" altLang="en-US" sz="2800" dirty="0">
                <a:solidFill>
                  <a:srgbClr val="2E0FB1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不良结构或非结构化问题</a:t>
            </a:r>
            <a:r>
              <a:rPr lang="zh-CN" altLang="en-US" sz="2800" dirty="0">
                <a:latin typeface="微软雅黑" panose="020B0503020204020204" pitchFamily="34" charset="-122"/>
                <a:ea typeface="宋体" panose="02010600030101010101" pitchFamily="2" charset="-122"/>
              </a:rPr>
              <a:t>；只能在状态空间中一步步摸索前进，搜索答案</a:t>
            </a:r>
            <a:r>
              <a:rPr lang="en-US" altLang="zh-CN" sz="2800" dirty="0">
                <a:latin typeface="微软雅黑" panose="020B0503020204020204" pitchFamily="34" charset="-122"/>
                <a:ea typeface="宋体" panose="02010600030101010101" pitchFamily="2" charset="-122"/>
              </a:rPr>
              <a:t>(</a:t>
            </a:r>
            <a:r>
              <a:rPr lang="zh-CN" altLang="en-US" sz="2800" dirty="0">
                <a:latin typeface="微软雅黑" panose="020B0503020204020204" pitchFamily="34" charset="-122"/>
                <a:ea typeface="宋体" panose="02010600030101010101" pitchFamily="2" charset="-122"/>
              </a:rPr>
              <a:t>目标</a:t>
            </a:r>
            <a:r>
              <a:rPr lang="en-US" altLang="zh-CN" sz="2800" dirty="0">
                <a:latin typeface="微软雅黑" panose="020B0503020204020204" pitchFamily="34" charset="-122"/>
                <a:ea typeface="宋体" panose="02010600030101010101" pitchFamily="2" charset="-122"/>
              </a:rPr>
              <a:t>)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搜索技术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宋体" panose="02010600030101010101" pitchFamily="2" charset="-122"/>
              </a:rPr>
              <a:t>通过对状态空间的搜索而求解问题的技术</a:t>
            </a:r>
            <a:endParaRPr lang="en-US" altLang="zh-CN" sz="2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20485" name="Text Box 5">
            <a:extLst>
              <a:ext uri="{FF2B5EF4-FFF2-40B4-BE49-F238E27FC236}">
                <a16:creationId xmlns:a16="http://schemas.microsoft.com/office/drawing/2014/main" id="{CC485539-9A05-C345-5951-92C63A659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灯片编号占位符 3">
            <a:extLst>
              <a:ext uri="{FF2B5EF4-FFF2-40B4-BE49-F238E27FC236}">
                <a16:creationId xmlns:a16="http://schemas.microsoft.com/office/drawing/2014/main" id="{5318D4BA-49B9-0810-2D1F-94B9BB33D6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63284D-EF68-3D41-8424-193E7CDE72AD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pic>
        <p:nvPicPr>
          <p:cNvPr id="22533" name="Picture 2" descr="https://gimg2.baidu.com/image_search/src=http%3A%2F%2Fimage.suning.cn%2Fuimg%2Fsop%2Frichtext%2F105787347620823050929898.gif&amp;refer=http%3A%2F%2Fimage.suning.cn&amp;app=2002&amp;size=f9999,10000&amp;q=a80&amp;n=0&amp;g=0n&amp;fmt=auto?sec=1669388906&amp;t=bbf2229ae411513d78b6cc9ca4e70e9b">
            <a:extLst>
              <a:ext uri="{FF2B5EF4-FFF2-40B4-BE49-F238E27FC236}">
                <a16:creationId xmlns:a16="http://schemas.microsoft.com/office/drawing/2014/main" id="{6DA7D750-BB53-8BF4-B20F-AE269D380E2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5118" y="2753247"/>
            <a:ext cx="5973763" cy="358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4" name="Picture 4" descr="https://gimg2.baidu.com/image_search/src=http%3A%2F%2Flognet.oss-cn-hangzhou.aliyuncs.com%2F0uAbwQvIVX.png%3Fx-oss-process%3Dimage%2Fquality%2CQ_80%2Fwatermark%2Ct_80%2Cg_se%2Cx_10%2Cy_10%2Cimage_aURxY29TdHhRb0RzLnBuZz94LW9zcy1wcm9jZXNzPWltYWdlL3Jlc2l6ZSxQXzIw&amp;refer=http%3A%2F%2Flognet.oss-cn-hangzhou.aliyuncs.com&amp;app=2002&amp;size=f9999,10000&amp;q=a80&amp;n=0&amp;g=0n&amp;fmt=auto?sec=1669388995&amp;t=95d518c0a02c582dd41acd40d0ae537b">
            <a:extLst>
              <a:ext uri="{FF2B5EF4-FFF2-40B4-BE49-F238E27FC236}">
                <a16:creationId xmlns:a16="http://schemas.microsoft.com/office/drawing/2014/main" id="{CAB38451-30B5-1D86-67C9-2B4C522FC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417" y="381794"/>
            <a:ext cx="7603165" cy="3243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5" name="文本框 1">
            <a:extLst>
              <a:ext uri="{FF2B5EF4-FFF2-40B4-BE49-F238E27FC236}">
                <a16:creationId xmlns:a16="http://schemas.microsoft.com/office/drawing/2014/main" id="{D1FDEB36-7128-C3E7-3B19-66DCB5EF4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8187" y="6014244"/>
            <a:ext cx="2444750" cy="460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智能</a:t>
            </a:r>
            <a:r>
              <a:rPr lang="zh-CN" altLang="en-US"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扫地机器人</a:t>
            </a:r>
          </a:p>
        </p:txBody>
      </p:sp>
      <p:sp>
        <p:nvSpPr>
          <p:cNvPr id="22536" name="文本框 10">
            <a:extLst>
              <a:ext uri="{FF2B5EF4-FFF2-40B4-BE49-F238E27FC236}">
                <a16:creationId xmlns:a16="http://schemas.microsoft.com/office/drawing/2014/main" id="{83D64C16-18FC-7AA9-99E1-52F700D51C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016" y="6014244"/>
            <a:ext cx="2443163" cy="4619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智障</a:t>
            </a:r>
            <a:r>
              <a:rPr lang="zh-CN" altLang="en-US"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扫地机器人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5" grpId="0" animBg="1"/>
      <p:bldP spid="2253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灯片编号占位符 3">
            <a:extLst>
              <a:ext uri="{FF2B5EF4-FFF2-40B4-BE49-F238E27FC236}">
                <a16:creationId xmlns:a16="http://schemas.microsoft.com/office/drawing/2014/main" id="{97E44C9A-91EA-7D4F-5BBC-9FD3A3EB47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BAAF8E9-9BDD-7A4C-AB48-711291F624AD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pic>
        <p:nvPicPr>
          <p:cNvPr id="23556" name="Picture 10" descr="https://pics5.baidu.com/feed/8ad4b31c8701a18bd41bcc0ca4039b0e2938feb0.jpeg?token=f72b64dc731c47475df0403aa2cc6dc8">
            <a:extLst>
              <a:ext uri="{FF2B5EF4-FFF2-40B4-BE49-F238E27FC236}">
                <a16:creationId xmlns:a16="http://schemas.microsoft.com/office/drawing/2014/main" id="{A19556D4-96F8-BB6C-39AC-198F42464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88" y="296863"/>
            <a:ext cx="5286375" cy="322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12" descr="https://pics2.baidu.com/feed/8435e5dde71190ef7ac5ad67f5b9a410fcfa60f7.jpeg@f_auto?token=8923dcd7d0e842d2366aa636becb789d&amp;s=0EEE7A23CAF7C7EB1C3C15CA010080A1">
            <a:extLst>
              <a:ext uri="{FF2B5EF4-FFF2-40B4-BE49-F238E27FC236}">
                <a16:creationId xmlns:a16="http://schemas.microsoft.com/office/drawing/2014/main" id="{96142CCF-0D7B-0A17-BEF0-B7ACFC3E8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2563" y="3525838"/>
            <a:ext cx="3170237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Picture 14" descr="https://pics1.baidu.com/feed/cf1b9d16fdfaaf516e16cb29b7f6ade8f21f7ad3.jpeg@f_auto?token=fa36a86edff05388208bb24f9f2bc3b5&amp;s=0AAA7223C99F4DEB18DDB4CA0000A0B1">
            <a:extLst>
              <a:ext uri="{FF2B5EF4-FFF2-40B4-BE49-F238E27FC236}">
                <a16:creationId xmlns:a16="http://schemas.microsoft.com/office/drawing/2014/main" id="{270741CA-AA36-E16B-516C-6844EEF72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88" y="3525838"/>
            <a:ext cx="3170237" cy="317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0" name="右箭头 2">
            <a:extLst>
              <a:ext uri="{FF2B5EF4-FFF2-40B4-BE49-F238E27FC236}">
                <a16:creationId xmlns:a16="http://schemas.microsoft.com/office/drawing/2014/main" id="{E26C5A14-D392-0C51-1BEE-AADA2488C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3244" y="4910137"/>
            <a:ext cx="417512" cy="401637"/>
          </a:xfrm>
          <a:prstGeom prst="rightArrow">
            <a:avLst>
              <a:gd name="adj1" fmla="val 50000"/>
              <a:gd name="adj2" fmla="val 5018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2595DC2-A6B8-181A-9349-7F93EA29E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4437" y="365920"/>
            <a:ext cx="167798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机器学习</a:t>
            </a:r>
            <a:endParaRPr lang="en-US" altLang="zh-CN" sz="240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atinLnBrk="0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y </a:t>
            </a:r>
            <a:r>
              <a:rPr lang="en-US" altLang="zh-CN" sz="2400" b="1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 </a:t>
            </a:r>
            <a:r>
              <a:rPr lang="en-US" altLang="zh-CN" sz="2400" b="1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US" altLang="zh-CN" sz="2400" b="1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latinLnBrk="0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zh-CN" altLang="en-US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如何优化</a:t>
            </a:r>
          </a:p>
        </p:txBody>
      </p:sp>
      <p:sp>
        <p:nvSpPr>
          <p:cNvPr id="3" name="下箭头 2">
            <a:extLst>
              <a:ext uri="{FF2B5EF4-FFF2-40B4-BE49-F238E27FC236}">
                <a16:creationId xmlns:a16="http://schemas.microsoft.com/office/drawing/2014/main" id="{90EBEFED-AA2B-B3A7-6429-FF1972BBC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919" y="1722745"/>
            <a:ext cx="246062" cy="252413"/>
          </a:xfrm>
          <a:prstGeom prst="downArrow">
            <a:avLst>
              <a:gd name="adj1" fmla="val 50000"/>
              <a:gd name="adj2" fmla="val 49823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C612305-3BCA-7D89-937A-59F0A1C9FA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0552" y="2131833"/>
            <a:ext cx="223224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latinLnBrk="0"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获得最佳的</a:t>
            </a:r>
            <a:r>
              <a:rPr lang="en-US" altLang="zh-CN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zh-CN" altLang="en-US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，使得损失函数</a:t>
            </a:r>
            <a:r>
              <a:rPr lang="el-GR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Φ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(y,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y’)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最小</a:t>
            </a:r>
            <a:endParaRPr lang="zh-CN" altLang="en-US" sz="1800" dirty="0">
              <a:solidFill>
                <a:srgbClr val="85FFE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0" grpId="0" animBg="1"/>
      <p:bldP spid="2" grpId="0"/>
      <p:bldP spid="3" grpId="0" animBg="1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4E4F3D2E-F84B-CED3-896D-E1435032B99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11188" y="836613"/>
            <a:ext cx="8139112" cy="5688012"/>
          </a:xfrm>
        </p:spPr>
        <p:txBody>
          <a:bodyPr/>
          <a:lstStyle/>
          <a:p>
            <a:pPr algn="l"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			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本章内容</a:t>
            </a:r>
            <a:br>
              <a:rPr lang="zh-CN" alt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</a:br>
            <a:b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</a:rPr>
              <a:t>2.1 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</a:rPr>
              <a:t>搜索与问题求解</a:t>
            </a:r>
            <a:b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</a:rPr>
              <a:t>	2.2 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</a:rPr>
              <a:t>无信息搜索策略</a:t>
            </a:r>
            <a:b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</a:rPr>
              <a:t>	2.3 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</a:rPr>
              <a:t>启发式搜索策略</a:t>
            </a:r>
            <a:b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</a:rPr>
              <a:t>	2.4 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</a:rPr>
              <a:t>局部搜索算法</a:t>
            </a:r>
            <a:b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</a:rPr>
              <a:t>2.5 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</a:rPr>
              <a:t>博弈搜索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</a:rPr>
              <a:t>	</a:t>
            </a:r>
            <a:b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</a:rPr>
              <a:t>	</a:t>
            </a:r>
          </a:p>
        </p:txBody>
      </p:sp>
      <p:sp>
        <p:nvSpPr>
          <p:cNvPr id="24579" name="Text Box 3">
            <a:extLst>
              <a:ext uri="{FF2B5EF4-FFF2-40B4-BE49-F238E27FC236}">
                <a16:creationId xmlns:a16="http://schemas.microsoft.com/office/drawing/2014/main" id="{E264C3FF-D72F-6C5F-7039-C72C9536CE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04813"/>
            <a:ext cx="2484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6878603-0AEF-D69B-E48A-BD3D48484C3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11188" y="908050"/>
            <a:ext cx="8139112" cy="5616575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2.1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全局搜索与问题求解</a:t>
            </a:r>
            <a:b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b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2.1.1 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问题与问题的解</a:t>
            </a:r>
            <a:b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	2.1.2 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问题实例</a:t>
            </a:r>
            <a:b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	2.1.3 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搜索策略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27" name="Text Box 3">
            <a:extLst>
              <a:ext uri="{FF2B5EF4-FFF2-40B4-BE49-F238E27FC236}">
                <a16:creationId xmlns:a16="http://schemas.microsoft.com/office/drawing/2014/main" id="{C444879C-E97C-2872-058A-494D99D16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04813"/>
            <a:ext cx="2484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2CFAA74-2B14-82BD-BB6D-13DA1F2D1F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9988" y="0"/>
            <a:ext cx="2894012" cy="272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4" name="灯片编号占位符 3">
            <a:extLst>
              <a:ext uri="{FF2B5EF4-FFF2-40B4-BE49-F238E27FC236}">
                <a16:creationId xmlns:a16="http://schemas.microsoft.com/office/drawing/2014/main" id="{9D82B413-9B5B-6928-75CD-161E7D3AE5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E70808-6BE3-E94C-A275-432C6E181FAC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363522" name="Rectangle 2">
            <a:extLst>
              <a:ext uri="{FF2B5EF4-FFF2-40B4-BE49-F238E27FC236}">
                <a16:creationId xmlns:a16="http://schemas.microsoft.com/office/drawing/2014/main" id="{03D02532-73E9-673C-5835-3CAAFD2FA5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52413"/>
            <a:ext cx="7772400" cy="733425"/>
          </a:xfrm>
        </p:spPr>
        <p:txBody>
          <a:bodyPr/>
          <a:lstStyle/>
          <a:p>
            <a:pPr algn="ctr" eaLnBrk="1" hangingPunct="1"/>
            <a:r>
              <a:rPr lang="zh-CN" altLang="en-US"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什么样的问题可以用全局搜索技术解决？</a:t>
            </a:r>
            <a:endParaRPr lang="en-US" altLang="zh-CN" sz="3200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63523" name="Rectangle 3">
            <a:extLst>
              <a:ext uri="{FF2B5EF4-FFF2-40B4-BE49-F238E27FC236}">
                <a16:creationId xmlns:a16="http://schemas.microsoft.com/office/drawing/2014/main" id="{E50FFCDC-D0AD-9CA2-E898-0C329B2C41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74613" y="1130300"/>
            <a:ext cx="9288463" cy="4824413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问题可以形式化地定义为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个组成部分</a:t>
            </a:r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智能体的</a:t>
            </a:r>
            <a:r>
              <a:rPr lang="zh-CN" altLang="en-US"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初始状态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即搜索的开始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后继函数</a:t>
            </a:r>
            <a:endParaRPr lang="en-US" altLang="zh-CN" sz="2400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智能体采取的可能行动的描述，通常为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行动，后继状态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&gt; </a:t>
            </a: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初始状态和后继函数隐含地定义了问题的状态空间，状态空间中的一条路径是通过行动序列连接起来的一个状态序列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目标测试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：检查给定的状态是不是目标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路径代价函数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：每条路径都有一个数值化的代价值，反映了性能度量 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/ 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求解问题的代价</a:t>
            </a:r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CDFFFB3-D9C0-D20E-3B88-43F49EFB0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288" y="5610225"/>
            <a:ext cx="8858250" cy="937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latinLnBrk="0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 i="0" dirty="0">
                <a:solidFill>
                  <a:srgbClr val="C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问题的解</a:t>
            </a:r>
            <a:r>
              <a:rPr lang="zh-CN" altLang="en-US" sz="2400" i="0" dirty="0">
                <a:latin typeface="微软雅黑" panose="020B0503020204020204" pitchFamily="34" charset="-122"/>
                <a:ea typeface="宋体" panose="02010600030101010101" pitchFamily="2" charset="-122"/>
              </a:rPr>
              <a:t>：</a:t>
            </a:r>
            <a:r>
              <a:rPr lang="zh-CN" altLang="en-US" sz="2400" i="0" dirty="0">
                <a:solidFill>
                  <a:srgbClr val="2D0FAD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初始状态到目标状态的路径，</a:t>
            </a:r>
            <a:r>
              <a:rPr lang="zh-CN" altLang="en-US" sz="2400" i="0" dirty="0">
                <a:latin typeface="微软雅黑" panose="020B0503020204020204" pitchFamily="34" charset="-122"/>
                <a:ea typeface="宋体" panose="02010600030101010101" pitchFamily="2" charset="-122"/>
              </a:rPr>
              <a:t>解的优劣由路径代价函数度量</a:t>
            </a:r>
            <a:endParaRPr lang="en-US" altLang="zh-CN" sz="2400" i="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3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3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3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63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63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63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3">
            <a:extLst>
              <a:ext uri="{FF2B5EF4-FFF2-40B4-BE49-F238E27FC236}">
                <a16:creationId xmlns:a16="http://schemas.microsoft.com/office/drawing/2014/main" id="{37480FA5-BDF2-1009-D083-E64B5185AE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7F00780-06B9-CF47-A713-3255EB63BD87}" type="slidenum">
              <a:rPr lang="en-US" altLang="zh-CN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00F0FF80-6F6A-ACDE-20F2-293A27DA7E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730250"/>
            <a:ext cx="7620000" cy="5616575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八数码难题（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8-puzzle problem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 </a:t>
            </a:r>
          </a:p>
        </p:txBody>
      </p:sp>
      <p:grpSp>
        <p:nvGrpSpPr>
          <p:cNvPr id="30724" name="Group 3">
            <a:extLst>
              <a:ext uri="{FF2B5EF4-FFF2-40B4-BE49-F238E27FC236}">
                <a16:creationId xmlns:a16="http://schemas.microsoft.com/office/drawing/2014/main" id="{051C749A-F4F8-1E3A-96E7-A469803D10D0}"/>
              </a:ext>
            </a:extLst>
          </p:cNvPr>
          <p:cNvGrpSpPr>
            <a:grpSpLocks/>
          </p:cNvGrpSpPr>
          <p:nvPr/>
        </p:nvGrpSpPr>
        <p:grpSpPr bwMode="auto">
          <a:xfrm>
            <a:off x="1760538" y="1855788"/>
            <a:ext cx="1447800" cy="1371600"/>
            <a:chOff x="1968" y="1344"/>
            <a:chExt cx="912" cy="864"/>
          </a:xfrm>
        </p:grpSpPr>
        <p:grpSp>
          <p:nvGrpSpPr>
            <p:cNvPr id="30748" name="Group 4">
              <a:extLst>
                <a:ext uri="{FF2B5EF4-FFF2-40B4-BE49-F238E27FC236}">
                  <a16:creationId xmlns:a16="http://schemas.microsoft.com/office/drawing/2014/main" id="{85B72B1B-7003-45C5-2F96-DADFE5E038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1344"/>
              <a:ext cx="912" cy="864"/>
              <a:chOff x="1536" y="2304"/>
              <a:chExt cx="432" cy="432"/>
            </a:xfrm>
          </p:grpSpPr>
          <p:sp>
            <p:nvSpPr>
              <p:cNvPr id="30757" name="Rectangle 5">
                <a:extLst>
                  <a:ext uri="{FF2B5EF4-FFF2-40B4-BE49-F238E27FC236}">
                    <a16:creationId xmlns:a16="http://schemas.microsoft.com/office/drawing/2014/main" id="{B0FC6BE2-6C30-0B82-D891-40F1838BE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304"/>
                <a:ext cx="432" cy="432"/>
              </a:xfrm>
              <a:prstGeom prst="rect">
                <a:avLst/>
              </a:prstGeom>
              <a:solidFill>
                <a:srgbClr val="FFFF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Gulim" panose="020B0600000101010101" pitchFamily="34" charset="-127"/>
                  <a:ea typeface="Gulim" panose="020B0600000101010101" pitchFamily="34" charset="-127"/>
                </a:endParaRPr>
              </a:p>
            </p:txBody>
          </p:sp>
          <p:sp>
            <p:nvSpPr>
              <p:cNvPr id="30758" name="Line 6">
                <a:extLst>
                  <a:ext uri="{FF2B5EF4-FFF2-40B4-BE49-F238E27FC236}">
                    <a16:creationId xmlns:a16="http://schemas.microsoft.com/office/drawing/2014/main" id="{16C28EB5-CC43-64AC-3B6E-89FD1D64AF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448"/>
                <a:ext cx="432" cy="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59" name="Line 7">
                <a:extLst>
                  <a:ext uri="{FF2B5EF4-FFF2-40B4-BE49-F238E27FC236}">
                    <a16:creationId xmlns:a16="http://schemas.microsoft.com/office/drawing/2014/main" id="{D5D27D5F-74A0-C92C-E211-767A00A709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592"/>
                <a:ext cx="432" cy="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60" name="Line 8">
                <a:extLst>
                  <a:ext uri="{FF2B5EF4-FFF2-40B4-BE49-F238E27FC236}">
                    <a16:creationId xmlns:a16="http://schemas.microsoft.com/office/drawing/2014/main" id="{01FC1A34-A659-65DA-B86B-27A9B7EF37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2304"/>
                <a:ext cx="0" cy="432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61" name="Line 9">
                <a:extLst>
                  <a:ext uri="{FF2B5EF4-FFF2-40B4-BE49-F238E27FC236}">
                    <a16:creationId xmlns:a16="http://schemas.microsoft.com/office/drawing/2014/main" id="{F84067B7-D619-F4E3-F2A0-7613367172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2304"/>
                <a:ext cx="0" cy="432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0749" name="Text Box 10">
              <a:extLst>
                <a:ext uri="{FF2B5EF4-FFF2-40B4-BE49-F238E27FC236}">
                  <a16:creationId xmlns:a16="http://schemas.microsoft.com/office/drawing/2014/main" id="{E961F3E3-95C1-1EAF-0A69-8CC1F7D7F3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63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chemeClr val="tx2"/>
                  </a:solidFill>
                  <a:latin typeface="Gulim" panose="020B0600000101010101" pitchFamily="34" charset="-127"/>
                  <a:ea typeface="宋体" panose="02010600030101010101" pitchFamily="2" charset="-122"/>
                </a:rPr>
                <a:t>1</a:t>
              </a:r>
              <a:endParaRPr lang="en-US" altLang="zh-CN" sz="2800">
                <a:latin typeface="Gulim" panose="020B0600000101010101" pitchFamily="34" charset="-127"/>
                <a:ea typeface="宋体" panose="02010600030101010101" pitchFamily="2" charset="-122"/>
              </a:endParaRPr>
            </a:p>
          </p:txBody>
        </p:sp>
        <p:sp>
          <p:nvSpPr>
            <p:cNvPr id="30750" name="Text Box 11">
              <a:extLst>
                <a:ext uri="{FF2B5EF4-FFF2-40B4-BE49-F238E27FC236}">
                  <a16:creationId xmlns:a16="http://schemas.microsoft.com/office/drawing/2014/main" id="{8A1DCEAA-B69B-5752-16AF-11E707993C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34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chemeClr val="tx2"/>
                  </a:solidFill>
                  <a:latin typeface="Gulim" panose="020B0600000101010101" pitchFamily="34" charset="-127"/>
                  <a:ea typeface="宋体" panose="02010600030101010101" pitchFamily="2" charset="-122"/>
                </a:rPr>
                <a:t>2</a:t>
              </a:r>
              <a:endParaRPr lang="en-US" altLang="zh-CN" sz="2800">
                <a:latin typeface="Gulim" panose="020B0600000101010101" pitchFamily="34" charset="-127"/>
                <a:ea typeface="宋体" panose="02010600030101010101" pitchFamily="2" charset="-122"/>
              </a:endParaRPr>
            </a:p>
          </p:txBody>
        </p:sp>
        <p:sp>
          <p:nvSpPr>
            <p:cNvPr id="30751" name="Text Box 12">
              <a:extLst>
                <a:ext uri="{FF2B5EF4-FFF2-40B4-BE49-F238E27FC236}">
                  <a16:creationId xmlns:a16="http://schemas.microsoft.com/office/drawing/2014/main" id="{10C8D039-83FF-2814-3D4C-5A5C8E88C1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134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chemeClr val="tx2"/>
                  </a:solidFill>
                  <a:latin typeface="Gulim" panose="020B0600000101010101" pitchFamily="34" charset="-127"/>
                  <a:ea typeface="宋体" panose="02010600030101010101" pitchFamily="2" charset="-122"/>
                </a:rPr>
                <a:t>3</a:t>
              </a:r>
              <a:endParaRPr lang="en-US" altLang="zh-CN" sz="2800">
                <a:latin typeface="Gulim" panose="020B0600000101010101" pitchFamily="34" charset="-127"/>
                <a:ea typeface="宋体" panose="02010600030101010101" pitchFamily="2" charset="-122"/>
              </a:endParaRPr>
            </a:p>
          </p:txBody>
        </p:sp>
        <p:sp>
          <p:nvSpPr>
            <p:cNvPr id="30752" name="Text Box 13">
              <a:extLst>
                <a:ext uri="{FF2B5EF4-FFF2-40B4-BE49-F238E27FC236}">
                  <a16:creationId xmlns:a16="http://schemas.microsoft.com/office/drawing/2014/main" id="{5EB581A2-284A-B38B-C312-0A7BFCDBBE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4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chemeClr val="tx2"/>
                  </a:solidFill>
                  <a:latin typeface="Gulim" panose="020B0600000101010101" pitchFamily="34" charset="-127"/>
                  <a:ea typeface="宋体" panose="02010600030101010101" pitchFamily="2" charset="-122"/>
                </a:rPr>
                <a:t>8</a:t>
              </a:r>
              <a:endParaRPr lang="en-US" altLang="zh-CN" sz="2800">
                <a:latin typeface="Gulim" panose="020B0600000101010101" pitchFamily="34" charset="-127"/>
                <a:ea typeface="宋体" panose="02010600030101010101" pitchFamily="2" charset="-122"/>
              </a:endParaRPr>
            </a:p>
          </p:txBody>
        </p:sp>
        <p:sp>
          <p:nvSpPr>
            <p:cNvPr id="30753" name="Text Box 14">
              <a:extLst>
                <a:ext uri="{FF2B5EF4-FFF2-40B4-BE49-F238E27FC236}">
                  <a16:creationId xmlns:a16="http://schemas.microsoft.com/office/drawing/2014/main" id="{C40DCD0B-E8AA-6756-1C6B-C4AE6805D3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163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chemeClr val="tx2"/>
                  </a:solidFill>
                  <a:latin typeface="Gulim" panose="020B0600000101010101" pitchFamily="34" charset="-127"/>
                  <a:ea typeface="宋体" panose="02010600030101010101" pitchFamily="2" charset="-122"/>
                </a:rPr>
                <a:t>4</a:t>
              </a:r>
              <a:endParaRPr lang="en-US" altLang="zh-CN" sz="2800">
                <a:latin typeface="Gulim" panose="020B0600000101010101" pitchFamily="34" charset="-127"/>
                <a:ea typeface="宋体" panose="02010600030101010101" pitchFamily="2" charset="-122"/>
              </a:endParaRPr>
            </a:p>
          </p:txBody>
        </p:sp>
        <p:sp>
          <p:nvSpPr>
            <p:cNvPr id="30754" name="Text Box 15">
              <a:extLst>
                <a:ext uri="{FF2B5EF4-FFF2-40B4-BE49-F238E27FC236}">
                  <a16:creationId xmlns:a16="http://schemas.microsoft.com/office/drawing/2014/main" id="{75486A82-CDB9-2984-31B3-88E8421E0B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192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chemeClr val="tx2"/>
                  </a:solidFill>
                  <a:latin typeface="Gulim" panose="020B0600000101010101" pitchFamily="34" charset="-127"/>
                  <a:ea typeface="宋体" panose="02010600030101010101" pitchFamily="2" charset="-122"/>
                </a:rPr>
                <a:t>5</a:t>
              </a:r>
              <a:endParaRPr lang="en-US" altLang="zh-CN" sz="2800">
                <a:latin typeface="Gulim" panose="020B0600000101010101" pitchFamily="34" charset="-127"/>
                <a:ea typeface="宋体" panose="02010600030101010101" pitchFamily="2" charset="-122"/>
              </a:endParaRPr>
            </a:p>
          </p:txBody>
        </p:sp>
        <p:sp>
          <p:nvSpPr>
            <p:cNvPr id="30755" name="Text Box 16">
              <a:extLst>
                <a:ext uri="{FF2B5EF4-FFF2-40B4-BE49-F238E27FC236}">
                  <a16:creationId xmlns:a16="http://schemas.microsoft.com/office/drawing/2014/main" id="{E735B547-CC19-5955-99FF-34CB7AC14B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92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chemeClr val="tx2"/>
                  </a:solidFill>
                  <a:latin typeface="Gulim" panose="020B0600000101010101" pitchFamily="34" charset="-127"/>
                  <a:ea typeface="宋体" panose="02010600030101010101" pitchFamily="2" charset="-122"/>
                </a:rPr>
                <a:t>6</a:t>
              </a:r>
              <a:endParaRPr lang="en-US" altLang="zh-CN" sz="2800">
                <a:latin typeface="Gulim" panose="020B0600000101010101" pitchFamily="34" charset="-127"/>
                <a:ea typeface="宋体" panose="02010600030101010101" pitchFamily="2" charset="-122"/>
              </a:endParaRPr>
            </a:p>
          </p:txBody>
        </p:sp>
        <p:sp>
          <p:nvSpPr>
            <p:cNvPr id="30756" name="Text Box 17">
              <a:extLst>
                <a:ext uri="{FF2B5EF4-FFF2-40B4-BE49-F238E27FC236}">
                  <a16:creationId xmlns:a16="http://schemas.microsoft.com/office/drawing/2014/main" id="{CD541D67-021A-B791-14E2-0887ED150E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92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chemeClr val="tx2"/>
                  </a:solidFill>
                  <a:latin typeface="Gulim" panose="020B0600000101010101" pitchFamily="34" charset="-127"/>
                  <a:ea typeface="宋体" panose="02010600030101010101" pitchFamily="2" charset="-122"/>
                </a:rPr>
                <a:t>7</a:t>
              </a:r>
              <a:endParaRPr lang="en-US" altLang="zh-CN" sz="2800">
                <a:latin typeface="Gulim" panose="020B0600000101010101" pitchFamily="34" charset="-127"/>
                <a:ea typeface="宋体" panose="02010600030101010101" pitchFamily="2" charset="-122"/>
              </a:endParaRPr>
            </a:p>
          </p:txBody>
        </p:sp>
      </p:grpSp>
      <p:grpSp>
        <p:nvGrpSpPr>
          <p:cNvPr id="109586" name="Group 18">
            <a:extLst>
              <a:ext uri="{FF2B5EF4-FFF2-40B4-BE49-F238E27FC236}">
                <a16:creationId xmlns:a16="http://schemas.microsoft.com/office/drawing/2014/main" id="{C0ED7727-C27E-4A8C-96B4-67CAD778026F}"/>
              </a:ext>
            </a:extLst>
          </p:cNvPr>
          <p:cNvGrpSpPr>
            <a:grpSpLocks/>
          </p:cNvGrpSpPr>
          <p:nvPr/>
        </p:nvGrpSpPr>
        <p:grpSpPr bwMode="auto">
          <a:xfrm>
            <a:off x="3436938" y="1855788"/>
            <a:ext cx="4014787" cy="2005012"/>
            <a:chOff x="2064" y="1419"/>
            <a:chExt cx="2529" cy="1263"/>
          </a:xfrm>
        </p:grpSpPr>
        <p:grpSp>
          <p:nvGrpSpPr>
            <p:cNvPr id="30730" name="Group 19">
              <a:extLst>
                <a:ext uri="{FF2B5EF4-FFF2-40B4-BE49-F238E27FC236}">
                  <a16:creationId xmlns:a16="http://schemas.microsoft.com/office/drawing/2014/main" id="{B13EC78B-4267-ACB0-5DA4-05DB5DDB94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1419"/>
              <a:ext cx="2112" cy="864"/>
              <a:chOff x="2064" y="1392"/>
              <a:chExt cx="2112" cy="864"/>
            </a:xfrm>
          </p:grpSpPr>
          <p:grpSp>
            <p:nvGrpSpPr>
              <p:cNvPr id="30732" name="Group 20">
                <a:extLst>
                  <a:ext uri="{FF2B5EF4-FFF2-40B4-BE49-F238E27FC236}">
                    <a16:creationId xmlns:a16="http://schemas.microsoft.com/office/drawing/2014/main" id="{CDD2806E-FDDA-1025-929C-4D8D6294AF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64" y="1392"/>
                <a:ext cx="912" cy="864"/>
                <a:chOff x="3504" y="1248"/>
                <a:chExt cx="912" cy="864"/>
              </a:xfrm>
            </p:grpSpPr>
            <p:grpSp>
              <p:nvGrpSpPr>
                <p:cNvPr id="30734" name="Group 21">
                  <a:extLst>
                    <a:ext uri="{FF2B5EF4-FFF2-40B4-BE49-F238E27FC236}">
                      <a16:creationId xmlns:a16="http://schemas.microsoft.com/office/drawing/2014/main" id="{E4E47C69-F9AC-72BB-C7E2-CBCD99C399F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04" y="1248"/>
                  <a:ext cx="912" cy="864"/>
                  <a:chOff x="1536" y="2304"/>
                  <a:chExt cx="432" cy="432"/>
                </a:xfrm>
              </p:grpSpPr>
              <p:sp>
                <p:nvSpPr>
                  <p:cNvPr id="30743" name="Rectangle 22">
                    <a:extLst>
                      <a:ext uri="{FF2B5EF4-FFF2-40B4-BE49-F238E27FC236}">
                        <a16:creationId xmlns:a16="http://schemas.microsoft.com/office/drawing/2014/main" id="{62E3392C-06CC-AF1B-ABBE-07FA927A830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2304"/>
                    <a:ext cx="432" cy="432"/>
                  </a:xfrm>
                  <a:prstGeom prst="rect">
                    <a:avLst/>
                  </a:prstGeom>
                  <a:solidFill>
                    <a:srgbClr val="FFFF66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latinLnBrk="1"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har char="•"/>
                      <a:defRPr kumimoji="1" sz="2000">
                        <a:solidFill>
                          <a:schemeClr val="tx1"/>
                        </a:solidFill>
                        <a:latin typeface="-윤체M" panose="020B0604020202020204" pitchFamily="34" charset="0"/>
                        <a:ea typeface="黑体" panose="02010609060101010101" pitchFamily="49" charset="-122"/>
                        <a:cs typeface="黑体" panose="02010609060101010101" pitchFamily="49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har char="•"/>
                      <a:defRPr kumimoji="1">
                        <a:solidFill>
                          <a:schemeClr val="tx1"/>
                        </a:solidFill>
                        <a:latin typeface="-윤체M" panose="020B0604020202020204" pitchFamily="34" charset="0"/>
                        <a:ea typeface="黑体" panose="02010609060101010101" pitchFamily="49" charset="-122"/>
                        <a:cs typeface="黑体" panose="02010609060101010101" pitchFamily="49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har char="•"/>
                      <a:defRPr kumimoji="1" sz="1600">
                        <a:solidFill>
                          <a:schemeClr val="tx1"/>
                        </a:solidFill>
                        <a:latin typeface="-윤체M" panose="020B0604020202020204" pitchFamily="34" charset="0"/>
                        <a:ea typeface="黑体" panose="02010609060101010101" pitchFamily="49" charset="-122"/>
                        <a:cs typeface="黑体" panose="02010609060101010101" pitchFamily="49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har char="•"/>
                      <a:defRPr kumimoji="1" sz="1400">
                        <a:solidFill>
                          <a:schemeClr val="tx1"/>
                        </a:solidFill>
                        <a:latin typeface="-윤체M" panose="020B0604020202020204" pitchFamily="34" charset="0"/>
                        <a:ea typeface="黑体" panose="02010609060101010101" pitchFamily="49" charset="-122"/>
                        <a:cs typeface="黑体" panose="02010609060101010101" pitchFamily="49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1400">
                        <a:solidFill>
                          <a:schemeClr val="tx1"/>
                        </a:solidFill>
                        <a:latin typeface="-윤체M" panose="020B0604020202020204" pitchFamily="34" charset="0"/>
                        <a:ea typeface="黑体" panose="02010609060101010101" pitchFamily="49" charset="-122"/>
                        <a:cs typeface="黑体" panose="02010609060101010101" pitchFamily="49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1400">
                        <a:solidFill>
                          <a:schemeClr val="tx1"/>
                        </a:solidFill>
                        <a:latin typeface="-윤체M" panose="020B0604020202020204" pitchFamily="34" charset="0"/>
                        <a:ea typeface="黑体" panose="02010609060101010101" pitchFamily="49" charset="-122"/>
                        <a:cs typeface="黑体" panose="02010609060101010101" pitchFamily="49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1400">
                        <a:solidFill>
                          <a:schemeClr val="tx1"/>
                        </a:solidFill>
                        <a:latin typeface="-윤체M" panose="020B0604020202020204" pitchFamily="34" charset="0"/>
                        <a:ea typeface="黑体" panose="02010609060101010101" pitchFamily="49" charset="-122"/>
                        <a:cs typeface="黑体" panose="02010609060101010101" pitchFamily="49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1400">
                        <a:solidFill>
                          <a:schemeClr val="tx1"/>
                        </a:solidFill>
                        <a:latin typeface="-윤체M" panose="020B0604020202020204" pitchFamily="34" charset="0"/>
                        <a:ea typeface="黑体" panose="02010609060101010101" pitchFamily="49" charset="-122"/>
                        <a:cs typeface="黑体" panose="02010609060101010101" pitchFamily="49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>
                      <a:latin typeface="Gulim" panose="020B0600000101010101" pitchFamily="34" charset="-127"/>
                      <a:ea typeface="Gulim" panose="020B0600000101010101" pitchFamily="34" charset="-127"/>
                    </a:endParaRPr>
                  </a:p>
                </p:txBody>
              </p:sp>
              <p:sp>
                <p:nvSpPr>
                  <p:cNvPr id="30744" name="Line 23">
                    <a:extLst>
                      <a:ext uri="{FF2B5EF4-FFF2-40B4-BE49-F238E27FC236}">
                        <a16:creationId xmlns:a16="http://schemas.microsoft.com/office/drawing/2014/main" id="{0499A563-974F-5BF3-2243-E9EC659B915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536" y="2448"/>
                    <a:ext cx="43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6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45" name="Line 24">
                    <a:extLst>
                      <a:ext uri="{FF2B5EF4-FFF2-40B4-BE49-F238E27FC236}">
                        <a16:creationId xmlns:a16="http://schemas.microsoft.com/office/drawing/2014/main" id="{58FB51F8-E173-2834-41BE-19F31E356E4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536" y="2592"/>
                    <a:ext cx="43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6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46" name="Line 25">
                    <a:extLst>
                      <a:ext uri="{FF2B5EF4-FFF2-40B4-BE49-F238E27FC236}">
                        <a16:creationId xmlns:a16="http://schemas.microsoft.com/office/drawing/2014/main" id="{8F608650-FE2D-8ACF-AA4B-C3A3E1F63D3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680" y="2304"/>
                    <a:ext cx="0" cy="432"/>
                  </a:xfrm>
                  <a:prstGeom prst="line">
                    <a:avLst/>
                  </a:prstGeom>
                  <a:noFill/>
                  <a:ln w="9525">
                    <a:solidFill>
                      <a:srgbClr val="00006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47" name="Line 26">
                    <a:extLst>
                      <a:ext uri="{FF2B5EF4-FFF2-40B4-BE49-F238E27FC236}">
                        <a16:creationId xmlns:a16="http://schemas.microsoft.com/office/drawing/2014/main" id="{998F5A63-6C8C-1835-35CA-A458AD11CB9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24" y="2304"/>
                    <a:ext cx="0" cy="432"/>
                  </a:xfrm>
                  <a:prstGeom prst="line">
                    <a:avLst/>
                  </a:prstGeom>
                  <a:noFill/>
                  <a:ln w="9525">
                    <a:solidFill>
                      <a:srgbClr val="00006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0735" name="Text Box 27">
                  <a:extLst>
                    <a:ext uri="{FF2B5EF4-FFF2-40B4-BE49-F238E27FC236}">
                      <a16:creationId xmlns:a16="http://schemas.microsoft.com/office/drawing/2014/main" id="{835D54FD-5D7B-4DAC-3C55-3EF986FDAE0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52" y="1248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latinLnBrk="1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har char="•"/>
                    <a:defRPr kumimoji="1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har char="•"/>
                    <a:defRPr kumimoji="1" sz="16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800">
                      <a:solidFill>
                        <a:schemeClr val="tx2"/>
                      </a:solidFill>
                      <a:latin typeface="Gulim" panose="020B0600000101010101" pitchFamily="34" charset="-127"/>
                      <a:ea typeface="宋体" panose="02010600030101010101" pitchFamily="2" charset="-122"/>
                    </a:rPr>
                    <a:t>1</a:t>
                  </a:r>
                  <a:endParaRPr lang="en-US" altLang="zh-CN" sz="2800">
                    <a:latin typeface="Gulim" panose="020B0600000101010101" pitchFamily="34" charset="-127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0736" name="Text Box 28">
                  <a:extLst>
                    <a:ext uri="{FF2B5EF4-FFF2-40B4-BE49-F238E27FC236}">
                      <a16:creationId xmlns:a16="http://schemas.microsoft.com/office/drawing/2014/main" id="{3E9A18EE-9849-1C64-ACC2-1EF6BFCC157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40" y="1248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latinLnBrk="1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har char="•"/>
                    <a:defRPr kumimoji="1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har char="•"/>
                    <a:defRPr kumimoji="1" sz="16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800">
                      <a:solidFill>
                        <a:schemeClr val="tx2"/>
                      </a:solidFill>
                      <a:latin typeface="Gulim" panose="020B0600000101010101" pitchFamily="34" charset="-127"/>
                      <a:ea typeface="宋体" panose="02010600030101010101" pitchFamily="2" charset="-122"/>
                    </a:rPr>
                    <a:t>2</a:t>
                  </a:r>
                  <a:endParaRPr lang="en-US" altLang="zh-CN" sz="2800">
                    <a:latin typeface="Gulim" panose="020B0600000101010101" pitchFamily="34" charset="-127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0737" name="Text Box 29">
                  <a:extLst>
                    <a:ext uri="{FF2B5EF4-FFF2-40B4-BE49-F238E27FC236}">
                      <a16:creationId xmlns:a16="http://schemas.microsoft.com/office/drawing/2014/main" id="{76643215-0B8D-1C30-1936-AF53B6646E8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76" y="1248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latinLnBrk="1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har char="•"/>
                    <a:defRPr kumimoji="1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har char="•"/>
                    <a:defRPr kumimoji="1" sz="16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800">
                      <a:solidFill>
                        <a:schemeClr val="tx2"/>
                      </a:solidFill>
                      <a:latin typeface="Gulim" panose="020B0600000101010101" pitchFamily="34" charset="-127"/>
                      <a:ea typeface="宋体" panose="02010600030101010101" pitchFamily="2" charset="-122"/>
                    </a:rPr>
                    <a:t>3</a:t>
                  </a:r>
                  <a:endParaRPr lang="en-US" altLang="zh-CN" sz="2800">
                    <a:latin typeface="Gulim" panose="020B0600000101010101" pitchFamily="34" charset="-127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0738" name="Text Box 30">
                  <a:extLst>
                    <a:ext uri="{FF2B5EF4-FFF2-40B4-BE49-F238E27FC236}">
                      <a16:creationId xmlns:a16="http://schemas.microsoft.com/office/drawing/2014/main" id="{808FCFDE-8915-C1BE-F59F-BCCDFC6D56E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52" y="1536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latinLnBrk="1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har char="•"/>
                    <a:defRPr kumimoji="1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har char="•"/>
                    <a:defRPr kumimoji="1" sz="16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800">
                      <a:solidFill>
                        <a:schemeClr val="tx2"/>
                      </a:solidFill>
                      <a:latin typeface="Gulim" panose="020B0600000101010101" pitchFamily="34" charset="-127"/>
                      <a:ea typeface="宋体" panose="02010600030101010101" pitchFamily="2" charset="-122"/>
                    </a:rPr>
                    <a:t>8</a:t>
                  </a:r>
                  <a:endParaRPr lang="en-US" altLang="zh-CN" sz="2800">
                    <a:latin typeface="Gulim" panose="020B0600000101010101" pitchFamily="34" charset="-127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0739" name="Text Box 31">
                  <a:extLst>
                    <a:ext uri="{FF2B5EF4-FFF2-40B4-BE49-F238E27FC236}">
                      <a16:creationId xmlns:a16="http://schemas.microsoft.com/office/drawing/2014/main" id="{14F99F55-8010-A21F-C34E-2B38FA89001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76" y="1536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latinLnBrk="1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har char="•"/>
                    <a:defRPr kumimoji="1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har char="•"/>
                    <a:defRPr kumimoji="1" sz="16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800">
                      <a:solidFill>
                        <a:schemeClr val="tx2"/>
                      </a:solidFill>
                      <a:latin typeface="Gulim" panose="020B0600000101010101" pitchFamily="34" charset="-127"/>
                      <a:ea typeface="宋体" panose="02010600030101010101" pitchFamily="2" charset="-122"/>
                    </a:rPr>
                    <a:t>4</a:t>
                  </a:r>
                  <a:endParaRPr lang="en-US" altLang="zh-CN" sz="2800">
                    <a:latin typeface="Gulim" panose="020B0600000101010101" pitchFamily="34" charset="-127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0740" name="Text Box 32">
                  <a:extLst>
                    <a:ext uri="{FF2B5EF4-FFF2-40B4-BE49-F238E27FC236}">
                      <a16:creationId xmlns:a16="http://schemas.microsoft.com/office/drawing/2014/main" id="{BDC164F2-6D43-E402-E129-542E6B39C25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76" y="1824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latinLnBrk="1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har char="•"/>
                    <a:defRPr kumimoji="1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har char="•"/>
                    <a:defRPr kumimoji="1" sz="16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800">
                      <a:solidFill>
                        <a:schemeClr val="tx2"/>
                      </a:solidFill>
                      <a:latin typeface="Gulim" panose="020B0600000101010101" pitchFamily="34" charset="-127"/>
                      <a:ea typeface="宋体" panose="02010600030101010101" pitchFamily="2" charset="-122"/>
                    </a:rPr>
                    <a:t>5</a:t>
                  </a:r>
                  <a:endParaRPr lang="en-US" altLang="zh-CN" sz="2800">
                    <a:latin typeface="Gulim" panose="020B0600000101010101" pitchFamily="34" charset="-127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0741" name="Text Box 33">
                  <a:extLst>
                    <a:ext uri="{FF2B5EF4-FFF2-40B4-BE49-F238E27FC236}">
                      <a16:creationId xmlns:a16="http://schemas.microsoft.com/office/drawing/2014/main" id="{3131B278-47D6-AFAB-7023-D5F02586BD2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40" y="1824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latinLnBrk="1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har char="•"/>
                    <a:defRPr kumimoji="1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har char="•"/>
                    <a:defRPr kumimoji="1" sz="16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800">
                      <a:solidFill>
                        <a:schemeClr val="tx2"/>
                      </a:solidFill>
                      <a:latin typeface="Gulim" panose="020B0600000101010101" pitchFamily="34" charset="-127"/>
                      <a:ea typeface="宋体" panose="02010600030101010101" pitchFamily="2" charset="-122"/>
                    </a:rPr>
                    <a:t>6</a:t>
                  </a:r>
                  <a:endParaRPr lang="en-US" altLang="zh-CN" sz="2800">
                    <a:latin typeface="Gulim" panose="020B0600000101010101" pitchFamily="34" charset="-127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0742" name="Text Box 34">
                  <a:extLst>
                    <a:ext uri="{FF2B5EF4-FFF2-40B4-BE49-F238E27FC236}">
                      <a16:creationId xmlns:a16="http://schemas.microsoft.com/office/drawing/2014/main" id="{9B570298-E589-4B1B-A7AC-F0367B45D8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52" y="1824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latinLnBrk="1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har char="•"/>
                    <a:defRPr kumimoji="1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har char="•"/>
                    <a:defRPr kumimoji="1" sz="16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800">
                      <a:solidFill>
                        <a:schemeClr val="tx2"/>
                      </a:solidFill>
                      <a:latin typeface="Gulim" panose="020B0600000101010101" pitchFamily="34" charset="-127"/>
                      <a:ea typeface="宋体" panose="02010600030101010101" pitchFamily="2" charset="-122"/>
                    </a:rPr>
                    <a:t>7</a:t>
                  </a:r>
                  <a:endParaRPr lang="en-US" altLang="zh-CN" sz="2800">
                    <a:latin typeface="Gulim" panose="020B0600000101010101" pitchFamily="34" charset="-127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0733" name="Line 35">
                <a:extLst>
                  <a:ext uri="{FF2B5EF4-FFF2-40B4-BE49-F238E27FC236}">
                    <a16:creationId xmlns:a16="http://schemas.microsoft.com/office/drawing/2014/main" id="{B7EDA6A3-700D-7F1E-B6C4-60F1BBBD81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4" y="1824"/>
                <a:ext cx="100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0731" name="Text Box 36">
              <a:extLst>
                <a:ext uri="{FF2B5EF4-FFF2-40B4-BE49-F238E27FC236}">
                  <a16:creationId xmlns:a16="http://schemas.microsoft.com/office/drawing/2014/main" id="{0B9A94D7-93EE-8F82-744A-3884ACAF76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352"/>
              <a:ext cx="147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i="0" dirty="0">
                  <a:latin typeface="SimSun" panose="02010600030101010101" pitchFamily="2" charset="-122"/>
                  <a:ea typeface="SimSun" panose="02010600030101010101" pitchFamily="2" charset="-122"/>
                </a:rPr>
                <a:t>（目标状态）</a:t>
              </a:r>
            </a:p>
          </p:txBody>
        </p:sp>
      </p:grpSp>
      <p:sp>
        <p:nvSpPr>
          <p:cNvPr id="30726" name="Text Box 37">
            <a:extLst>
              <a:ext uri="{FF2B5EF4-FFF2-40B4-BE49-F238E27FC236}">
                <a16:creationId xmlns:a16="http://schemas.microsoft.com/office/drawing/2014/main" id="{E150E05C-E928-673B-5FD4-B62CE600D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5738" y="3336925"/>
            <a:ext cx="23399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i="0" dirty="0">
                <a:latin typeface="SimSun" panose="02010600030101010101" pitchFamily="2" charset="-122"/>
                <a:ea typeface="SimSun" panose="02010600030101010101" pitchFamily="2" charset="-122"/>
              </a:rPr>
              <a:t>（初始状态）</a:t>
            </a:r>
          </a:p>
        </p:txBody>
      </p:sp>
      <p:sp>
        <p:nvSpPr>
          <p:cNvPr id="30727" name="Text Box 38">
            <a:extLst>
              <a:ext uri="{FF2B5EF4-FFF2-40B4-BE49-F238E27FC236}">
                <a16:creationId xmlns:a16="http://schemas.microsoft.com/office/drawing/2014/main" id="{092B7A73-0150-67C6-CCDA-BEE101BDC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138" y="3933825"/>
            <a:ext cx="7696200" cy="1020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 i="0" dirty="0">
                <a:solidFill>
                  <a:srgbClr val="FF99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后继函数：每次走一步，只能空格与数字互换，</a:t>
            </a:r>
            <a:r>
              <a:rPr lang="zh-CN" altLang="en-US" sz="2800" i="0" dirty="0">
                <a:latin typeface="SimSun" panose="02010600030101010101" pitchFamily="2" charset="-122"/>
                <a:ea typeface="SimSun" panose="02010600030101010101" pitchFamily="2" charset="-122"/>
              </a:rPr>
              <a:t>不许斜向移动。</a:t>
            </a:r>
          </a:p>
        </p:txBody>
      </p:sp>
      <p:sp>
        <p:nvSpPr>
          <p:cNvPr id="30728" name="Text Box 4">
            <a:extLst>
              <a:ext uri="{FF2B5EF4-FFF2-40B4-BE49-F238E27FC236}">
                <a16:creationId xmlns:a16="http://schemas.microsoft.com/office/drawing/2014/main" id="{015CFEDC-7EBC-C77E-0DA1-C79476B8C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729" name="矩形 1">
            <a:extLst>
              <a:ext uri="{FF2B5EF4-FFF2-40B4-BE49-F238E27FC236}">
                <a16:creationId xmlns:a16="http://schemas.microsoft.com/office/drawing/2014/main" id="{5F266240-D0DA-0E86-1F8A-6589B5A77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9425" y="1295400"/>
            <a:ext cx="65389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latinLnBrk="0" hangingPunct="1">
              <a:spcBef>
                <a:spcPts val="1200"/>
              </a:spcBef>
              <a:buFontTx/>
              <a:buNone/>
            </a:pP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1-8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数字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棋子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)/9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个方格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棋盘格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)/1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个空格</a:t>
            </a:r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9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09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3">
            <a:extLst>
              <a:ext uri="{FF2B5EF4-FFF2-40B4-BE49-F238E27FC236}">
                <a16:creationId xmlns:a16="http://schemas.microsoft.com/office/drawing/2014/main" id="{88F0CDCC-117C-5073-8CF2-E4671800D6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8C30720-3BB9-4F47-BEF8-19F813002E8D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368642" name="Rectangle 2">
            <a:extLst>
              <a:ext uri="{FF2B5EF4-FFF2-40B4-BE49-F238E27FC236}">
                <a16:creationId xmlns:a16="http://schemas.microsoft.com/office/drawing/2014/main" id="{250F2553-139E-A323-3001-3B1B26515E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731838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八数码游戏</a:t>
            </a:r>
            <a:endParaRPr lang="en-US" altLang="zh-CN" sz="28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68643" name="Rectangle 3">
            <a:extLst>
              <a:ext uri="{FF2B5EF4-FFF2-40B4-BE49-F238E27FC236}">
                <a16:creationId xmlns:a16="http://schemas.microsoft.com/office/drawing/2014/main" id="{B7E34CE0-0A0B-6763-326E-0D45A8EE1F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484313"/>
            <a:ext cx="8147050" cy="4981575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状态表示：</a:t>
            </a:r>
            <a:r>
              <a:rPr lang="en-US" altLang="zh-CN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en-US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维向量</a:t>
            </a:r>
          </a:p>
          <a:p>
            <a:pPr eaLnBrk="1" hangingPunct="1">
              <a:spcBef>
                <a:spcPts val="1200"/>
              </a:spcBef>
            </a:pPr>
            <a:endParaRPr lang="en-US" altLang="zh-CN" sz="28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</a:pPr>
            <a:endParaRPr lang="en-US" altLang="zh-CN" sz="28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</a:pPr>
            <a:endParaRPr lang="en-US" altLang="zh-CN" sz="28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操作规则：</a:t>
            </a:r>
            <a:endParaRPr lang="en-US" altLang="zh-CN" sz="28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&lt;a1,a2,a3,a4,a5,a6,a7,a8,a9&gt;→&lt;b1,b2,b3,b4,b5,b6,b7,b8,b9&gt;</a:t>
            </a:r>
          </a:p>
          <a:p>
            <a:pPr eaLnBrk="1" hangingPunct="1">
              <a:spcBef>
                <a:spcPts val="12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共</a:t>
            </a:r>
            <a:r>
              <a:rPr lang="en-US" altLang="zh-CN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24</a:t>
            </a:r>
            <a:r>
              <a:rPr lang="zh-CN" altLang="en-US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条移动规则</a:t>
            </a:r>
            <a:r>
              <a:rPr lang="en-US" altLang="zh-CN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=4</a:t>
            </a:r>
            <a:r>
              <a:rPr lang="zh-CN" altLang="en-US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角*</a:t>
            </a:r>
            <a:r>
              <a:rPr lang="en-US" altLang="zh-CN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2+4</a:t>
            </a:r>
            <a:r>
              <a:rPr lang="zh-CN" altLang="en-US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边*</a:t>
            </a:r>
            <a:r>
              <a:rPr lang="en-US" altLang="zh-CN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3+1</a:t>
            </a:r>
            <a:r>
              <a:rPr lang="zh-CN" altLang="en-US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中间*</a:t>
            </a:r>
            <a:r>
              <a:rPr lang="en-US" altLang="zh-CN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1749" name="Text Box 4">
            <a:extLst>
              <a:ext uri="{FF2B5EF4-FFF2-40B4-BE49-F238E27FC236}">
                <a16:creationId xmlns:a16="http://schemas.microsoft.com/office/drawing/2014/main" id="{4CB5CC5C-5440-0BC9-670A-8DDEB08B2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14E22E5-E00C-5743-FEF9-ABD0BC467E5D}"/>
              </a:ext>
            </a:extLst>
          </p:cNvPr>
          <p:cNvGrpSpPr>
            <a:grpSpLocks/>
          </p:cNvGrpSpPr>
          <p:nvPr/>
        </p:nvGrpSpPr>
        <p:grpSpPr bwMode="auto">
          <a:xfrm>
            <a:off x="1547813" y="2181225"/>
            <a:ext cx="5141213" cy="1371600"/>
            <a:chOff x="1547813" y="2852738"/>
            <a:chExt cx="5141213" cy="1371600"/>
          </a:xfrm>
        </p:grpSpPr>
        <p:grpSp>
          <p:nvGrpSpPr>
            <p:cNvPr id="31751" name="Group 3">
              <a:extLst>
                <a:ext uri="{FF2B5EF4-FFF2-40B4-BE49-F238E27FC236}">
                  <a16:creationId xmlns:a16="http://schemas.microsoft.com/office/drawing/2014/main" id="{23F7D9CC-A155-A8A4-E555-C8D46D6A9B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47813" y="2852738"/>
              <a:ext cx="1447800" cy="1371600"/>
              <a:chOff x="1968" y="1344"/>
              <a:chExt cx="912" cy="864"/>
            </a:xfrm>
          </p:grpSpPr>
          <p:grpSp>
            <p:nvGrpSpPr>
              <p:cNvPr id="31754" name="Group 4">
                <a:extLst>
                  <a:ext uri="{FF2B5EF4-FFF2-40B4-BE49-F238E27FC236}">
                    <a16:creationId xmlns:a16="http://schemas.microsoft.com/office/drawing/2014/main" id="{D19208B5-5D5B-85D1-D494-6F6DDB3CAC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68" y="1344"/>
                <a:ext cx="912" cy="864"/>
                <a:chOff x="1536" y="2304"/>
                <a:chExt cx="432" cy="432"/>
              </a:xfrm>
            </p:grpSpPr>
            <p:sp>
              <p:nvSpPr>
                <p:cNvPr id="31763" name="Rectangle 5">
                  <a:extLst>
                    <a:ext uri="{FF2B5EF4-FFF2-40B4-BE49-F238E27FC236}">
                      <a16:creationId xmlns:a16="http://schemas.microsoft.com/office/drawing/2014/main" id="{9C7B30F3-E513-459C-6379-805E20B65C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304"/>
                  <a:ext cx="432" cy="432"/>
                </a:xfrm>
                <a:prstGeom prst="rect">
                  <a:avLst/>
                </a:prstGeom>
                <a:solidFill>
                  <a:srgbClr val="FFFF66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latinLnBrk="1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har char="•"/>
                    <a:defRPr kumimoji="1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har char="•"/>
                    <a:defRPr kumimoji="1" sz="16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Gulim" panose="020B0600000101010101" pitchFamily="34" charset="-127"/>
                    <a:ea typeface="Gulim" panose="020B0600000101010101" pitchFamily="34" charset="-127"/>
                  </a:endParaRPr>
                </a:p>
              </p:txBody>
            </p:sp>
            <p:sp>
              <p:nvSpPr>
                <p:cNvPr id="31764" name="Line 6">
                  <a:extLst>
                    <a:ext uri="{FF2B5EF4-FFF2-40B4-BE49-F238E27FC236}">
                      <a16:creationId xmlns:a16="http://schemas.microsoft.com/office/drawing/2014/main" id="{B60C96E4-1DC4-D5EE-0A22-E4E4561093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2448"/>
                  <a:ext cx="432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765" name="Line 7">
                  <a:extLst>
                    <a:ext uri="{FF2B5EF4-FFF2-40B4-BE49-F238E27FC236}">
                      <a16:creationId xmlns:a16="http://schemas.microsoft.com/office/drawing/2014/main" id="{EC4DAFB4-D7E1-63F9-A44F-AB8579F220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2592"/>
                  <a:ext cx="432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766" name="Line 8">
                  <a:extLst>
                    <a:ext uri="{FF2B5EF4-FFF2-40B4-BE49-F238E27FC236}">
                      <a16:creationId xmlns:a16="http://schemas.microsoft.com/office/drawing/2014/main" id="{9A1A427C-A97E-DB71-0139-37BC544D43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0" y="2304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767" name="Line 9">
                  <a:extLst>
                    <a:ext uri="{FF2B5EF4-FFF2-40B4-BE49-F238E27FC236}">
                      <a16:creationId xmlns:a16="http://schemas.microsoft.com/office/drawing/2014/main" id="{D763366A-37BA-5767-995C-86151CF3C2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24" y="2304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1755" name="Text Box 10">
                <a:extLst>
                  <a:ext uri="{FF2B5EF4-FFF2-40B4-BE49-F238E27FC236}">
                    <a16:creationId xmlns:a16="http://schemas.microsoft.com/office/drawing/2014/main" id="{5C9C78DC-644A-4AE8-7234-F487054763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6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Gulim" panose="020B0600000101010101" pitchFamily="34" charset="-127"/>
                    <a:ea typeface="宋体" panose="02010600030101010101" pitchFamily="2" charset="-122"/>
                  </a:rPr>
                  <a:t>1</a:t>
                </a:r>
                <a:endParaRPr lang="en-US" altLang="zh-CN" sz="2800">
                  <a:latin typeface="Gulim" panose="020B0600000101010101" pitchFamily="34" charset="-127"/>
                  <a:ea typeface="宋体" panose="02010600030101010101" pitchFamily="2" charset="-122"/>
                </a:endParaRPr>
              </a:p>
            </p:txBody>
          </p:sp>
          <p:sp>
            <p:nvSpPr>
              <p:cNvPr id="31756" name="Text Box 11">
                <a:extLst>
                  <a:ext uri="{FF2B5EF4-FFF2-40B4-BE49-F238E27FC236}">
                    <a16:creationId xmlns:a16="http://schemas.microsoft.com/office/drawing/2014/main" id="{91D6C2BB-4A3C-1FDD-D1F9-4E18665D53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6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Gulim" panose="020B0600000101010101" pitchFamily="34" charset="-127"/>
                    <a:ea typeface="宋体" panose="02010600030101010101" pitchFamily="2" charset="-122"/>
                  </a:rPr>
                  <a:t>2</a:t>
                </a:r>
                <a:endParaRPr lang="en-US" altLang="zh-CN" sz="2800">
                  <a:latin typeface="Gulim" panose="020B0600000101010101" pitchFamily="34" charset="-127"/>
                  <a:ea typeface="宋体" panose="02010600030101010101" pitchFamily="2" charset="-122"/>
                </a:endParaRPr>
              </a:p>
            </p:txBody>
          </p:sp>
          <p:sp>
            <p:nvSpPr>
              <p:cNvPr id="31757" name="Text Box 12">
                <a:extLst>
                  <a:ext uri="{FF2B5EF4-FFF2-40B4-BE49-F238E27FC236}">
                    <a16:creationId xmlns:a16="http://schemas.microsoft.com/office/drawing/2014/main" id="{DF4BF4CC-4DD1-358E-27C1-1B2FB0E21F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Gulim" panose="020B0600000101010101" pitchFamily="34" charset="-127"/>
                    <a:ea typeface="宋体" panose="02010600030101010101" pitchFamily="2" charset="-122"/>
                  </a:rPr>
                  <a:t>3</a:t>
                </a:r>
                <a:endParaRPr lang="en-US" altLang="zh-CN" sz="2800">
                  <a:latin typeface="Gulim" panose="020B0600000101010101" pitchFamily="34" charset="-127"/>
                  <a:ea typeface="宋体" panose="02010600030101010101" pitchFamily="2" charset="-122"/>
                </a:endParaRPr>
              </a:p>
            </p:txBody>
          </p:sp>
          <p:sp>
            <p:nvSpPr>
              <p:cNvPr id="31758" name="Text Box 13">
                <a:extLst>
                  <a:ext uri="{FF2B5EF4-FFF2-40B4-BE49-F238E27FC236}">
                    <a16:creationId xmlns:a16="http://schemas.microsoft.com/office/drawing/2014/main" id="{DB745795-D3DA-BEC9-6D37-8AE8531161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Gulim" panose="020B0600000101010101" pitchFamily="34" charset="-127"/>
                    <a:ea typeface="宋体" panose="02010600030101010101" pitchFamily="2" charset="-122"/>
                  </a:rPr>
                  <a:t>8</a:t>
                </a:r>
                <a:endParaRPr lang="en-US" altLang="zh-CN" sz="2800">
                  <a:latin typeface="Gulim" panose="020B0600000101010101" pitchFamily="34" charset="-127"/>
                  <a:ea typeface="宋体" panose="02010600030101010101" pitchFamily="2" charset="-122"/>
                </a:endParaRPr>
              </a:p>
            </p:txBody>
          </p:sp>
          <p:sp>
            <p:nvSpPr>
              <p:cNvPr id="31759" name="Text Box 14">
                <a:extLst>
                  <a:ext uri="{FF2B5EF4-FFF2-40B4-BE49-F238E27FC236}">
                    <a16:creationId xmlns:a16="http://schemas.microsoft.com/office/drawing/2014/main" id="{CAF23CB9-82B1-5251-9883-C528F9C2E0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Gulim" panose="020B0600000101010101" pitchFamily="34" charset="-127"/>
                    <a:ea typeface="宋体" panose="02010600030101010101" pitchFamily="2" charset="-122"/>
                  </a:rPr>
                  <a:t>4</a:t>
                </a:r>
                <a:endParaRPr lang="en-US" altLang="zh-CN" sz="2800">
                  <a:latin typeface="Gulim" panose="020B0600000101010101" pitchFamily="34" charset="-127"/>
                  <a:ea typeface="宋体" panose="02010600030101010101" pitchFamily="2" charset="-122"/>
                </a:endParaRPr>
              </a:p>
            </p:txBody>
          </p:sp>
          <p:sp>
            <p:nvSpPr>
              <p:cNvPr id="31760" name="Text Box 15">
                <a:extLst>
                  <a:ext uri="{FF2B5EF4-FFF2-40B4-BE49-F238E27FC236}">
                    <a16:creationId xmlns:a16="http://schemas.microsoft.com/office/drawing/2014/main" id="{463DC767-39D8-EADF-01EF-887380DC70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Gulim" panose="020B0600000101010101" pitchFamily="34" charset="-127"/>
                    <a:ea typeface="宋体" panose="02010600030101010101" pitchFamily="2" charset="-122"/>
                  </a:rPr>
                  <a:t>5</a:t>
                </a:r>
                <a:endParaRPr lang="en-US" altLang="zh-CN" sz="2800">
                  <a:latin typeface="Gulim" panose="020B0600000101010101" pitchFamily="34" charset="-127"/>
                  <a:ea typeface="宋体" panose="02010600030101010101" pitchFamily="2" charset="-122"/>
                </a:endParaRPr>
              </a:p>
            </p:txBody>
          </p:sp>
          <p:sp>
            <p:nvSpPr>
              <p:cNvPr id="31761" name="Text Box 16">
                <a:extLst>
                  <a:ext uri="{FF2B5EF4-FFF2-40B4-BE49-F238E27FC236}">
                    <a16:creationId xmlns:a16="http://schemas.microsoft.com/office/drawing/2014/main" id="{79F99A57-F07B-7BE3-B400-4CBE112427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Gulim" panose="020B0600000101010101" pitchFamily="34" charset="-127"/>
                    <a:ea typeface="宋体" panose="02010600030101010101" pitchFamily="2" charset="-122"/>
                  </a:rPr>
                  <a:t>6</a:t>
                </a:r>
                <a:endParaRPr lang="en-US" altLang="zh-CN" sz="2800">
                  <a:latin typeface="Gulim" panose="020B0600000101010101" pitchFamily="34" charset="-127"/>
                  <a:ea typeface="宋体" panose="02010600030101010101" pitchFamily="2" charset="-122"/>
                </a:endParaRPr>
              </a:p>
            </p:txBody>
          </p:sp>
          <p:sp>
            <p:nvSpPr>
              <p:cNvPr id="31762" name="Text Box 17">
                <a:extLst>
                  <a:ext uri="{FF2B5EF4-FFF2-40B4-BE49-F238E27FC236}">
                    <a16:creationId xmlns:a16="http://schemas.microsoft.com/office/drawing/2014/main" id="{7509E682-3FA8-3ABD-9968-478BA607C9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6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Gulim" panose="020B0600000101010101" pitchFamily="34" charset="-127"/>
                    <a:ea typeface="宋体" panose="02010600030101010101" pitchFamily="2" charset="-122"/>
                  </a:rPr>
                  <a:t>7</a:t>
                </a:r>
                <a:endParaRPr lang="en-US" altLang="zh-CN" sz="2800">
                  <a:latin typeface="Gulim" panose="020B0600000101010101" pitchFamily="34" charset="-127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1752" name="右箭头 1">
              <a:extLst>
                <a:ext uri="{FF2B5EF4-FFF2-40B4-BE49-F238E27FC236}">
                  <a16:creationId xmlns:a16="http://schemas.microsoft.com/office/drawing/2014/main" id="{B10C4E57-545A-B43C-BB8D-1451208491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2500" y="3357563"/>
              <a:ext cx="358775" cy="215900"/>
            </a:xfrm>
            <a:prstGeom prst="rightArrow">
              <a:avLst>
                <a:gd name="adj1" fmla="val 50000"/>
                <a:gd name="adj2" fmla="val 49853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Gulim" panose="020B0600000101010101" pitchFamily="34" charset="-127"/>
                <a:ea typeface="Gulim" panose="020B0600000101010101" pitchFamily="34" charset="-127"/>
              </a:endParaRPr>
            </a:p>
          </p:txBody>
        </p:sp>
        <p:sp>
          <p:nvSpPr>
            <p:cNvPr id="31753" name="矩形 2">
              <a:extLst>
                <a:ext uri="{FF2B5EF4-FFF2-40B4-BE49-F238E27FC236}">
                  <a16:creationId xmlns:a16="http://schemas.microsoft.com/office/drawing/2014/main" id="{C92BC493-26A6-61DC-B2E1-454EDD9E6A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3675" y="3233738"/>
              <a:ext cx="268535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r>
                <a:rPr lang="en-US" altLang="zh-CN" sz="2400" i="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&lt;2,8,3,1,×,4,7,6,5&gt;</a:t>
              </a:r>
              <a:endParaRPr lang="zh-CN" altLang="en-US" sz="2400" i="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68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68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68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4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3">
            <a:extLst>
              <a:ext uri="{FF2B5EF4-FFF2-40B4-BE49-F238E27FC236}">
                <a16:creationId xmlns:a16="http://schemas.microsoft.com/office/drawing/2014/main" id="{F08D9298-CBA4-BCB8-01E9-147690DF66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A0C697B-D5B8-7F41-AF28-60633B6F046E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14050" name="Rectangle 2">
            <a:extLst>
              <a:ext uri="{FF2B5EF4-FFF2-40B4-BE49-F238E27FC236}">
                <a16:creationId xmlns:a16="http://schemas.microsoft.com/office/drawing/2014/main" id="{5B56FEFA-B699-034B-5BFC-FF943E21CF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731838"/>
          </a:xfrm>
        </p:spPr>
        <p:txBody>
          <a:bodyPr/>
          <a:lstStyle/>
          <a:p>
            <a:pPr algn="ctr" eaLnBrk="1" hangingPunct="1"/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八数码问题形式化</a:t>
            </a:r>
            <a:endParaRPr lang="en-US" altLang="zh-CN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14051" name="Rectangle 3">
            <a:extLst>
              <a:ext uri="{FF2B5EF4-FFF2-40B4-BE49-F238E27FC236}">
                <a16:creationId xmlns:a16="http://schemas.microsoft.com/office/drawing/2014/main" id="{E4A4C3E5-6F20-1471-72C8-A16F35DCF4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4" y="1484313"/>
            <a:ext cx="7772400" cy="482441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初始状态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初始状态向量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—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规定向量中各分量对应的位置，各位置上的初始数字 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&lt;3,8,2,×,5,1,4,7,6&gt;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后继函数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移动规则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—24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条移动规则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移动限制规则（不能跳格、不能斜着走），将得到的新向量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目标测试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新向量是否是目标状态 </a:t>
            </a:r>
            <a:r>
              <a:rPr kumimoji="0"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&lt;1,2,3,4,5,6,7,8,×&gt;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路径耗散函数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每次移动代价为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3797" name="Text Box 4">
            <a:extLst>
              <a:ext uri="{FF2B5EF4-FFF2-40B4-BE49-F238E27FC236}">
                <a16:creationId xmlns:a16="http://schemas.microsoft.com/office/drawing/2014/main" id="{A143EAD1-157B-9689-5B79-653828CF7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4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14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14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14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14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14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14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14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05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3">
            <a:extLst>
              <a:ext uri="{FF2B5EF4-FFF2-40B4-BE49-F238E27FC236}">
                <a16:creationId xmlns:a16="http://schemas.microsoft.com/office/drawing/2014/main" id="{7685918D-718A-8E29-51AB-2DFCF13EAF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C93E17D-B31D-BA40-9E18-CA937EB2D0E0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380930" name="Rectangle 2">
            <a:extLst>
              <a:ext uri="{FF2B5EF4-FFF2-40B4-BE49-F238E27FC236}">
                <a16:creationId xmlns:a16="http://schemas.microsoft.com/office/drawing/2014/main" id="{8B5B2B59-8010-8667-7369-932775B4C4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731838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河内塔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(1)</a:t>
            </a:r>
          </a:p>
        </p:txBody>
      </p:sp>
      <p:sp>
        <p:nvSpPr>
          <p:cNvPr id="380931" name="Rectangle 3">
            <a:extLst>
              <a:ext uri="{FF2B5EF4-FFF2-40B4-BE49-F238E27FC236}">
                <a16:creationId xmlns:a16="http://schemas.microsoft.com/office/drawing/2014/main" id="{C01C4D99-55B4-B3D4-BEC6-0B1E0BBB06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2" y="1484313"/>
            <a:ext cx="8064251" cy="4824412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河内塔问题：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个大小不等的圆盘从一个柱子移到另一个柱子，共有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个柱子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约束：从第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根柱子移动到第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根柱子上去，利用第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根柱子 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/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每次移动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个盘子，且移动过程必须是小盘落大盘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描述：设每个状态为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2400" baseline="-25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 a</a:t>
            </a:r>
            <a:r>
              <a:rPr lang="en-US" altLang="zh-CN" sz="2400" baseline="-25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 a</a:t>
            </a:r>
            <a:r>
              <a:rPr lang="en-US" altLang="zh-CN" sz="2400" baseline="-25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 …, a</a:t>
            </a:r>
            <a:r>
              <a:rPr lang="en-US" altLang="zh-CN" sz="2400" baseline="-25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), a</a:t>
            </a:r>
            <a:r>
              <a:rPr lang="en-US" altLang="zh-CN" sz="2400" baseline="-25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=1, 2, 3—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表示第</a:t>
            </a:r>
            <a:r>
              <a:rPr lang="en-US" altLang="zh-CN" sz="24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个盘子在第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1/2/3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根柱子上</a:t>
            </a:r>
          </a:p>
        </p:txBody>
      </p:sp>
      <p:sp>
        <p:nvSpPr>
          <p:cNvPr id="35845" name="Text Box 4">
            <a:extLst>
              <a:ext uri="{FF2B5EF4-FFF2-40B4-BE49-F238E27FC236}">
                <a16:creationId xmlns:a16="http://schemas.microsoft.com/office/drawing/2014/main" id="{C4D07712-DC0D-51F0-8E51-8F82C64A6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846" name="AutoShape 10" descr="http://img3.imgtn.bdimg.com/it/u=1899600374,795930973&amp;fm=26&amp;gp=0.jpg">
            <a:extLst>
              <a:ext uri="{FF2B5EF4-FFF2-40B4-BE49-F238E27FC236}">
                <a16:creationId xmlns:a16="http://schemas.microsoft.com/office/drawing/2014/main" id="{ACFE6D6D-842E-1D91-0A8B-835A247B20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3675" y="-1825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pic>
        <p:nvPicPr>
          <p:cNvPr id="1026" name="Picture 2" descr="recursion - Understand Python for Towers of Hanoi - Stack Overflow">
            <a:extLst>
              <a:ext uri="{FF2B5EF4-FFF2-40B4-BE49-F238E27FC236}">
                <a16:creationId xmlns:a16="http://schemas.microsoft.com/office/drawing/2014/main" id="{6D8BFE7A-A60A-B664-071D-2E2A28B59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1340768"/>
            <a:ext cx="4392488" cy="3294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0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0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809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931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3">
            <a:extLst>
              <a:ext uri="{FF2B5EF4-FFF2-40B4-BE49-F238E27FC236}">
                <a16:creationId xmlns:a16="http://schemas.microsoft.com/office/drawing/2014/main" id="{8CF78472-6A58-8569-E87C-1B71872E06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8590863-081B-D747-B6A9-38B7BC5AE26D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387074" name="Rectangle 2">
            <a:extLst>
              <a:ext uri="{FF2B5EF4-FFF2-40B4-BE49-F238E27FC236}">
                <a16:creationId xmlns:a16="http://schemas.microsoft.com/office/drawing/2014/main" id="{E3709A31-B536-5FE5-B332-072E72EB37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731838"/>
          </a:xfrm>
        </p:spPr>
        <p:txBody>
          <a:bodyPr/>
          <a:lstStyle/>
          <a:p>
            <a:pPr algn="ctr" eaLnBrk="1" hangingPunct="1"/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河内塔问题的搜索树</a:t>
            </a:r>
            <a:endParaRPr lang="en-US" altLang="zh-CN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7892" name="Text Box 4">
            <a:extLst>
              <a:ext uri="{FF2B5EF4-FFF2-40B4-BE49-F238E27FC236}">
                <a16:creationId xmlns:a16="http://schemas.microsoft.com/office/drawing/2014/main" id="{1E709B63-56E2-AB01-E5B6-F87F44AC0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7893" name="Oval 7">
            <a:extLst>
              <a:ext uri="{FF2B5EF4-FFF2-40B4-BE49-F238E27FC236}">
                <a16:creationId xmlns:a16="http://schemas.microsoft.com/office/drawing/2014/main" id="{A2500C53-C14D-37B8-4520-4D0A38475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1484313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0">
                <a:latin typeface="Times New Roman" panose="02020603050405020304" pitchFamily="18" charset="0"/>
                <a:ea typeface="宋体" panose="02010600030101010101" pitchFamily="2" charset="-122"/>
              </a:rPr>
              <a:t>1,1</a:t>
            </a:r>
          </a:p>
        </p:txBody>
      </p:sp>
      <p:sp>
        <p:nvSpPr>
          <p:cNvPr id="37894" name="Oval 8">
            <a:extLst>
              <a:ext uri="{FF2B5EF4-FFF2-40B4-BE49-F238E27FC236}">
                <a16:creationId xmlns:a16="http://schemas.microsoft.com/office/drawing/2014/main" id="{43E3A10D-9B84-B36B-862E-6DEE18290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2205038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0">
                <a:latin typeface="Times New Roman" panose="02020603050405020304" pitchFamily="18" charset="0"/>
                <a:ea typeface="宋体" panose="02010600030101010101" pitchFamily="2" charset="-122"/>
              </a:rPr>
              <a:t>2,1</a:t>
            </a:r>
          </a:p>
        </p:txBody>
      </p:sp>
      <p:sp>
        <p:nvSpPr>
          <p:cNvPr id="37895" name="Oval 9">
            <a:extLst>
              <a:ext uri="{FF2B5EF4-FFF2-40B4-BE49-F238E27FC236}">
                <a16:creationId xmlns:a16="http://schemas.microsoft.com/office/drawing/2014/main" id="{319083A2-05D3-2EFB-A94F-117562543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2205038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0">
                <a:latin typeface="Times New Roman" panose="02020603050405020304" pitchFamily="18" charset="0"/>
                <a:ea typeface="宋体" panose="02010600030101010101" pitchFamily="2" charset="-122"/>
              </a:rPr>
              <a:t>3,1</a:t>
            </a:r>
          </a:p>
        </p:txBody>
      </p:sp>
      <p:sp>
        <p:nvSpPr>
          <p:cNvPr id="37896" name="Line 10">
            <a:extLst>
              <a:ext uri="{FF2B5EF4-FFF2-40B4-BE49-F238E27FC236}">
                <a16:creationId xmlns:a16="http://schemas.microsoft.com/office/drawing/2014/main" id="{DBB7A79D-C866-BD1F-DC94-455EB675BF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19475" y="1844675"/>
            <a:ext cx="792163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7" name="Line 11">
            <a:extLst>
              <a:ext uri="{FF2B5EF4-FFF2-40B4-BE49-F238E27FC236}">
                <a16:creationId xmlns:a16="http://schemas.microsoft.com/office/drawing/2014/main" id="{A8DBF9A1-DB8B-D85A-C342-DB807166A2B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0563" y="1844675"/>
            <a:ext cx="86360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8" name="Oval 12">
            <a:extLst>
              <a:ext uri="{FF2B5EF4-FFF2-40B4-BE49-F238E27FC236}">
                <a16:creationId xmlns:a16="http://schemas.microsoft.com/office/drawing/2014/main" id="{1465E16B-1595-0809-7585-2DBA6C63D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3068638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0">
                <a:latin typeface="Times New Roman" panose="02020603050405020304" pitchFamily="18" charset="0"/>
                <a:ea typeface="宋体" panose="02010600030101010101" pitchFamily="2" charset="-122"/>
              </a:rPr>
              <a:t>1,1</a:t>
            </a:r>
          </a:p>
        </p:txBody>
      </p:sp>
      <p:sp>
        <p:nvSpPr>
          <p:cNvPr id="37899" name="Oval 13">
            <a:extLst>
              <a:ext uri="{FF2B5EF4-FFF2-40B4-BE49-F238E27FC236}">
                <a16:creationId xmlns:a16="http://schemas.microsoft.com/office/drawing/2014/main" id="{0FC20AEA-372F-9210-DE92-26943B171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3068638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0">
                <a:latin typeface="Times New Roman" panose="02020603050405020304" pitchFamily="18" charset="0"/>
                <a:ea typeface="宋体" panose="02010600030101010101" pitchFamily="2" charset="-122"/>
              </a:rPr>
              <a:t>2,3</a:t>
            </a:r>
          </a:p>
        </p:txBody>
      </p:sp>
      <p:sp>
        <p:nvSpPr>
          <p:cNvPr id="37900" name="Oval 14">
            <a:extLst>
              <a:ext uri="{FF2B5EF4-FFF2-40B4-BE49-F238E27FC236}">
                <a16:creationId xmlns:a16="http://schemas.microsoft.com/office/drawing/2014/main" id="{BCB8C61E-E6A3-B8B8-79DC-DA5ECAE59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068638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0">
                <a:latin typeface="Times New Roman" panose="02020603050405020304" pitchFamily="18" charset="0"/>
                <a:ea typeface="宋体" panose="02010600030101010101" pitchFamily="2" charset="-122"/>
              </a:rPr>
              <a:t>1,1</a:t>
            </a:r>
          </a:p>
        </p:txBody>
      </p:sp>
      <p:sp>
        <p:nvSpPr>
          <p:cNvPr id="37901" name="Oval 15">
            <a:extLst>
              <a:ext uri="{FF2B5EF4-FFF2-40B4-BE49-F238E27FC236}">
                <a16:creationId xmlns:a16="http://schemas.microsoft.com/office/drawing/2014/main" id="{C5DAEFD4-D2EB-0763-F522-9A8665DBA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3068638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0">
                <a:latin typeface="Times New Roman" panose="02020603050405020304" pitchFamily="18" charset="0"/>
                <a:ea typeface="宋体" panose="02010600030101010101" pitchFamily="2" charset="-122"/>
              </a:rPr>
              <a:t>3,2</a:t>
            </a:r>
          </a:p>
        </p:txBody>
      </p:sp>
      <p:sp>
        <p:nvSpPr>
          <p:cNvPr id="37902" name="Line 17">
            <a:extLst>
              <a:ext uri="{FF2B5EF4-FFF2-40B4-BE49-F238E27FC236}">
                <a16:creationId xmlns:a16="http://schemas.microsoft.com/office/drawing/2014/main" id="{FA15FE75-3275-AD63-64DC-767F79B70A90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8038" y="2636838"/>
            <a:ext cx="43180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3" name="Line 18">
            <a:extLst>
              <a:ext uri="{FF2B5EF4-FFF2-40B4-BE49-F238E27FC236}">
                <a16:creationId xmlns:a16="http://schemas.microsoft.com/office/drawing/2014/main" id="{D1FD2513-8513-E7A4-2676-B312BA2FB5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59338" y="2565400"/>
            <a:ext cx="504825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4" name="Line 19">
            <a:extLst>
              <a:ext uri="{FF2B5EF4-FFF2-40B4-BE49-F238E27FC236}">
                <a16:creationId xmlns:a16="http://schemas.microsoft.com/office/drawing/2014/main" id="{CA58AF2F-AFE7-9C36-D1F7-401A756423D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2565400"/>
            <a:ext cx="720725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5" name="Oval 20">
            <a:extLst>
              <a:ext uri="{FF2B5EF4-FFF2-40B4-BE49-F238E27FC236}">
                <a16:creationId xmlns:a16="http://schemas.microsoft.com/office/drawing/2014/main" id="{9AB78C42-D618-9012-B422-8C05716957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4076700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0">
                <a:latin typeface="Times New Roman" panose="02020603050405020304" pitchFamily="18" charset="0"/>
                <a:ea typeface="宋体" panose="02010600030101010101" pitchFamily="2" charset="-122"/>
              </a:rPr>
              <a:t>3,3</a:t>
            </a:r>
          </a:p>
        </p:txBody>
      </p:sp>
      <p:sp>
        <p:nvSpPr>
          <p:cNvPr id="37906" name="Oval 21">
            <a:extLst>
              <a:ext uri="{FF2B5EF4-FFF2-40B4-BE49-F238E27FC236}">
                <a16:creationId xmlns:a16="http://schemas.microsoft.com/office/drawing/2014/main" id="{0EB757FD-DED2-EEB8-E172-F3AA5AFDF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4076700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0">
                <a:latin typeface="Times New Roman" panose="02020603050405020304" pitchFamily="18" charset="0"/>
                <a:ea typeface="宋体" panose="02010600030101010101" pitchFamily="2" charset="-122"/>
              </a:rPr>
              <a:t>2,1</a:t>
            </a:r>
          </a:p>
        </p:txBody>
      </p:sp>
      <p:sp>
        <p:nvSpPr>
          <p:cNvPr id="37907" name="Text Box 22">
            <a:extLst>
              <a:ext uri="{FF2B5EF4-FFF2-40B4-BE49-F238E27FC236}">
                <a16:creationId xmlns:a16="http://schemas.microsoft.com/office/drawing/2014/main" id="{94F363D9-EB74-97D1-CBAF-4EFD5CD35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2636838"/>
            <a:ext cx="358775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i="0">
                <a:solidFill>
                  <a:srgbClr val="FF3300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×</a:t>
            </a:r>
            <a:endParaRPr lang="zh-CN" altLang="en-US" i="0">
              <a:solidFill>
                <a:srgbClr val="FF3300"/>
              </a:solidFill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  <p:sp>
        <p:nvSpPr>
          <p:cNvPr id="37908" name="Line 23">
            <a:extLst>
              <a:ext uri="{FF2B5EF4-FFF2-40B4-BE49-F238E27FC236}">
                <a16:creationId xmlns:a16="http://schemas.microsoft.com/office/drawing/2014/main" id="{688463B7-B686-05C1-252F-119DC45AF7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68538" y="3429000"/>
            <a:ext cx="64770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9" name="Oval 26">
            <a:extLst>
              <a:ext uri="{FF2B5EF4-FFF2-40B4-BE49-F238E27FC236}">
                <a16:creationId xmlns:a16="http://schemas.microsoft.com/office/drawing/2014/main" id="{56A575C7-C1AC-8D82-A85D-ADB45416F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4076700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0">
                <a:latin typeface="Times New Roman" panose="02020603050405020304" pitchFamily="18" charset="0"/>
                <a:ea typeface="宋体" panose="02010600030101010101" pitchFamily="2" charset="-122"/>
              </a:rPr>
              <a:t>2,2</a:t>
            </a:r>
          </a:p>
        </p:txBody>
      </p:sp>
      <p:sp>
        <p:nvSpPr>
          <p:cNvPr id="37910" name="Line 27">
            <a:extLst>
              <a:ext uri="{FF2B5EF4-FFF2-40B4-BE49-F238E27FC236}">
                <a16:creationId xmlns:a16="http://schemas.microsoft.com/office/drawing/2014/main" id="{6374DE6D-89FF-BADE-45FC-183F6B6791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3500438"/>
            <a:ext cx="64770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11" name="Line 28">
            <a:extLst>
              <a:ext uri="{FF2B5EF4-FFF2-40B4-BE49-F238E27FC236}">
                <a16:creationId xmlns:a16="http://schemas.microsoft.com/office/drawing/2014/main" id="{06D4FDE8-BDB6-028F-B769-0267D71B99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7675" y="3500438"/>
            <a:ext cx="288925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12" name="Text Box 29">
            <a:extLst>
              <a:ext uri="{FF2B5EF4-FFF2-40B4-BE49-F238E27FC236}">
                <a16:creationId xmlns:a16="http://schemas.microsoft.com/office/drawing/2014/main" id="{E77D1FE0-0C51-DD94-DFBD-0CCEEB2BC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238" y="3500438"/>
            <a:ext cx="358775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i="0">
                <a:solidFill>
                  <a:srgbClr val="FF3300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×</a:t>
            </a:r>
            <a:endParaRPr lang="zh-CN" altLang="en-US" i="0">
              <a:solidFill>
                <a:srgbClr val="FF3300"/>
              </a:solidFill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  <p:sp>
        <p:nvSpPr>
          <p:cNvPr id="37913" name="Text Box 30">
            <a:extLst>
              <a:ext uri="{FF2B5EF4-FFF2-40B4-BE49-F238E27FC236}">
                <a16:creationId xmlns:a16="http://schemas.microsoft.com/office/drawing/2014/main" id="{F7815A9B-7DBF-F517-7B12-7B60A552C6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3500438"/>
            <a:ext cx="358775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i="0">
                <a:solidFill>
                  <a:srgbClr val="FF3300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×</a:t>
            </a:r>
            <a:endParaRPr lang="zh-CN" altLang="en-US" i="0">
              <a:solidFill>
                <a:srgbClr val="FF3300"/>
              </a:solidFill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  <p:sp>
        <p:nvSpPr>
          <p:cNvPr id="37914" name="Text Box 31">
            <a:extLst>
              <a:ext uri="{FF2B5EF4-FFF2-40B4-BE49-F238E27FC236}">
                <a16:creationId xmlns:a16="http://schemas.microsoft.com/office/drawing/2014/main" id="{85C0776C-F0B4-B6D4-376F-F2306E0D4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4076700"/>
            <a:ext cx="288925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i="0">
                <a:solidFill>
                  <a:srgbClr val="FF3300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√</a:t>
            </a:r>
            <a:endParaRPr lang="zh-CN" altLang="en-US" sz="2800" i="0">
              <a:solidFill>
                <a:srgbClr val="FF3300"/>
              </a:solidFill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  <p:sp>
        <p:nvSpPr>
          <p:cNvPr id="37915" name="Oval 32">
            <a:extLst>
              <a:ext uri="{FF2B5EF4-FFF2-40B4-BE49-F238E27FC236}">
                <a16:creationId xmlns:a16="http://schemas.microsoft.com/office/drawing/2014/main" id="{4DDD0A71-4A99-AC9E-BF6C-2BC8AD0A9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3068638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0">
                <a:latin typeface="Times New Roman" panose="02020603050405020304" pitchFamily="18" charset="0"/>
                <a:ea typeface="宋体" panose="02010600030101010101" pitchFamily="2" charset="-122"/>
              </a:rPr>
              <a:t>3,1</a:t>
            </a:r>
          </a:p>
        </p:txBody>
      </p:sp>
      <p:sp>
        <p:nvSpPr>
          <p:cNvPr id="37916" name="Oval 33">
            <a:extLst>
              <a:ext uri="{FF2B5EF4-FFF2-40B4-BE49-F238E27FC236}">
                <a16:creationId xmlns:a16="http://schemas.microsoft.com/office/drawing/2014/main" id="{BECB782F-CEC6-ADAC-5C4C-3D79842D2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3068638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0">
                <a:latin typeface="Times New Roman" panose="02020603050405020304" pitchFamily="18" charset="0"/>
                <a:ea typeface="宋体" panose="02010600030101010101" pitchFamily="2" charset="-122"/>
              </a:rPr>
              <a:t>2,2</a:t>
            </a:r>
          </a:p>
        </p:txBody>
      </p:sp>
      <p:sp>
        <p:nvSpPr>
          <p:cNvPr id="37917" name="Line 34">
            <a:extLst>
              <a:ext uri="{FF2B5EF4-FFF2-40B4-BE49-F238E27FC236}">
                <a16:creationId xmlns:a16="http://schemas.microsoft.com/office/drawing/2014/main" id="{625CFDB2-6273-41E1-3BEE-61FA28C8FD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03350" y="2492375"/>
            <a:ext cx="1655763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18" name="Line 35">
            <a:extLst>
              <a:ext uri="{FF2B5EF4-FFF2-40B4-BE49-F238E27FC236}">
                <a16:creationId xmlns:a16="http://schemas.microsoft.com/office/drawing/2014/main" id="{01522C18-88C8-C7CF-1E35-BB2D86B445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68538" y="2565400"/>
            <a:ext cx="863600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19" name="Line 36">
            <a:extLst>
              <a:ext uri="{FF2B5EF4-FFF2-40B4-BE49-F238E27FC236}">
                <a16:creationId xmlns:a16="http://schemas.microsoft.com/office/drawing/2014/main" id="{0886A88A-88CA-DCFA-3CBE-F1DF720D49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59113" y="2636838"/>
            <a:ext cx="144462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20" name="Text Box 37">
            <a:extLst>
              <a:ext uri="{FF2B5EF4-FFF2-40B4-BE49-F238E27FC236}">
                <a16:creationId xmlns:a16="http://schemas.microsoft.com/office/drawing/2014/main" id="{43F1CEB6-0F0A-A7BC-2AB4-814E30DA95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2565400"/>
            <a:ext cx="358775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i="0">
                <a:solidFill>
                  <a:srgbClr val="FF3300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×</a:t>
            </a:r>
            <a:endParaRPr lang="zh-CN" altLang="en-US" i="0">
              <a:solidFill>
                <a:srgbClr val="FF3300"/>
              </a:solidFill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  <p:sp>
        <p:nvSpPr>
          <p:cNvPr id="37921" name="Oval 38">
            <a:extLst>
              <a:ext uri="{FF2B5EF4-FFF2-40B4-BE49-F238E27FC236}">
                <a16:creationId xmlns:a16="http://schemas.microsoft.com/office/drawing/2014/main" id="{CD2AF7D4-0B86-DABC-37D5-263F7C1FC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4076700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0">
                <a:latin typeface="Times New Roman" panose="02020603050405020304" pitchFamily="18" charset="0"/>
                <a:ea typeface="宋体" panose="02010600030101010101" pitchFamily="2" charset="-122"/>
              </a:rPr>
              <a:t>1,3</a:t>
            </a:r>
          </a:p>
        </p:txBody>
      </p:sp>
      <p:sp>
        <p:nvSpPr>
          <p:cNvPr id="37922" name="Line 39">
            <a:extLst>
              <a:ext uri="{FF2B5EF4-FFF2-40B4-BE49-F238E27FC236}">
                <a16:creationId xmlns:a16="http://schemas.microsoft.com/office/drawing/2014/main" id="{41BAC698-6EE1-D9CE-8194-73826A8B95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00338" y="3429000"/>
            <a:ext cx="21590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23" name="Oval 40">
            <a:extLst>
              <a:ext uri="{FF2B5EF4-FFF2-40B4-BE49-F238E27FC236}">
                <a16:creationId xmlns:a16="http://schemas.microsoft.com/office/drawing/2014/main" id="{2623600B-1744-4E31-481B-BF7416A74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3068638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0">
                <a:latin typeface="Times New Roman" panose="02020603050405020304" pitchFamily="18" charset="0"/>
                <a:ea typeface="宋体" panose="02010600030101010101" pitchFamily="2" charset="-122"/>
              </a:rPr>
              <a:t>2,1</a:t>
            </a:r>
          </a:p>
        </p:txBody>
      </p:sp>
      <p:sp>
        <p:nvSpPr>
          <p:cNvPr id="37924" name="Oval 41">
            <a:extLst>
              <a:ext uri="{FF2B5EF4-FFF2-40B4-BE49-F238E27FC236}">
                <a16:creationId xmlns:a16="http://schemas.microsoft.com/office/drawing/2014/main" id="{BF621541-838E-3293-B876-BD6030A98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3068638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0">
                <a:latin typeface="Times New Roman" panose="02020603050405020304" pitchFamily="18" charset="0"/>
                <a:ea typeface="宋体" panose="02010600030101010101" pitchFamily="2" charset="-122"/>
              </a:rPr>
              <a:t>3,3</a:t>
            </a:r>
          </a:p>
        </p:txBody>
      </p:sp>
      <p:sp>
        <p:nvSpPr>
          <p:cNvPr id="37925" name="Line 42">
            <a:extLst>
              <a:ext uri="{FF2B5EF4-FFF2-40B4-BE49-F238E27FC236}">
                <a16:creationId xmlns:a16="http://schemas.microsoft.com/office/drawing/2014/main" id="{19A288B2-14EB-E905-355A-047DB2727BB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4525" y="2492375"/>
            <a:ext cx="1584325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26" name="Line 43">
            <a:extLst>
              <a:ext uri="{FF2B5EF4-FFF2-40B4-BE49-F238E27FC236}">
                <a16:creationId xmlns:a16="http://schemas.microsoft.com/office/drawing/2014/main" id="{AB4057BC-8B58-A9B9-BABB-E20E5C89AF9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8625" y="2636838"/>
            <a:ext cx="71438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27" name="Text Box 44">
            <a:extLst>
              <a:ext uri="{FF2B5EF4-FFF2-40B4-BE49-F238E27FC236}">
                <a16:creationId xmlns:a16="http://schemas.microsoft.com/office/drawing/2014/main" id="{567F7439-3D6D-9C25-DAA4-C0CFFB84D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2565400"/>
            <a:ext cx="358775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i="0">
                <a:solidFill>
                  <a:srgbClr val="FF3300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×</a:t>
            </a:r>
            <a:endParaRPr lang="zh-CN" altLang="en-US" i="0">
              <a:solidFill>
                <a:srgbClr val="FF3300"/>
              </a:solidFill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  <p:sp>
        <p:nvSpPr>
          <p:cNvPr id="37928" name="Text Box 45">
            <a:extLst>
              <a:ext uri="{FF2B5EF4-FFF2-40B4-BE49-F238E27FC236}">
                <a16:creationId xmlns:a16="http://schemas.microsoft.com/office/drawing/2014/main" id="{8BBEFDAE-CD31-E55B-B35F-D75BF186F9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2565400"/>
            <a:ext cx="358775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i="0">
                <a:solidFill>
                  <a:srgbClr val="FF3300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×</a:t>
            </a:r>
            <a:endParaRPr lang="zh-CN" altLang="en-US" i="0">
              <a:solidFill>
                <a:srgbClr val="FF3300"/>
              </a:solidFill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  <p:sp>
        <p:nvSpPr>
          <p:cNvPr id="37929" name="Line 46">
            <a:extLst>
              <a:ext uri="{FF2B5EF4-FFF2-40B4-BE49-F238E27FC236}">
                <a16:creationId xmlns:a16="http://schemas.microsoft.com/office/drawing/2014/main" id="{7A8774CD-286F-CB20-9539-77890EAC4E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42988" y="3429000"/>
            <a:ext cx="1008062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30" name="Line 47">
            <a:extLst>
              <a:ext uri="{FF2B5EF4-FFF2-40B4-BE49-F238E27FC236}">
                <a16:creationId xmlns:a16="http://schemas.microsoft.com/office/drawing/2014/main" id="{582C9B8C-B48F-4A79-6A37-47A9B56E09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31913" y="3500438"/>
            <a:ext cx="719137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31" name="Line 48">
            <a:extLst>
              <a:ext uri="{FF2B5EF4-FFF2-40B4-BE49-F238E27FC236}">
                <a16:creationId xmlns:a16="http://schemas.microsoft.com/office/drawing/2014/main" id="{49BD4F2C-2041-E27F-F446-CD05E0AD99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19250" y="3500438"/>
            <a:ext cx="504825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32" name="Line 49">
            <a:extLst>
              <a:ext uri="{FF2B5EF4-FFF2-40B4-BE49-F238E27FC236}">
                <a16:creationId xmlns:a16="http://schemas.microsoft.com/office/drawing/2014/main" id="{2A69D473-1B01-B19C-61E6-FE74AB9B6C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7088" y="3429000"/>
            <a:ext cx="1152525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33" name="Oval 51">
            <a:extLst>
              <a:ext uri="{FF2B5EF4-FFF2-40B4-BE49-F238E27FC236}">
                <a16:creationId xmlns:a16="http://schemas.microsoft.com/office/drawing/2014/main" id="{8758B446-5F29-BB38-E783-E8359456D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5229225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0">
                <a:latin typeface="Times New Roman" panose="02020603050405020304" pitchFamily="18" charset="0"/>
                <a:ea typeface="宋体" panose="02010600030101010101" pitchFamily="2" charset="-122"/>
              </a:rPr>
              <a:t>2,3</a:t>
            </a:r>
          </a:p>
        </p:txBody>
      </p:sp>
      <p:sp>
        <p:nvSpPr>
          <p:cNvPr id="37934" name="Oval 52">
            <a:extLst>
              <a:ext uri="{FF2B5EF4-FFF2-40B4-BE49-F238E27FC236}">
                <a16:creationId xmlns:a16="http://schemas.microsoft.com/office/drawing/2014/main" id="{65923BA4-C1FB-F243-9110-2A8129614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5229225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0">
                <a:latin typeface="Times New Roman" panose="02020603050405020304" pitchFamily="18" charset="0"/>
                <a:ea typeface="宋体" panose="02010600030101010101" pitchFamily="2" charset="-122"/>
              </a:rPr>
              <a:t>3,3</a:t>
            </a:r>
          </a:p>
        </p:txBody>
      </p:sp>
      <p:sp>
        <p:nvSpPr>
          <p:cNvPr id="37935" name="Oval 53">
            <a:extLst>
              <a:ext uri="{FF2B5EF4-FFF2-40B4-BE49-F238E27FC236}">
                <a16:creationId xmlns:a16="http://schemas.microsoft.com/office/drawing/2014/main" id="{1F9DD0DC-5B28-0C5F-EAC4-CCBD257B1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5229225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0">
                <a:latin typeface="Times New Roman" panose="02020603050405020304" pitchFamily="18" charset="0"/>
                <a:ea typeface="宋体" panose="02010600030101010101" pitchFamily="2" charset="-122"/>
              </a:rPr>
              <a:t>1,2</a:t>
            </a:r>
          </a:p>
        </p:txBody>
      </p:sp>
      <p:sp>
        <p:nvSpPr>
          <p:cNvPr id="37936" name="Oval 54">
            <a:extLst>
              <a:ext uri="{FF2B5EF4-FFF2-40B4-BE49-F238E27FC236}">
                <a16:creationId xmlns:a16="http://schemas.microsoft.com/office/drawing/2014/main" id="{BDE78042-D979-408F-3C48-250FA758B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5229225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0">
                <a:latin typeface="Times New Roman" panose="02020603050405020304" pitchFamily="18" charset="0"/>
                <a:ea typeface="宋体" panose="02010600030101010101" pitchFamily="2" charset="-122"/>
              </a:rPr>
              <a:t>1,1</a:t>
            </a:r>
          </a:p>
        </p:txBody>
      </p:sp>
      <p:sp>
        <p:nvSpPr>
          <p:cNvPr id="37937" name="Line 55">
            <a:extLst>
              <a:ext uri="{FF2B5EF4-FFF2-40B4-BE49-F238E27FC236}">
                <a16:creationId xmlns:a16="http://schemas.microsoft.com/office/drawing/2014/main" id="{6E15D245-4CC9-B4A0-47EF-257CE95C0A7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19250" y="4437063"/>
            <a:ext cx="936625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38" name="Line 56">
            <a:extLst>
              <a:ext uri="{FF2B5EF4-FFF2-40B4-BE49-F238E27FC236}">
                <a16:creationId xmlns:a16="http://schemas.microsoft.com/office/drawing/2014/main" id="{C8CA39D9-1492-787E-5B9D-488C1CA77E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68538" y="4508500"/>
            <a:ext cx="358775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39" name="Line 57">
            <a:extLst>
              <a:ext uri="{FF2B5EF4-FFF2-40B4-BE49-F238E27FC236}">
                <a16:creationId xmlns:a16="http://schemas.microsoft.com/office/drawing/2014/main" id="{2DD73CE6-6AC9-A4F6-198D-CBCC2A43ECC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4508500"/>
            <a:ext cx="2159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40" name="Line 58">
            <a:extLst>
              <a:ext uri="{FF2B5EF4-FFF2-40B4-BE49-F238E27FC236}">
                <a16:creationId xmlns:a16="http://schemas.microsoft.com/office/drawing/2014/main" id="{48DA5968-3D68-2E35-0089-4BA3E8EA7F1E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1775" y="4437063"/>
            <a:ext cx="720725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41" name="Text Box 59">
            <a:extLst>
              <a:ext uri="{FF2B5EF4-FFF2-40B4-BE49-F238E27FC236}">
                <a16:creationId xmlns:a16="http://schemas.microsoft.com/office/drawing/2014/main" id="{421D679B-9E56-70E6-F657-664722963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113" y="4581525"/>
            <a:ext cx="358775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i="0">
                <a:solidFill>
                  <a:srgbClr val="FF3300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×</a:t>
            </a:r>
            <a:endParaRPr lang="zh-CN" altLang="en-US" i="0">
              <a:solidFill>
                <a:srgbClr val="FF3300"/>
              </a:solidFill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  <p:sp>
        <p:nvSpPr>
          <p:cNvPr id="37942" name="Text Box 60">
            <a:extLst>
              <a:ext uri="{FF2B5EF4-FFF2-40B4-BE49-F238E27FC236}">
                <a16:creationId xmlns:a16="http://schemas.microsoft.com/office/drawing/2014/main" id="{685103DA-F7AC-A9BF-987F-79D9854F5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4581525"/>
            <a:ext cx="358775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i="0">
                <a:solidFill>
                  <a:srgbClr val="FF3300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×</a:t>
            </a:r>
            <a:endParaRPr lang="zh-CN" altLang="en-US" i="0">
              <a:solidFill>
                <a:srgbClr val="FF3300"/>
              </a:solidFill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  <p:sp>
        <p:nvSpPr>
          <p:cNvPr id="37943" name="Text Box 61">
            <a:extLst>
              <a:ext uri="{FF2B5EF4-FFF2-40B4-BE49-F238E27FC236}">
                <a16:creationId xmlns:a16="http://schemas.microsoft.com/office/drawing/2014/main" id="{EC93C2A0-178F-2C28-AE04-FB27832D8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5157788"/>
            <a:ext cx="28892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i="0">
                <a:solidFill>
                  <a:srgbClr val="FF3300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√</a:t>
            </a:r>
            <a:endParaRPr lang="zh-CN" altLang="en-US" sz="2800" i="0">
              <a:solidFill>
                <a:srgbClr val="FF3300"/>
              </a:solidFill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  <p:sp>
        <p:nvSpPr>
          <p:cNvPr id="37944" name="Line 62">
            <a:extLst>
              <a:ext uri="{FF2B5EF4-FFF2-40B4-BE49-F238E27FC236}">
                <a16:creationId xmlns:a16="http://schemas.microsoft.com/office/drawing/2014/main" id="{A540676D-65FC-046D-6B12-3334AB928A5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27538" y="3429000"/>
            <a:ext cx="1008062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45" name="Line 63">
            <a:extLst>
              <a:ext uri="{FF2B5EF4-FFF2-40B4-BE49-F238E27FC236}">
                <a16:creationId xmlns:a16="http://schemas.microsoft.com/office/drawing/2014/main" id="{DAA7D14D-8CA6-E1CB-B6AA-6C5DC7D223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6463" y="3429000"/>
            <a:ext cx="792162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46" name="Line 64">
            <a:extLst>
              <a:ext uri="{FF2B5EF4-FFF2-40B4-BE49-F238E27FC236}">
                <a16:creationId xmlns:a16="http://schemas.microsoft.com/office/drawing/2014/main" id="{2E9C89E0-D764-2AA8-103B-0D04CDBE98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03800" y="3500438"/>
            <a:ext cx="504825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47" name="Line 65">
            <a:extLst>
              <a:ext uri="{FF2B5EF4-FFF2-40B4-BE49-F238E27FC236}">
                <a16:creationId xmlns:a16="http://schemas.microsoft.com/office/drawing/2014/main" id="{C945D4E2-53C0-9920-4C57-363C9921B0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19700" y="3500438"/>
            <a:ext cx="360363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48" name="Line 66">
            <a:extLst>
              <a:ext uri="{FF2B5EF4-FFF2-40B4-BE49-F238E27FC236}">
                <a16:creationId xmlns:a16="http://schemas.microsoft.com/office/drawing/2014/main" id="{2615CD80-1BF7-BD8B-CFAE-EC61CE3E51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55875" y="5661025"/>
            <a:ext cx="287338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49" name="Line 67">
            <a:extLst>
              <a:ext uri="{FF2B5EF4-FFF2-40B4-BE49-F238E27FC236}">
                <a16:creationId xmlns:a16="http://schemas.microsoft.com/office/drawing/2014/main" id="{9DABC88B-4167-D182-AFB0-08D8FB8624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43213" y="5661025"/>
            <a:ext cx="73025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50" name="Line 68">
            <a:extLst>
              <a:ext uri="{FF2B5EF4-FFF2-40B4-BE49-F238E27FC236}">
                <a16:creationId xmlns:a16="http://schemas.microsoft.com/office/drawing/2014/main" id="{6CA82626-3ECB-22BA-9930-7B5082DE0895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7675" y="5661025"/>
            <a:ext cx="144463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51" name="Line 69">
            <a:extLst>
              <a:ext uri="{FF2B5EF4-FFF2-40B4-BE49-F238E27FC236}">
                <a16:creationId xmlns:a16="http://schemas.microsoft.com/office/drawing/2014/main" id="{2CA6A741-B8C4-F554-4C36-2572BB4150E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7675" y="5589588"/>
            <a:ext cx="360363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52" name="Oval 70">
            <a:extLst>
              <a:ext uri="{FF2B5EF4-FFF2-40B4-BE49-F238E27FC236}">
                <a16:creationId xmlns:a16="http://schemas.microsoft.com/office/drawing/2014/main" id="{EA6EEB03-E071-72B2-A97E-6F323A95C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4076700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0">
                <a:latin typeface="Times New Roman" panose="02020603050405020304" pitchFamily="18" charset="0"/>
                <a:ea typeface="宋体" panose="02010600030101010101" pitchFamily="2" charset="-122"/>
              </a:rPr>
              <a:t>2,2</a:t>
            </a:r>
          </a:p>
        </p:txBody>
      </p:sp>
      <p:sp>
        <p:nvSpPr>
          <p:cNvPr id="37953" name="Oval 71">
            <a:extLst>
              <a:ext uri="{FF2B5EF4-FFF2-40B4-BE49-F238E27FC236}">
                <a16:creationId xmlns:a16="http://schemas.microsoft.com/office/drawing/2014/main" id="{CBC08F52-A83D-448A-CD1F-ACDBE5FF8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4076700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0">
                <a:latin typeface="Times New Roman" panose="02020603050405020304" pitchFamily="18" charset="0"/>
                <a:ea typeface="宋体" panose="02010600030101010101" pitchFamily="2" charset="-122"/>
              </a:rPr>
              <a:t>1,2</a:t>
            </a:r>
          </a:p>
        </p:txBody>
      </p:sp>
      <p:sp>
        <p:nvSpPr>
          <p:cNvPr id="37954" name="Oval 72">
            <a:extLst>
              <a:ext uri="{FF2B5EF4-FFF2-40B4-BE49-F238E27FC236}">
                <a16:creationId xmlns:a16="http://schemas.microsoft.com/office/drawing/2014/main" id="{41AA5AF8-818E-7DAD-DA9C-A1B8DA13A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4076700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0">
                <a:latin typeface="Times New Roman" panose="02020603050405020304" pitchFamily="18" charset="0"/>
                <a:ea typeface="宋体" panose="02010600030101010101" pitchFamily="2" charset="-122"/>
              </a:rPr>
              <a:t>3,1</a:t>
            </a:r>
          </a:p>
        </p:txBody>
      </p:sp>
      <p:sp>
        <p:nvSpPr>
          <p:cNvPr id="37955" name="Oval 73">
            <a:extLst>
              <a:ext uri="{FF2B5EF4-FFF2-40B4-BE49-F238E27FC236}">
                <a16:creationId xmlns:a16="http://schemas.microsoft.com/office/drawing/2014/main" id="{160C0CFB-65B1-ADFC-82F2-CD90EA854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4076700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0">
                <a:latin typeface="Times New Roman" panose="02020603050405020304" pitchFamily="18" charset="0"/>
                <a:ea typeface="宋体" panose="02010600030101010101" pitchFamily="2" charset="-122"/>
              </a:rPr>
              <a:t>3,3</a:t>
            </a:r>
          </a:p>
        </p:txBody>
      </p:sp>
      <p:sp>
        <p:nvSpPr>
          <p:cNvPr id="37956" name="Line 74">
            <a:extLst>
              <a:ext uri="{FF2B5EF4-FFF2-40B4-BE49-F238E27FC236}">
                <a16:creationId xmlns:a16="http://schemas.microsoft.com/office/drawing/2014/main" id="{C4742323-E424-F1A6-9CFC-943176A1E8C0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8125" y="3429000"/>
            <a:ext cx="792163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57" name="Line 75">
            <a:extLst>
              <a:ext uri="{FF2B5EF4-FFF2-40B4-BE49-F238E27FC236}">
                <a16:creationId xmlns:a16="http://schemas.microsoft.com/office/drawing/2014/main" id="{8B9A5165-E9E5-89E8-8268-91C1E28C90D6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6688" y="3500438"/>
            <a:ext cx="287337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58" name="Line 76">
            <a:extLst>
              <a:ext uri="{FF2B5EF4-FFF2-40B4-BE49-F238E27FC236}">
                <a16:creationId xmlns:a16="http://schemas.microsoft.com/office/drawing/2014/main" id="{DA71315A-C0B8-2316-6E3A-B2F0EB1564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00788" y="3500438"/>
            <a:ext cx="71437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59" name="Line 77">
            <a:extLst>
              <a:ext uri="{FF2B5EF4-FFF2-40B4-BE49-F238E27FC236}">
                <a16:creationId xmlns:a16="http://schemas.microsoft.com/office/drawing/2014/main" id="{CA559FF7-7E84-F105-9109-D947FB66D84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24525" y="3429000"/>
            <a:ext cx="576263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60" name="Text Box 78">
            <a:extLst>
              <a:ext uri="{FF2B5EF4-FFF2-40B4-BE49-F238E27FC236}">
                <a16:creationId xmlns:a16="http://schemas.microsoft.com/office/drawing/2014/main" id="{6294E4F9-95EA-AC8B-D285-4985BDB34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3573463"/>
            <a:ext cx="358775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i="0">
                <a:solidFill>
                  <a:srgbClr val="FF3300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×</a:t>
            </a:r>
            <a:endParaRPr lang="zh-CN" altLang="en-US" i="0">
              <a:solidFill>
                <a:srgbClr val="FF3300"/>
              </a:solidFill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  <p:sp>
        <p:nvSpPr>
          <p:cNvPr id="37961" name="Text Box 79">
            <a:extLst>
              <a:ext uri="{FF2B5EF4-FFF2-40B4-BE49-F238E27FC236}">
                <a16:creationId xmlns:a16="http://schemas.microsoft.com/office/drawing/2014/main" id="{63735A59-DE3F-A71C-138A-9ACE4D758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3573463"/>
            <a:ext cx="358775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i="0">
                <a:solidFill>
                  <a:srgbClr val="FF3300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×</a:t>
            </a:r>
            <a:endParaRPr lang="zh-CN" altLang="en-US" i="0">
              <a:solidFill>
                <a:srgbClr val="FF3300"/>
              </a:solidFill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  <p:sp>
        <p:nvSpPr>
          <p:cNvPr id="37962" name="Text Box 80">
            <a:extLst>
              <a:ext uri="{FF2B5EF4-FFF2-40B4-BE49-F238E27FC236}">
                <a16:creationId xmlns:a16="http://schemas.microsoft.com/office/drawing/2014/main" id="{D55D2ED9-2CC5-491D-A267-488691F7F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3860800"/>
            <a:ext cx="288925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i="0">
                <a:solidFill>
                  <a:srgbClr val="FF3300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√</a:t>
            </a:r>
            <a:endParaRPr lang="zh-CN" altLang="en-US" sz="2800" i="0">
              <a:solidFill>
                <a:srgbClr val="FF3300"/>
              </a:solidFill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  <p:sp>
        <p:nvSpPr>
          <p:cNvPr id="37963" name="Oval 81">
            <a:extLst>
              <a:ext uri="{FF2B5EF4-FFF2-40B4-BE49-F238E27FC236}">
                <a16:creationId xmlns:a16="http://schemas.microsoft.com/office/drawing/2014/main" id="{D2278399-25E7-5CC2-23BE-72E070CCB6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5229225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0">
                <a:latin typeface="Times New Roman" panose="02020603050405020304" pitchFamily="18" charset="0"/>
                <a:ea typeface="宋体" panose="02010600030101010101" pitchFamily="2" charset="-122"/>
              </a:rPr>
              <a:t>2,2</a:t>
            </a:r>
          </a:p>
        </p:txBody>
      </p:sp>
      <p:sp>
        <p:nvSpPr>
          <p:cNvPr id="37964" name="Oval 82">
            <a:extLst>
              <a:ext uri="{FF2B5EF4-FFF2-40B4-BE49-F238E27FC236}">
                <a16:creationId xmlns:a16="http://schemas.microsoft.com/office/drawing/2014/main" id="{2ED900D7-6F30-001D-66C5-94E2B7820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5229225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0">
                <a:latin typeface="Times New Roman" panose="02020603050405020304" pitchFamily="18" charset="0"/>
                <a:ea typeface="宋体" panose="02010600030101010101" pitchFamily="2" charset="-122"/>
              </a:rPr>
              <a:t>3,2</a:t>
            </a:r>
          </a:p>
        </p:txBody>
      </p:sp>
      <p:sp>
        <p:nvSpPr>
          <p:cNvPr id="37965" name="Oval 83">
            <a:extLst>
              <a:ext uri="{FF2B5EF4-FFF2-40B4-BE49-F238E27FC236}">
                <a16:creationId xmlns:a16="http://schemas.microsoft.com/office/drawing/2014/main" id="{6E0E59F8-36EB-2A56-ADEC-574796FF3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5229225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0">
                <a:latin typeface="Times New Roman" panose="02020603050405020304" pitchFamily="18" charset="0"/>
                <a:ea typeface="宋体" panose="02010600030101010101" pitchFamily="2" charset="-122"/>
              </a:rPr>
              <a:t>1,3</a:t>
            </a:r>
          </a:p>
        </p:txBody>
      </p:sp>
      <p:sp>
        <p:nvSpPr>
          <p:cNvPr id="37966" name="Oval 84">
            <a:extLst>
              <a:ext uri="{FF2B5EF4-FFF2-40B4-BE49-F238E27FC236}">
                <a16:creationId xmlns:a16="http://schemas.microsoft.com/office/drawing/2014/main" id="{20451CA5-81CC-4CF5-D3AC-B7D2C9FD7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5229225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0">
                <a:latin typeface="Times New Roman" panose="02020603050405020304" pitchFamily="18" charset="0"/>
                <a:ea typeface="宋体" panose="02010600030101010101" pitchFamily="2" charset="-122"/>
              </a:rPr>
              <a:t>1,1</a:t>
            </a:r>
          </a:p>
        </p:txBody>
      </p:sp>
      <p:sp>
        <p:nvSpPr>
          <p:cNvPr id="37967" name="Line 85">
            <a:extLst>
              <a:ext uri="{FF2B5EF4-FFF2-40B4-BE49-F238E27FC236}">
                <a16:creationId xmlns:a16="http://schemas.microsoft.com/office/drawing/2014/main" id="{E7F8E7C5-F92C-8739-21B0-EFA662A187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4437063"/>
            <a:ext cx="865188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68" name="Line 86">
            <a:extLst>
              <a:ext uri="{FF2B5EF4-FFF2-40B4-BE49-F238E27FC236}">
                <a16:creationId xmlns:a16="http://schemas.microsoft.com/office/drawing/2014/main" id="{4FC71D9C-DB41-93A5-DE9B-EFDC4951678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5963" y="4508500"/>
            <a:ext cx="288925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69" name="Line 87">
            <a:extLst>
              <a:ext uri="{FF2B5EF4-FFF2-40B4-BE49-F238E27FC236}">
                <a16:creationId xmlns:a16="http://schemas.microsoft.com/office/drawing/2014/main" id="{3924BB74-82C1-3A23-9FC7-9B2417EE37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08625" y="4508500"/>
            <a:ext cx="142875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70" name="Line 88">
            <a:extLst>
              <a:ext uri="{FF2B5EF4-FFF2-40B4-BE49-F238E27FC236}">
                <a16:creationId xmlns:a16="http://schemas.microsoft.com/office/drawing/2014/main" id="{A4DDD76A-A67C-DCC3-E1C3-A44EEECC93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32363" y="4437063"/>
            <a:ext cx="64770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71" name="Text Box 89">
            <a:extLst>
              <a:ext uri="{FF2B5EF4-FFF2-40B4-BE49-F238E27FC236}">
                <a16:creationId xmlns:a16="http://schemas.microsoft.com/office/drawing/2014/main" id="{2F5F04C2-08DC-F8C7-71EA-36B7B6614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4652963"/>
            <a:ext cx="358775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i="0">
                <a:solidFill>
                  <a:srgbClr val="FF3300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×</a:t>
            </a:r>
            <a:endParaRPr lang="zh-CN" altLang="en-US" i="0">
              <a:solidFill>
                <a:srgbClr val="FF3300"/>
              </a:solidFill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  <p:sp>
        <p:nvSpPr>
          <p:cNvPr id="37972" name="Text Box 90">
            <a:extLst>
              <a:ext uri="{FF2B5EF4-FFF2-40B4-BE49-F238E27FC236}">
                <a16:creationId xmlns:a16="http://schemas.microsoft.com/office/drawing/2014/main" id="{AB08AF83-7D23-14E2-E3CC-13562F0FF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4652963"/>
            <a:ext cx="358775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i="0">
                <a:solidFill>
                  <a:srgbClr val="FF3300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×</a:t>
            </a:r>
            <a:endParaRPr lang="zh-CN" altLang="en-US" i="0">
              <a:solidFill>
                <a:srgbClr val="FF3300"/>
              </a:solidFill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  <p:sp>
        <p:nvSpPr>
          <p:cNvPr id="37973" name="Text Box 91">
            <a:extLst>
              <a:ext uri="{FF2B5EF4-FFF2-40B4-BE49-F238E27FC236}">
                <a16:creationId xmlns:a16="http://schemas.microsoft.com/office/drawing/2014/main" id="{5FB9002C-183E-B55D-6396-A8DEA1EEB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5229225"/>
            <a:ext cx="288925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i="0">
                <a:solidFill>
                  <a:srgbClr val="FF3300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√</a:t>
            </a:r>
            <a:endParaRPr lang="zh-CN" altLang="en-US" sz="2800" i="0">
              <a:solidFill>
                <a:srgbClr val="FF3300"/>
              </a:solidFill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  <p:sp>
        <p:nvSpPr>
          <p:cNvPr id="37974" name="Line 92">
            <a:extLst>
              <a:ext uri="{FF2B5EF4-FFF2-40B4-BE49-F238E27FC236}">
                <a16:creationId xmlns:a16="http://schemas.microsoft.com/office/drawing/2014/main" id="{BBB79794-EEC5-5A9E-BDB6-42F3BF21D5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51500" y="5589588"/>
            <a:ext cx="433388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75" name="Line 93">
            <a:extLst>
              <a:ext uri="{FF2B5EF4-FFF2-40B4-BE49-F238E27FC236}">
                <a16:creationId xmlns:a16="http://schemas.microsoft.com/office/drawing/2014/main" id="{D4C54DC7-EFA2-8BA1-687B-E331DB7B59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1863" y="5661025"/>
            <a:ext cx="73025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76" name="Line 94">
            <a:extLst>
              <a:ext uri="{FF2B5EF4-FFF2-40B4-BE49-F238E27FC236}">
                <a16:creationId xmlns:a16="http://schemas.microsoft.com/office/drawing/2014/main" id="{024CA0CC-E377-1A2B-D5A5-2627954FE8B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6325" y="5661025"/>
            <a:ext cx="71438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77" name="Line 95">
            <a:extLst>
              <a:ext uri="{FF2B5EF4-FFF2-40B4-BE49-F238E27FC236}">
                <a16:creationId xmlns:a16="http://schemas.microsoft.com/office/drawing/2014/main" id="{01700D5A-F576-CACF-655A-027212D1012C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7763" y="5661025"/>
            <a:ext cx="288925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日期占位符 1">
            <a:extLst>
              <a:ext uri="{FF2B5EF4-FFF2-40B4-BE49-F238E27FC236}">
                <a16:creationId xmlns:a16="http://schemas.microsoft.com/office/drawing/2014/main" id="{165D8B8A-2D65-7C02-469D-BE47B8AC705A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FC02B91-76E5-344D-B8DB-A3A3B813DA36}" type="datetime1">
              <a:rPr lang="zh-CN" altLang="en-US" sz="1400" i="0">
                <a:latin typeface="Gulim" panose="020B0600000101010101" pitchFamily="34" charset="-127"/>
                <a:ea typeface="Gulim" panose="020B0600000101010101" pitchFamily="34" charset="-127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2026/3/11</a:t>
            </a:fld>
            <a:endParaRPr lang="en-US" altLang="zh-CN" sz="1400" i="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1202" name="Text Box 2">
            <a:extLst>
              <a:ext uri="{FF2B5EF4-FFF2-40B4-BE49-F238E27FC236}">
                <a16:creationId xmlns:a16="http://schemas.microsoft.com/office/drawing/2014/main" id="{C51D5523-2A4B-5593-B708-35633C098E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295400"/>
            <a:ext cx="7848600" cy="3446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eaLnBrk="1" latin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4000" b="1" i="0" dirty="0">
                <a:latin typeface="SimSun" panose="02010600030101010101" pitchFamily="2" charset="-122"/>
                <a:ea typeface="SimSun" panose="02010600030101010101" pitchFamily="2" charset="-122"/>
              </a:rPr>
              <a:t>搜索过程的一般步骤</a:t>
            </a:r>
            <a:r>
              <a:rPr lang="en-US" altLang="zh-CN" sz="4000" b="1" i="0" dirty="0">
                <a:latin typeface="SimSun" panose="02010600030101010101" pitchFamily="2" charset="-122"/>
                <a:ea typeface="SimSun" panose="02010600030101010101" pitchFamily="2" charset="-122"/>
              </a:rPr>
              <a:t>—</a:t>
            </a:r>
            <a:r>
              <a:rPr lang="zh-CN" altLang="en-US" sz="4000" b="1" i="0" dirty="0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图搜索算法</a:t>
            </a:r>
            <a:r>
              <a:rPr lang="zh-CN" altLang="en-US" sz="4000" b="1" i="0" dirty="0">
                <a:latin typeface="SimSun" panose="02010600030101010101" pitchFamily="2" charset="-122"/>
                <a:ea typeface="SimSun" panose="02010600030101010101" pitchFamily="2" charset="-122"/>
              </a:rPr>
              <a:t>（基本思路、框架）</a:t>
            </a:r>
          </a:p>
          <a:p>
            <a:pPr eaLnBrk="1" latin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i="0" dirty="0">
                <a:latin typeface="SimSun" panose="02010600030101010101" pitchFamily="2" charset="-122"/>
                <a:ea typeface="SimSun" panose="02010600030101010101" pitchFamily="2" charset="-122"/>
              </a:rPr>
              <a:t>其中：盲目搜索技术、启发式搜索技术是图搜索策略的细化（具体化）</a:t>
            </a:r>
          </a:p>
        </p:txBody>
      </p:sp>
      <p:sp>
        <p:nvSpPr>
          <p:cNvPr id="39940" name="Text Box 4">
            <a:extLst>
              <a:ext uri="{FF2B5EF4-FFF2-40B4-BE49-F238E27FC236}">
                <a16:creationId xmlns:a16="http://schemas.microsoft.com/office/drawing/2014/main" id="{ABE79879-D5F7-B915-1F7A-10365BDE6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日期占位符 1">
            <a:extLst>
              <a:ext uri="{FF2B5EF4-FFF2-40B4-BE49-F238E27FC236}">
                <a16:creationId xmlns:a16="http://schemas.microsoft.com/office/drawing/2014/main" id="{918C7707-45BC-6D9D-F41D-A7F79FB43524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406E9D4-3334-6543-B886-C76A05FF926F}" type="datetime1">
              <a:rPr lang="zh-CN" altLang="en-US" sz="1400" i="0">
                <a:latin typeface="Gulim" panose="020B0600000101010101" pitchFamily="34" charset="-127"/>
                <a:ea typeface="Gulim" panose="020B0600000101010101" pitchFamily="34" charset="-127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2026/3/11</a:t>
            </a:fld>
            <a:endParaRPr lang="en-US" altLang="zh-CN" sz="1400" i="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0963" name="Text Box 2">
            <a:extLst>
              <a:ext uri="{FF2B5EF4-FFF2-40B4-BE49-F238E27FC236}">
                <a16:creationId xmlns:a16="http://schemas.microsoft.com/office/drawing/2014/main" id="{10778AA4-CB04-2B39-BA9B-124A87373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268413"/>
            <a:ext cx="7848600" cy="4672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扩展一个节点</a:t>
            </a:r>
            <a:r>
              <a:rPr lang="zh-CN" altLang="en-US" sz="2800" i="0" dirty="0">
                <a:latin typeface="微软雅黑" panose="020B0503020204020204" pitchFamily="34" charset="-122"/>
                <a:ea typeface="宋体" panose="02010600030101010101" pitchFamily="2" charset="-122"/>
              </a:rPr>
              <a:t>：生成出该节点的所有后继节点，并给出它们之间的代价。这一过程称为</a:t>
            </a:r>
            <a:r>
              <a:rPr lang="zh-CN" altLang="en-US" sz="2800" i="0" dirty="0">
                <a:latin typeface="Arial" panose="020B0604020202020204" pitchFamily="34" charset="0"/>
                <a:ea typeface="宋体" panose="02010600030101010101" pitchFamily="2" charset="-122"/>
              </a:rPr>
              <a:t>“</a:t>
            </a:r>
            <a:r>
              <a:rPr lang="zh-CN" altLang="en-US" sz="2800" i="0" dirty="0">
                <a:latin typeface="微软雅黑" panose="020B0503020204020204" pitchFamily="34" charset="-122"/>
                <a:ea typeface="宋体" panose="02010600030101010101" pitchFamily="2" charset="-122"/>
              </a:rPr>
              <a:t>扩展一个节点</a:t>
            </a:r>
            <a:r>
              <a:rPr lang="zh-CN" altLang="en-US" sz="2800" i="0" dirty="0">
                <a:latin typeface="Arial" panose="020B0604020202020204" pitchFamily="34" charset="0"/>
                <a:ea typeface="宋体" panose="02010600030101010101" pitchFamily="2" charset="-122"/>
              </a:rPr>
              <a:t>”</a:t>
            </a:r>
            <a:r>
              <a:rPr lang="zh-CN" altLang="en-US" sz="2800" i="0" dirty="0">
                <a:latin typeface="微软雅黑" panose="020B0503020204020204" pitchFamily="34" charset="-122"/>
                <a:ea typeface="宋体" panose="02010600030101010101" pitchFamily="2" charset="-122"/>
              </a:rPr>
              <a:t>。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800" i="0" dirty="0">
                <a:latin typeface="微软雅黑" panose="020B0503020204020204" pitchFamily="34" charset="-122"/>
                <a:ea typeface="宋体" panose="02010600030101010101" pitchFamily="2" charset="-122"/>
              </a:rPr>
              <a:t>图搜索中的两个重要记号（符号）：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80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OPEN</a:t>
            </a:r>
            <a:r>
              <a:rPr lang="zh-CN" altLang="en-US" sz="280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</a:t>
            </a:r>
            <a:r>
              <a:rPr lang="zh-CN" altLang="en-US" sz="2800" i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：存放待扩展的节点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80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CLOSED</a:t>
            </a:r>
            <a:r>
              <a:rPr lang="zh-CN" altLang="en-US" sz="280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</a:t>
            </a:r>
            <a:r>
              <a:rPr lang="zh-CN" altLang="en-US" sz="2800" i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：存放已扩展的节点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800" i="0" dirty="0">
                <a:latin typeface="微软雅黑" panose="020B0503020204020204" pitchFamily="34" charset="-122"/>
                <a:ea typeface="宋体" panose="02010600030101010101" pitchFamily="2" charset="-122"/>
              </a:rPr>
              <a:t>注意：在与或图搜索中也要用到这两张表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46F89882-C906-6E68-7A14-4BE6A9E3D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33375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000" i="0">
                <a:latin typeface="微软雅黑" panose="020B0503020204020204" pitchFamily="34" charset="-122"/>
                <a:ea typeface="宋体" panose="02010600030101010101" pitchFamily="2" charset="-122"/>
              </a:rPr>
              <a:t>一些基本概念</a:t>
            </a:r>
          </a:p>
        </p:txBody>
      </p:sp>
      <p:sp>
        <p:nvSpPr>
          <p:cNvPr id="40965" name="Text Box 4">
            <a:extLst>
              <a:ext uri="{FF2B5EF4-FFF2-40B4-BE49-F238E27FC236}">
                <a16:creationId xmlns:a16="http://schemas.microsoft.com/office/drawing/2014/main" id="{F22BEF26-F0ED-15DA-5D6D-3C0AA466C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日期占位符 1">
            <a:extLst>
              <a:ext uri="{FF2B5EF4-FFF2-40B4-BE49-F238E27FC236}">
                <a16:creationId xmlns:a16="http://schemas.microsoft.com/office/drawing/2014/main" id="{C27406DC-B206-5B7F-BB3F-AF038F783620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3EB628D-FBF6-CE4A-944D-56FA8F0080FD}" type="datetime1">
              <a:rPr lang="zh-CN" altLang="en-US" sz="1400" i="0">
                <a:latin typeface="Gulim" panose="020B0600000101010101" pitchFamily="34" charset="-127"/>
                <a:ea typeface="Gulim" panose="020B0600000101010101" pitchFamily="34" charset="-127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2026/3/11</a:t>
            </a:fld>
            <a:endParaRPr lang="en-US" altLang="zh-CN" sz="1400" i="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2" name="Text Box 1026">
            <a:extLst>
              <a:ext uri="{FF2B5EF4-FFF2-40B4-BE49-F238E27FC236}">
                <a16:creationId xmlns:a16="http://schemas.microsoft.com/office/drawing/2014/main" id="{865A0E74-18C1-FD56-F18B-094A49496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75" y="1617663"/>
            <a:ext cx="8175625" cy="146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ts val="600"/>
              </a:spcBef>
              <a:buFontTx/>
              <a:buNone/>
            </a:pP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① 建立一个只含有起始节点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的搜索图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G，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把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放到一个叫做 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OPEN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的未扩展节点表中。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buFontTx/>
              <a:buNone/>
            </a:pP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② 建立一个叫做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CLOSED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的已扩展节点表，其初始为空表。</a:t>
            </a:r>
          </a:p>
        </p:txBody>
      </p:sp>
      <p:sp>
        <p:nvSpPr>
          <p:cNvPr id="41988" name="Text Box 1027">
            <a:extLst>
              <a:ext uri="{FF2B5EF4-FFF2-40B4-BE49-F238E27FC236}">
                <a16:creationId xmlns:a16="http://schemas.microsoft.com/office/drawing/2014/main" id="{18DD4BBB-9969-680F-5E37-E67BE4294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923925"/>
            <a:ext cx="525780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i="0">
                <a:latin typeface="微软雅黑" panose="020B0503020204020204" pitchFamily="34" charset="-122"/>
                <a:ea typeface="宋体" panose="02010600030101010101" pitchFamily="2" charset="-122"/>
              </a:rPr>
              <a:t>图搜索的一般过程</a:t>
            </a:r>
          </a:p>
        </p:txBody>
      </p:sp>
      <p:sp>
        <p:nvSpPr>
          <p:cNvPr id="41989" name="Text Box 4">
            <a:extLst>
              <a:ext uri="{FF2B5EF4-FFF2-40B4-BE49-F238E27FC236}">
                <a16:creationId xmlns:a16="http://schemas.microsoft.com/office/drawing/2014/main" id="{A8CD3FF5-87EF-087A-A3D6-06E06E51E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2B8ADD8D-3146-4AEC-E247-35A1B5B63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75" y="3209925"/>
            <a:ext cx="8175625" cy="294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ts val="600"/>
              </a:spcBef>
              <a:buFontTx/>
              <a:buNone/>
            </a:pP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③ 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LOOP：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OPEN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表是空表，则失败退出。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buFontTx/>
              <a:buNone/>
            </a:pP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④ </a:t>
            </a:r>
            <a:r>
              <a:rPr lang="zh-CN" altLang="en-US" sz="2400" b="1" i="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选择</a:t>
            </a:r>
            <a:r>
              <a:rPr lang="en-US" altLang="zh-CN" sz="2400" b="1" i="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OPEN</a:t>
            </a:r>
            <a:r>
              <a:rPr lang="zh-CN" altLang="en-US" sz="2400" b="1" i="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表上的第一个节点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，把它从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OPEN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表移出，并放进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CLOSED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表中。记这一个节点为节点 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 。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buFontTx/>
              <a:buNone/>
            </a:pP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⑤ 若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为目标节点，则有解并成功退出，所求的解是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中沿着指针从 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到 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 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这条路径。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buFontTx/>
              <a:buNone/>
            </a:pPr>
            <a:endParaRPr lang="zh-CN" altLang="en-US" sz="2400" i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6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xploring Graph Search. The idea behind attending a bootcamp… | by Dakota  Lillie | Medium">
            <a:extLst>
              <a:ext uri="{FF2B5EF4-FFF2-40B4-BE49-F238E27FC236}">
                <a16:creationId xmlns:a16="http://schemas.microsoft.com/office/drawing/2014/main" id="{66997DBA-2281-8BD8-0178-C4E1D17B3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4005064"/>
            <a:ext cx="5784912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034" name="日期占位符 1">
            <a:extLst>
              <a:ext uri="{FF2B5EF4-FFF2-40B4-BE49-F238E27FC236}">
                <a16:creationId xmlns:a16="http://schemas.microsoft.com/office/drawing/2014/main" id="{8820048F-9659-D241-F85E-B8440E950825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1781A04D-912E-CE46-8989-2A8E67D58C29}" type="datetime1">
              <a:rPr lang="zh-CN" altLang="en-US" sz="1400" i="0">
                <a:latin typeface="Gulim" panose="020B0600000101010101" pitchFamily="34" charset="-127"/>
                <a:ea typeface="Gulim" panose="020B0600000101010101" pitchFamily="34" charset="-127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2026/3/11</a:t>
            </a:fld>
            <a:endParaRPr lang="en-US" altLang="zh-CN" sz="1400" i="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4035" name="Text Box 2">
            <a:extLst>
              <a:ext uri="{FF2B5EF4-FFF2-40B4-BE49-F238E27FC236}">
                <a16:creationId xmlns:a16="http://schemas.microsoft.com/office/drawing/2014/main" id="{30B09258-73A4-77FB-DB29-5425BBCD9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2" y="1052513"/>
            <a:ext cx="8496175" cy="3387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ts val="600"/>
              </a:spcBef>
              <a:buFontTx/>
              <a:buNone/>
            </a:pP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⑥ 否则，扩展节点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 ，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生成</a:t>
            </a:r>
            <a:r>
              <a:rPr lang="zh-CN" altLang="en-US" sz="2400" b="1" i="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不是</a:t>
            </a:r>
            <a:r>
              <a:rPr lang="en-US" altLang="zh-CN" sz="2400" b="1" i="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i="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祖先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的那些后继节点的集合 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。把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的成员作为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的后继节点加到图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中。</a:t>
            </a:r>
            <a:endParaRPr lang="en-US" altLang="zh-CN" sz="2400" i="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buFontTx/>
              <a:buNone/>
            </a:pP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⑦ 对既不在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OPEN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表中又不在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CLOSED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表中的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成员设置一个通向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的指针，并加进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OPEN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表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对已经在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OPEN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CLOSED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中的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的成员，确定是否需要更改通到父节点 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的指针方向</a:t>
            </a:r>
            <a:endParaRPr lang="en-US" altLang="zh-CN" sz="2400" i="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buFontTx/>
              <a:buNone/>
            </a:pP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⑧ </a:t>
            </a:r>
            <a:r>
              <a:rPr lang="zh-CN" altLang="en-US" sz="2400" b="1" i="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按某一任意方式或按某个评价函数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，重排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OPEN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表。</a:t>
            </a:r>
            <a:endParaRPr lang="en-US" altLang="zh-CN" sz="2400" i="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buFontTx/>
              <a:buNone/>
            </a:pP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⑨ 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GO LOOP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。 </a:t>
            </a:r>
          </a:p>
        </p:txBody>
      </p:sp>
      <p:sp>
        <p:nvSpPr>
          <p:cNvPr id="44036" name="Text Box 4">
            <a:extLst>
              <a:ext uri="{FF2B5EF4-FFF2-40B4-BE49-F238E27FC236}">
                <a16:creationId xmlns:a16="http://schemas.microsoft.com/office/drawing/2014/main" id="{B6372BFC-F38B-BB33-017B-6733C22B3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日期占位符 1">
            <a:extLst>
              <a:ext uri="{FF2B5EF4-FFF2-40B4-BE49-F238E27FC236}">
                <a16:creationId xmlns:a16="http://schemas.microsoft.com/office/drawing/2014/main" id="{7BD7EB38-04F0-9C83-F2BE-3D423E97AF28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CED8EBC-2EB4-9649-8920-2B614D0C8277}" type="datetime1">
              <a:rPr lang="zh-CN" altLang="en-US" sz="1400" i="0">
                <a:latin typeface="Gulim" panose="020B0600000101010101" pitchFamily="34" charset="-127"/>
                <a:ea typeface="Gulim" panose="020B0600000101010101" pitchFamily="34" charset="-127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2026/3/11</a:t>
            </a:fld>
            <a:endParaRPr lang="en-US" altLang="zh-CN" sz="1400" i="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5299" name="Text Box 2">
            <a:extLst>
              <a:ext uri="{FF2B5EF4-FFF2-40B4-BE49-F238E27FC236}">
                <a16:creationId xmlns:a16="http://schemas.microsoft.com/office/drawing/2014/main" id="{A6630CB7-99FF-3489-E281-E90C66CB8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420883"/>
            <a:ext cx="8062913" cy="3161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第⑧步对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OPEN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表中节点进行排序，目的是选出一个“最好”的节点作为下一步扩展的节点。不同的排序原则对应于不同的具体算法：</a:t>
            </a:r>
          </a:p>
          <a:p>
            <a:pPr lvl="2" algn="just"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zh-CN" altLang="en-US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盲目搜索技术：人为排序原则</a:t>
            </a:r>
          </a:p>
          <a:p>
            <a:pPr lvl="2" algn="just"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zh-CN" altLang="en-US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启发式搜索技术：依据估价函数的值</a:t>
            </a:r>
          </a:p>
        </p:txBody>
      </p:sp>
      <p:sp>
        <p:nvSpPr>
          <p:cNvPr id="45060" name="Text Box 4">
            <a:extLst>
              <a:ext uri="{FF2B5EF4-FFF2-40B4-BE49-F238E27FC236}">
                <a16:creationId xmlns:a16="http://schemas.microsoft.com/office/drawing/2014/main" id="{E4C6728E-43CA-F2CF-0D0B-FEE887BE2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061" name="矩形 4">
            <a:extLst>
              <a:ext uri="{FF2B5EF4-FFF2-40B4-BE49-F238E27FC236}">
                <a16:creationId xmlns:a16="http://schemas.microsoft.com/office/drawing/2014/main" id="{DD696FAB-65F7-4AD5-2FCF-D65B20EF3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968375"/>
            <a:ext cx="8001000" cy="1130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latinLnBrk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解是</a:t>
            </a:r>
            <a:r>
              <a:rPr lang="zh-CN" altLang="en-US" sz="2400" i="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在搜索树</a:t>
            </a:r>
            <a:r>
              <a:rPr lang="en-US" altLang="zh-CN" sz="2400" i="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i="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中反向追踪从目标节点到起始节点的指针的一条路径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。当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OPEN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表为空，则问题无解</a:t>
            </a:r>
            <a:endParaRPr lang="zh-CN" altLang="en-US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4F7DB9AC-9670-A78C-8646-B51753DF9C5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55713" y="862013"/>
            <a:ext cx="8139112" cy="5616575"/>
          </a:xfrm>
        </p:spPr>
        <p:txBody>
          <a:bodyPr/>
          <a:lstStyle/>
          <a:p>
            <a:pPr algn="l" eaLnBrk="1" hangingPunct="1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zh-CN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无信息（盲目）搜索策略</a:t>
            </a:r>
            <a:b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2.2.1 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广度优先搜索</a:t>
            </a:r>
            <a:b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2.2.2 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深度优先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（迭代）深度有限搜索</a:t>
            </a:r>
            <a:b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2.2.3 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无信息搜索策略性能比较</a:t>
            </a:r>
            <a:b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083" name="Text Box 3">
            <a:extLst>
              <a:ext uri="{FF2B5EF4-FFF2-40B4-BE49-F238E27FC236}">
                <a16:creationId xmlns:a16="http://schemas.microsoft.com/office/drawing/2014/main" id="{42C328AB-E1DF-0FA4-F462-3E06A1D21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04813"/>
            <a:ext cx="2484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3">
            <a:extLst>
              <a:ext uri="{FF2B5EF4-FFF2-40B4-BE49-F238E27FC236}">
                <a16:creationId xmlns:a16="http://schemas.microsoft.com/office/drawing/2014/main" id="{46CCE64F-7793-A5CB-1C51-85074641B4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880931-8DEC-274F-AD7E-72B3C44CE127}" type="slidenum">
              <a:rPr lang="ja-JP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ja-JP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94C4560A-2563-3AF7-F597-A90F97A8DE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6575" y="234950"/>
            <a:ext cx="7772400" cy="731838"/>
          </a:xfrm>
        </p:spPr>
        <p:txBody>
          <a:bodyPr/>
          <a:lstStyle/>
          <a:p>
            <a:pPr eaLnBrk="1" hangingPunct="1"/>
            <a:r>
              <a:rPr lang="en-US" altLang="zh-CN" sz="3600">
                <a:solidFill>
                  <a:schemeClr val="tx1"/>
                </a:solidFill>
                <a:latin typeface="Times New Roman" panose="02020603050405020304" pitchFamily="18" charset="0"/>
              </a:rPr>
              <a:t>2.2.1 </a:t>
            </a:r>
            <a:r>
              <a:rPr lang="zh-CN" altLang="en-US" sz="3600">
                <a:solidFill>
                  <a:schemeClr val="tx1"/>
                </a:solidFill>
                <a:latin typeface="Times New Roman" panose="02020603050405020304" pitchFamily="18" charset="0"/>
              </a:rPr>
              <a:t>广度优先搜索策略</a:t>
            </a:r>
          </a:p>
        </p:txBody>
      </p:sp>
      <p:sp>
        <p:nvSpPr>
          <p:cNvPr id="48132" name="Rectangle 5">
            <a:extLst>
              <a:ext uri="{FF2B5EF4-FFF2-40B4-BE49-F238E27FC236}">
                <a16:creationId xmlns:a16="http://schemas.microsoft.com/office/drawing/2014/main" id="{E03F084B-FD0A-177D-AB39-C1087F916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8133" name="Rectangle 7">
            <a:extLst>
              <a:ext uri="{FF2B5EF4-FFF2-40B4-BE49-F238E27FC236}">
                <a16:creationId xmlns:a16="http://schemas.microsoft.com/office/drawing/2014/main" id="{3A894322-35B9-050B-2C19-67AA41B39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21513" name="Rectangle 9">
            <a:extLst>
              <a:ext uri="{FF2B5EF4-FFF2-40B4-BE49-F238E27FC236}">
                <a16:creationId xmlns:a16="http://schemas.microsoft.com/office/drawing/2014/main" id="{1D403042-8143-B28D-87E2-04D7E55CB0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46424" y="1239838"/>
            <a:ext cx="3554413" cy="4638675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OPEN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表：已经生成出来但其子状态未被搜索的状态。广度优先搜索中采用</a:t>
            </a:r>
            <a:r>
              <a:rPr lang="zh-CN" altLang="en-US" sz="2400" b="1" dirty="0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先进先出队列</a:t>
            </a:r>
            <a:r>
              <a:rPr lang="en-US" altLang="zh-CN" sz="2400" b="1" dirty="0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FIFO</a:t>
            </a:r>
            <a:endParaRPr lang="zh-CN" altLang="en-US" sz="2400" b="1" dirty="0">
              <a:solidFill>
                <a:srgbClr val="C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CLOSED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表：记录了已被生成扩展过的状态  </a:t>
            </a:r>
          </a:p>
        </p:txBody>
      </p:sp>
      <p:sp>
        <p:nvSpPr>
          <p:cNvPr id="21576" name="Text Box 72">
            <a:extLst>
              <a:ext uri="{FF2B5EF4-FFF2-40B4-BE49-F238E27FC236}">
                <a16:creationId xmlns:a16="http://schemas.microsoft.com/office/drawing/2014/main" id="{3BE2DD5A-2974-6835-B4DE-1253B3153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901" y="5517232"/>
            <a:ext cx="496728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zh-CN" altLang="en-US" b="1" i="0" dirty="0">
                <a:latin typeface="SimSun" panose="02010600030101010101" pitchFamily="2" charset="-122"/>
                <a:ea typeface="SimSun" panose="02010600030101010101" pitchFamily="2" charset="-122"/>
              </a:rPr>
              <a:t>广度优先搜索法中状态的搜索次序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034958B-B5B3-0257-4632-5C18B34C3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793" y="1239838"/>
            <a:ext cx="4755505" cy="4111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3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日期占位符 1">
            <a:extLst>
              <a:ext uri="{FF2B5EF4-FFF2-40B4-BE49-F238E27FC236}">
                <a16:creationId xmlns:a16="http://schemas.microsoft.com/office/drawing/2014/main" id="{26720D76-0595-F111-5FB4-698643077515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6411913" y="5668963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2BE11DEF-82AB-6045-B87B-C2909D260122}" type="datetime1">
              <a:rPr lang="zh-CN" altLang="en-US" sz="1400" i="0">
                <a:latin typeface="Gulim" panose="020B0600000101010101" pitchFamily="34" charset="-127"/>
                <a:ea typeface="Gulim" panose="020B0600000101010101" pitchFamily="34" charset="-127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2026/3/11</a:t>
            </a:fld>
            <a:endParaRPr lang="en-US" altLang="zh-CN" sz="1400" i="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9155" name="Text Box 2">
            <a:extLst>
              <a:ext uri="{FF2B5EF4-FFF2-40B4-BE49-F238E27FC236}">
                <a16:creationId xmlns:a16="http://schemas.microsoft.com/office/drawing/2014/main" id="{4315583C-0BE0-7B1A-E5B2-1B9ACAEF94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762000"/>
            <a:ext cx="48768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搜索过程（按照程序运行方式）</a:t>
            </a:r>
          </a:p>
        </p:txBody>
      </p:sp>
      <p:sp>
        <p:nvSpPr>
          <p:cNvPr id="49156" name="Text Box 3">
            <a:extLst>
              <a:ext uri="{FF2B5EF4-FFF2-40B4-BE49-F238E27FC236}">
                <a16:creationId xmlns:a16="http://schemas.microsoft.com/office/drawing/2014/main" id="{6AB5DA87-3B25-C9B6-A9F0-109A0FD444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563" y="1531938"/>
            <a:ext cx="594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①   起始节点放到</a:t>
            </a:r>
            <a:r>
              <a:rPr lang="en-US" altLang="zh-CN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OPEN</a:t>
            </a: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表</a:t>
            </a:r>
          </a:p>
        </p:txBody>
      </p:sp>
      <p:graphicFrame>
        <p:nvGraphicFramePr>
          <p:cNvPr id="70688" name="Group 32">
            <a:extLst>
              <a:ext uri="{FF2B5EF4-FFF2-40B4-BE49-F238E27FC236}">
                <a16:creationId xmlns:a16="http://schemas.microsoft.com/office/drawing/2014/main" id="{7AD1C340-38EC-8D5B-7C93-CA426BE5C89E}"/>
              </a:ext>
            </a:extLst>
          </p:cNvPr>
          <p:cNvGraphicFramePr>
            <a:graphicFrameLocks noGrp="1"/>
          </p:cNvGraphicFramePr>
          <p:nvPr/>
        </p:nvGraphicFramePr>
        <p:xfrm>
          <a:off x="1223963" y="2197100"/>
          <a:ext cx="6400800" cy="584200"/>
        </p:xfrm>
        <a:graphic>
          <a:graphicData uri="http://schemas.openxmlformats.org/drawingml/2006/table">
            <a:tbl>
              <a:tblPr/>
              <a:tblGrid>
                <a:gridCol w="58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26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84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183" name="Text Box 33">
            <a:extLst>
              <a:ext uri="{FF2B5EF4-FFF2-40B4-BE49-F238E27FC236}">
                <a16:creationId xmlns:a16="http://schemas.microsoft.com/office/drawing/2014/main" id="{DFD1B033-D500-5654-239F-20526637F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981325"/>
            <a:ext cx="434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②  </a:t>
            </a:r>
            <a:r>
              <a:rPr lang="en-US" altLang="zh-CN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OPEN</a:t>
            </a: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不为空，继续</a:t>
            </a:r>
          </a:p>
        </p:txBody>
      </p:sp>
      <p:graphicFrame>
        <p:nvGraphicFramePr>
          <p:cNvPr id="70737" name="Group 81">
            <a:extLst>
              <a:ext uri="{FF2B5EF4-FFF2-40B4-BE49-F238E27FC236}">
                <a16:creationId xmlns:a16="http://schemas.microsoft.com/office/drawing/2014/main" id="{2130EF85-8432-BDB8-0787-364E7B4CDB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0322932"/>
              </p:ext>
            </p:extLst>
          </p:nvPr>
        </p:nvGraphicFramePr>
        <p:xfrm>
          <a:off x="6716713" y="246847"/>
          <a:ext cx="1524000" cy="1554180"/>
        </p:xfrm>
        <a:graphic>
          <a:graphicData uri="http://schemas.openxmlformats.org/drawingml/2006/table">
            <a:tbl>
              <a:tblPr/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0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670" marB="456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45670" marB="456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670" marB="456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670" marB="456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0" marB="456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670" marB="456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0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T="45670" marB="456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670" marB="456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670" marB="456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9202" name="Text Box 2">
            <a:extLst>
              <a:ext uri="{FF2B5EF4-FFF2-40B4-BE49-F238E27FC236}">
                <a16:creationId xmlns:a16="http://schemas.microsoft.com/office/drawing/2014/main" id="{B4CDBF32-0BCC-9CA7-BBF6-40AFF4E0B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571875"/>
            <a:ext cx="7772400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914400" indent="-4572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371600" indent="-4572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828800" indent="-4572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286000" indent="-4572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743200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3200400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657600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4114800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③  将第一个节点 </a:t>
            </a:r>
            <a:r>
              <a:rPr lang="en-US" altLang="zh-CN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从 </a:t>
            </a:r>
            <a:r>
              <a:rPr lang="en-US" altLang="zh-CN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OPEN </a:t>
            </a: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表中移出，并放到</a:t>
            </a:r>
            <a:r>
              <a:rPr lang="en-US" altLang="zh-CN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CLOSED</a:t>
            </a: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表中</a:t>
            </a:r>
          </a:p>
        </p:txBody>
      </p:sp>
      <p:graphicFrame>
        <p:nvGraphicFramePr>
          <p:cNvPr id="9" name="Group 32">
            <a:extLst>
              <a:ext uri="{FF2B5EF4-FFF2-40B4-BE49-F238E27FC236}">
                <a16:creationId xmlns:a16="http://schemas.microsoft.com/office/drawing/2014/main" id="{6A0BFC01-43EC-205F-C732-2A26FA15960A}"/>
              </a:ext>
            </a:extLst>
          </p:cNvPr>
          <p:cNvGraphicFramePr>
            <a:graphicFrameLocks noGrp="1"/>
          </p:cNvGraphicFramePr>
          <p:nvPr/>
        </p:nvGraphicFramePr>
        <p:xfrm>
          <a:off x="919163" y="5043488"/>
          <a:ext cx="6705600" cy="533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Group 33">
            <a:extLst>
              <a:ext uri="{FF2B5EF4-FFF2-40B4-BE49-F238E27FC236}">
                <a16:creationId xmlns:a16="http://schemas.microsoft.com/office/drawing/2014/main" id="{5949B757-A7BE-BC8F-3777-DE7266C0E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952849"/>
              </p:ext>
            </p:extLst>
          </p:nvPr>
        </p:nvGraphicFramePr>
        <p:xfrm>
          <a:off x="957263" y="6116715"/>
          <a:ext cx="6705598" cy="533400"/>
        </p:xfrm>
        <a:graphic>
          <a:graphicData uri="http://schemas.openxmlformats.org/drawingml/2006/table">
            <a:tbl>
              <a:tblPr/>
              <a:tblGrid>
                <a:gridCol w="609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4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5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0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1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0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05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74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059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902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255" name="Text Box 59">
            <a:extLst>
              <a:ext uri="{FF2B5EF4-FFF2-40B4-BE49-F238E27FC236}">
                <a16:creationId xmlns:a16="http://schemas.microsoft.com/office/drawing/2014/main" id="{6182FA94-C102-8736-62E7-8671A89382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163" y="4613275"/>
            <a:ext cx="2286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 u="sng">
                <a:latin typeface="Gulim" panose="020B0600000101010101" pitchFamily="34" charset="-127"/>
                <a:ea typeface="Gulim" panose="020B0600000101010101" pitchFamily="34" charset="-127"/>
              </a:rPr>
              <a:t>OPEN</a:t>
            </a:r>
            <a:r>
              <a:rPr lang="zh-CN" altLang="en-US" sz="2000" b="1" u="sng">
                <a:latin typeface="Gulim" panose="020B0600000101010101" pitchFamily="34" charset="-127"/>
                <a:ea typeface="Gulim" panose="020B0600000101010101" pitchFamily="34" charset="-127"/>
              </a:rPr>
              <a:t>表</a:t>
            </a:r>
          </a:p>
        </p:txBody>
      </p:sp>
      <p:sp>
        <p:nvSpPr>
          <p:cNvPr id="49256" name="Text Box 60">
            <a:extLst>
              <a:ext uri="{FF2B5EF4-FFF2-40B4-BE49-F238E27FC236}">
                <a16:creationId xmlns:a16="http://schemas.microsoft.com/office/drawing/2014/main" id="{643EBBC8-3709-4727-BC08-0F6844267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313" y="5692775"/>
            <a:ext cx="20574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 u="sng">
                <a:latin typeface="Gulim" panose="020B0600000101010101" pitchFamily="34" charset="-127"/>
                <a:ea typeface="Gulim" panose="020B0600000101010101" pitchFamily="34" charset="-127"/>
              </a:rPr>
              <a:t>CLOSED</a:t>
            </a:r>
            <a:r>
              <a:rPr lang="zh-CN" altLang="en-US" sz="2000" b="1" u="sng">
                <a:latin typeface="Gulim" panose="020B0600000101010101" pitchFamily="34" charset="-127"/>
                <a:ea typeface="Gulim" panose="020B0600000101010101" pitchFamily="34" charset="-127"/>
              </a:rPr>
              <a:t>表</a:t>
            </a:r>
          </a:p>
        </p:txBody>
      </p:sp>
      <p:sp>
        <p:nvSpPr>
          <p:cNvPr id="49257" name="AutoShape 61">
            <a:extLst>
              <a:ext uri="{FF2B5EF4-FFF2-40B4-BE49-F238E27FC236}">
                <a16:creationId xmlns:a16="http://schemas.microsoft.com/office/drawing/2014/main" id="{E161E53E-FD97-B038-E001-C1DB024D2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25" y="5176838"/>
            <a:ext cx="457200" cy="1371600"/>
          </a:xfrm>
          <a:prstGeom prst="curvedLeftArrow">
            <a:avLst>
              <a:gd name="adj1" fmla="val 60000"/>
              <a:gd name="adj2" fmla="val 12000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9258" name="Text Box 62">
            <a:extLst>
              <a:ext uri="{FF2B5EF4-FFF2-40B4-BE49-F238E27FC236}">
                <a16:creationId xmlns:a16="http://schemas.microsoft.com/office/drawing/2014/main" id="{F51D45DC-4A55-85E9-12DD-BB3DCD83F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3988" y="4608513"/>
            <a:ext cx="1219200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节点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49259" name="Text Box 63">
            <a:extLst>
              <a:ext uri="{FF2B5EF4-FFF2-40B4-BE49-F238E27FC236}">
                <a16:creationId xmlns:a16="http://schemas.microsoft.com/office/drawing/2014/main" id="{E072689B-A312-8B13-896B-7625683E5B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6135688"/>
            <a:ext cx="381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Gulim" panose="020B0600000101010101" pitchFamily="34" charset="-127"/>
                <a:ea typeface="Gulim" panose="020B0600000101010101" pitchFamily="34" charset="-127"/>
              </a:rPr>
              <a:t>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日期占位符 1">
            <a:extLst>
              <a:ext uri="{FF2B5EF4-FFF2-40B4-BE49-F238E27FC236}">
                <a16:creationId xmlns:a16="http://schemas.microsoft.com/office/drawing/2014/main" id="{6EB97419-3DF6-8B36-1C06-4EE538F7246B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D467986-D8CD-834E-BD51-9573089C51F7}" type="datetime1">
              <a:rPr lang="zh-CN" altLang="en-US" sz="1400" i="0">
                <a:latin typeface="Gulim" panose="020B0600000101010101" pitchFamily="34" charset="-127"/>
                <a:ea typeface="Gulim" panose="020B0600000101010101" pitchFamily="34" charset="-127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2026/3/11</a:t>
            </a:fld>
            <a:endParaRPr lang="en-US" altLang="zh-CN" sz="1400" i="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0179" name="Text Box 2">
            <a:extLst>
              <a:ext uri="{FF2B5EF4-FFF2-40B4-BE49-F238E27FC236}">
                <a16:creationId xmlns:a16="http://schemas.microsoft.com/office/drawing/2014/main" id="{81646E5E-D74E-317C-ABEB-6ED2AD837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81000"/>
            <a:ext cx="274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④  扩展节点</a:t>
            </a:r>
            <a:r>
              <a:rPr lang="en-US" altLang="zh-CN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</a:p>
        </p:txBody>
      </p:sp>
      <p:graphicFrame>
        <p:nvGraphicFramePr>
          <p:cNvPr id="74849" name="Group 97">
            <a:extLst>
              <a:ext uri="{FF2B5EF4-FFF2-40B4-BE49-F238E27FC236}">
                <a16:creationId xmlns:a16="http://schemas.microsoft.com/office/drawing/2014/main" id="{40CE6208-818A-16EA-ECC3-C9B412A314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145115"/>
              </p:ext>
            </p:extLst>
          </p:nvPr>
        </p:nvGraphicFramePr>
        <p:xfrm>
          <a:off x="381000" y="2971800"/>
          <a:ext cx="6858000" cy="2565400"/>
        </p:xfrm>
        <a:graphic>
          <a:graphicData uri="http://schemas.openxmlformats.org/drawingml/2006/table">
            <a:tbl>
              <a:tblPr/>
              <a:tblGrid>
                <a:gridCol w="623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4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16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541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077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41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4823" name="Group 71">
            <a:extLst>
              <a:ext uri="{FF2B5EF4-FFF2-40B4-BE49-F238E27FC236}">
                <a16:creationId xmlns:a16="http://schemas.microsoft.com/office/drawing/2014/main" id="{ED0A14AB-C8DA-9B03-32C5-9BEAACDBFB10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1219200"/>
          <a:ext cx="6781800" cy="533400"/>
        </p:xfrm>
        <a:graphic>
          <a:graphicData uri="http://schemas.openxmlformats.org/drawingml/2006/table">
            <a:tbl>
              <a:tblPr/>
              <a:tblGrid>
                <a:gridCol w="61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4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5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75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43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75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268" name="AutoShape 98">
            <a:extLst>
              <a:ext uri="{FF2B5EF4-FFF2-40B4-BE49-F238E27FC236}">
                <a16:creationId xmlns:a16="http://schemas.microsoft.com/office/drawing/2014/main" id="{CD7D5033-2D89-483F-1F23-08B8B2EB8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5816" y="1784319"/>
            <a:ext cx="1135360" cy="1100336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i="0" dirty="0">
                <a:latin typeface="SimSun" panose="02010600030101010101" pitchFamily="2" charset="-122"/>
                <a:ea typeface="SimSun" panose="02010600030101010101" pitchFamily="2" charset="-122"/>
              </a:rPr>
              <a:t>扩展</a:t>
            </a:r>
          </a:p>
        </p:txBody>
      </p:sp>
      <p:graphicFrame>
        <p:nvGraphicFramePr>
          <p:cNvPr id="74873" name="Group 121">
            <a:extLst>
              <a:ext uri="{FF2B5EF4-FFF2-40B4-BE49-F238E27FC236}">
                <a16:creationId xmlns:a16="http://schemas.microsoft.com/office/drawing/2014/main" id="{CB286182-E476-EC67-F208-BCDC8ABECA0D}"/>
              </a:ext>
            </a:extLst>
          </p:cNvPr>
          <p:cNvGraphicFramePr>
            <a:graphicFrameLocks noGrp="1"/>
          </p:cNvGraphicFramePr>
          <p:nvPr/>
        </p:nvGraphicFramePr>
        <p:xfrm>
          <a:off x="7315200" y="609600"/>
          <a:ext cx="1524000" cy="155418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0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670" marB="456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45670" marB="456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670" marB="456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670" marB="456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0" marB="456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670" marB="456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0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T="45670" marB="456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670" marB="456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670" marB="456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0287" name="AutoShape 140">
            <a:extLst>
              <a:ext uri="{FF2B5EF4-FFF2-40B4-BE49-F238E27FC236}">
                <a16:creationId xmlns:a16="http://schemas.microsoft.com/office/drawing/2014/main" id="{AA76F85E-9782-F9AB-0B65-CFBEE37A0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3200400"/>
            <a:ext cx="457200" cy="2286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0288" name="AutoShape 141">
            <a:extLst>
              <a:ext uri="{FF2B5EF4-FFF2-40B4-BE49-F238E27FC236}">
                <a16:creationId xmlns:a16="http://schemas.microsoft.com/office/drawing/2014/main" id="{1E4B26B0-704E-F8E8-1BF4-E43CC8C8C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3657600"/>
            <a:ext cx="228600" cy="4572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0289" name="AutoShape 142">
            <a:extLst>
              <a:ext uri="{FF2B5EF4-FFF2-40B4-BE49-F238E27FC236}">
                <a16:creationId xmlns:a16="http://schemas.microsoft.com/office/drawing/2014/main" id="{5464F448-29D2-695A-4062-7548B3FDB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5105400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0290" name="AutoShape 143">
            <a:extLst>
              <a:ext uri="{FF2B5EF4-FFF2-40B4-BE49-F238E27FC236}">
                <a16:creationId xmlns:a16="http://schemas.microsoft.com/office/drawing/2014/main" id="{E4A70C6C-9E1A-28E0-B319-7450B10C3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4419600"/>
            <a:ext cx="228600" cy="381000"/>
          </a:xfrm>
          <a:prstGeom prst="downArrow">
            <a:avLst>
              <a:gd name="adj1" fmla="val 50000"/>
              <a:gd name="adj2" fmla="val 41667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日期占位符 1">
            <a:extLst>
              <a:ext uri="{FF2B5EF4-FFF2-40B4-BE49-F238E27FC236}">
                <a16:creationId xmlns:a16="http://schemas.microsoft.com/office/drawing/2014/main" id="{D79EB0D0-5A48-0705-2F93-8B37EB4FD91C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ADA9BF4-AC32-2A43-839F-104CA90BB9E2}" type="datetime1">
              <a:rPr lang="zh-CN" altLang="en-US" sz="1400" i="0">
                <a:latin typeface="Gulim" panose="020B0600000101010101" pitchFamily="34" charset="-127"/>
                <a:ea typeface="Gulim" panose="020B0600000101010101" pitchFamily="34" charset="-127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2026/3/11</a:t>
            </a:fld>
            <a:endParaRPr lang="en-US" altLang="zh-CN" sz="1400" i="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1203" name="Text Box 4">
            <a:extLst>
              <a:ext uri="{FF2B5EF4-FFF2-40B4-BE49-F238E27FC236}">
                <a16:creationId xmlns:a16="http://schemas.microsoft.com/office/drawing/2014/main" id="{27C9FFF3-3CFF-5D39-F768-FF8AE867C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04800"/>
            <a:ext cx="7772400" cy="170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914400" indent="-4572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371600" indent="-4572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828800" indent="-4572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286000" indent="-4572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743200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3200400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657600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4114800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lnSpc>
                <a:spcPct val="200000"/>
              </a:lnSpc>
              <a:spcBef>
                <a:spcPct val="50000"/>
              </a:spcBef>
              <a:buFontTx/>
              <a:buNone/>
            </a:pP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⑤  将节点 </a:t>
            </a:r>
            <a:r>
              <a:rPr lang="en-US" altLang="zh-CN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的所有后继节点放到 </a:t>
            </a:r>
            <a:r>
              <a:rPr lang="en-US" altLang="zh-CN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OPEN </a:t>
            </a: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表的末端，并提供这些后继节点回到 </a:t>
            </a:r>
            <a:r>
              <a:rPr lang="en-US" altLang="zh-CN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的指针</a:t>
            </a:r>
          </a:p>
        </p:txBody>
      </p:sp>
      <p:graphicFrame>
        <p:nvGraphicFramePr>
          <p:cNvPr id="73796" name="Group 68">
            <a:extLst>
              <a:ext uri="{FF2B5EF4-FFF2-40B4-BE49-F238E27FC236}">
                <a16:creationId xmlns:a16="http://schemas.microsoft.com/office/drawing/2014/main" id="{6202A9F0-1BEC-46D9-039F-EC643BB2FB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213780"/>
              </p:ext>
            </p:extLst>
          </p:nvPr>
        </p:nvGraphicFramePr>
        <p:xfrm>
          <a:off x="914400" y="3718738"/>
          <a:ext cx="6858000" cy="2565400"/>
        </p:xfrm>
        <a:graphic>
          <a:graphicData uri="http://schemas.openxmlformats.org/drawingml/2006/table">
            <a:tbl>
              <a:tblPr/>
              <a:tblGrid>
                <a:gridCol w="623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4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16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41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1266" name="Text Box 69">
            <a:extLst>
              <a:ext uri="{FF2B5EF4-FFF2-40B4-BE49-F238E27FC236}">
                <a16:creationId xmlns:a16="http://schemas.microsoft.com/office/drawing/2014/main" id="{FC7B259B-5B54-F386-94D9-6DBF9D32D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488" y="2576513"/>
            <a:ext cx="1600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OPEN</a:t>
            </a: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表</a:t>
            </a:r>
          </a:p>
        </p:txBody>
      </p:sp>
      <p:graphicFrame>
        <p:nvGraphicFramePr>
          <p:cNvPr id="73800" name="Group 72">
            <a:extLst>
              <a:ext uri="{FF2B5EF4-FFF2-40B4-BE49-F238E27FC236}">
                <a16:creationId xmlns:a16="http://schemas.microsoft.com/office/drawing/2014/main" id="{76E39B5A-DB6C-2B33-9EFC-600FA096294C}"/>
              </a:ext>
            </a:extLst>
          </p:cNvPr>
          <p:cNvGraphicFramePr>
            <a:graphicFrameLocks noGrp="1"/>
          </p:cNvGraphicFramePr>
          <p:nvPr/>
        </p:nvGraphicFramePr>
        <p:xfrm>
          <a:off x="2971800" y="2514600"/>
          <a:ext cx="5867400" cy="5334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4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18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18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49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1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49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181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1295" name="Text Box 98">
            <a:extLst>
              <a:ext uri="{FF2B5EF4-FFF2-40B4-BE49-F238E27FC236}">
                <a16:creationId xmlns:a16="http://schemas.microsoft.com/office/drawing/2014/main" id="{57C30F7B-E4EE-279D-7496-272A9E08B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2057400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CLOSED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04D6D70-A99D-3901-B87C-D0E11A45F30B}"/>
              </a:ext>
            </a:extLst>
          </p:cNvPr>
          <p:cNvSpPr txBox="1"/>
          <p:nvPr/>
        </p:nvSpPr>
        <p:spPr>
          <a:xfrm>
            <a:off x="755576" y="3229821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父节点（</a:t>
            </a:r>
            <a:r>
              <a:rPr kumimoji="1"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kumimoji="1"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号节点</a:t>
            </a:r>
            <a:r>
              <a:rPr kumimoji="1"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4</a:t>
            </a:r>
            <a:r>
              <a:rPr kumimoji="1"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种可能）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14763C-BE2B-D7CD-302D-4CFE1E0F45C0}"/>
              </a:ext>
            </a:extLst>
          </p:cNvPr>
          <p:cNvSpPr txBox="1"/>
          <p:nvPr/>
        </p:nvSpPr>
        <p:spPr>
          <a:xfrm>
            <a:off x="1403648" y="6341258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操作符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日期占位符 1">
            <a:extLst>
              <a:ext uri="{FF2B5EF4-FFF2-40B4-BE49-F238E27FC236}">
                <a16:creationId xmlns:a16="http://schemas.microsoft.com/office/drawing/2014/main" id="{83BBADFA-BD4E-06D7-42DA-3475F8C16C3C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BABC9990-8966-3743-9687-D08228E3D005}" type="datetime1">
              <a:rPr lang="zh-CN" altLang="en-US" sz="1400" i="0">
                <a:latin typeface="Gulim" panose="020B0600000101010101" pitchFamily="34" charset="-127"/>
                <a:ea typeface="Gulim" panose="020B0600000101010101" pitchFamily="34" charset="-127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2026/3/11</a:t>
            </a:fld>
            <a:endParaRPr lang="en-US" altLang="zh-CN" sz="1400" i="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2227" name="Text Box 2">
            <a:extLst>
              <a:ext uri="{FF2B5EF4-FFF2-40B4-BE49-F238E27FC236}">
                <a16:creationId xmlns:a16="http://schemas.microsoft.com/office/drawing/2014/main" id="{B2085C07-645D-990A-5096-41D1E2A7A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676400"/>
            <a:ext cx="640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⑥  后继节点中无目标节点，转到②</a:t>
            </a:r>
          </a:p>
        </p:txBody>
      </p:sp>
      <p:sp>
        <p:nvSpPr>
          <p:cNvPr id="52228" name="Text Box 4">
            <a:extLst>
              <a:ext uri="{FF2B5EF4-FFF2-40B4-BE49-F238E27FC236}">
                <a16:creationId xmlns:a16="http://schemas.microsoft.com/office/drawing/2014/main" id="{AA2A3D44-F5FD-6D53-7780-5146A165B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49500"/>
            <a:ext cx="6172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②  </a:t>
            </a:r>
            <a:r>
              <a:rPr lang="en-US" altLang="zh-CN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OPEN</a:t>
            </a: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表不为空，继续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日期占位符 1">
            <a:extLst>
              <a:ext uri="{FF2B5EF4-FFF2-40B4-BE49-F238E27FC236}">
                <a16:creationId xmlns:a16="http://schemas.microsoft.com/office/drawing/2014/main" id="{3C49A6C8-0985-AA3F-E641-4CC14EDFBE2E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17077F94-0741-6B42-B0EE-5B3FB3179C78}" type="datetime1">
              <a:rPr lang="zh-CN" altLang="en-US" sz="1400" i="0">
                <a:latin typeface="Gulim" panose="020B0600000101010101" pitchFamily="34" charset="-127"/>
                <a:ea typeface="Gulim" panose="020B0600000101010101" pitchFamily="34" charset="-127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2026/3/11</a:t>
            </a:fld>
            <a:endParaRPr lang="en-US" altLang="zh-CN" sz="1400" i="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3251" name="Text Box 2">
            <a:extLst>
              <a:ext uri="{FF2B5EF4-FFF2-40B4-BE49-F238E27FC236}">
                <a16:creationId xmlns:a16="http://schemas.microsoft.com/office/drawing/2014/main" id="{159DFE43-F455-DDFB-6E17-452237550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28600"/>
            <a:ext cx="77724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914400" indent="-4572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371600" indent="-4572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828800" indent="-4572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286000" indent="-4572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743200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3200400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657600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4114800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③  将第一个节点 </a:t>
            </a:r>
            <a:r>
              <a:rPr lang="en-US" altLang="zh-CN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从 </a:t>
            </a:r>
            <a:r>
              <a:rPr lang="en-US" altLang="zh-CN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OPEN </a:t>
            </a: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表中移出，并放到</a:t>
            </a:r>
            <a:r>
              <a:rPr lang="en-US" altLang="zh-CN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CLOSED </a:t>
            </a: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表中</a:t>
            </a:r>
          </a:p>
        </p:txBody>
      </p:sp>
      <p:sp>
        <p:nvSpPr>
          <p:cNvPr id="53252" name="Text Box 55">
            <a:extLst>
              <a:ext uri="{FF2B5EF4-FFF2-40B4-BE49-F238E27FC236}">
                <a16:creationId xmlns:a16="http://schemas.microsoft.com/office/drawing/2014/main" id="{C7097EB1-229B-274C-D2C1-ED7733DCE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752600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OPEN</a:t>
            </a: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表</a:t>
            </a:r>
          </a:p>
        </p:txBody>
      </p:sp>
      <p:sp>
        <p:nvSpPr>
          <p:cNvPr id="53253" name="Text Box 56">
            <a:extLst>
              <a:ext uri="{FF2B5EF4-FFF2-40B4-BE49-F238E27FC236}">
                <a16:creationId xmlns:a16="http://schemas.microsoft.com/office/drawing/2014/main" id="{64F90C54-9C0F-B757-6327-5B1E8257B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95800"/>
            <a:ext cx="205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CLOSED</a:t>
            </a: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表</a:t>
            </a:r>
          </a:p>
        </p:txBody>
      </p:sp>
      <p:graphicFrame>
        <p:nvGraphicFramePr>
          <p:cNvPr id="77063" name="Group 263">
            <a:extLst>
              <a:ext uri="{FF2B5EF4-FFF2-40B4-BE49-F238E27FC236}">
                <a16:creationId xmlns:a16="http://schemas.microsoft.com/office/drawing/2014/main" id="{44664EAA-5CAB-84D9-4C0F-1190E0532042}"/>
              </a:ext>
            </a:extLst>
          </p:cNvPr>
          <p:cNvGraphicFramePr>
            <a:graphicFrameLocks noGrp="1"/>
          </p:cNvGraphicFramePr>
          <p:nvPr/>
        </p:nvGraphicFramePr>
        <p:xfrm>
          <a:off x="1219200" y="2438400"/>
          <a:ext cx="6858000" cy="1917700"/>
        </p:xfrm>
        <a:graphic>
          <a:graphicData uri="http://schemas.openxmlformats.org/drawingml/2006/table">
            <a:tbl>
              <a:tblPr/>
              <a:tblGrid>
                <a:gridCol w="623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4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16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41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7065" name="Group 265">
            <a:extLst>
              <a:ext uri="{FF2B5EF4-FFF2-40B4-BE49-F238E27FC236}">
                <a16:creationId xmlns:a16="http://schemas.microsoft.com/office/drawing/2014/main" id="{752D519D-47EB-C516-6208-A82C8F9B12FE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5181600"/>
          <a:ext cx="6858000" cy="1447800"/>
        </p:xfrm>
        <a:graphic>
          <a:graphicData uri="http://schemas.openxmlformats.org/drawingml/2006/table">
            <a:tbl>
              <a:tblPr/>
              <a:tblGrid>
                <a:gridCol w="623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4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16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806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342" name="Text Box 268">
            <a:extLst>
              <a:ext uri="{FF2B5EF4-FFF2-40B4-BE49-F238E27FC236}">
                <a16:creationId xmlns:a16="http://schemas.microsoft.com/office/drawing/2014/main" id="{A2CF9D43-666F-3B4B-7BFA-3118CDC52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4343400"/>
            <a:ext cx="6858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Gulim" panose="020B0600000101010101" pitchFamily="34" charset="-127"/>
                <a:ea typeface="Gulim" panose="020B0600000101010101" pitchFamily="34" charset="-127"/>
              </a:rPr>
              <a:t>节点</a:t>
            </a:r>
            <a:r>
              <a:rPr lang="en-US" altLang="zh-CN" sz="2800">
                <a:latin typeface="Gulim" panose="020B0600000101010101" pitchFamily="34" charset="-127"/>
                <a:ea typeface="Gulim" panose="020B0600000101010101" pitchFamily="34" charset="-127"/>
              </a:rPr>
              <a:t>n</a:t>
            </a: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3343" name="Text Box 269">
            <a:extLst>
              <a:ext uri="{FF2B5EF4-FFF2-40B4-BE49-F238E27FC236}">
                <a16:creationId xmlns:a16="http://schemas.microsoft.com/office/drawing/2014/main" id="{E62C30A3-1A07-5558-8F30-0C3EA3591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343353"/>
            <a:ext cx="304800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Gulim" panose="020B0600000101010101" pitchFamily="34" charset="-127"/>
                <a:ea typeface="Gulim" panose="020B0600000101010101" pitchFamily="34" charset="-127"/>
              </a:rPr>
              <a:t>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Gulim" panose="020B0600000101010101" pitchFamily="34" charset="-127"/>
                <a:ea typeface="Gulim" panose="020B0600000101010101" pitchFamily="34" charset="-127"/>
              </a:rPr>
              <a:t>2</a:t>
            </a:r>
          </a:p>
        </p:txBody>
      </p:sp>
      <p:sp>
        <p:nvSpPr>
          <p:cNvPr id="53344" name="AutoShape 271">
            <a:extLst>
              <a:ext uri="{FF2B5EF4-FFF2-40B4-BE49-F238E27FC236}">
                <a16:creationId xmlns:a16="http://schemas.microsoft.com/office/drawing/2014/main" id="{65DE3D4E-7420-AFEC-DF06-F9FC0390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2133600"/>
            <a:ext cx="228600" cy="4038600"/>
          </a:xfrm>
          <a:prstGeom prst="downArrow">
            <a:avLst>
              <a:gd name="adj1" fmla="val 50000"/>
              <a:gd name="adj2" fmla="val 441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3345" name="AutoShape 272">
            <a:extLst>
              <a:ext uri="{FF2B5EF4-FFF2-40B4-BE49-F238E27FC236}">
                <a16:creationId xmlns:a16="http://schemas.microsoft.com/office/drawing/2014/main" id="{BB578F9D-338D-9CC6-23A3-380CBABB3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2057400"/>
            <a:ext cx="1143000" cy="228600"/>
          </a:xfrm>
          <a:prstGeom prst="rightArrow">
            <a:avLst>
              <a:gd name="adj1" fmla="val 50000"/>
              <a:gd name="adj2" fmla="val 1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3346" name="AutoShape 273">
            <a:extLst>
              <a:ext uri="{FF2B5EF4-FFF2-40B4-BE49-F238E27FC236}">
                <a16:creationId xmlns:a16="http://schemas.microsoft.com/office/drawing/2014/main" id="{CA62BEA5-ABCF-6418-EC44-746C4B0DF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6019800"/>
            <a:ext cx="304800" cy="304800"/>
          </a:xfrm>
          <a:prstGeom prst="lef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日期占位符 1">
            <a:extLst>
              <a:ext uri="{FF2B5EF4-FFF2-40B4-BE49-F238E27FC236}">
                <a16:creationId xmlns:a16="http://schemas.microsoft.com/office/drawing/2014/main" id="{E83DBAEE-59A0-77A5-A03A-729B58A19CCE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325F680-4382-8648-9D82-35FF8E7D1327}" type="datetime1">
              <a:rPr lang="zh-CN" altLang="en-US" sz="1400" i="0">
                <a:latin typeface="Gulim" panose="020B0600000101010101" pitchFamily="34" charset="-127"/>
                <a:ea typeface="Gulim" panose="020B0600000101010101" pitchFamily="34" charset="-127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2026/3/11</a:t>
            </a:fld>
            <a:endParaRPr lang="en-US" altLang="zh-CN" sz="1400" i="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4275" name="Text Box 2">
            <a:extLst>
              <a:ext uri="{FF2B5EF4-FFF2-40B4-BE49-F238E27FC236}">
                <a16:creationId xmlns:a16="http://schemas.microsoft.com/office/drawing/2014/main" id="{1817BD72-8D7F-AB68-9D45-1FAD1250A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990600"/>
            <a:ext cx="274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④  扩展节点 </a:t>
            </a:r>
            <a:r>
              <a:rPr lang="en-US" altLang="zh-CN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</a:p>
        </p:txBody>
      </p:sp>
      <p:graphicFrame>
        <p:nvGraphicFramePr>
          <p:cNvPr id="77918" name="Group 94">
            <a:extLst>
              <a:ext uri="{FF2B5EF4-FFF2-40B4-BE49-F238E27FC236}">
                <a16:creationId xmlns:a16="http://schemas.microsoft.com/office/drawing/2014/main" id="{33E87CAF-70C2-9871-5875-CFA8393E6399}"/>
              </a:ext>
            </a:extLst>
          </p:cNvPr>
          <p:cNvGraphicFramePr>
            <a:graphicFrameLocks noGrp="1"/>
          </p:cNvGraphicFramePr>
          <p:nvPr/>
        </p:nvGraphicFramePr>
        <p:xfrm>
          <a:off x="1219200" y="4343400"/>
          <a:ext cx="6858000" cy="1282700"/>
        </p:xfrm>
        <a:graphic>
          <a:graphicData uri="http://schemas.openxmlformats.org/drawingml/2006/table">
            <a:tbl>
              <a:tblPr/>
              <a:tblGrid>
                <a:gridCol w="623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4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16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41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7917" name="Group 93">
            <a:extLst>
              <a:ext uri="{FF2B5EF4-FFF2-40B4-BE49-F238E27FC236}">
                <a16:creationId xmlns:a16="http://schemas.microsoft.com/office/drawing/2014/main" id="{F4871EEA-309E-C001-9ECF-009C3D483A81}"/>
              </a:ext>
            </a:extLst>
          </p:cNvPr>
          <p:cNvGraphicFramePr>
            <a:graphicFrameLocks noGrp="1"/>
          </p:cNvGraphicFramePr>
          <p:nvPr/>
        </p:nvGraphicFramePr>
        <p:xfrm>
          <a:off x="1219200" y="2057400"/>
          <a:ext cx="6781800" cy="533400"/>
        </p:xfrm>
        <a:graphic>
          <a:graphicData uri="http://schemas.openxmlformats.org/drawingml/2006/table">
            <a:tbl>
              <a:tblPr/>
              <a:tblGrid>
                <a:gridCol w="61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4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5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75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43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75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4340" name="AutoShape 91">
            <a:extLst>
              <a:ext uri="{FF2B5EF4-FFF2-40B4-BE49-F238E27FC236}">
                <a16:creationId xmlns:a16="http://schemas.microsoft.com/office/drawing/2014/main" id="{0F439958-DDE6-570A-BAA5-704712EAD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743200"/>
            <a:ext cx="1447800" cy="14478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aphicFrame>
        <p:nvGraphicFramePr>
          <p:cNvPr id="77919" name="Group 95">
            <a:extLst>
              <a:ext uri="{FF2B5EF4-FFF2-40B4-BE49-F238E27FC236}">
                <a16:creationId xmlns:a16="http://schemas.microsoft.com/office/drawing/2014/main" id="{3AFF30C0-ACA7-D0FB-8E5D-9168BD2BDEE6}"/>
              </a:ext>
            </a:extLst>
          </p:cNvPr>
          <p:cNvGraphicFramePr>
            <a:graphicFrameLocks noGrp="1"/>
          </p:cNvGraphicFramePr>
          <p:nvPr/>
        </p:nvGraphicFramePr>
        <p:xfrm>
          <a:off x="6248400" y="228600"/>
          <a:ext cx="1524000" cy="155418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0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670" marB="456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45670" marB="456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670" marB="456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0" marB="456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670" marB="456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670" marB="456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0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T="45670" marB="456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670" marB="456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670" marB="456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359" name="AutoShape 113">
            <a:extLst>
              <a:ext uri="{FF2B5EF4-FFF2-40B4-BE49-F238E27FC236}">
                <a16:creationId xmlns:a16="http://schemas.microsoft.com/office/drawing/2014/main" id="{497EA891-0E64-6C7B-555A-E2080287A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4419600"/>
            <a:ext cx="228600" cy="381000"/>
          </a:xfrm>
          <a:prstGeom prst="upArrow">
            <a:avLst>
              <a:gd name="adj1" fmla="val 50000"/>
              <a:gd name="adj2" fmla="val 41667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4360" name="AutoShape 114">
            <a:extLst>
              <a:ext uri="{FF2B5EF4-FFF2-40B4-BE49-F238E27FC236}">
                <a16:creationId xmlns:a16="http://schemas.microsoft.com/office/drawing/2014/main" id="{F650BCEF-B1D7-F50E-99A0-A52C4A209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5029200"/>
            <a:ext cx="228600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占位符 1">
            <a:extLst>
              <a:ext uri="{FF2B5EF4-FFF2-40B4-BE49-F238E27FC236}">
                <a16:creationId xmlns:a16="http://schemas.microsoft.com/office/drawing/2014/main" id="{2EC58E6B-15C5-84B3-89E3-BC1AD4460613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CCC5A0DB-4FE2-0043-9633-CABE4D1E86C1}" type="datetime1">
              <a:rPr lang="zh-CN" altLang="en-US" sz="1400" i="0">
                <a:latin typeface="Gulim" panose="020B0600000101010101" pitchFamily="34" charset="-127"/>
                <a:ea typeface="Gulim" panose="020B0600000101010101" pitchFamily="34" charset="-127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2026/3/11</a:t>
            </a:fld>
            <a:endParaRPr lang="en-US" altLang="zh-CN" sz="1400" i="0" dirty="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5299" name="Text Box 2">
            <a:extLst>
              <a:ext uri="{FF2B5EF4-FFF2-40B4-BE49-F238E27FC236}">
                <a16:creationId xmlns:a16="http://schemas.microsoft.com/office/drawing/2014/main" id="{F61E63A8-0C48-4A70-A908-7828B3CEA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28600"/>
            <a:ext cx="7772400" cy="18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914400" indent="-4572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371600" indent="-4572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828800" indent="-4572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286000" indent="-4572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743200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3200400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657600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4114800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lnSpc>
                <a:spcPct val="200000"/>
              </a:lnSpc>
              <a:spcBef>
                <a:spcPct val="50000"/>
              </a:spcBef>
              <a:buFontTx/>
              <a:buNone/>
            </a:pP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⑤  将节点 </a:t>
            </a:r>
            <a:r>
              <a:rPr lang="en-US" altLang="zh-CN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的所有后继节点放到 </a:t>
            </a:r>
            <a:r>
              <a:rPr lang="en-US" altLang="zh-CN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OPEN </a:t>
            </a: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表的末端，并提供这些后继节点回到 </a:t>
            </a:r>
            <a:r>
              <a:rPr lang="en-US" altLang="zh-CN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的指针</a:t>
            </a:r>
          </a:p>
        </p:txBody>
      </p:sp>
      <p:graphicFrame>
        <p:nvGraphicFramePr>
          <p:cNvPr id="78985" name="Group 137">
            <a:extLst>
              <a:ext uri="{FF2B5EF4-FFF2-40B4-BE49-F238E27FC236}">
                <a16:creationId xmlns:a16="http://schemas.microsoft.com/office/drawing/2014/main" id="{40BA84EA-9859-9D21-52BA-CCCF6C53B0DB}"/>
              </a:ext>
            </a:extLst>
          </p:cNvPr>
          <p:cNvGraphicFramePr>
            <a:graphicFrameLocks noGrp="1"/>
          </p:cNvGraphicFramePr>
          <p:nvPr/>
        </p:nvGraphicFramePr>
        <p:xfrm>
          <a:off x="1219200" y="2895600"/>
          <a:ext cx="6858000" cy="1924050"/>
        </p:xfrm>
        <a:graphic>
          <a:graphicData uri="http://schemas.openxmlformats.org/drawingml/2006/table">
            <a:tbl>
              <a:tblPr/>
              <a:tblGrid>
                <a:gridCol w="623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4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16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41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5350" name="Text Box 65">
            <a:extLst>
              <a:ext uri="{FF2B5EF4-FFF2-40B4-BE49-F238E27FC236}">
                <a16:creationId xmlns:a16="http://schemas.microsoft.com/office/drawing/2014/main" id="{F997B9F7-B135-BB7B-9B29-52C50F2AB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209800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OPEN</a:t>
            </a: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表</a:t>
            </a:r>
          </a:p>
        </p:txBody>
      </p:sp>
      <p:graphicFrame>
        <p:nvGraphicFramePr>
          <p:cNvPr id="79025" name="Group 177">
            <a:extLst>
              <a:ext uri="{FF2B5EF4-FFF2-40B4-BE49-F238E27FC236}">
                <a16:creationId xmlns:a16="http://schemas.microsoft.com/office/drawing/2014/main" id="{22976DDF-2168-3BF9-D313-5832827EF3CA}"/>
              </a:ext>
            </a:extLst>
          </p:cNvPr>
          <p:cNvGraphicFramePr>
            <a:graphicFrameLocks noGrp="1"/>
          </p:cNvGraphicFramePr>
          <p:nvPr/>
        </p:nvGraphicFramePr>
        <p:xfrm>
          <a:off x="1219200" y="4800600"/>
          <a:ext cx="6858000" cy="1282700"/>
        </p:xfrm>
        <a:graphic>
          <a:graphicData uri="http://schemas.openxmlformats.org/drawingml/2006/table">
            <a:tbl>
              <a:tblPr/>
              <a:tblGrid>
                <a:gridCol w="623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4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16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41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AC713DA0-6616-EF8A-81E6-93D3914F1545}"/>
              </a:ext>
            </a:extLst>
          </p:cNvPr>
          <p:cNvSpPr txBox="1"/>
          <p:nvPr/>
        </p:nvSpPr>
        <p:spPr>
          <a:xfrm>
            <a:off x="597091" y="6167735"/>
            <a:ext cx="52565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父节点（从</a:t>
            </a:r>
            <a:r>
              <a:rPr kumimoji="1"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CLOSED</a:t>
            </a:r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表中的节点</a:t>
            </a:r>
            <a:r>
              <a:rPr kumimoji="1"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衍生）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1">
            <a:extLst>
              <a:ext uri="{FF2B5EF4-FFF2-40B4-BE49-F238E27FC236}">
                <a16:creationId xmlns:a16="http://schemas.microsoft.com/office/drawing/2014/main" id="{D788A983-7448-D54A-2E83-D10331D14DDF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3363681-BF35-DC4E-A358-751362386524}" type="datetime1">
              <a:rPr lang="zh-CN" altLang="en-US" sz="1400" i="0">
                <a:latin typeface="Gulim" panose="020B0600000101010101" pitchFamily="34" charset="-127"/>
                <a:ea typeface="Gulim" panose="020B0600000101010101" pitchFamily="34" charset="-127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2026/3/11</a:t>
            </a:fld>
            <a:endParaRPr lang="en-US" altLang="zh-CN" sz="1400" i="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6323" name="Text Box 2">
            <a:extLst>
              <a:ext uri="{FF2B5EF4-FFF2-40B4-BE49-F238E27FC236}">
                <a16:creationId xmlns:a16="http://schemas.microsoft.com/office/drawing/2014/main" id="{1EDE8F8D-74C8-35BC-2F0D-280FE88E3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685800"/>
            <a:ext cx="7391400" cy="543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lnSpc>
                <a:spcPct val="200000"/>
              </a:lnSpc>
              <a:spcBef>
                <a:spcPct val="50000"/>
              </a:spcBef>
              <a:buFontTx/>
              <a:buNone/>
            </a:pP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………………….</a:t>
            </a:r>
          </a:p>
          <a:p>
            <a:pPr eaLnBrk="1" hangingPunct="1">
              <a:lnSpc>
                <a:spcPct val="200000"/>
              </a:lnSpc>
              <a:spcBef>
                <a:spcPct val="50000"/>
              </a:spcBef>
              <a:buFontTx/>
              <a:buNone/>
            </a:pP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一直继续下去，而且不产生已经产生过的节点（状态），防止死循环。在程序中每一个新产生的节点必须与 </a:t>
            </a:r>
            <a:r>
              <a:rPr lang="en-US" altLang="zh-CN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OPEN </a:t>
            </a: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和 </a:t>
            </a:r>
            <a:r>
              <a:rPr lang="en-US" altLang="zh-CN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CLOSED </a:t>
            </a:r>
            <a:r>
              <a:rPr lang="zh-CN" altLang="en-US" sz="2800" i="0">
                <a:latin typeface="华文新魏" panose="02010800040101010101" pitchFamily="2" charset="-122"/>
                <a:ea typeface="华文新魏" panose="02010800040101010101" pitchFamily="2" charset="-122"/>
              </a:rPr>
              <a:t>表中状态进行比较，判断是否已经产生过，只保留从未产生过的节点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日期占位符 1">
            <a:extLst>
              <a:ext uri="{FF2B5EF4-FFF2-40B4-BE49-F238E27FC236}">
                <a16:creationId xmlns:a16="http://schemas.microsoft.com/office/drawing/2014/main" id="{3ADDE499-D0A5-3A70-4A10-AE777211E3DF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B0D79F2-1345-AE4E-8A5D-597222504868}" type="datetime1">
              <a:rPr lang="zh-CN" altLang="en-US" sz="1400" i="0">
                <a:latin typeface="Gulim" panose="020B0600000101010101" pitchFamily="34" charset="-127"/>
                <a:ea typeface="Gulim" panose="020B0600000101010101" pitchFamily="34" charset="-127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2026/3/11</a:t>
            </a:fld>
            <a:endParaRPr lang="en-US" altLang="zh-CN" sz="1400" i="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7347" name="Text Box 2">
            <a:extLst>
              <a:ext uri="{FF2B5EF4-FFF2-40B4-BE49-F238E27FC236}">
                <a16:creationId xmlns:a16="http://schemas.microsoft.com/office/drawing/2014/main" id="{F2755CD3-0A2B-C18D-493C-8F42A3311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800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Gulim" panose="020B0600000101010101" pitchFamily="34" charset="-127"/>
                <a:ea typeface="Gulim" panose="020B0600000101010101" pitchFamily="34" charset="-127"/>
              </a:rPr>
              <a:t>最后的</a:t>
            </a:r>
            <a:r>
              <a:rPr lang="en-US" altLang="zh-CN" sz="2800">
                <a:latin typeface="Gulim" panose="020B0600000101010101" pitchFamily="34" charset="-127"/>
                <a:ea typeface="Gulim" panose="020B0600000101010101" pitchFamily="34" charset="-127"/>
              </a:rPr>
              <a:t>OPEN</a:t>
            </a:r>
            <a:r>
              <a:rPr lang="zh-CN" altLang="en-US" sz="2800">
                <a:latin typeface="Gulim" panose="020B0600000101010101" pitchFamily="34" charset="-127"/>
                <a:ea typeface="Gulim" panose="020B0600000101010101" pitchFamily="34" charset="-127"/>
              </a:rPr>
              <a:t>表：</a:t>
            </a:r>
          </a:p>
        </p:txBody>
      </p:sp>
      <p:graphicFrame>
        <p:nvGraphicFramePr>
          <p:cNvPr id="81062" name="Group 166">
            <a:extLst>
              <a:ext uri="{FF2B5EF4-FFF2-40B4-BE49-F238E27FC236}">
                <a16:creationId xmlns:a16="http://schemas.microsoft.com/office/drawing/2014/main" id="{4D390968-E435-3DDF-B653-DE87E5A9B6A9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990600"/>
          <a:ext cx="6248400" cy="5046663"/>
        </p:xfrm>
        <a:graphic>
          <a:graphicData uri="http://schemas.openxmlformats.org/drawingml/2006/table">
            <a:tbl>
              <a:tblPr/>
              <a:tblGrid>
                <a:gridCol w="56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8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8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8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67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8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9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9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8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1046" name="Text Box 167">
            <a:extLst>
              <a:ext uri="{FF2B5EF4-FFF2-40B4-BE49-F238E27FC236}">
                <a16:creationId xmlns:a16="http://schemas.microsoft.com/office/drawing/2014/main" id="{2D982369-4C35-D0A6-86D2-620D0A2EF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5486400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宋体" panose="02010600030101010101" pitchFamily="2" charset="-122"/>
              </a:rPr>
              <a:t>目标节点</a:t>
            </a:r>
          </a:p>
        </p:txBody>
      </p:sp>
      <p:sp>
        <p:nvSpPr>
          <p:cNvPr id="57495" name="AutoShape 168">
            <a:extLst>
              <a:ext uri="{FF2B5EF4-FFF2-40B4-BE49-F238E27FC236}">
                <a16:creationId xmlns:a16="http://schemas.microsoft.com/office/drawing/2014/main" id="{6D4ECF47-7947-6654-8F63-76CC2C355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5562600"/>
            <a:ext cx="304800" cy="457200"/>
          </a:xfrm>
          <a:prstGeom prst="lef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aphicFrame>
        <p:nvGraphicFramePr>
          <p:cNvPr id="81065" name="Group 169">
            <a:extLst>
              <a:ext uri="{FF2B5EF4-FFF2-40B4-BE49-F238E27FC236}">
                <a16:creationId xmlns:a16="http://schemas.microsoft.com/office/drawing/2014/main" id="{B432E180-5294-066B-597D-BA109F7AF3BF}"/>
              </a:ext>
            </a:extLst>
          </p:cNvPr>
          <p:cNvGraphicFramePr>
            <a:graphicFrameLocks noGrp="1"/>
          </p:cNvGraphicFramePr>
          <p:nvPr/>
        </p:nvGraphicFramePr>
        <p:xfrm>
          <a:off x="6934200" y="3048000"/>
          <a:ext cx="1981200" cy="1981200"/>
        </p:xfrm>
        <a:graphic>
          <a:graphicData uri="http://schemas.openxmlformats.org/drawingml/2006/table">
            <a:tbl>
              <a:tblPr/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0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日期占位符 1">
            <a:extLst>
              <a:ext uri="{FF2B5EF4-FFF2-40B4-BE49-F238E27FC236}">
                <a16:creationId xmlns:a16="http://schemas.microsoft.com/office/drawing/2014/main" id="{A6C7B220-F5E5-8F6B-F509-1519BFBDC840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A15ACE9-E61B-DA41-B2F7-B63C6C89A59B}" type="datetime1">
              <a:rPr lang="zh-CN" altLang="en-US" sz="1400" i="0">
                <a:latin typeface="Gulim" panose="020B0600000101010101" pitchFamily="34" charset="-127"/>
                <a:ea typeface="Gulim" panose="020B0600000101010101" pitchFamily="34" charset="-127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2026/3/11</a:t>
            </a:fld>
            <a:endParaRPr lang="en-US" altLang="zh-CN" sz="1400" i="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aphicFrame>
        <p:nvGraphicFramePr>
          <p:cNvPr id="83055" name="Group 111">
            <a:extLst>
              <a:ext uri="{FF2B5EF4-FFF2-40B4-BE49-F238E27FC236}">
                <a16:creationId xmlns:a16="http://schemas.microsoft.com/office/drawing/2014/main" id="{F768EC53-E005-6175-91ED-DFE92FDA5754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838200"/>
          <a:ext cx="6096000" cy="4064001"/>
        </p:xfrm>
        <a:graphic>
          <a:graphicData uri="http://schemas.openxmlformats.org/drawingml/2006/table">
            <a:tbl>
              <a:tblPr/>
              <a:tblGrid>
                <a:gridCol w="554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0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40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40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40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40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40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403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81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8469" name="Text Box 112">
            <a:extLst>
              <a:ext uri="{FF2B5EF4-FFF2-40B4-BE49-F238E27FC236}">
                <a16:creationId xmlns:a16="http://schemas.microsoft.com/office/drawing/2014/main" id="{1F547BB8-79AE-9FAE-C783-E9193FE600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836613"/>
            <a:ext cx="685800" cy="4125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latin typeface="Gulim" panose="020B0600000101010101" pitchFamily="34" charset="-127"/>
                <a:ea typeface="Gulim" panose="020B0600000101010101" pitchFamily="34" charset="-127"/>
              </a:rPr>
              <a:t>10</a:t>
            </a:r>
          </a:p>
          <a:p>
            <a:pPr eaLnBrk="1" hangingPunct="1">
              <a:lnSpc>
                <a:spcPct val="135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latin typeface="Gulim" panose="020B0600000101010101" pitchFamily="34" charset="-127"/>
                <a:ea typeface="Gulim" panose="020B0600000101010101" pitchFamily="34" charset="-127"/>
              </a:rPr>
              <a:t>11</a:t>
            </a:r>
          </a:p>
          <a:p>
            <a:pPr eaLnBrk="1" hangingPunct="1">
              <a:lnSpc>
                <a:spcPct val="135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latin typeface="Gulim" panose="020B0600000101010101" pitchFamily="34" charset="-127"/>
                <a:ea typeface="Gulim" panose="020B0600000101010101" pitchFamily="34" charset="-127"/>
              </a:rPr>
              <a:t>12</a:t>
            </a:r>
          </a:p>
          <a:p>
            <a:pPr eaLnBrk="1" hangingPunct="1">
              <a:lnSpc>
                <a:spcPct val="135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latin typeface="Gulim" panose="020B0600000101010101" pitchFamily="34" charset="-127"/>
                <a:ea typeface="Gulim" panose="020B0600000101010101" pitchFamily="34" charset="-127"/>
              </a:rPr>
              <a:t>13</a:t>
            </a:r>
          </a:p>
          <a:p>
            <a:pPr eaLnBrk="1" hangingPunct="1">
              <a:lnSpc>
                <a:spcPct val="135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latin typeface="Gulim" panose="020B0600000101010101" pitchFamily="34" charset="-127"/>
                <a:ea typeface="Gulim" panose="020B0600000101010101" pitchFamily="34" charset="-127"/>
              </a:rPr>
              <a:t>14</a:t>
            </a:r>
          </a:p>
          <a:p>
            <a:pPr eaLnBrk="1" hangingPunct="1">
              <a:lnSpc>
                <a:spcPct val="135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latin typeface="Gulim" panose="020B0600000101010101" pitchFamily="34" charset="-127"/>
                <a:ea typeface="Gulim" panose="020B0600000101010101" pitchFamily="34" charset="-127"/>
              </a:rPr>
              <a:t>15</a:t>
            </a:r>
          </a:p>
          <a:p>
            <a:pPr eaLnBrk="1" hangingPunct="1">
              <a:lnSpc>
                <a:spcPct val="135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latin typeface="Gulim" panose="020B0600000101010101" pitchFamily="34" charset="-127"/>
                <a:ea typeface="Gulim" panose="020B0600000101010101" pitchFamily="34" charset="-127"/>
              </a:rPr>
              <a:t>16</a:t>
            </a:r>
          </a:p>
        </p:txBody>
      </p:sp>
      <p:graphicFrame>
        <p:nvGraphicFramePr>
          <p:cNvPr id="83111" name="Group 167">
            <a:extLst>
              <a:ext uri="{FF2B5EF4-FFF2-40B4-BE49-F238E27FC236}">
                <a16:creationId xmlns:a16="http://schemas.microsoft.com/office/drawing/2014/main" id="{D8BF7F3D-9251-61BD-BEA9-894044BCB490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5334000"/>
          <a:ext cx="6096000" cy="584200"/>
        </p:xfrm>
        <a:graphic>
          <a:graphicData uri="http://schemas.openxmlformats.org/drawingml/2006/table">
            <a:tbl>
              <a:tblPr/>
              <a:tblGrid>
                <a:gridCol w="554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0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40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40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40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40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40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403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84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96" name="Text Box 168">
            <a:extLst>
              <a:ext uri="{FF2B5EF4-FFF2-40B4-BE49-F238E27FC236}">
                <a16:creationId xmlns:a16="http://schemas.microsoft.com/office/drawing/2014/main" id="{B13BE3F6-B722-A005-AA9F-2246F6564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3340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目标节点</a:t>
            </a:r>
          </a:p>
        </p:txBody>
      </p:sp>
      <p:sp>
        <p:nvSpPr>
          <p:cNvPr id="58497" name="Line 171">
            <a:extLst>
              <a:ext uri="{FF2B5EF4-FFF2-40B4-BE49-F238E27FC236}">
                <a16:creationId xmlns:a16="http://schemas.microsoft.com/office/drawing/2014/main" id="{E5EBE4F9-4A2B-A8DE-5468-62C57D789C3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676400" y="4800600"/>
            <a:ext cx="533400" cy="762000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498" name="Line 173">
            <a:extLst>
              <a:ext uri="{FF2B5EF4-FFF2-40B4-BE49-F238E27FC236}">
                <a16:creationId xmlns:a16="http://schemas.microsoft.com/office/drawing/2014/main" id="{1ADB9E4A-449B-627A-9A0A-97262FB9441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1066800"/>
            <a:ext cx="1219200" cy="3429000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日期占位符 1">
            <a:extLst>
              <a:ext uri="{FF2B5EF4-FFF2-40B4-BE49-F238E27FC236}">
                <a16:creationId xmlns:a16="http://schemas.microsoft.com/office/drawing/2014/main" id="{27B2D2C8-6DAB-EE3E-5F87-1C18D6FDC7F1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C2766F86-A38E-274D-B4E2-55B3D771A7B2}" type="datetime1">
              <a:rPr lang="zh-CN" altLang="en-US" sz="1400" i="0">
                <a:latin typeface="Gulim" panose="020B0600000101010101" pitchFamily="34" charset="-127"/>
                <a:ea typeface="Gulim" panose="020B0600000101010101" pitchFamily="34" charset="-127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2026/3/11</a:t>
            </a:fld>
            <a:endParaRPr lang="en-US" altLang="zh-CN" sz="1400" i="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9395" name="Text Box 2">
            <a:extLst>
              <a:ext uri="{FF2B5EF4-FFF2-40B4-BE49-F238E27FC236}">
                <a16:creationId xmlns:a16="http://schemas.microsoft.com/office/drawing/2014/main" id="{E5B06998-E11F-4CFA-BAD3-1CA9392D9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33400"/>
            <a:ext cx="533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Gulim" panose="020B0600000101010101" pitchFamily="34" charset="-127"/>
                <a:ea typeface="Gulim" panose="020B0600000101010101" pitchFamily="34" charset="-127"/>
              </a:rPr>
              <a:t>最后的</a:t>
            </a:r>
            <a:r>
              <a:rPr lang="en-US" altLang="zh-CN" sz="2800">
                <a:latin typeface="Gulim" panose="020B0600000101010101" pitchFamily="34" charset="-127"/>
                <a:ea typeface="Gulim" panose="020B0600000101010101" pitchFamily="34" charset="-127"/>
              </a:rPr>
              <a:t>CLOSED</a:t>
            </a:r>
            <a:r>
              <a:rPr lang="zh-CN" altLang="en-US" sz="2800">
                <a:latin typeface="Gulim" panose="020B0600000101010101" pitchFamily="34" charset="-127"/>
                <a:ea typeface="Gulim" panose="020B0600000101010101" pitchFamily="34" charset="-127"/>
              </a:rPr>
              <a:t>表：</a:t>
            </a:r>
          </a:p>
        </p:txBody>
      </p:sp>
      <p:graphicFrame>
        <p:nvGraphicFramePr>
          <p:cNvPr id="82065" name="Group 145">
            <a:extLst>
              <a:ext uri="{FF2B5EF4-FFF2-40B4-BE49-F238E27FC236}">
                <a16:creationId xmlns:a16="http://schemas.microsoft.com/office/drawing/2014/main" id="{CE944DD9-58A4-FEA3-A363-16F1257EF945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397000"/>
          <a:ext cx="6096000" cy="4664079"/>
        </p:xfrm>
        <a:graphic>
          <a:graphicData uri="http://schemas.openxmlformats.org/drawingml/2006/table">
            <a:tbl>
              <a:tblPr/>
              <a:tblGrid>
                <a:gridCol w="554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0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40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40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40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40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40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403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182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2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2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2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2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2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2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9518" name="Text Box 117">
            <a:extLst>
              <a:ext uri="{FF2B5EF4-FFF2-40B4-BE49-F238E27FC236}">
                <a16:creationId xmlns:a16="http://schemas.microsoft.com/office/drawing/2014/main" id="{261F6A8D-2573-44A9-8663-BF6233580A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371600"/>
            <a:ext cx="457200" cy="4706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latin typeface="Gulim" panose="020B0600000101010101" pitchFamily="34" charset="-127"/>
                <a:ea typeface="Gulim" panose="020B0600000101010101" pitchFamily="34" charset="-127"/>
              </a:rPr>
              <a:t>1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latin typeface="Gulim" panose="020B0600000101010101" pitchFamily="34" charset="-127"/>
                <a:ea typeface="Gulim" panose="020B0600000101010101" pitchFamily="34" charset="-127"/>
              </a:rPr>
              <a:t>2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latin typeface="Gulim" panose="020B0600000101010101" pitchFamily="34" charset="-127"/>
                <a:ea typeface="Gulim" panose="020B0600000101010101" pitchFamily="34" charset="-127"/>
              </a:rPr>
              <a:t>3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latin typeface="Gulim" panose="020B0600000101010101" pitchFamily="34" charset="-127"/>
                <a:ea typeface="Gulim" panose="020B0600000101010101" pitchFamily="34" charset="-127"/>
              </a:rPr>
              <a:t>4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latin typeface="Gulim" panose="020B0600000101010101" pitchFamily="34" charset="-127"/>
                <a:ea typeface="Gulim" panose="020B0600000101010101" pitchFamily="34" charset="-127"/>
              </a:rPr>
              <a:t>5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latin typeface="Gulim" panose="020B0600000101010101" pitchFamily="34" charset="-127"/>
                <a:ea typeface="Gulim" panose="020B0600000101010101" pitchFamily="34" charset="-127"/>
              </a:rPr>
              <a:t>6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latin typeface="Gulim" panose="020B0600000101010101" pitchFamily="34" charset="-127"/>
                <a:ea typeface="Gulim" panose="020B0600000101010101" pitchFamily="34" charset="-127"/>
              </a:rPr>
              <a:t>7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latin typeface="Gulim" panose="020B0600000101010101" pitchFamily="34" charset="-127"/>
                <a:ea typeface="Gulim" panose="020B0600000101010101" pitchFamily="34" charset="-127"/>
              </a:rPr>
              <a:t>8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latin typeface="Gulim" panose="020B0600000101010101" pitchFamily="34" charset="-127"/>
                <a:ea typeface="Gulim" panose="020B0600000101010101" pitchFamily="34" charset="-127"/>
              </a:rPr>
              <a:t>9</a:t>
            </a:r>
          </a:p>
        </p:txBody>
      </p:sp>
      <p:sp>
        <p:nvSpPr>
          <p:cNvPr id="59519" name="Line 146">
            <a:extLst>
              <a:ext uri="{FF2B5EF4-FFF2-40B4-BE49-F238E27FC236}">
                <a16:creationId xmlns:a16="http://schemas.microsoft.com/office/drawing/2014/main" id="{6EB74CD9-F1CA-D80F-7901-5719BAD27B5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95400" y="5410200"/>
            <a:ext cx="533400" cy="762000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520" name="Line 147">
            <a:extLst>
              <a:ext uri="{FF2B5EF4-FFF2-40B4-BE49-F238E27FC236}">
                <a16:creationId xmlns:a16="http://schemas.microsoft.com/office/drawing/2014/main" id="{B791EEC7-D102-28D2-A96C-0F3CC3DDDA1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371600" y="2743200"/>
            <a:ext cx="304800" cy="2514600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521" name="Line 148">
            <a:extLst>
              <a:ext uri="{FF2B5EF4-FFF2-40B4-BE49-F238E27FC236}">
                <a16:creationId xmlns:a16="http://schemas.microsoft.com/office/drawing/2014/main" id="{39E4DED4-2EE0-EB1B-EB85-6A652AA10F2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95400" y="1828800"/>
            <a:ext cx="381000" cy="838200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日期占位符 1">
            <a:extLst>
              <a:ext uri="{FF2B5EF4-FFF2-40B4-BE49-F238E27FC236}">
                <a16:creationId xmlns:a16="http://schemas.microsoft.com/office/drawing/2014/main" id="{36E2C5BA-F9AB-E0ED-90BF-440AB60AD02F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C7244C10-21AF-BB45-B424-6756AFD2FE7A}" type="datetime1">
              <a:rPr lang="zh-CN" altLang="en-US" sz="1400" i="0">
                <a:latin typeface="Gulim" panose="020B0600000101010101" pitchFamily="34" charset="-127"/>
                <a:ea typeface="Gulim" panose="020B0600000101010101" pitchFamily="34" charset="-127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2026/3/11</a:t>
            </a:fld>
            <a:endParaRPr lang="en-US" altLang="zh-CN" sz="1400" i="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aphicFrame>
        <p:nvGraphicFramePr>
          <p:cNvPr id="85355" name="Group 363">
            <a:extLst>
              <a:ext uri="{FF2B5EF4-FFF2-40B4-BE49-F238E27FC236}">
                <a16:creationId xmlns:a16="http://schemas.microsoft.com/office/drawing/2014/main" id="{9608424A-A32E-F0A4-5EA9-3CDC8A04CA2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86200"/>
          <a:ext cx="4953000" cy="457200"/>
        </p:xfrm>
        <a:graphic>
          <a:graphicData uri="http://schemas.openxmlformats.org/drawingml/2006/table">
            <a:tbl>
              <a:tblPr/>
              <a:tblGrid>
                <a:gridCol w="45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9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92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92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5356" name="Group 364">
            <a:extLst>
              <a:ext uri="{FF2B5EF4-FFF2-40B4-BE49-F238E27FC236}">
                <a16:creationId xmlns:a16="http://schemas.microsoft.com/office/drawing/2014/main" id="{13E27C4A-6A80-591E-E5D3-FEE8E7694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712264"/>
              </p:ext>
            </p:extLst>
          </p:nvPr>
        </p:nvGraphicFramePr>
        <p:xfrm>
          <a:off x="838200" y="4987131"/>
          <a:ext cx="4953000" cy="457200"/>
        </p:xfrm>
        <a:graphic>
          <a:graphicData uri="http://schemas.openxmlformats.org/drawingml/2006/table">
            <a:tbl>
              <a:tblPr/>
              <a:tblGrid>
                <a:gridCol w="493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9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92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92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</a:t>
                      </a:r>
                    </a:p>
                  </a:txBody>
                  <a:tcPr marT="45429" marB="454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429" marB="454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429" marB="454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429" marB="454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429" marB="454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45429" marB="454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429" marB="454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429" marB="454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T="45429" marB="454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429" marB="454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429" marB="454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0167" name="Text Box 127">
            <a:extLst>
              <a:ext uri="{FF2B5EF4-FFF2-40B4-BE49-F238E27FC236}">
                <a16:creationId xmlns:a16="http://schemas.microsoft.com/office/drawing/2014/main" id="{E8195DC6-8F3F-ED6C-C87E-FC9757599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3" y="4800600"/>
            <a:ext cx="833437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目标节点</a:t>
            </a:r>
          </a:p>
        </p:txBody>
      </p:sp>
      <p:graphicFrame>
        <p:nvGraphicFramePr>
          <p:cNvPr id="85354" name="Group 362">
            <a:extLst>
              <a:ext uri="{FF2B5EF4-FFF2-40B4-BE49-F238E27FC236}">
                <a16:creationId xmlns:a16="http://schemas.microsoft.com/office/drawing/2014/main" id="{3633B611-8FE2-99E5-57F4-05544C01B4F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971800"/>
          <a:ext cx="4876800" cy="457200"/>
        </p:xfrm>
        <a:graphic>
          <a:graphicData uri="http://schemas.openxmlformats.org/drawingml/2006/table">
            <a:tbl>
              <a:tblPr/>
              <a:tblGrid>
                <a:gridCol w="442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29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2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29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29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31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0498" name="Text Box 255">
            <a:extLst>
              <a:ext uri="{FF2B5EF4-FFF2-40B4-BE49-F238E27FC236}">
                <a16:creationId xmlns:a16="http://schemas.microsoft.com/office/drawing/2014/main" id="{3F5E7F23-CF79-8210-8614-E19C92478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88620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Gulim" panose="020B0600000101010101" pitchFamily="34" charset="-127"/>
                <a:ea typeface="Gulim" panose="020B0600000101010101" pitchFamily="34" charset="-127"/>
              </a:rPr>
              <a:t>16</a:t>
            </a:r>
          </a:p>
        </p:txBody>
      </p:sp>
      <p:sp>
        <p:nvSpPr>
          <p:cNvPr id="60499" name="Text Box 256">
            <a:extLst>
              <a:ext uri="{FF2B5EF4-FFF2-40B4-BE49-F238E27FC236}">
                <a16:creationId xmlns:a16="http://schemas.microsoft.com/office/drawing/2014/main" id="{2E38E8F6-687C-14B7-8B53-237B67F77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9718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Gulim" panose="020B0600000101010101" pitchFamily="34" charset="-127"/>
                <a:ea typeface="Gulim" panose="020B0600000101010101" pitchFamily="34" charset="-127"/>
              </a:rPr>
              <a:t>8</a:t>
            </a:r>
          </a:p>
        </p:txBody>
      </p:sp>
      <p:graphicFrame>
        <p:nvGraphicFramePr>
          <p:cNvPr id="85352" name="Group 360">
            <a:extLst>
              <a:ext uri="{FF2B5EF4-FFF2-40B4-BE49-F238E27FC236}">
                <a16:creationId xmlns:a16="http://schemas.microsoft.com/office/drawing/2014/main" id="{CEEF7775-030A-AA5A-E2ED-AB42523DF0C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57400"/>
          <a:ext cx="4876800" cy="473075"/>
        </p:xfrm>
        <a:graphic>
          <a:graphicData uri="http://schemas.openxmlformats.org/drawingml/2006/table">
            <a:tbl>
              <a:tblPr/>
              <a:tblGrid>
                <a:gridCol w="442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29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2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29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29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29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291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73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5351" name="Group 359">
            <a:extLst>
              <a:ext uri="{FF2B5EF4-FFF2-40B4-BE49-F238E27FC236}">
                <a16:creationId xmlns:a16="http://schemas.microsoft.com/office/drawing/2014/main" id="{C91BA60E-978D-E297-9337-0312D565676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143000"/>
          <a:ext cx="4876800" cy="457200"/>
        </p:xfrm>
        <a:graphic>
          <a:graphicData uri="http://schemas.openxmlformats.org/drawingml/2006/table">
            <a:tbl>
              <a:tblPr/>
              <a:tblGrid>
                <a:gridCol w="442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29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2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29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29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29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291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0552" name="Text Box 355">
            <a:extLst>
              <a:ext uri="{FF2B5EF4-FFF2-40B4-BE49-F238E27FC236}">
                <a16:creationId xmlns:a16="http://schemas.microsoft.com/office/drawing/2014/main" id="{1359A1F8-6271-AA23-658B-624733FADB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057400"/>
            <a:ext cx="457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Gulim" panose="020B0600000101010101" pitchFamily="34" charset="-127"/>
                <a:ea typeface="Gulim" panose="020B0600000101010101" pitchFamily="34" charset="-127"/>
              </a:rPr>
              <a:t>3</a:t>
            </a:r>
          </a:p>
        </p:txBody>
      </p:sp>
      <p:sp>
        <p:nvSpPr>
          <p:cNvPr id="60553" name="Text Box 356">
            <a:extLst>
              <a:ext uri="{FF2B5EF4-FFF2-40B4-BE49-F238E27FC236}">
                <a16:creationId xmlns:a16="http://schemas.microsoft.com/office/drawing/2014/main" id="{FCE68929-7466-9100-B9E3-C6AA1BF4F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0668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Gulim" panose="020B0600000101010101" pitchFamily="34" charset="-127"/>
                <a:ea typeface="Gulim" panose="020B0600000101010101" pitchFamily="34" charset="-127"/>
              </a:rPr>
              <a:t>1</a:t>
            </a:r>
          </a:p>
        </p:txBody>
      </p:sp>
      <p:pic>
        <p:nvPicPr>
          <p:cNvPr id="60554" name="Picture 365" descr="p58-tu-bu1">
            <a:extLst>
              <a:ext uri="{FF2B5EF4-FFF2-40B4-BE49-F238E27FC236}">
                <a16:creationId xmlns:a16="http://schemas.microsoft.com/office/drawing/2014/main" id="{B82E61F1-BEBB-5FF6-2F1F-D84B8BAA8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533400"/>
            <a:ext cx="142875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555" name="AutoShape 366">
            <a:extLst>
              <a:ext uri="{FF2B5EF4-FFF2-40B4-BE49-F238E27FC236}">
                <a16:creationId xmlns:a16="http://schemas.microsoft.com/office/drawing/2014/main" id="{968063EB-3298-90F1-8460-342EC13FF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914400"/>
            <a:ext cx="381000" cy="4953000"/>
          </a:xfrm>
          <a:prstGeom prst="upArrow">
            <a:avLst>
              <a:gd name="adj1" fmla="val 50000"/>
              <a:gd name="adj2" fmla="val 3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20BB512-A19F-71DC-E426-5EFD6EB5C2AF}"/>
              </a:ext>
            </a:extLst>
          </p:cNvPr>
          <p:cNvSpPr txBox="1"/>
          <p:nvPr/>
        </p:nvSpPr>
        <p:spPr>
          <a:xfrm>
            <a:off x="571500" y="302567"/>
            <a:ext cx="2447925" cy="46166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最终的解：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日期占位符 1">
            <a:extLst>
              <a:ext uri="{FF2B5EF4-FFF2-40B4-BE49-F238E27FC236}">
                <a16:creationId xmlns:a16="http://schemas.microsoft.com/office/drawing/2014/main" id="{5408AED0-12EC-FB44-A2CB-9B8F54A2E058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17705368-DFCC-E145-9143-392E0802A19A}" type="datetime1">
              <a:rPr lang="zh-CN" altLang="en-US" sz="1400" i="0">
                <a:latin typeface="Gulim" panose="020B0600000101010101" pitchFamily="34" charset="-127"/>
                <a:ea typeface="Gulim" panose="020B0600000101010101" pitchFamily="34" charset="-127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2026/3/11</a:t>
            </a:fld>
            <a:endParaRPr lang="en-US" altLang="zh-CN" sz="1400" i="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aphicFrame>
        <p:nvGraphicFramePr>
          <p:cNvPr id="122882" name="Group 2">
            <a:extLst>
              <a:ext uri="{FF2B5EF4-FFF2-40B4-BE49-F238E27FC236}">
                <a16:creationId xmlns:a16="http://schemas.microsoft.com/office/drawing/2014/main" id="{21890D15-4D1F-5D83-DB2D-D0675114095A}"/>
              </a:ext>
            </a:extLst>
          </p:cNvPr>
          <p:cNvGraphicFramePr>
            <a:graphicFrameLocks noGrp="1"/>
          </p:cNvGraphicFramePr>
          <p:nvPr/>
        </p:nvGraphicFramePr>
        <p:xfrm>
          <a:off x="3851275" y="476250"/>
          <a:ext cx="936625" cy="914400"/>
        </p:xfrm>
        <a:graphic>
          <a:graphicData uri="http://schemas.openxmlformats.org/drawingml/2006/table">
            <a:tbl>
              <a:tblPr/>
              <a:tblGrid>
                <a:gridCol w="31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2900" name="Group 20">
            <a:extLst>
              <a:ext uri="{FF2B5EF4-FFF2-40B4-BE49-F238E27FC236}">
                <a16:creationId xmlns:a16="http://schemas.microsoft.com/office/drawing/2014/main" id="{FB9D355D-C069-7D0B-97EA-5036E60C7CE0}"/>
              </a:ext>
            </a:extLst>
          </p:cNvPr>
          <p:cNvGraphicFramePr>
            <a:graphicFrameLocks noGrp="1"/>
          </p:cNvGraphicFramePr>
          <p:nvPr/>
        </p:nvGraphicFramePr>
        <p:xfrm>
          <a:off x="1116013" y="1700213"/>
          <a:ext cx="936625" cy="914400"/>
        </p:xfrm>
        <a:graphic>
          <a:graphicData uri="http://schemas.openxmlformats.org/drawingml/2006/table">
            <a:tbl>
              <a:tblPr/>
              <a:tblGrid>
                <a:gridCol w="31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2918" name="Group 38">
            <a:extLst>
              <a:ext uri="{FF2B5EF4-FFF2-40B4-BE49-F238E27FC236}">
                <a16:creationId xmlns:a16="http://schemas.microsoft.com/office/drawing/2014/main" id="{3DB9AA76-1485-5744-505B-C62D8AB05853}"/>
              </a:ext>
            </a:extLst>
          </p:cNvPr>
          <p:cNvGraphicFramePr>
            <a:graphicFrameLocks noGrp="1"/>
          </p:cNvGraphicFramePr>
          <p:nvPr/>
        </p:nvGraphicFramePr>
        <p:xfrm>
          <a:off x="3059113" y="1700213"/>
          <a:ext cx="936625" cy="914400"/>
        </p:xfrm>
        <a:graphic>
          <a:graphicData uri="http://schemas.openxmlformats.org/drawingml/2006/table">
            <a:tbl>
              <a:tblPr/>
              <a:tblGrid>
                <a:gridCol w="31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2936" name="Group 56">
            <a:extLst>
              <a:ext uri="{FF2B5EF4-FFF2-40B4-BE49-F238E27FC236}">
                <a16:creationId xmlns:a16="http://schemas.microsoft.com/office/drawing/2014/main" id="{B6C0E3C6-5408-6624-6405-0905DC69B296}"/>
              </a:ext>
            </a:extLst>
          </p:cNvPr>
          <p:cNvGraphicFramePr>
            <a:graphicFrameLocks noGrp="1"/>
          </p:cNvGraphicFramePr>
          <p:nvPr/>
        </p:nvGraphicFramePr>
        <p:xfrm>
          <a:off x="5219700" y="1700213"/>
          <a:ext cx="936625" cy="914400"/>
        </p:xfrm>
        <a:graphic>
          <a:graphicData uri="http://schemas.openxmlformats.org/drawingml/2006/table">
            <a:tbl>
              <a:tblPr/>
              <a:tblGrid>
                <a:gridCol w="31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2954" name="Group 74">
            <a:extLst>
              <a:ext uri="{FF2B5EF4-FFF2-40B4-BE49-F238E27FC236}">
                <a16:creationId xmlns:a16="http://schemas.microsoft.com/office/drawing/2014/main" id="{5C0DC031-5432-22EC-E034-729A0E2A4B9A}"/>
              </a:ext>
            </a:extLst>
          </p:cNvPr>
          <p:cNvGraphicFramePr>
            <a:graphicFrameLocks noGrp="1"/>
          </p:cNvGraphicFramePr>
          <p:nvPr/>
        </p:nvGraphicFramePr>
        <p:xfrm>
          <a:off x="7019925" y="1700213"/>
          <a:ext cx="936625" cy="914400"/>
        </p:xfrm>
        <a:graphic>
          <a:graphicData uri="http://schemas.openxmlformats.org/drawingml/2006/table">
            <a:tbl>
              <a:tblPr/>
              <a:tblGrid>
                <a:gridCol w="31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2972" name="Line 92">
            <a:extLst>
              <a:ext uri="{FF2B5EF4-FFF2-40B4-BE49-F238E27FC236}">
                <a16:creationId xmlns:a16="http://schemas.microsoft.com/office/drawing/2014/main" id="{E842A576-7A34-13F5-E59E-76ACE7F41C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47813" y="1412875"/>
            <a:ext cx="2808287" cy="287338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73" name="Line 93">
            <a:extLst>
              <a:ext uri="{FF2B5EF4-FFF2-40B4-BE49-F238E27FC236}">
                <a16:creationId xmlns:a16="http://schemas.microsoft.com/office/drawing/2014/main" id="{F4AA6FC7-FDD0-BD27-445D-870E008DFD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2500" y="1412875"/>
            <a:ext cx="792163" cy="287338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74" name="Line 94">
            <a:extLst>
              <a:ext uri="{FF2B5EF4-FFF2-40B4-BE49-F238E27FC236}">
                <a16:creationId xmlns:a16="http://schemas.microsoft.com/office/drawing/2014/main" id="{22339D58-E8D9-7525-700D-113DD22052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7538" y="1412875"/>
            <a:ext cx="1296987" cy="287338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75" name="Line 95">
            <a:extLst>
              <a:ext uri="{FF2B5EF4-FFF2-40B4-BE49-F238E27FC236}">
                <a16:creationId xmlns:a16="http://schemas.microsoft.com/office/drawing/2014/main" id="{64AD4707-4307-DCD0-C83E-71D3B008CC7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1412875"/>
            <a:ext cx="3168650" cy="287338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37" name="AutoShape 96">
            <a:extLst>
              <a:ext uri="{FF2B5EF4-FFF2-40B4-BE49-F238E27FC236}">
                <a16:creationId xmlns:a16="http://schemas.microsoft.com/office/drawing/2014/main" id="{AB89589A-F981-0691-8A46-9DE8301EA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404813"/>
            <a:ext cx="647700" cy="649287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0 h 216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2160 w 21600"/>
              <a:gd name="T13" fmla="*/ 8640 h 21600"/>
              <a:gd name="T14" fmla="*/ 19440 w 21600"/>
              <a:gd name="T15" fmla="*/ 1296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38" name="Text Box 97">
            <a:extLst>
              <a:ext uri="{FF2B5EF4-FFF2-40B4-BE49-F238E27FC236}">
                <a16:creationId xmlns:a16="http://schemas.microsoft.com/office/drawing/2014/main" id="{450ED540-7B52-F63F-BDEF-0D8EA5694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925" y="0"/>
            <a:ext cx="423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000">
                <a:latin typeface="Gulim" panose="020B0600000101010101" pitchFamily="34" charset="-127"/>
                <a:ea typeface="Gulim" panose="020B0600000101010101" pitchFamily="34" charset="-127"/>
              </a:rPr>
              <a:t>2</a:t>
            </a:r>
          </a:p>
        </p:txBody>
      </p:sp>
      <p:sp>
        <p:nvSpPr>
          <p:cNvPr id="61539" name="Text Box 98">
            <a:extLst>
              <a:ext uri="{FF2B5EF4-FFF2-40B4-BE49-F238E27FC236}">
                <a16:creationId xmlns:a16="http://schemas.microsoft.com/office/drawing/2014/main" id="{8DA23309-2F39-834C-1407-EB776E0ED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476250"/>
            <a:ext cx="4238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000">
                <a:latin typeface="Gulim" panose="020B0600000101010101" pitchFamily="34" charset="-127"/>
                <a:ea typeface="Gulim" panose="020B0600000101010101" pitchFamily="34" charset="-127"/>
              </a:rPr>
              <a:t>1</a:t>
            </a:r>
          </a:p>
        </p:txBody>
      </p:sp>
      <p:sp>
        <p:nvSpPr>
          <p:cNvPr id="61540" name="Text Box 99">
            <a:extLst>
              <a:ext uri="{FF2B5EF4-FFF2-40B4-BE49-F238E27FC236}">
                <a16:creationId xmlns:a16="http://schemas.microsoft.com/office/drawing/2014/main" id="{0C45C219-DCC4-5B35-BB65-A29248954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188" y="476250"/>
            <a:ext cx="2873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000">
                <a:latin typeface="Gulim" panose="020B0600000101010101" pitchFamily="34" charset="-127"/>
                <a:ea typeface="Gulim" panose="020B0600000101010101" pitchFamily="34" charset="-127"/>
              </a:rPr>
              <a:t>4</a:t>
            </a:r>
          </a:p>
        </p:txBody>
      </p:sp>
      <p:sp>
        <p:nvSpPr>
          <p:cNvPr id="61541" name="Text Box 100">
            <a:extLst>
              <a:ext uri="{FF2B5EF4-FFF2-40B4-BE49-F238E27FC236}">
                <a16:creationId xmlns:a16="http://schemas.microsoft.com/office/drawing/2014/main" id="{29F9CF63-87C4-7052-6F6F-19135D395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950" y="1052513"/>
            <a:ext cx="2873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000">
                <a:latin typeface="Gulim" panose="020B0600000101010101" pitchFamily="34" charset="-127"/>
                <a:ea typeface="Gulim" panose="020B0600000101010101" pitchFamily="34" charset="-127"/>
              </a:rPr>
              <a:t>3</a:t>
            </a:r>
          </a:p>
        </p:txBody>
      </p:sp>
      <p:sp>
        <p:nvSpPr>
          <p:cNvPr id="122981" name="AutoShape 101">
            <a:extLst>
              <a:ext uri="{FF2B5EF4-FFF2-40B4-BE49-F238E27FC236}">
                <a16:creationId xmlns:a16="http://schemas.microsoft.com/office/drawing/2014/main" id="{FCE58F28-7914-4101-CBC7-50A5FA287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1484313"/>
            <a:ext cx="503237" cy="215900"/>
          </a:xfrm>
          <a:prstGeom prst="leftArrow">
            <a:avLst>
              <a:gd name="adj1" fmla="val 50000"/>
              <a:gd name="adj2" fmla="val 5827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22982" name="AutoShape 102">
            <a:extLst>
              <a:ext uri="{FF2B5EF4-FFF2-40B4-BE49-F238E27FC236}">
                <a16:creationId xmlns:a16="http://schemas.microsoft.com/office/drawing/2014/main" id="{76BD3E93-35C0-5FEF-67A9-7A7E8D9D4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1484313"/>
            <a:ext cx="217487" cy="287337"/>
          </a:xfrm>
          <a:prstGeom prst="upArrow">
            <a:avLst>
              <a:gd name="adj1" fmla="val 50000"/>
              <a:gd name="adj2" fmla="val 3302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22983" name="AutoShape 103">
            <a:extLst>
              <a:ext uri="{FF2B5EF4-FFF2-40B4-BE49-F238E27FC236}">
                <a16:creationId xmlns:a16="http://schemas.microsoft.com/office/drawing/2014/main" id="{389DD6B0-6D07-4DC4-0726-DFE2C0A9A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1484313"/>
            <a:ext cx="431800" cy="215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22984" name="AutoShape 104">
            <a:extLst>
              <a:ext uri="{FF2B5EF4-FFF2-40B4-BE49-F238E27FC236}">
                <a16:creationId xmlns:a16="http://schemas.microsoft.com/office/drawing/2014/main" id="{32F90D90-A61B-5FC1-D312-12C7A8AC4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1412875"/>
            <a:ext cx="215900" cy="360363"/>
          </a:xfrm>
          <a:prstGeom prst="down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aphicFrame>
        <p:nvGraphicFramePr>
          <p:cNvPr id="122985" name="Group 105">
            <a:extLst>
              <a:ext uri="{FF2B5EF4-FFF2-40B4-BE49-F238E27FC236}">
                <a16:creationId xmlns:a16="http://schemas.microsoft.com/office/drawing/2014/main" id="{2A5C58FB-77C4-882E-A2EB-D8178541C2CF}"/>
              </a:ext>
            </a:extLst>
          </p:cNvPr>
          <p:cNvGraphicFramePr>
            <a:graphicFrameLocks noGrp="1"/>
          </p:cNvGraphicFramePr>
          <p:nvPr/>
        </p:nvGraphicFramePr>
        <p:xfrm>
          <a:off x="395288" y="2997200"/>
          <a:ext cx="936625" cy="969963"/>
        </p:xfrm>
        <a:graphic>
          <a:graphicData uri="http://schemas.openxmlformats.org/drawingml/2006/table">
            <a:tbl>
              <a:tblPr/>
              <a:tblGrid>
                <a:gridCol w="31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3003" name="Group 123">
            <a:extLst>
              <a:ext uri="{FF2B5EF4-FFF2-40B4-BE49-F238E27FC236}">
                <a16:creationId xmlns:a16="http://schemas.microsoft.com/office/drawing/2014/main" id="{19CA5F16-D4B8-ACDD-B7D2-1134847121F2}"/>
              </a:ext>
            </a:extLst>
          </p:cNvPr>
          <p:cNvGraphicFramePr>
            <a:graphicFrameLocks noGrp="1"/>
          </p:cNvGraphicFramePr>
          <p:nvPr/>
        </p:nvGraphicFramePr>
        <p:xfrm>
          <a:off x="1476375" y="2997200"/>
          <a:ext cx="936625" cy="969963"/>
        </p:xfrm>
        <a:graphic>
          <a:graphicData uri="http://schemas.openxmlformats.org/drawingml/2006/table">
            <a:tbl>
              <a:tblPr/>
              <a:tblGrid>
                <a:gridCol w="31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3021" name="Group 141">
            <a:extLst>
              <a:ext uri="{FF2B5EF4-FFF2-40B4-BE49-F238E27FC236}">
                <a16:creationId xmlns:a16="http://schemas.microsoft.com/office/drawing/2014/main" id="{2A547502-17EC-43F9-53AE-FAAA60F06DD3}"/>
              </a:ext>
            </a:extLst>
          </p:cNvPr>
          <p:cNvGraphicFramePr>
            <a:graphicFrameLocks noGrp="1"/>
          </p:cNvGraphicFramePr>
          <p:nvPr/>
        </p:nvGraphicFramePr>
        <p:xfrm>
          <a:off x="2700338" y="2997200"/>
          <a:ext cx="936625" cy="969963"/>
        </p:xfrm>
        <a:graphic>
          <a:graphicData uri="http://schemas.openxmlformats.org/drawingml/2006/table">
            <a:tbl>
              <a:tblPr/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3039" name="Group 159">
            <a:extLst>
              <a:ext uri="{FF2B5EF4-FFF2-40B4-BE49-F238E27FC236}">
                <a16:creationId xmlns:a16="http://schemas.microsoft.com/office/drawing/2014/main" id="{DA7113FC-7E24-9883-843A-ED8175BFC480}"/>
              </a:ext>
            </a:extLst>
          </p:cNvPr>
          <p:cNvGraphicFramePr>
            <a:graphicFrameLocks noGrp="1"/>
          </p:cNvGraphicFramePr>
          <p:nvPr/>
        </p:nvGraphicFramePr>
        <p:xfrm>
          <a:off x="3708400" y="2997200"/>
          <a:ext cx="936625" cy="969963"/>
        </p:xfrm>
        <a:graphic>
          <a:graphicData uri="http://schemas.openxmlformats.org/drawingml/2006/table">
            <a:tbl>
              <a:tblPr/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3057" name="Group 177">
            <a:extLst>
              <a:ext uri="{FF2B5EF4-FFF2-40B4-BE49-F238E27FC236}">
                <a16:creationId xmlns:a16="http://schemas.microsoft.com/office/drawing/2014/main" id="{EDE09F23-09E9-6EE4-4F64-5220B1BB98CF}"/>
              </a:ext>
            </a:extLst>
          </p:cNvPr>
          <p:cNvGraphicFramePr>
            <a:graphicFrameLocks noGrp="1"/>
          </p:cNvGraphicFramePr>
          <p:nvPr/>
        </p:nvGraphicFramePr>
        <p:xfrm>
          <a:off x="7019925" y="2997200"/>
          <a:ext cx="936625" cy="969963"/>
        </p:xfrm>
        <a:graphic>
          <a:graphicData uri="http://schemas.openxmlformats.org/drawingml/2006/table">
            <a:tbl>
              <a:tblPr/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3075" name="Group 195">
            <a:extLst>
              <a:ext uri="{FF2B5EF4-FFF2-40B4-BE49-F238E27FC236}">
                <a16:creationId xmlns:a16="http://schemas.microsoft.com/office/drawing/2014/main" id="{EE5316A9-6A79-94B0-BAB1-FD9AFCE292A1}"/>
              </a:ext>
            </a:extLst>
          </p:cNvPr>
          <p:cNvGraphicFramePr>
            <a:graphicFrameLocks noGrp="1"/>
          </p:cNvGraphicFramePr>
          <p:nvPr/>
        </p:nvGraphicFramePr>
        <p:xfrm>
          <a:off x="4787900" y="2997200"/>
          <a:ext cx="936625" cy="969963"/>
        </p:xfrm>
        <a:graphic>
          <a:graphicData uri="http://schemas.openxmlformats.org/drawingml/2006/table">
            <a:tbl>
              <a:tblPr/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3093" name="Group 213">
            <a:extLst>
              <a:ext uri="{FF2B5EF4-FFF2-40B4-BE49-F238E27FC236}">
                <a16:creationId xmlns:a16="http://schemas.microsoft.com/office/drawing/2014/main" id="{52FBE166-C5A9-AB6F-D82C-E4C6EACDE777}"/>
              </a:ext>
            </a:extLst>
          </p:cNvPr>
          <p:cNvGraphicFramePr>
            <a:graphicFrameLocks noGrp="1"/>
          </p:cNvGraphicFramePr>
          <p:nvPr/>
        </p:nvGraphicFramePr>
        <p:xfrm>
          <a:off x="5795963" y="2997200"/>
          <a:ext cx="936625" cy="969963"/>
        </p:xfrm>
        <a:graphic>
          <a:graphicData uri="http://schemas.openxmlformats.org/drawingml/2006/table">
            <a:tbl>
              <a:tblPr/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3111" name="Group 231">
            <a:extLst>
              <a:ext uri="{FF2B5EF4-FFF2-40B4-BE49-F238E27FC236}">
                <a16:creationId xmlns:a16="http://schemas.microsoft.com/office/drawing/2014/main" id="{1A5682EE-45B7-D929-4CB9-510768F0FA92}"/>
              </a:ext>
            </a:extLst>
          </p:cNvPr>
          <p:cNvGraphicFramePr>
            <a:graphicFrameLocks noGrp="1"/>
          </p:cNvGraphicFramePr>
          <p:nvPr/>
        </p:nvGraphicFramePr>
        <p:xfrm>
          <a:off x="8027988" y="2997200"/>
          <a:ext cx="936625" cy="969963"/>
        </p:xfrm>
        <a:graphic>
          <a:graphicData uri="http://schemas.openxmlformats.org/drawingml/2006/table">
            <a:tbl>
              <a:tblPr/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3129" name="Group 249">
            <a:extLst>
              <a:ext uri="{FF2B5EF4-FFF2-40B4-BE49-F238E27FC236}">
                <a16:creationId xmlns:a16="http://schemas.microsoft.com/office/drawing/2014/main" id="{C25722DA-6A92-78AC-510D-A80AFDCB7FFA}"/>
              </a:ext>
            </a:extLst>
          </p:cNvPr>
          <p:cNvGraphicFramePr>
            <a:graphicFrameLocks noGrp="1"/>
          </p:cNvGraphicFramePr>
          <p:nvPr/>
        </p:nvGraphicFramePr>
        <p:xfrm>
          <a:off x="395288" y="4365625"/>
          <a:ext cx="936625" cy="969963"/>
        </p:xfrm>
        <a:graphic>
          <a:graphicData uri="http://schemas.openxmlformats.org/drawingml/2006/table">
            <a:tbl>
              <a:tblPr/>
              <a:tblGrid>
                <a:gridCol w="31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3147" name="Group 267">
            <a:extLst>
              <a:ext uri="{FF2B5EF4-FFF2-40B4-BE49-F238E27FC236}">
                <a16:creationId xmlns:a16="http://schemas.microsoft.com/office/drawing/2014/main" id="{3BE6B1DF-8373-6190-3997-7276ED6B3F60}"/>
              </a:ext>
            </a:extLst>
          </p:cNvPr>
          <p:cNvGraphicFramePr>
            <a:graphicFrameLocks noGrp="1"/>
          </p:cNvGraphicFramePr>
          <p:nvPr/>
        </p:nvGraphicFramePr>
        <p:xfrm>
          <a:off x="1476375" y="4365625"/>
          <a:ext cx="936625" cy="969963"/>
        </p:xfrm>
        <a:graphic>
          <a:graphicData uri="http://schemas.openxmlformats.org/drawingml/2006/table">
            <a:tbl>
              <a:tblPr/>
              <a:tblGrid>
                <a:gridCol w="31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3165" name="Group 285">
            <a:extLst>
              <a:ext uri="{FF2B5EF4-FFF2-40B4-BE49-F238E27FC236}">
                <a16:creationId xmlns:a16="http://schemas.microsoft.com/office/drawing/2014/main" id="{7E63B926-E20F-5575-098A-989E8180D660}"/>
              </a:ext>
            </a:extLst>
          </p:cNvPr>
          <p:cNvGraphicFramePr>
            <a:graphicFrameLocks noGrp="1"/>
          </p:cNvGraphicFramePr>
          <p:nvPr/>
        </p:nvGraphicFramePr>
        <p:xfrm>
          <a:off x="2700338" y="4365625"/>
          <a:ext cx="936625" cy="969963"/>
        </p:xfrm>
        <a:graphic>
          <a:graphicData uri="http://schemas.openxmlformats.org/drawingml/2006/table">
            <a:tbl>
              <a:tblPr/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3183" name="Group 303">
            <a:extLst>
              <a:ext uri="{FF2B5EF4-FFF2-40B4-BE49-F238E27FC236}">
                <a16:creationId xmlns:a16="http://schemas.microsoft.com/office/drawing/2014/main" id="{CF698827-816F-08B9-132F-7117B3AFD81B}"/>
              </a:ext>
            </a:extLst>
          </p:cNvPr>
          <p:cNvGraphicFramePr>
            <a:graphicFrameLocks noGrp="1"/>
          </p:cNvGraphicFramePr>
          <p:nvPr/>
        </p:nvGraphicFramePr>
        <p:xfrm>
          <a:off x="3708400" y="4365625"/>
          <a:ext cx="936625" cy="968375"/>
        </p:xfrm>
        <a:graphic>
          <a:graphicData uri="http://schemas.openxmlformats.org/drawingml/2006/table">
            <a:tbl>
              <a:tblPr/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3201" name="Group 321">
            <a:extLst>
              <a:ext uri="{FF2B5EF4-FFF2-40B4-BE49-F238E27FC236}">
                <a16:creationId xmlns:a16="http://schemas.microsoft.com/office/drawing/2014/main" id="{81D46C86-2F45-6815-640E-F571E1159DEE}"/>
              </a:ext>
            </a:extLst>
          </p:cNvPr>
          <p:cNvGraphicFramePr>
            <a:graphicFrameLocks noGrp="1"/>
          </p:cNvGraphicFramePr>
          <p:nvPr/>
        </p:nvGraphicFramePr>
        <p:xfrm>
          <a:off x="4787900" y="4365625"/>
          <a:ext cx="936625" cy="969963"/>
        </p:xfrm>
        <a:graphic>
          <a:graphicData uri="http://schemas.openxmlformats.org/drawingml/2006/table">
            <a:tbl>
              <a:tblPr/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3219" name="Group 339">
            <a:extLst>
              <a:ext uri="{FF2B5EF4-FFF2-40B4-BE49-F238E27FC236}">
                <a16:creationId xmlns:a16="http://schemas.microsoft.com/office/drawing/2014/main" id="{E76F995E-00C1-3113-C6F9-BD2827AFD761}"/>
              </a:ext>
            </a:extLst>
          </p:cNvPr>
          <p:cNvGraphicFramePr>
            <a:graphicFrameLocks noGrp="1"/>
          </p:cNvGraphicFramePr>
          <p:nvPr/>
        </p:nvGraphicFramePr>
        <p:xfrm>
          <a:off x="5795963" y="4365625"/>
          <a:ext cx="936625" cy="969963"/>
        </p:xfrm>
        <a:graphic>
          <a:graphicData uri="http://schemas.openxmlformats.org/drawingml/2006/table">
            <a:tbl>
              <a:tblPr/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3237" name="Group 357">
            <a:extLst>
              <a:ext uri="{FF2B5EF4-FFF2-40B4-BE49-F238E27FC236}">
                <a16:creationId xmlns:a16="http://schemas.microsoft.com/office/drawing/2014/main" id="{5B7C4D3D-DA5F-52E0-2A8B-B61C4279A7E9}"/>
              </a:ext>
            </a:extLst>
          </p:cNvPr>
          <p:cNvGraphicFramePr>
            <a:graphicFrameLocks noGrp="1"/>
          </p:cNvGraphicFramePr>
          <p:nvPr/>
        </p:nvGraphicFramePr>
        <p:xfrm>
          <a:off x="7019925" y="4365625"/>
          <a:ext cx="936625" cy="969963"/>
        </p:xfrm>
        <a:graphic>
          <a:graphicData uri="http://schemas.openxmlformats.org/drawingml/2006/table">
            <a:tbl>
              <a:tblPr/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3255" name="Group 375">
            <a:extLst>
              <a:ext uri="{FF2B5EF4-FFF2-40B4-BE49-F238E27FC236}">
                <a16:creationId xmlns:a16="http://schemas.microsoft.com/office/drawing/2014/main" id="{500BF8FF-D9A4-2687-ABD1-6F7A0E832860}"/>
              </a:ext>
            </a:extLst>
          </p:cNvPr>
          <p:cNvGraphicFramePr>
            <a:graphicFrameLocks noGrp="1"/>
          </p:cNvGraphicFramePr>
          <p:nvPr/>
        </p:nvGraphicFramePr>
        <p:xfrm>
          <a:off x="8027988" y="4365625"/>
          <a:ext cx="936625" cy="969963"/>
        </p:xfrm>
        <a:graphic>
          <a:graphicData uri="http://schemas.openxmlformats.org/drawingml/2006/table">
            <a:tbl>
              <a:tblPr/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3273" name="Group 393">
            <a:extLst>
              <a:ext uri="{FF2B5EF4-FFF2-40B4-BE49-F238E27FC236}">
                <a16:creationId xmlns:a16="http://schemas.microsoft.com/office/drawing/2014/main" id="{32785C51-9246-B95D-F6FE-016C60734FFB}"/>
              </a:ext>
            </a:extLst>
          </p:cNvPr>
          <p:cNvGraphicFramePr>
            <a:graphicFrameLocks noGrp="1"/>
          </p:cNvGraphicFramePr>
          <p:nvPr/>
        </p:nvGraphicFramePr>
        <p:xfrm>
          <a:off x="323850" y="5734050"/>
          <a:ext cx="936625" cy="968375"/>
        </p:xfrm>
        <a:graphic>
          <a:graphicData uri="http://schemas.openxmlformats.org/drawingml/2006/table">
            <a:tbl>
              <a:tblPr/>
              <a:tblGrid>
                <a:gridCol w="31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3291" name="Group 411">
            <a:extLst>
              <a:ext uri="{FF2B5EF4-FFF2-40B4-BE49-F238E27FC236}">
                <a16:creationId xmlns:a16="http://schemas.microsoft.com/office/drawing/2014/main" id="{A221D927-B756-7C06-2EEB-A4267DC64C32}"/>
              </a:ext>
            </a:extLst>
          </p:cNvPr>
          <p:cNvGraphicFramePr>
            <a:graphicFrameLocks noGrp="1"/>
          </p:cNvGraphicFramePr>
          <p:nvPr/>
        </p:nvGraphicFramePr>
        <p:xfrm>
          <a:off x="1331913" y="5734050"/>
          <a:ext cx="936625" cy="969963"/>
        </p:xfrm>
        <a:graphic>
          <a:graphicData uri="http://schemas.openxmlformats.org/drawingml/2006/table">
            <a:tbl>
              <a:tblPr/>
              <a:tblGrid>
                <a:gridCol w="31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3309" name="Group 429">
            <a:extLst>
              <a:ext uri="{FF2B5EF4-FFF2-40B4-BE49-F238E27FC236}">
                <a16:creationId xmlns:a16="http://schemas.microsoft.com/office/drawing/2014/main" id="{768A9F21-490B-C445-F8BB-E234F1FD6366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5734050"/>
          <a:ext cx="936625" cy="969963"/>
        </p:xfrm>
        <a:graphic>
          <a:graphicData uri="http://schemas.openxmlformats.org/drawingml/2006/table">
            <a:tbl>
              <a:tblPr/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3327" name="Group 447">
            <a:extLst>
              <a:ext uri="{FF2B5EF4-FFF2-40B4-BE49-F238E27FC236}">
                <a16:creationId xmlns:a16="http://schemas.microsoft.com/office/drawing/2014/main" id="{F756D02C-9220-0C2F-BA44-CA55C2A95A4E}"/>
              </a:ext>
            </a:extLst>
          </p:cNvPr>
          <p:cNvGraphicFramePr>
            <a:graphicFrameLocks noGrp="1"/>
          </p:cNvGraphicFramePr>
          <p:nvPr/>
        </p:nvGraphicFramePr>
        <p:xfrm>
          <a:off x="5795963" y="5734050"/>
          <a:ext cx="936625" cy="968375"/>
        </p:xfrm>
        <a:graphic>
          <a:graphicData uri="http://schemas.openxmlformats.org/drawingml/2006/table">
            <a:tbl>
              <a:tblPr/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3345" name="Group 465">
            <a:extLst>
              <a:ext uri="{FF2B5EF4-FFF2-40B4-BE49-F238E27FC236}">
                <a16:creationId xmlns:a16="http://schemas.microsoft.com/office/drawing/2014/main" id="{ABD60B19-E380-7A83-3DA3-74D731B0F33F}"/>
              </a:ext>
            </a:extLst>
          </p:cNvPr>
          <p:cNvGraphicFramePr>
            <a:graphicFrameLocks noGrp="1"/>
          </p:cNvGraphicFramePr>
          <p:nvPr/>
        </p:nvGraphicFramePr>
        <p:xfrm>
          <a:off x="2555875" y="5734050"/>
          <a:ext cx="936625" cy="969963"/>
        </p:xfrm>
        <a:graphic>
          <a:graphicData uri="http://schemas.openxmlformats.org/drawingml/2006/table">
            <a:tbl>
              <a:tblPr/>
              <a:tblGrid>
                <a:gridCol w="31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3363" name="Group 483">
            <a:extLst>
              <a:ext uri="{FF2B5EF4-FFF2-40B4-BE49-F238E27FC236}">
                <a16:creationId xmlns:a16="http://schemas.microsoft.com/office/drawing/2014/main" id="{DEA1A8A0-E2F6-660B-CA19-D3824D1F022E}"/>
              </a:ext>
            </a:extLst>
          </p:cNvPr>
          <p:cNvGraphicFramePr>
            <a:graphicFrameLocks noGrp="1"/>
          </p:cNvGraphicFramePr>
          <p:nvPr/>
        </p:nvGraphicFramePr>
        <p:xfrm>
          <a:off x="3563938" y="5734050"/>
          <a:ext cx="936625" cy="968375"/>
        </p:xfrm>
        <a:graphic>
          <a:graphicData uri="http://schemas.openxmlformats.org/drawingml/2006/table">
            <a:tbl>
              <a:tblPr/>
              <a:tblGrid>
                <a:gridCol w="31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3381" name="Line 501">
            <a:extLst>
              <a:ext uri="{FF2B5EF4-FFF2-40B4-BE49-F238E27FC236}">
                <a16:creationId xmlns:a16="http://schemas.microsoft.com/office/drawing/2014/main" id="{4AC0B872-8E77-C6A6-7E62-D1377070AA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5650" y="2636838"/>
            <a:ext cx="720725" cy="360362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382" name="Line 502">
            <a:extLst>
              <a:ext uri="{FF2B5EF4-FFF2-40B4-BE49-F238E27FC236}">
                <a16:creationId xmlns:a16="http://schemas.microsoft.com/office/drawing/2014/main" id="{B6CF5A48-9733-ACE1-107C-2AFB77764D5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2275" y="2636838"/>
            <a:ext cx="287338" cy="360362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383" name="Line 503">
            <a:extLst>
              <a:ext uri="{FF2B5EF4-FFF2-40B4-BE49-F238E27FC236}">
                <a16:creationId xmlns:a16="http://schemas.microsoft.com/office/drawing/2014/main" id="{3D8AE1DE-6CA2-B015-E513-8B8B10C767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32138" y="2636838"/>
            <a:ext cx="360362" cy="360362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384" name="Line 504">
            <a:extLst>
              <a:ext uri="{FF2B5EF4-FFF2-40B4-BE49-F238E27FC236}">
                <a16:creationId xmlns:a16="http://schemas.microsoft.com/office/drawing/2014/main" id="{7B2BB0F3-FB82-C612-08CD-5B8A8C6BAB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3938" y="2636838"/>
            <a:ext cx="576262" cy="360362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385" name="Line 505">
            <a:extLst>
              <a:ext uri="{FF2B5EF4-FFF2-40B4-BE49-F238E27FC236}">
                <a16:creationId xmlns:a16="http://schemas.microsoft.com/office/drawing/2014/main" id="{2CA38454-48D0-E0CA-9D5E-ED28569583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19700" y="2636838"/>
            <a:ext cx="433388" cy="360362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386" name="Line 506">
            <a:extLst>
              <a:ext uri="{FF2B5EF4-FFF2-40B4-BE49-F238E27FC236}">
                <a16:creationId xmlns:a16="http://schemas.microsoft.com/office/drawing/2014/main" id="{ADD4FB93-F483-F504-E7F2-E58CAE821262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7550" y="2636838"/>
            <a:ext cx="430213" cy="360362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387" name="Line 507">
            <a:extLst>
              <a:ext uri="{FF2B5EF4-FFF2-40B4-BE49-F238E27FC236}">
                <a16:creationId xmlns:a16="http://schemas.microsoft.com/office/drawing/2014/main" id="{343FC2FF-7BC5-8E72-FFD2-5D37852DEB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51725" y="2636838"/>
            <a:ext cx="73025" cy="360362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388" name="Line 508">
            <a:extLst>
              <a:ext uri="{FF2B5EF4-FFF2-40B4-BE49-F238E27FC236}">
                <a16:creationId xmlns:a16="http://schemas.microsoft.com/office/drawing/2014/main" id="{3715AD18-5338-9810-4B04-F635ADCC7E64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9213" y="2636838"/>
            <a:ext cx="719137" cy="360362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389" name="Line 509">
            <a:extLst>
              <a:ext uri="{FF2B5EF4-FFF2-40B4-BE49-F238E27FC236}">
                <a16:creationId xmlns:a16="http://schemas.microsoft.com/office/drawing/2014/main" id="{0C411D81-C30F-AA4A-8A62-A9BEE1F3A1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0113" y="4005263"/>
            <a:ext cx="0" cy="360362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390" name="Line 510">
            <a:extLst>
              <a:ext uri="{FF2B5EF4-FFF2-40B4-BE49-F238E27FC236}">
                <a16:creationId xmlns:a16="http://schemas.microsoft.com/office/drawing/2014/main" id="{0018896F-E220-3AD3-C054-F8E408276B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5650" y="5373688"/>
            <a:ext cx="71438" cy="360362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391" name="Line 511">
            <a:extLst>
              <a:ext uri="{FF2B5EF4-FFF2-40B4-BE49-F238E27FC236}">
                <a16:creationId xmlns:a16="http://schemas.microsoft.com/office/drawing/2014/main" id="{229006CF-CAB0-FB2F-EDBD-9D673BAACA44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5373688"/>
            <a:ext cx="647700" cy="360362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392" name="Line 512">
            <a:extLst>
              <a:ext uri="{FF2B5EF4-FFF2-40B4-BE49-F238E27FC236}">
                <a16:creationId xmlns:a16="http://schemas.microsoft.com/office/drawing/2014/main" id="{C9D6E970-9FA3-87DD-AE17-20A3180C0E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8175" y="5300663"/>
            <a:ext cx="1008063" cy="433387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393" name="Line 513">
            <a:extLst>
              <a:ext uri="{FF2B5EF4-FFF2-40B4-BE49-F238E27FC236}">
                <a16:creationId xmlns:a16="http://schemas.microsoft.com/office/drawing/2014/main" id="{21388A34-A419-CCFF-7C40-62BFC6E54BA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5300663"/>
            <a:ext cx="2087562" cy="433387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394" name="Line 514">
            <a:extLst>
              <a:ext uri="{FF2B5EF4-FFF2-40B4-BE49-F238E27FC236}">
                <a16:creationId xmlns:a16="http://schemas.microsoft.com/office/drawing/2014/main" id="{2F0A2BCF-FFC0-CE8B-145C-8C0442542FF6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8038" y="5373688"/>
            <a:ext cx="1871662" cy="360362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395" name="Line 515">
            <a:extLst>
              <a:ext uri="{FF2B5EF4-FFF2-40B4-BE49-F238E27FC236}">
                <a16:creationId xmlns:a16="http://schemas.microsoft.com/office/drawing/2014/main" id="{758A8D14-24E3-79D0-FA06-E21AB87A57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08175" y="4005263"/>
            <a:ext cx="0" cy="360362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396" name="Line 516">
            <a:extLst>
              <a:ext uri="{FF2B5EF4-FFF2-40B4-BE49-F238E27FC236}">
                <a16:creationId xmlns:a16="http://schemas.microsoft.com/office/drawing/2014/main" id="{5659F973-79B8-BD86-F6C0-A758C87B63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40200" y="4005263"/>
            <a:ext cx="0" cy="360362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397" name="Line 517">
            <a:extLst>
              <a:ext uri="{FF2B5EF4-FFF2-40B4-BE49-F238E27FC236}">
                <a16:creationId xmlns:a16="http://schemas.microsoft.com/office/drawing/2014/main" id="{8AF75641-73A9-EBEF-3D21-9E6BEAD19F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32138" y="4005263"/>
            <a:ext cx="0" cy="360362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398" name="Line 518">
            <a:extLst>
              <a:ext uri="{FF2B5EF4-FFF2-40B4-BE49-F238E27FC236}">
                <a16:creationId xmlns:a16="http://schemas.microsoft.com/office/drawing/2014/main" id="{B188847A-0BD7-6A9F-70AB-9702314956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19700" y="4005263"/>
            <a:ext cx="0" cy="360362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399" name="Line 519">
            <a:extLst>
              <a:ext uri="{FF2B5EF4-FFF2-40B4-BE49-F238E27FC236}">
                <a16:creationId xmlns:a16="http://schemas.microsoft.com/office/drawing/2014/main" id="{D07849B6-0F9B-5780-3D18-7FAAC35F65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27763" y="4005263"/>
            <a:ext cx="0" cy="360362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400" name="Line 520">
            <a:extLst>
              <a:ext uri="{FF2B5EF4-FFF2-40B4-BE49-F238E27FC236}">
                <a16:creationId xmlns:a16="http://schemas.microsoft.com/office/drawing/2014/main" id="{C92B0A49-8AD7-5454-BE8F-CE0B7D6786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51725" y="4005263"/>
            <a:ext cx="0" cy="360362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401" name="Line 521">
            <a:extLst>
              <a:ext uri="{FF2B5EF4-FFF2-40B4-BE49-F238E27FC236}">
                <a16:creationId xmlns:a16="http://schemas.microsoft.com/office/drawing/2014/main" id="{6AA563BA-8CA9-BB0E-F5BE-31F693C94F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59788" y="4005263"/>
            <a:ext cx="0" cy="360362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402" name="Line 522">
            <a:extLst>
              <a:ext uri="{FF2B5EF4-FFF2-40B4-BE49-F238E27FC236}">
                <a16:creationId xmlns:a16="http://schemas.microsoft.com/office/drawing/2014/main" id="{18995E32-E0F2-10F7-C972-C535FE3821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9475" y="5373688"/>
            <a:ext cx="2808288" cy="360362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403" name="AutoShape 523">
            <a:extLst>
              <a:ext uri="{FF2B5EF4-FFF2-40B4-BE49-F238E27FC236}">
                <a16:creationId xmlns:a16="http://schemas.microsoft.com/office/drawing/2014/main" id="{20B30FA0-3CAE-C207-788E-B12A23538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2636838"/>
            <a:ext cx="287337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23404" name="AutoShape 524">
            <a:extLst>
              <a:ext uri="{FF2B5EF4-FFF2-40B4-BE49-F238E27FC236}">
                <a16:creationId xmlns:a16="http://schemas.microsoft.com/office/drawing/2014/main" id="{C5C9F495-706A-67E4-A61B-622C0896E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36838"/>
            <a:ext cx="288925" cy="287337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23405" name="AutoShape 525">
            <a:extLst>
              <a:ext uri="{FF2B5EF4-FFF2-40B4-BE49-F238E27FC236}">
                <a16:creationId xmlns:a16="http://schemas.microsoft.com/office/drawing/2014/main" id="{2F3B9C4C-233C-5F3C-47A9-BA0EF60B9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2708275"/>
            <a:ext cx="287337" cy="215900"/>
          </a:xfrm>
          <a:prstGeom prst="leftArrow">
            <a:avLst>
              <a:gd name="adj1" fmla="val 50000"/>
              <a:gd name="adj2" fmla="val 3327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23406" name="AutoShape 526">
            <a:extLst>
              <a:ext uri="{FF2B5EF4-FFF2-40B4-BE49-F238E27FC236}">
                <a16:creationId xmlns:a16="http://schemas.microsoft.com/office/drawing/2014/main" id="{BE3AFCAB-51FF-DEBD-8851-22CC070CA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2708275"/>
            <a:ext cx="503238" cy="215900"/>
          </a:xfrm>
          <a:prstGeom prst="rightArrow">
            <a:avLst>
              <a:gd name="adj1" fmla="val 50000"/>
              <a:gd name="adj2" fmla="val 5827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61968" name="Text Box 527">
            <a:extLst>
              <a:ext uri="{FF2B5EF4-FFF2-40B4-BE49-F238E27FC236}">
                <a16:creationId xmlns:a16="http://schemas.microsoft.com/office/drawing/2014/main" id="{70811AF6-03EC-2DC8-8800-A0E568F1E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13" y="479425"/>
            <a:ext cx="30972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i="0" dirty="0">
                <a:latin typeface="SimSun" panose="02010600030101010101" pitchFamily="2" charset="-122"/>
                <a:ea typeface="SimSun" panose="02010600030101010101" pitchFamily="2" charset="-122"/>
              </a:rPr>
              <a:t>先生成的节点在左</a:t>
            </a:r>
          </a:p>
        </p:txBody>
      </p:sp>
      <p:sp>
        <p:nvSpPr>
          <p:cNvPr id="123408" name="AutoShape 528">
            <a:extLst>
              <a:ext uri="{FF2B5EF4-FFF2-40B4-BE49-F238E27FC236}">
                <a16:creationId xmlns:a16="http://schemas.microsoft.com/office/drawing/2014/main" id="{466C0D73-A798-8C4B-CB13-ED4B78055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2708275"/>
            <a:ext cx="360363" cy="215900"/>
          </a:xfrm>
          <a:prstGeom prst="left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23409" name="AutoShape 529">
            <a:extLst>
              <a:ext uri="{FF2B5EF4-FFF2-40B4-BE49-F238E27FC236}">
                <a16:creationId xmlns:a16="http://schemas.microsoft.com/office/drawing/2014/main" id="{90D419C2-38EF-C64F-397E-8E39A0C82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2708275"/>
            <a:ext cx="504825" cy="215900"/>
          </a:xfrm>
          <a:prstGeom prst="rightArrow">
            <a:avLst>
              <a:gd name="adj1" fmla="val 50000"/>
              <a:gd name="adj2" fmla="val 5845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23410" name="AutoShape 530">
            <a:extLst>
              <a:ext uri="{FF2B5EF4-FFF2-40B4-BE49-F238E27FC236}">
                <a16:creationId xmlns:a16="http://schemas.microsoft.com/office/drawing/2014/main" id="{B042C676-25A9-F88B-09D0-6224EEDFA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2636838"/>
            <a:ext cx="288925" cy="360362"/>
          </a:xfrm>
          <a:prstGeom prst="upArrow">
            <a:avLst>
              <a:gd name="adj1" fmla="val 50000"/>
              <a:gd name="adj2" fmla="val 3118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23411" name="AutoShape 531">
            <a:extLst>
              <a:ext uri="{FF2B5EF4-FFF2-40B4-BE49-F238E27FC236}">
                <a16:creationId xmlns:a16="http://schemas.microsoft.com/office/drawing/2014/main" id="{FC8DFFD6-2CEB-C591-C47A-4897A4B6C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3888" y="2565400"/>
            <a:ext cx="288925" cy="358775"/>
          </a:xfrm>
          <a:prstGeom prst="downArrow">
            <a:avLst>
              <a:gd name="adj1" fmla="val 50000"/>
              <a:gd name="adj2" fmla="val 3104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23412" name="AutoShape 532">
            <a:extLst>
              <a:ext uri="{FF2B5EF4-FFF2-40B4-BE49-F238E27FC236}">
                <a16:creationId xmlns:a16="http://schemas.microsoft.com/office/drawing/2014/main" id="{D987C5C1-10C2-1829-E962-C00EE4E7F8CC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684213" y="4076700"/>
            <a:ext cx="431800" cy="2159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23413" name="AutoShape 533">
            <a:extLst>
              <a:ext uri="{FF2B5EF4-FFF2-40B4-BE49-F238E27FC236}">
                <a16:creationId xmlns:a16="http://schemas.microsoft.com/office/drawing/2014/main" id="{B0BA369C-3554-EB70-8A6C-BF77F859079A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692275" y="4076700"/>
            <a:ext cx="360363" cy="215900"/>
          </a:xfrm>
          <a:prstGeom prst="left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23414" name="AutoShape 534">
            <a:extLst>
              <a:ext uri="{FF2B5EF4-FFF2-40B4-BE49-F238E27FC236}">
                <a16:creationId xmlns:a16="http://schemas.microsoft.com/office/drawing/2014/main" id="{5A66ACF5-C20E-A608-0212-6CC567CA683E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203575" y="4005263"/>
            <a:ext cx="215900" cy="358775"/>
          </a:xfrm>
          <a:prstGeom prst="upArrow">
            <a:avLst>
              <a:gd name="adj1" fmla="val 50000"/>
              <a:gd name="adj2" fmla="val 4154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23415" name="AutoShape 535">
            <a:extLst>
              <a:ext uri="{FF2B5EF4-FFF2-40B4-BE49-F238E27FC236}">
                <a16:creationId xmlns:a16="http://schemas.microsoft.com/office/drawing/2014/main" id="{98415FB8-7310-A2F0-4897-BB5E78FF3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4005263"/>
            <a:ext cx="287337" cy="360362"/>
          </a:xfrm>
          <a:prstGeom prst="downArrow">
            <a:avLst>
              <a:gd name="adj1" fmla="val 50000"/>
              <a:gd name="adj2" fmla="val 3135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23416" name="AutoShape 536">
            <a:extLst>
              <a:ext uri="{FF2B5EF4-FFF2-40B4-BE49-F238E27FC236}">
                <a16:creationId xmlns:a16="http://schemas.microsoft.com/office/drawing/2014/main" id="{427D8257-72D4-CD72-4761-34F76D31B9D1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364163" y="4005263"/>
            <a:ext cx="215900" cy="360362"/>
          </a:xfrm>
          <a:prstGeom prst="down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23417" name="AutoShape 537">
            <a:extLst>
              <a:ext uri="{FF2B5EF4-FFF2-40B4-BE49-F238E27FC236}">
                <a16:creationId xmlns:a16="http://schemas.microsoft.com/office/drawing/2014/main" id="{A0D5FA14-8922-8B42-0B5B-C142F0C42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4005263"/>
            <a:ext cx="287337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23418" name="AutoShape 538">
            <a:extLst>
              <a:ext uri="{FF2B5EF4-FFF2-40B4-BE49-F238E27FC236}">
                <a16:creationId xmlns:a16="http://schemas.microsoft.com/office/drawing/2014/main" id="{380D8018-0BDD-81D0-B7F7-7D1DE8F1F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850" y="4005263"/>
            <a:ext cx="431800" cy="288925"/>
          </a:xfrm>
          <a:prstGeom prst="leftArrow">
            <a:avLst>
              <a:gd name="adj1" fmla="val 50000"/>
              <a:gd name="adj2" fmla="val 3736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23419" name="AutoShape 539">
            <a:extLst>
              <a:ext uri="{FF2B5EF4-FFF2-40B4-BE49-F238E27FC236}">
                <a16:creationId xmlns:a16="http://schemas.microsoft.com/office/drawing/2014/main" id="{9A7B4964-82FE-CD6D-6B47-5D800037A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788" y="4076700"/>
            <a:ext cx="360362" cy="215900"/>
          </a:xfrm>
          <a:prstGeom prst="left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23420" name="AutoShape 540">
            <a:extLst>
              <a:ext uri="{FF2B5EF4-FFF2-40B4-BE49-F238E27FC236}">
                <a16:creationId xmlns:a16="http://schemas.microsoft.com/office/drawing/2014/main" id="{F1280A39-C953-5414-A38A-C298CB4FC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445125"/>
            <a:ext cx="287337" cy="215900"/>
          </a:xfrm>
          <a:prstGeom prst="rightArrow">
            <a:avLst>
              <a:gd name="adj1" fmla="val 50000"/>
              <a:gd name="adj2" fmla="val 3327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23421" name="AutoShape 541">
            <a:extLst>
              <a:ext uri="{FF2B5EF4-FFF2-40B4-BE49-F238E27FC236}">
                <a16:creationId xmlns:a16="http://schemas.microsoft.com/office/drawing/2014/main" id="{D29325DD-3795-E753-9EC9-A58016D44ABF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258888" y="5373688"/>
            <a:ext cx="28892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23422" name="AutoShape 542">
            <a:extLst>
              <a:ext uri="{FF2B5EF4-FFF2-40B4-BE49-F238E27FC236}">
                <a16:creationId xmlns:a16="http://schemas.microsoft.com/office/drawing/2014/main" id="{120768E8-1C0C-20A0-60C4-33928695B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5445125"/>
            <a:ext cx="215900" cy="287338"/>
          </a:xfrm>
          <a:prstGeom prst="upArrow">
            <a:avLst>
              <a:gd name="adj1" fmla="val 50000"/>
              <a:gd name="adj2" fmla="val 3327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23423" name="AutoShape 543">
            <a:extLst>
              <a:ext uri="{FF2B5EF4-FFF2-40B4-BE49-F238E27FC236}">
                <a16:creationId xmlns:a16="http://schemas.microsoft.com/office/drawing/2014/main" id="{7DCE507D-38AA-7FE8-0DA4-5D6A0A368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5445125"/>
            <a:ext cx="649287" cy="215900"/>
          </a:xfrm>
          <a:prstGeom prst="rightArrow">
            <a:avLst>
              <a:gd name="adj1" fmla="val 50000"/>
              <a:gd name="adj2" fmla="val 7518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23424" name="AutoShape 544">
            <a:extLst>
              <a:ext uri="{FF2B5EF4-FFF2-40B4-BE49-F238E27FC236}">
                <a16:creationId xmlns:a16="http://schemas.microsoft.com/office/drawing/2014/main" id="{BC292426-B960-5252-0D77-DD5ADF8A6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5445125"/>
            <a:ext cx="360362" cy="288925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23425" name="AutoShape 545">
            <a:extLst>
              <a:ext uri="{FF2B5EF4-FFF2-40B4-BE49-F238E27FC236}">
                <a16:creationId xmlns:a16="http://schemas.microsoft.com/office/drawing/2014/main" id="{0CC3B08C-53B4-0DB6-5384-D6558398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5516563"/>
            <a:ext cx="576263" cy="217487"/>
          </a:xfrm>
          <a:prstGeom prst="rightArrow">
            <a:avLst>
              <a:gd name="adj1" fmla="val 50000"/>
              <a:gd name="adj2" fmla="val 6624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23426" name="Text Box 546">
            <a:extLst>
              <a:ext uri="{FF2B5EF4-FFF2-40B4-BE49-F238E27FC236}">
                <a16:creationId xmlns:a16="http://schemas.microsoft.com/office/drawing/2014/main" id="{C7160D68-3CBF-AEF6-4A1E-AD1A690376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5734050"/>
            <a:ext cx="10795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i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目标节点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22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2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2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2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22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2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2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2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2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22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2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29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29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29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22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23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23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23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23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22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23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23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23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23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123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23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23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23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23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12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23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23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23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23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8" dur="500"/>
                                        <p:tgtEl>
                                          <p:spTgt spid="123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123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123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123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123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5" dur="500"/>
                                        <p:tgtEl>
                                          <p:spTgt spid="12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123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123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123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123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2" dur="500"/>
                                        <p:tgtEl>
                                          <p:spTgt spid="123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123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123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123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123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9" dur="500"/>
                                        <p:tgtEl>
                                          <p:spTgt spid="123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123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123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123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123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6" dur="500"/>
                                        <p:tgtEl>
                                          <p:spTgt spid="123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123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123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123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123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 nodeType="clickPar">
                      <p:stCondLst>
                        <p:cond delay="indefinite"/>
                      </p:stCondLst>
                      <p:childTnLst>
                        <p:par>
                          <p:cTn id="2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3" dur="500"/>
                                        <p:tgtEl>
                                          <p:spTgt spid="12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 nodeType="clickPar">
                      <p:stCondLst>
                        <p:cond delay="indefinite"/>
                      </p:stCondLst>
                      <p:childTnLst>
                        <p:par>
                          <p:cTn id="2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123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123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 nodeType="clickPar">
                      <p:stCondLst>
                        <p:cond delay="indefinite"/>
                      </p:stCondLst>
                      <p:childTnLst>
                        <p:par>
                          <p:cTn id="2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123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123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 nodeType="clickPar">
                      <p:stCondLst>
                        <p:cond delay="indefinite"/>
                      </p:stCondLst>
                      <p:childTnLst>
                        <p:par>
                          <p:cTn id="2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0" dur="500"/>
                                        <p:tgtEl>
                                          <p:spTgt spid="123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 nodeType="clickPar">
                      <p:stCondLst>
                        <p:cond delay="indefinite"/>
                      </p:stCondLst>
                      <p:childTnLst>
                        <p:par>
                          <p:cTn id="2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5" dur="500" fill="hold"/>
                                        <p:tgtEl>
                                          <p:spTgt spid="123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6" dur="500" fill="hold"/>
                                        <p:tgtEl>
                                          <p:spTgt spid="123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 nodeType="clickPar">
                      <p:stCondLst>
                        <p:cond delay="indefinite"/>
                      </p:stCondLst>
                      <p:childTnLst>
                        <p:par>
                          <p:cTn id="2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123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123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 nodeType="clickPar">
                      <p:stCondLst>
                        <p:cond delay="indefinite"/>
                      </p:stCondLst>
                      <p:childTnLst>
                        <p:par>
                          <p:cTn id="2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7" dur="500"/>
                                        <p:tgtEl>
                                          <p:spTgt spid="123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 nodeType="clickPar">
                      <p:stCondLst>
                        <p:cond delay="indefinite"/>
                      </p:stCondLst>
                      <p:childTnLst>
                        <p:par>
                          <p:cTn id="2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123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123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 nodeType="clickPar">
                      <p:stCondLst>
                        <p:cond delay="indefinite"/>
                      </p:stCondLst>
                      <p:childTnLst>
                        <p:par>
                          <p:cTn id="2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123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9" dur="500" fill="hold"/>
                                        <p:tgtEl>
                                          <p:spTgt spid="123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 nodeType="clickPar">
                      <p:stCondLst>
                        <p:cond delay="indefinite"/>
                      </p:stCondLst>
                      <p:childTnLst>
                        <p:par>
                          <p:cTn id="2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4" dur="500"/>
                                        <p:tgtEl>
                                          <p:spTgt spid="123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 nodeType="clickPar">
                      <p:stCondLst>
                        <p:cond delay="indefinite"/>
                      </p:stCondLst>
                      <p:childTnLst>
                        <p:par>
                          <p:cTn id="2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9" dur="500" fill="hold"/>
                                        <p:tgtEl>
                                          <p:spTgt spid="123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0" dur="500" fill="hold"/>
                                        <p:tgtEl>
                                          <p:spTgt spid="123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 nodeType="clickPar">
                      <p:stCondLst>
                        <p:cond delay="indefinite"/>
                      </p:stCondLst>
                      <p:childTnLst>
                        <p:par>
                          <p:cTn id="2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5" dur="500" fill="hold"/>
                                        <p:tgtEl>
                                          <p:spTgt spid="123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6" dur="500" fill="hold"/>
                                        <p:tgtEl>
                                          <p:spTgt spid="123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 nodeType="clickPar">
                      <p:stCondLst>
                        <p:cond delay="indefinite"/>
                      </p:stCondLst>
                      <p:childTnLst>
                        <p:par>
                          <p:cTn id="2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1" dur="500"/>
                                        <p:tgtEl>
                                          <p:spTgt spid="123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 nodeType="clickPar">
                      <p:stCondLst>
                        <p:cond delay="indefinite"/>
                      </p:stCondLst>
                      <p:childTnLst>
                        <p:par>
                          <p:cTn id="2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6" dur="500" fill="hold"/>
                                        <p:tgtEl>
                                          <p:spTgt spid="123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7" dur="500" fill="hold"/>
                                        <p:tgtEl>
                                          <p:spTgt spid="123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 nodeType="clickPar">
                      <p:stCondLst>
                        <p:cond delay="indefinite"/>
                      </p:stCondLst>
                      <p:childTnLst>
                        <p:par>
                          <p:cTn id="2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2" dur="500" fill="hold"/>
                                        <p:tgtEl>
                                          <p:spTgt spid="123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3" dur="500" fill="hold"/>
                                        <p:tgtEl>
                                          <p:spTgt spid="123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 nodeType="clickPar">
                      <p:stCondLst>
                        <p:cond delay="indefinite"/>
                      </p:stCondLst>
                      <p:childTnLst>
                        <p:par>
                          <p:cTn id="3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8" dur="500"/>
                                        <p:tgtEl>
                                          <p:spTgt spid="123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 nodeType="clickPar">
                      <p:stCondLst>
                        <p:cond delay="indefinite"/>
                      </p:stCondLst>
                      <p:childTnLst>
                        <p:par>
                          <p:cTn id="3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3" dur="500" fill="hold"/>
                                        <p:tgtEl>
                                          <p:spTgt spid="123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4" dur="500" fill="hold"/>
                                        <p:tgtEl>
                                          <p:spTgt spid="123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 nodeType="clickPar">
                      <p:stCondLst>
                        <p:cond delay="indefinite"/>
                      </p:stCondLst>
                      <p:childTnLst>
                        <p:par>
                          <p:cTn id="3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9" dur="500" fill="hold"/>
                                        <p:tgtEl>
                                          <p:spTgt spid="123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0" dur="500" fill="hold"/>
                                        <p:tgtEl>
                                          <p:spTgt spid="123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 nodeType="clickPar">
                      <p:stCondLst>
                        <p:cond delay="indefinite"/>
                      </p:stCondLst>
                      <p:childTnLst>
                        <p:par>
                          <p:cTn id="3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5" dur="500"/>
                                        <p:tgtEl>
                                          <p:spTgt spid="123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 nodeType="clickPar">
                      <p:stCondLst>
                        <p:cond delay="indefinite"/>
                      </p:stCondLst>
                      <p:childTnLst>
                        <p:par>
                          <p:cTn id="3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0" dur="500" fill="hold"/>
                                        <p:tgtEl>
                                          <p:spTgt spid="123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1" dur="500" fill="hold"/>
                                        <p:tgtEl>
                                          <p:spTgt spid="123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 nodeType="clickPar">
                      <p:stCondLst>
                        <p:cond delay="indefinite"/>
                      </p:stCondLst>
                      <p:childTnLst>
                        <p:par>
                          <p:cTn id="3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6" dur="500" fill="hold"/>
                                        <p:tgtEl>
                                          <p:spTgt spid="123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7" dur="500" fill="hold"/>
                                        <p:tgtEl>
                                          <p:spTgt spid="123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 nodeType="clickPar">
                      <p:stCondLst>
                        <p:cond delay="indefinite"/>
                      </p:stCondLst>
                      <p:childTnLst>
                        <p:par>
                          <p:cTn id="3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2" dur="500"/>
                                        <p:tgtEl>
                                          <p:spTgt spid="12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 nodeType="clickPar">
                      <p:stCondLst>
                        <p:cond delay="indefinite"/>
                      </p:stCondLst>
                      <p:childTnLst>
                        <p:par>
                          <p:cTn id="3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7" dur="500" fill="hold"/>
                                        <p:tgtEl>
                                          <p:spTgt spid="123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8" dur="500" fill="hold"/>
                                        <p:tgtEl>
                                          <p:spTgt spid="123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 nodeType="clickPar">
                      <p:stCondLst>
                        <p:cond delay="indefinite"/>
                      </p:stCondLst>
                      <p:childTnLst>
                        <p:par>
                          <p:cTn id="3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3" dur="500" fill="hold"/>
                                        <p:tgtEl>
                                          <p:spTgt spid="123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4" dur="500" fill="hold"/>
                                        <p:tgtEl>
                                          <p:spTgt spid="123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 nodeType="clickPar">
                      <p:stCondLst>
                        <p:cond delay="indefinite"/>
                      </p:stCondLst>
                      <p:childTnLst>
                        <p:par>
                          <p:cTn id="3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9" dur="500"/>
                                        <p:tgtEl>
                                          <p:spTgt spid="123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 nodeType="clickPar">
                      <p:stCondLst>
                        <p:cond delay="indefinite"/>
                      </p:stCondLst>
                      <p:childTnLst>
                        <p:par>
                          <p:cTn id="3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4" dur="500" fill="hold"/>
                                        <p:tgtEl>
                                          <p:spTgt spid="123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5" dur="500" fill="hold"/>
                                        <p:tgtEl>
                                          <p:spTgt spid="123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 nodeType="clickPar">
                      <p:stCondLst>
                        <p:cond delay="indefinite"/>
                      </p:stCondLst>
                      <p:childTnLst>
                        <p:par>
                          <p:cTn id="3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0" dur="500" fill="hold"/>
                                        <p:tgtEl>
                                          <p:spTgt spid="123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1" dur="500" fill="hold"/>
                                        <p:tgtEl>
                                          <p:spTgt spid="123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 nodeType="clickPar">
                      <p:stCondLst>
                        <p:cond delay="indefinite"/>
                      </p:stCondLst>
                      <p:childTnLst>
                        <p:par>
                          <p:cTn id="3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6" dur="500"/>
                                        <p:tgtEl>
                                          <p:spTgt spid="123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 nodeType="clickPar">
                      <p:stCondLst>
                        <p:cond delay="indefinite"/>
                      </p:stCondLst>
                      <p:childTnLst>
                        <p:par>
                          <p:cTn id="3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1" dur="500" fill="hold"/>
                                        <p:tgtEl>
                                          <p:spTgt spid="123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2" dur="500" fill="hold"/>
                                        <p:tgtEl>
                                          <p:spTgt spid="123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 nodeType="clickPar">
                      <p:stCondLst>
                        <p:cond delay="indefinite"/>
                      </p:stCondLst>
                      <p:childTnLst>
                        <p:par>
                          <p:cTn id="3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7" dur="500" fill="hold"/>
                                        <p:tgtEl>
                                          <p:spTgt spid="123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8" dur="500" fill="hold"/>
                                        <p:tgtEl>
                                          <p:spTgt spid="123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 nodeType="clickPar">
                      <p:stCondLst>
                        <p:cond delay="indefinite"/>
                      </p:stCondLst>
                      <p:childTnLst>
                        <p:par>
                          <p:cTn id="3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3" dur="500"/>
                                        <p:tgtEl>
                                          <p:spTgt spid="123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 nodeType="clickPar">
                      <p:stCondLst>
                        <p:cond delay="indefinite"/>
                      </p:stCondLst>
                      <p:childTnLst>
                        <p:par>
                          <p:cTn id="3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8" dur="500" fill="hold"/>
                                        <p:tgtEl>
                                          <p:spTgt spid="123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9" dur="500" fill="hold"/>
                                        <p:tgtEl>
                                          <p:spTgt spid="123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fill="hold" nodeType="clickPar">
                      <p:stCondLst>
                        <p:cond delay="indefinite"/>
                      </p:stCondLst>
                      <p:childTnLst>
                        <p:par>
                          <p:cTn id="4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4" dur="500" fill="hold"/>
                                        <p:tgtEl>
                                          <p:spTgt spid="123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5" dur="500" fill="hold"/>
                                        <p:tgtEl>
                                          <p:spTgt spid="123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fill="hold" nodeType="clickPar">
                      <p:stCondLst>
                        <p:cond delay="indefinite"/>
                      </p:stCondLst>
                      <p:childTnLst>
                        <p:par>
                          <p:cTn id="4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0" dur="500"/>
                                        <p:tgtEl>
                                          <p:spTgt spid="123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 nodeType="clickPar">
                      <p:stCondLst>
                        <p:cond delay="indefinite"/>
                      </p:stCondLst>
                      <p:childTnLst>
                        <p:par>
                          <p:cTn id="4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5" dur="500" fill="hold"/>
                                        <p:tgtEl>
                                          <p:spTgt spid="123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6" dur="500" fill="hold"/>
                                        <p:tgtEl>
                                          <p:spTgt spid="123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 nodeType="clickPar">
                      <p:stCondLst>
                        <p:cond delay="indefinite"/>
                      </p:stCondLst>
                      <p:childTnLst>
                        <p:par>
                          <p:cTn id="4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1" dur="500" fill="hold"/>
                                        <p:tgtEl>
                                          <p:spTgt spid="123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2" dur="500" fill="hold"/>
                                        <p:tgtEl>
                                          <p:spTgt spid="123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 nodeType="clickPar">
                      <p:stCondLst>
                        <p:cond delay="indefinite"/>
                      </p:stCondLst>
                      <p:childTnLst>
                        <p:par>
                          <p:cTn id="4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7" dur="500"/>
                                        <p:tgtEl>
                                          <p:spTgt spid="123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8" fill="hold" nodeType="clickPar">
                      <p:stCondLst>
                        <p:cond delay="indefinite"/>
                      </p:stCondLst>
                      <p:childTnLst>
                        <p:par>
                          <p:cTn id="4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2" dur="500" fill="hold"/>
                                        <p:tgtEl>
                                          <p:spTgt spid="123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3" dur="500" fill="hold"/>
                                        <p:tgtEl>
                                          <p:spTgt spid="123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fill="hold" nodeType="clickPar">
                      <p:stCondLst>
                        <p:cond delay="indefinite"/>
                      </p:stCondLst>
                      <p:childTnLst>
                        <p:par>
                          <p:cTn id="4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8" dur="500" fill="hold"/>
                                        <p:tgtEl>
                                          <p:spTgt spid="123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9" dur="500" fill="hold"/>
                                        <p:tgtEl>
                                          <p:spTgt spid="123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0" fill="hold" nodeType="clickPar">
                      <p:stCondLst>
                        <p:cond delay="indefinite"/>
                      </p:stCondLst>
                      <p:childTnLst>
                        <p:par>
                          <p:cTn id="4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4" dur="500"/>
                                        <p:tgtEl>
                                          <p:spTgt spid="12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5" fill="hold" nodeType="clickPar">
                      <p:stCondLst>
                        <p:cond delay="indefinite"/>
                      </p:stCondLst>
                      <p:childTnLst>
                        <p:par>
                          <p:cTn id="4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7" presetID="28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9" dur="15000" fill="hold"/>
                                        <p:tgtEl>
                                          <p:spTgt spid="123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0" dur="15000" fill="hold"/>
                                        <p:tgtEl>
                                          <p:spTgt spid="123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fill="hold" nodeType="clickPar">
                      <p:stCondLst>
                        <p:cond delay="indefinite"/>
                      </p:stCondLst>
                      <p:childTnLst>
                        <p:par>
                          <p:cTn id="4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3" presetID="7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5" dur="5000" fill="hold"/>
                                        <p:tgtEl>
                                          <p:spTgt spid="123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6" dur="5000" fill="hold"/>
                                        <p:tgtEl>
                                          <p:spTgt spid="123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81" grpId="0" animBg="1"/>
      <p:bldP spid="122982" grpId="0" animBg="1"/>
      <p:bldP spid="122983" grpId="0" animBg="1"/>
      <p:bldP spid="122984" grpId="0" animBg="1"/>
      <p:bldP spid="123403" grpId="0" animBg="1"/>
      <p:bldP spid="123404" grpId="0" animBg="1"/>
      <p:bldP spid="123405" grpId="0" animBg="1"/>
      <p:bldP spid="123406" grpId="0" animBg="1"/>
      <p:bldP spid="123408" grpId="0" animBg="1"/>
      <p:bldP spid="123409" grpId="0" animBg="1"/>
      <p:bldP spid="123410" grpId="0" animBg="1"/>
      <p:bldP spid="123411" grpId="0" animBg="1"/>
      <p:bldP spid="123412" grpId="0" animBg="1"/>
      <p:bldP spid="123413" grpId="0" animBg="1"/>
      <p:bldP spid="123414" grpId="0" animBg="1"/>
      <p:bldP spid="123415" grpId="0" animBg="1"/>
      <p:bldP spid="123416" grpId="0" animBg="1"/>
      <p:bldP spid="123417" grpId="0" animBg="1"/>
      <p:bldP spid="123418" grpId="0" animBg="1"/>
      <p:bldP spid="123419" grpId="0" animBg="1"/>
      <p:bldP spid="123420" grpId="0" animBg="1"/>
      <p:bldP spid="123421" grpId="0" animBg="1"/>
      <p:bldP spid="123422" grpId="0" animBg="1"/>
      <p:bldP spid="123423" grpId="0" animBg="1"/>
      <p:bldP spid="123424" grpId="0" animBg="1"/>
      <p:bldP spid="123425" grpId="0" animBg="1"/>
      <p:bldP spid="123426" grpId="0"/>
      <p:bldP spid="123426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日期占位符 1">
            <a:extLst>
              <a:ext uri="{FF2B5EF4-FFF2-40B4-BE49-F238E27FC236}">
                <a16:creationId xmlns:a16="http://schemas.microsoft.com/office/drawing/2014/main" id="{F7EBC7EA-47D0-B333-FAA8-CEB85F145767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3261DE4-B7C3-9842-9732-486E4B94746E}" type="datetime1">
              <a:rPr lang="zh-CN" altLang="en-US" sz="1400" i="0">
                <a:latin typeface="Gulim" panose="020B0600000101010101" pitchFamily="34" charset="-127"/>
                <a:ea typeface="Gulim" panose="020B0600000101010101" pitchFamily="34" charset="-127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2026/3/11</a:t>
            </a:fld>
            <a:endParaRPr lang="en-US" altLang="zh-CN" sz="1400" i="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pic>
        <p:nvPicPr>
          <p:cNvPr id="62467" name="Picture 9" descr="p58-tu3">
            <a:extLst>
              <a:ext uri="{FF2B5EF4-FFF2-40B4-BE49-F238E27FC236}">
                <a16:creationId xmlns:a16="http://schemas.microsoft.com/office/drawing/2014/main" id="{86162DB1-1EA3-DE1C-C52C-4DE880231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"/>
            <a:ext cx="8534400" cy="5981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8" name="Text Box 10">
            <a:extLst>
              <a:ext uri="{FF2B5EF4-FFF2-40B4-BE49-F238E27FC236}">
                <a16:creationId xmlns:a16="http://schemas.microsoft.com/office/drawing/2014/main" id="{C6C3C76B-B4B2-1F28-7A35-C702A20B4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6172200"/>
            <a:ext cx="47244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（先扩展的节点画在左边）</a:t>
            </a:r>
          </a:p>
        </p:txBody>
      </p:sp>
      <p:sp>
        <p:nvSpPr>
          <p:cNvPr id="24587" name="Line 11">
            <a:extLst>
              <a:ext uri="{FF2B5EF4-FFF2-40B4-BE49-F238E27FC236}">
                <a16:creationId xmlns:a16="http://schemas.microsoft.com/office/drawing/2014/main" id="{BDFC15A2-2314-6F4B-8DF3-D47A758EDDD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81400" y="4495800"/>
            <a:ext cx="838200" cy="381000"/>
          </a:xfrm>
          <a:prstGeom prst="line">
            <a:avLst/>
          </a:prstGeom>
          <a:noFill/>
          <a:ln w="38100">
            <a:solidFill>
              <a:srgbClr val="0000FF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8" name="Line 12">
            <a:extLst>
              <a:ext uri="{FF2B5EF4-FFF2-40B4-BE49-F238E27FC236}">
                <a16:creationId xmlns:a16="http://schemas.microsoft.com/office/drawing/2014/main" id="{4749C993-C9C0-FA18-B8BE-F09665CFD91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429000" y="3352800"/>
            <a:ext cx="0" cy="381000"/>
          </a:xfrm>
          <a:prstGeom prst="line">
            <a:avLst/>
          </a:prstGeom>
          <a:noFill/>
          <a:ln w="38100">
            <a:solidFill>
              <a:srgbClr val="0000FF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9" name="Line 13">
            <a:extLst>
              <a:ext uri="{FF2B5EF4-FFF2-40B4-BE49-F238E27FC236}">
                <a16:creationId xmlns:a16="http://schemas.microsoft.com/office/drawing/2014/main" id="{F391FFFC-F8EA-050E-D093-C6FDCD6721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29000" y="2362200"/>
            <a:ext cx="228600" cy="228600"/>
          </a:xfrm>
          <a:prstGeom prst="line">
            <a:avLst/>
          </a:prstGeom>
          <a:noFill/>
          <a:ln w="38100">
            <a:solidFill>
              <a:srgbClr val="0000FF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0" name="Line 14">
            <a:extLst>
              <a:ext uri="{FF2B5EF4-FFF2-40B4-BE49-F238E27FC236}">
                <a16:creationId xmlns:a16="http://schemas.microsoft.com/office/drawing/2014/main" id="{D3B31035-A6E1-314A-12EA-70706404EA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14800" y="1371600"/>
            <a:ext cx="381000" cy="457200"/>
          </a:xfrm>
          <a:prstGeom prst="line">
            <a:avLst/>
          </a:prstGeom>
          <a:noFill/>
          <a:ln w="38100">
            <a:solidFill>
              <a:srgbClr val="0000FF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1" name="Text Box 15">
            <a:extLst>
              <a:ext uri="{FF2B5EF4-FFF2-40B4-BE49-F238E27FC236}">
                <a16:creationId xmlns:a16="http://schemas.microsoft.com/office/drawing/2014/main" id="{592D222E-8DB1-534D-AC4A-8CCC80EE1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495300"/>
            <a:ext cx="338417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zh-CN" altLang="en-US" sz="2800" i="0" dirty="0">
                <a:latin typeface="SimSun" panose="02010600030101010101" pitchFamily="2" charset="-122"/>
                <a:ea typeface="SimSun" panose="02010600030101010101" pitchFamily="2" charset="-122"/>
              </a:rPr>
              <a:t>生成后继节点的顺序</a:t>
            </a:r>
          </a:p>
        </p:txBody>
      </p:sp>
      <p:sp>
        <p:nvSpPr>
          <p:cNvPr id="62474" name="AutoShape 16">
            <a:extLst>
              <a:ext uri="{FF2B5EF4-FFF2-40B4-BE49-F238E27FC236}">
                <a16:creationId xmlns:a16="http://schemas.microsoft.com/office/drawing/2014/main" id="{4260636C-32F5-D6AF-ADE8-E5D2D3014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341438"/>
            <a:ext cx="360363" cy="431800"/>
          </a:xfrm>
          <a:prstGeom prst="downArrow">
            <a:avLst>
              <a:gd name="adj1" fmla="val 50000"/>
              <a:gd name="adj2" fmla="val 2995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3">
            <a:extLst>
              <a:ext uri="{FF2B5EF4-FFF2-40B4-BE49-F238E27FC236}">
                <a16:creationId xmlns:a16="http://schemas.microsoft.com/office/drawing/2014/main" id="{050BE950-9799-477F-145A-B826B832D6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B19026-410F-9847-A737-FF9DA77737D7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390146" name="Rectangle 2">
            <a:extLst>
              <a:ext uri="{FF2B5EF4-FFF2-40B4-BE49-F238E27FC236}">
                <a16:creationId xmlns:a16="http://schemas.microsoft.com/office/drawing/2014/main" id="{3DE12759-E23E-9827-C2B6-74C422FBF8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731838"/>
          </a:xfrm>
        </p:spPr>
        <p:txBody>
          <a:bodyPr/>
          <a:lstStyle/>
          <a:p>
            <a:pPr algn="ctr" eaLnBrk="1" hangingPunct="1"/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广度优先搜索的性能</a:t>
            </a:r>
            <a:endParaRPr lang="en-US" altLang="zh-CN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90147" name="Rectangle 3">
            <a:extLst>
              <a:ext uri="{FF2B5EF4-FFF2-40B4-BE49-F238E27FC236}">
                <a16:creationId xmlns:a16="http://schemas.microsoft.com/office/drawing/2014/main" id="{A2730692-214B-7E30-2486-19F0CF71B7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484313"/>
            <a:ext cx="7772400" cy="482441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种度量来评价广度优先搜索：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完备性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总能找到一个解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最优性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如果每步扩展的消耗相同时，广度优先搜索能找到最优解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指数级的时间消耗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内存消耗是比执行时间消耗更大的问题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(O(b</a:t>
            </a:r>
            <a:r>
              <a:rPr lang="en-US" altLang="zh-CN" sz="240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d+1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</a:p>
        </p:txBody>
      </p:sp>
      <p:sp>
        <p:nvSpPr>
          <p:cNvPr id="63493" name="Text Box 4">
            <a:extLst>
              <a:ext uri="{FF2B5EF4-FFF2-40B4-BE49-F238E27FC236}">
                <a16:creationId xmlns:a16="http://schemas.microsoft.com/office/drawing/2014/main" id="{03DE59A6-2F31-0941-28D7-0280EFD2E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0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90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90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90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90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C35F514-2D0E-F889-7D0D-2C1FDBFC9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4200" y="241300"/>
            <a:ext cx="4749800" cy="637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CF36ECD-F601-A069-8B5A-A5C0CA4D2112}"/>
              </a:ext>
            </a:extLst>
          </p:cNvPr>
          <p:cNvSpPr txBox="1"/>
          <p:nvPr/>
        </p:nvSpPr>
        <p:spPr>
          <a:xfrm>
            <a:off x="398264" y="764704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i="0" dirty="0">
                <a:latin typeface="SimSun" panose="02010600030101010101" pitchFamily="2" charset="-122"/>
                <a:ea typeface="SimSun" panose="02010600030101010101" pitchFamily="2" charset="-122"/>
              </a:rPr>
              <a:t>广度优先搜索的流程图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D1CC408-A7CF-604D-3590-39A19C7DB24B}"/>
              </a:ext>
            </a:extLst>
          </p:cNvPr>
          <p:cNvSpPr txBox="1"/>
          <p:nvPr/>
        </p:nvSpPr>
        <p:spPr>
          <a:xfrm>
            <a:off x="398263" y="1921544"/>
            <a:ext cx="377539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zh-CN" b="1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OPEN </a:t>
            </a:r>
            <a:r>
              <a:rPr lang="zh-CN" altLang="en-US" b="1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表（待扩展表）</a:t>
            </a:r>
            <a:r>
              <a:rPr lang="zh-CN" altLang="en-US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：本质是一个</a:t>
            </a:r>
            <a:r>
              <a:rPr lang="zh-CN" altLang="en-US" b="1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先进先出 </a:t>
            </a:r>
            <a:r>
              <a:rPr lang="en-US" altLang="zh-CN" b="1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" altLang="zh-CN" b="1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FIFO) </a:t>
            </a:r>
            <a:r>
              <a:rPr lang="zh-CN" altLang="en-US" b="1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的队列</a:t>
            </a:r>
            <a:r>
              <a:rPr lang="zh-CN" altLang="en-US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。新发现的节点总是排在末尾，确保算法按层级顺序向外扩散。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zh-CN" b="1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CLOSED </a:t>
            </a:r>
            <a:r>
              <a:rPr lang="zh-CN" altLang="en-US" b="1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表（已记录表）</a:t>
            </a:r>
            <a:r>
              <a:rPr lang="zh-CN" altLang="en-US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：存储已经扩展过的节点。它的作用是</a:t>
            </a:r>
            <a:r>
              <a:rPr lang="zh-CN" altLang="en-US" b="1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查重</a:t>
            </a:r>
            <a:r>
              <a:rPr lang="zh-CN" altLang="en-US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，防止搜索进入死循环（环路）并节省资源。</a:t>
            </a:r>
          </a:p>
        </p:txBody>
      </p:sp>
    </p:spTree>
    <p:extLst>
      <p:ext uri="{BB962C8B-B14F-4D97-AF65-F5344CB8AC3E}">
        <p14:creationId xmlns:p14="http://schemas.microsoft.com/office/powerpoint/2010/main" val="41521429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3">
            <a:extLst>
              <a:ext uri="{FF2B5EF4-FFF2-40B4-BE49-F238E27FC236}">
                <a16:creationId xmlns:a16="http://schemas.microsoft.com/office/drawing/2014/main" id="{AC00927B-2928-F0D3-89FE-1F9F424D64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D3D1B5B-6B88-9841-A764-F13F01BB5D05}" type="slidenum">
              <a:rPr lang="ja-JP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ja-JP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62920ECA-DD36-B6AA-1D98-C9B72F5CE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622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65562" name="Text Box 4">
            <a:extLst>
              <a:ext uri="{FF2B5EF4-FFF2-40B4-BE49-F238E27FC236}">
                <a16:creationId xmlns:a16="http://schemas.microsoft.com/office/drawing/2014/main" id="{0D767D52-F44C-817B-1FFD-4FF0526224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" name="Rectangle 2">
            <a:extLst>
              <a:ext uri="{FF2B5EF4-FFF2-40B4-BE49-F238E27FC236}">
                <a16:creationId xmlns:a16="http://schemas.microsoft.com/office/drawing/2014/main" id="{937612C1-C036-06DE-509B-F6B65937BC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549275"/>
            <a:ext cx="8569325" cy="731838"/>
          </a:xfrm>
        </p:spPr>
        <p:txBody>
          <a:bodyPr/>
          <a:lstStyle/>
          <a:p>
            <a:pPr algn="ctr" eaLnBrk="1" hangingPunct="1"/>
            <a:r>
              <a:rPr lang="en-US" altLang="zh-CN" sz="36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2.2.2 </a:t>
            </a:r>
            <a:r>
              <a:rPr lang="zh-CN" altLang="en-US" sz="36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深度优先和</a:t>
            </a:r>
            <a:r>
              <a:rPr lang="en-US" altLang="zh-CN" sz="36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zh-CN" altLang="en-US" sz="36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迭代）深度有限搜索</a:t>
            </a:r>
            <a:endParaRPr lang="en-US" altLang="zh-CN" sz="3600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5564" name="矩形 30">
            <a:extLst>
              <a:ext uri="{FF2B5EF4-FFF2-40B4-BE49-F238E27FC236}">
                <a16:creationId xmlns:a16="http://schemas.microsoft.com/office/drawing/2014/main" id="{CF19B488-AD68-8CEE-1FE9-10E57C72F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5099050"/>
            <a:ext cx="7343775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latinLnBrk="0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 i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深度优先搜索</a:t>
            </a:r>
            <a:r>
              <a:rPr lang="en-US" altLang="zh-CN" sz="2400" i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open</a:t>
            </a:r>
            <a:r>
              <a:rPr lang="zh-CN" altLang="en-US" sz="2400" i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表是</a:t>
            </a:r>
            <a:r>
              <a:rPr lang="zh-CN" altLang="en-US" sz="2400" b="1" i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后进先出队列</a:t>
            </a:r>
            <a:r>
              <a:rPr lang="en-US" altLang="zh-CN" sz="2400" b="1" i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LIFO(</a:t>
            </a:r>
            <a:r>
              <a:rPr lang="zh-CN" altLang="en-US" sz="2400" b="1" i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栈</a:t>
            </a:r>
            <a:r>
              <a:rPr lang="en-US" altLang="zh-CN" sz="2400" b="1" i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en-US" altLang="zh-CN" sz="2400" i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4B61CA-D466-85A6-1892-7FE793F65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193" y="5615668"/>
            <a:ext cx="7715250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latinLnBrk="0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 i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内存需求少，不是完备和最优的，最坏情况下时间复杂性也很高</a:t>
            </a:r>
            <a:r>
              <a:rPr lang="en-US" altLang="zh-CN" sz="2400" i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O(b</a:t>
            </a:r>
            <a:r>
              <a:rPr lang="en-US" altLang="zh-CN" sz="2400" i="0" baseline="30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400" i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812002-8BC2-DDDA-8395-06FD1E657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921" y="1330858"/>
            <a:ext cx="4335908" cy="374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D3F8BA2F-8C50-E046-47EE-A20AFBD160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71"/>
          <a:stretch>
            <a:fillRect/>
          </a:stretch>
        </p:blipFill>
        <p:spPr bwMode="auto">
          <a:xfrm>
            <a:off x="4872473" y="1366344"/>
            <a:ext cx="4216772" cy="3633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灯片编号占位符 3">
            <a:extLst>
              <a:ext uri="{FF2B5EF4-FFF2-40B4-BE49-F238E27FC236}">
                <a16:creationId xmlns:a16="http://schemas.microsoft.com/office/drawing/2014/main" id="{9B1F52D5-8AB3-8F93-411A-B8E16B8B04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7F519A-C8A9-BA41-9F16-E58AF156C7BF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DC67D4D-811B-AFC1-AFF7-CB7C87674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052513"/>
            <a:ext cx="7772400" cy="73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000" kern="1200">
                <a:solidFill>
                  <a:srgbClr val="0033CC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 i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解决方案</a:t>
            </a:r>
            <a:r>
              <a:rPr lang="en-US" altLang="zh-CN" sz="2800" b="1" i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altLang="en-US" sz="2800" b="1" i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：</a:t>
            </a:r>
            <a:r>
              <a:rPr lang="zh-CN" altLang="en-US" sz="2800" b="1" i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深度有限搜索</a:t>
            </a:r>
            <a:endParaRPr lang="en-US" altLang="zh-CN" sz="2800" b="1" i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E77898C-85C4-F588-9DFA-596381E7F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13" y="1784350"/>
            <a:ext cx="7772400" cy="266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深度优先搜索的无边界问题可以通过</a:t>
            </a:r>
            <a:r>
              <a:rPr lang="zh-CN" altLang="en-US" sz="2400" i="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提供一个预先设定的深度限制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 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来解决</a:t>
            </a:r>
            <a:endParaRPr lang="en-US" altLang="zh-CN" sz="2400" i="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深度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 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的节点当作无后继节点看待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虽然解决了无限路径问题，但如果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l&lt;d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则找不到解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04AA69B-C488-E9D4-088F-A16631DAC0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1950" y="115888"/>
            <a:ext cx="8569325" cy="731837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2.2.2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深度优先和</a:t>
            </a:r>
            <a:r>
              <a:rPr lang="en-US" altLang="zh-CN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迭代）深度优先搜索</a:t>
            </a:r>
            <a:endParaRPr lang="en-US" altLang="zh-CN" sz="36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EF6478B-34BE-CF1E-DF86-63AA9A298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" y="3789363"/>
            <a:ext cx="7772400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000" kern="1200">
                <a:solidFill>
                  <a:srgbClr val="0033CC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 i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解决方案</a:t>
            </a:r>
            <a:r>
              <a:rPr lang="en-US" altLang="zh-CN" sz="2800" b="1" i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altLang="en-US" sz="2800" b="1" i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：</a:t>
            </a:r>
            <a:r>
              <a:rPr lang="zh-CN" altLang="en-US" sz="2800" b="1" i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迭代深入深度优先搜索</a:t>
            </a:r>
            <a:endParaRPr lang="en-US" altLang="zh-CN" sz="2800" b="1" i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6567" name="矩形 2">
            <a:extLst>
              <a:ext uri="{FF2B5EF4-FFF2-40B4-BE49-F238E27FC236}">
                <a16:creationId xmlns:a16="http://schemas.microsoft.com/office/drawing/2014/main" id="{D9B6BB40-CEC8-FFF7-A81F-7A7F0D571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402738"/>
            <a:ext cx="8750300" cy="2270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marL="342900" indent="-342900" eaLnBrk="1" latinLnBrk="0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每次改变限制深度，多次调用深度有限搜索算法，就得到了迭代深入深度优先搜索算法，结合了广度优先和深度优先两种算法的优点：</a:t>
            </a:r>
            <a:endParaRPr lang="en-US" altLang="zh-CN" sz="2400" i="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1085850" lvl="1" indent="-342900" eaLnBrk="1" latinLnBrk="0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分支因子有限时是完备的</a:t>
            </a:r>
            <a:endParaRPr lang="en-US" altLang="zh-CN" sz="2400" i="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1085850" lvl="1" indent="-342900" eaLnBrk="1" latinLnBrk="0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路径代价是节点深度的非递增函数时是最优的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B51690-DAC6-FA15-C9FA-2EBA12956C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24547-92D3-5E4B-96B4-D92BC59C6134}" type="slidenum">
              <a:rPr lang="zh-CN" altLang="en-US" smtClean="0"/>
              <a:pPr/>
              <a:t>38</a:t>
            </a:fld>
            <a:endParaRPr lang="en-US" altLang="zh-CN"/>
          </a:p>
        </p:txBody>
      </p:sp>
      <p:pic>
        <p:nvPicPr>
          <p:cNvPr id="5" name="图片">
            <a:extLst>
              <a:ext uri="{FF2B5EF4-FFF2-40B4-BE49-F238E27FC236}">
                <a16:creationId xmlns:a16="http://schemas.microsoft.com/office/drawing/2014/main" id="{0835644B-09A8-DD74-4F86-5508BE00A81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16925" t="15001" r="14563"/>
          <a:stretch>
            <a:fillRect/>
          </a:stretch>
        </p:blipFill>
        <p:spPr>
          <a:xfrm>
            <a:off x="539552" y="1395526"/>
            <a:ext cx="7776864" cy="542724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A0CDEB6-3EBB-C557-D60B-36A8C7679CA3}"/>
              </a:ext>
            </a:extLst>
          </p:cNvPr>
          <p:cNvSpPr txBox="1"/>
          <p:nvPr/>
        </p:nvSpPr>
        <p:spPr>
          <a:xfrm>
            <a:off x="683568" y="47667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i="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迭代深入深度优先搜索</a:t>
            </a: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14435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83D15-6D4A-F9CF-795B-500C9CB19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7F10B70-5B9A-D8F8-6553-9F6FC83BC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5582" y="0"/>
            <a:ext cx="55562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5BFEBBD-174E-1057-47F0-41D1D5CB7CD7}"/>
              </a:ext>
            </a:extLst>
          </p:cNvPr>
          <p:cNvSpPr txBox="1"/>
          <p:nvPr/>
        </p:nvSpPr>
        <p:spPr>
          <a:xfrm>
            <a:off x="398264" y="764704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i="0" dirty="0">
                <a:latin typeface="SimSun" panose="02010600030101010101" pitchFamily="2" charset="-122"/>
                <a:ea typeface="SimSun" panose="02010600030101010101" pitchFamily="2" charset="-122"/>
              </a:rPr>
              <a:t>深</a:t>
            </a:r>
            <a:r>
              <a:rPr kumimoji="1" lang="zh-CN" altLang="en-US" sz="2800" i="0" dirty="0">
                <a:latin typeface="SimSun" panose="02010600030101010101" pitchFamily="2" charset="-122"/>
                <a:ea typeface="SimSun" panose="02010600030101010101" pitchFamily="2" charset="-122"/>
              </a:rPr>
              <a:t>度优先搜索的流程图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3929680-029E-B76B-2C2C-2A80E46B4553}"/>
              </a:ext>
            </a:extLst>
          </p:cNvPr>
          <p:cNvSpPr txBox="1"/>
          <p:nvPr/>
        </p:nvSpPr>
        <p:spPr>
          <a:xfrm>
            <a:off x="398264" y="1988840"/>
            <a:ext cx="367461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zh-CN" b="1" i="0" dirty="0">
                <a:latin typeface="SimSun" panose="02010600030101010101" pitchFamily="2" charset="-122"/>
                <a:ea typeface="SimSun" panose="02010600030101010101" pitchFamily="2" charset="-122"/>
              </a:rPr>
              <a:t>OPEN </a:t>
            </a:r>
            <a:r>
              <a:rPr lang="zh-CN" altLang="en-US" b="1" i="0" dirty="0">
                <a:latin typeface="SimSun" panose="02010600030101010101" pitchFamily="2" charset="-122"/>
                <a:ea typeface="SimSun" panose="02010600030101010101" pitchFamily="2" charset="-122"/>
              </a:rPr>
              <a:t>表性质</a:t>
            </a:r>
            <a:r>
              <a:rPr lang="zh-CN" altLang="en-US" i="0" dirty="0">
                <a:latin typeface="SimSun" panose="02010600030101010101" pitchFamily="2" charset="-122"/>
                <a:ea typeface="SimSun" panose="02010600030101010101" pitchFamily="2" charset="-122"/>
              </a:rPr>
              <a:t>：在 </a:t>
            </a:r>
            <a:r>
              <a:rPr lang="en" altLang="zh-CN" i="0" dirty="0">
                <a:latin typeface="SimSun" panose="02010600030101010101" pitchFamily="2" charset="-122"/>
                <a:ea typeface="SimSun" panose="02010600030101010101" pitchFamily="2" charset="-122"/>
              </a:rPr>
              <a:t>DFS </a:t>
            </a:r>
            <a:r>
              <a:rPr lang="zh-CN" altLang="en-US" i="0" dirty="0">
                <a:latin typeface="SimSun" panose="02010600030101010101" pitchFamily="2" charset="-122"/>
                <a:ea typeface="SimSun" panose="02010600030101010101" pitchFamily="2" charset="-122"/>
              </a:rPr>
              <a:t>中，</a:t>
            </a:r>
            <a:r>
              <a:rPr lang="en" altLang="zh-CN" i="0" dirty="0">
                <a:latin typeface="SimSun" panose="02010600030101010101" pitchFamily="2" charset="-122"/>
                <a:ea typeface="SimSun" panose="02010600030101010101" pitchFamily="2" charset="-122"/>
              </a:rPr>
              <a:t>OPEN </a:t>
            </a:r>
            <a:r>
              <a:rPr lang="zh-CN" altLang="en-US" i="0" dirty="0">
                <a:latin typeface="SimSun" panose="02010600030101010101" pitchFamily="2" charset="-122"/>
                <a:ea typeface="SimSun" panose="02010600030101010101" pitchFamily="2" charset="-122"/>
              </a:rPr>
              <a:t>表本质上是一个</a:t>
            </a:r>
            <a:r>
              <a:rPr lang="zh-CN" altLang="en-US" b="1" i="0" dirty="0">
                <a:latin typeface="SimSun" panose="02010600030101010101" pitchFamily="2" charset="-122"/>
                <a:ea typeface="SimSun" panose="02010600030101010101" pitchFamily="2" charset="-122"/>
              </a:rPr>
              <a:t>栈 </a:t>
            </a:r>
            <a:r>
              <a:rPr lang="en-US" altLang="zh-CN" b="1" i="0" dirty="0"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en" altLang="zh-CN" b="1" i="0" dirty="0">
                <a:latin typeface="SimSun" panose="02010600030101010101" pitchFamily="2" charset="-122"/>
                <a:ea typeface="SimSun" panose="02010600030101010101" pitchFamily="2" charset="-122"/>
              </a:rPr>
              <a:t>Stack)</a:t>
            </a:r>
            <a:r>
              <a:rPr lang="zh-CN" altLang="en" i="0" dirty="0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 i="0" dirty="0">
                <a:latin typeface="SimSun" panose="02010600030101010101" pitchFamily="2" charset="-122"/>
                <a:ea typeface="SimSun" panose="02010600030101010101" pitchFamily="2" charset="-122"/>
              </a:rPr>
              <a:t>关键动作</a:t>
            </a:r>
            <a:r>
              <a:rPr lang="zh-CN" altLang="en-US" i="0" dirty="0">
                <a:latin typeface="SimSun" panose="02010600030101010101" pitchFamily="2" charset="-122"/>
                <a:ea typeface="SimSun" panose="02010600030101010101" pitchFamily="2" charset="-122"/>
              </a:rPr>
              <a:t>：流程图中“把后继放入 </a:t>
            </a:r>
            <a:r>
              <a:rPr lang="en" altLang="zh-CN" i="0" dirty="0">
                <a:latin typeface="SimSun" panose="02010600030101010101" pitchFamily="2" charset="-122"/>
                <a:ea typeface="SimSun" panose="02010600030101010101" pitchFamily="2" charset="-122"/>
              </a:rPr>
              <a:t>OPEN </a:t>
            </a:r>
            <a:r>
              <a:rPr lang="zh-CN" altLang="en-US" i="0" dirty="0">
                <a:latin typeface="SimSun" panose="02010600030101010101" pitchFamily="2" charset="-122"/>
                <a:ea typeface="SimSun" panose="02010600030101010101" pitchFamily="2" charset="-122"/>
              </a:rPr>
              <a:t>表的前头”是核心逻辑。这确保了算法总是优先探索最新生成的节点，从而实现“向深处钻研”的特性。</a:t>
            </a:r>
          </a:p>
        </p:txBody>
      </p:sp>
    </p:spTree>
    <p:extLst>
      <p:ext uri="{BB962C8B-B14F-4D97-AF65-F5344CB8AC3E}">
        <p14:creationId xmlns:p14="http://schemas.microsoft.com/office/powerpoint/2010/main" val="22863305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灯片编号占位符 3">
            <a:extLst>
              <a:ext uri="{FF2B5EF4-FFF2-40B4-BE49-F238E27FC236}">
                <a16:creationId xmlns:a16="http://schemas.microsoft.com/office/drawing/2014/main" id="{984DB96B-7252-C86E-2743-0FF33F3539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513603-F3C8-D740-B6FC-70FD0C591D30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394242" name="Rectangle 2">
            <a:extLst>
              <a:ext uri="{FF2B5EF4-FFF2-40B4-BE49-F238E27FC236}">
                <a16:creationId xmlns:a16="http://schemas.microsoft.com/office/drawing/2014/main" id="{9C2628B0-70F9-AFED-AF65-5928BC530E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无信息搜索策略比较</a:t>
            </a:r>
            <a:endParaRPr lang="en-US" altLang="zh-CN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8612" name="Text Box 4">
            <a:extLst>
              <a:ext uri="{FF2B5EF4-FFF2-40B4-BE49-F238E27FC236}">
                <a16:creationId xmlns:a16="http://schemas.microsoft.com/office/drawing/2014/main" id="{5100FA2D-A363-0F8D-8361-1B6A4DBE1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94266" name="Group 26">
            <a:extLst>
              <a:ext uri="{FF2B5EF4-FFF2-40B4-BE49-F238E27FC236}">
                <a16:creationId xmlns:a16="http://schemas.microsoft.com/office/drawing/2014/main" id="{28A5C32B-A912-920A-C4CE-559AC0463C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6824375"/>
              </p:ext>
            </p:extLst>
          </p:nvPr>
        </p:nvGraphicFramePr>
        <p:xfrm>
          <a:off x="468313" y="1557338"/>
          <a:ext cx="8207375" cy="2767013"/>
        </p:xfrm>
        <a:graphic>
          <a:graphicData uri="http://schemas.openxmlformats.org/drawingml/2006/table">
            <a:tbl>
              <a:tblPr/>
              <a:tblGrid>
                <a:gridCol w="1255712">
                  <a:extLst>
                    <a:ext uri="{9D8B030D-6E8A-4147-A177-3AD203B41FA5}">
                      <a16:colId xmlns:a16="http://schemas.microsoft.com/office/drawing/2014/main" val="2779307696"/>
                    </a:ext>
                  </a:extLst>
                </a:gridCol>
                <a:gridCol w="6951663">
                  <a:extLst>
                    <a:ext uri="{9D8B030D-6E8A-4147-A177-3AD203B41FA5}">
                      <a16:colId xmlns:a16="http://schemas.microsoft.com/office/drawing/2014/main" val="415216120"/>
                    </a:ext>
                  </a:extLst>
                </a:gridCol>
              </a:tblGrid>
              <a:tr h="61595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评价标准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广度优先 深度优先 深度有限 迭代深入 双向搜索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648882"/>
                  </a:ext>
                </a:extLst>
              </a:tr>
              <a:tr h="2151063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是否完备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时间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空间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是否最优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Gulim" panose="020B0600000101010101" pitchFamily="34" charset="-127"/>
                        </a:rPr>
                        <a:t> 是 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Gulim" panose="020B0600000101010101" pitchFamily="34" charset="-127"/>
                        </a:rPr>
                        <a:t>A          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Gulim" panose="020B0600000101010101" pitchFamily="34" charset="-127"/>
                        </a:rPr>
                        <a:t>否              否           是 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Gulim" panose="020B0600000101010101" pitchFamily="34" charset="-127"/>
                        </a:rPr>
                        <a:t>A           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Gulim" panose="020B0600000101010101" pitchFamily="34" charset="-127"/>
                        </a:rPr>
                        <a:t> 是 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Gulim" panose="020B0600000101010101" pitchFamily="34" charset="-127"/>
                        </a:rPr>
                        <a:t>A/D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Gulim" panose="020B0600000101010101" pitchFamily="34" charset="-127"/>
                        </a:rPr>
                        <a:t> 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Gulim" panose="020B0600000101010101" pitchFamily="34" charset="-127"/>
                        </a:rPr>
                        <a:t>O(b</a:t>
                      </a:r>
                      <a:r>
                        <a:rPr kumimoji="1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Gulim" panose="020B0600000101010101" pitchFamily="34" charset="-127"/>
                        </a:rPr>
                        <a:t>d+1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Gulim" panose="020B0600000101010101" pitchFamily="34" charset="-127"/>
                        </a:rPr>
                        <a:t>)      O(b</a:t>
                      </a:r>
                      <a:r>
                        <a:rPr kumimoji="1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Gulim" panose="020B0600000101010101" pitchFamily="34" charset="-127"/>
                        </a:rPr>
                        <a:t>m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Gulim" panose="020B0600000101010101" pitchFamily="34" charset="-127"/>
                        </a:rPr>
                        <a:t>)         O(b</a:t>
                      </a:r>
                      <a:r>
                        <a:rPr kumimoji="1" lang="en-US" altLang="zh-CN" sz="20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Gulim" panose="020B0600000101010101" pitchFamily="34" charset="-127"/>
                        </a:rPr>
                        <a:t>l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Gulim" panose="020B0600000101010101" pitchFamily="34" charset="-127"/>
                        </a:rPr>
                        <a:t>)        O(b</a:t>
                      </a:r>
                      <a:r>
                        <a:rPr kumimoji="1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Gulim" panose="020B0600000101010101" pitchFamily="34" charset="-127"/>
                        </a:rPr>
                        <a:t>d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Gulim" panose="020B0600000101010101" pitchFamily="34" charset="-127"/>
                        </a:rPr>
                        <a:t>)          O(b</a:t>
                      </a:r>
                      <a:r>
                        <a:rPr kumimoji="1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Gulim" panose="020B0600000101010101" pitchFamily="34" charset="-127"/>
                        </a:rPr>
                        <a:t>d/2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Gulim" panose="020B0600000101010101" pitchFamily="34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Gulim" panose="020B0600000101010101" pitchFamily="34" charset="-127"/>
                        </a:rPr>
                        <a:t>  O(b</a:t>
                      </a:r>
                      <a:r>
                        <a:rPr kumimoji="1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Gulim" panose="020B0600000101010101" pitchFamily="34" charset="-127"/>
                        </a:rPr>
                        <a:t>d+1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Gulim" panose="020B0600000101010101" pitchFamily="34" charset="-127"/>
                        </a:rPr>
                        <a:t>)      O(bm)        O(b</a:t>
                      </a:r>
                      <a:r>
                        <a:rPr kumimoji="1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Gulim" panose="020B0600000101010101" pitchFamily="34" charset="-127"/>
                        </a:rPr>
                        <a:t>l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Gulim" panose="020B0600000101010101" pitchFamily="34" charset="-127"/>
                        </a:rPr>
                        <a:t>)        O(bd)         O(b</a:t>
                      </a:r>
                      <a:r>
                        <a:rPr kumimoji="1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Gulim" panose="020B0600000101010101" pitchFamily="34" charset="-127"/>
                        </a:rPr>
                        <a:t>d/2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Gulim" panose="020B0600000101010101" pitchFamily="34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Gulim" panose="020B0600000101010101" pitchFamily="34" charset="-127"/>
                        </a:rPr>
                        <a:t>  是 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Gulim" panose="020B0600000101010101" pitchFamily="34" charset="-127"/>
                        </a:rPr>
                        <a:t>C            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Gulim" panose="020B0600000101010101" pitchFamily="34" charset="-127"/>
                        </a:rPr>
                        <a:t>否              否           是 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Gulim" panose="020B0600000101010101" pitchFamily="34" charset="-127"/>
                        </a:rPr>
                        <a:t>C           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Gulim" panose="020B0600000101010101" pitchFamily="34" charset="-127"/>
                        </a:rPr>
                        <a:t>是 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Gulim" panose="020B0600000101010101" pitchFamily="34" charset="-127"/>
                        </a:rPr>
                        <a:t>C/D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805290"/>
                  </a:ext>
                </a:extLst>
              </a:tr>
            </a:tbl>
          </a:graphicData>
        </a:graphic>
      </p:graphicFrame>
      <p:sp>
        <p:nvSpPr>
          <p:cNvPr id="68624" name="Text Box 38">
            <a:extLst>
              <a:ext uri="{FF2B5EF4-FFF2-40B4-BE49-F238E27FC236}">
                <a16:creationId xmlns:a16="http://schemas.microsoft.com/office/drawing/2014/main" id="{C48A2CB1-0C04-25AD-372A-77C9101EF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508500"/>
            <a:ext cx="80645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zh-CN" altLang="en-US" sz="2400" i="0" dirty="0">
                <a:latin typeface="SimSun" panose="02010600030101010101" pitchFamily="2" charset="-122"/>
                <a:ea typeface="SimSun" panose="02010600030101010101" pitchFamily="2" charset="-122"/>
              </a:rPr>
              <a:t>关于</a:t>
            </a:r>
            <a:r>
              <a:rPr lang="en-US" altLang="zh-CN" sz="2400" i="0" dirty="0">
                <a:latin typeface="SimSun" panose="02010600030101010101" pitchFamily="2" charset="-122"/>
                <a:ea typeface="SimSun" panose="02010600030101010101" pitchFamily="2" charset="-122"/>
              </a:rPr>
              <a:t>A/B/C/D</a:t>
            </a:r>
            <a:r>
              <a:rPr lang="zh-CN" altLang="en-US" sz="2400" i="0" dirty="0">
                <a:latin typeface="SimSun" panose="02010600030101010101" pitchFamily="2" charset="-122"/>
                <a:ea typeface="SimSun" panose="02010600030101010101" pitchFamily="2" charset="-122"/>
              </a:rPr>
              <a:t>的解释：</a:t>
            </a:r>
            <a:endParaRPr lang="en-US" altLang="zh-CN" sz="2400" i="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 eaLnBrk="1" hangingPunct="1">
              <a:spcBef>
                <a:spcPct val="0"/>
              </a:spcBef>
            </a:pPr>
            <a:r>
              <a:rPr lang="en-US" altLang="zh-CN" sz="2400" i="0" dirty="0">
                <a:latin typeface="SimSun" panose="02010600030101010101" pitchFamily="2" charset="-122"/>
                <a:ea typeface="SimSun" panose="02010600030101010101" pitchFamily="2" charset="-122"/>
              </a:rPr>
              <a:t>A—</a:t>
            </a:r>
            <a:r>
              <a:rPr lang="zh-CN" altLang="en-US" sz="2400" i="0" dirty="0">
                <a:latin typeface="SimSun" panose="02010600030101010101" pitchFamily="2" charset="-122"/>
                <a:ea typeface="SimSun" panose="02010600030101010101" pitchFamily="2" charset="-122"/>
              </a:rPr>
              <a:t>如果</a:t>
            </a:r>
            <a:r>
              <a:rPr lang="en-US" altLang="zh-CN" sz="2400" i="0" dirty="0">
                <a:latin typeface="SimSun" panose="02010600030101010101" pitchFamily="2" charset="-122"/>
                <a:ea typeface="SimSun" panose="02010600030101010101" pitchFamily="2" charset="-122"/>
              </a:rPr>
              <a:t>b</a:t>
            </a:r>
            <a:r>
              <a:rPr lang="zh-CN" altLang="en-US" sz="2400" i="0" dirty="0">
                <a:latin typeface="SimSun" panose="02010600030101010101" pitchFamily="2" charset="-122"/>
                <a:ea typeface="SimSun" panose="02010600030101010101" pitchFamily="2" charset="-122"/>
              </a:rPr>
              <a:t>有限则是完备的</a:t>
            </a:r>
            <a:r>
              <a:rPr lang="en-US" altLang="zh-CN" sz="2400" i="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2400" i="0" dirty="0">
                <a:latin typeface="SimSun" panose="02010600030101010101" pitchFamily="2" charset="-122"/>
                <a:ea typeface="SimSun" panose="02010600030101010101" pitchFamily="2" charset="-122"/>
              </a:rPr>
              <a:t>B—</a:t>
            </a:r>
            <a:r>
              <a:rPr lang="zh-CN" altLang="en-US" sz="2400" i="0" dirty="0">
                <a:latin typeface="SimSun" panose="02010600030101010101" pitchFamily="2" charset="-122"/>
                <a:ea typeface="SimSun" panose="02010600030101010101" pitchFamily="2" charset="-122"/>
              </a:rPr>
              <a:t>单步耗散</a:t>
            </a:r>
            <a:r>
              <a:rPr lang="en-US" altLang="zh-CN" sz="2400" i="0" dirty="0">
                <a:latin typeface="SimSun" panose="02010600030101010101" pitchFamily="2" charset="-122"/>
                <a:ea typeface="SimSun" panose="02010600030101010101" pitchFamily="2" charset="-122"/>
              </a:rPr>
              <a:t>≥e</a:t>
            </a:r>
            <a:r>
              <a:rPr lang="zh-CN" altLang="en-US" sz="2400" i="0" dirty="0">
                <a:latin typeface="SimSun" panose="02010600030101010101" pitchFamily="2" charset="-122"/>
                <a:ea typeface="SimSun" panose="02010600030101010101" pitchFamily="2" charset="-122"/>
              </a:rPr>
              <a:t>则是完备的</a:t>
            </a:r>
            <a:endParaRPr lang="en-US" altLang="zh-CN" sz="2400" i="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 eaLnBrk="1" hangingPunct="1">
              <a:spcBef>
                <a:spcPct val="0"/>
              </a:spcBef>
            </a:pPr>
            <a:r>
              <a:rPr lang="en-US" altLang="zh-CN" sz="2400" i="0" dirty="0">
                <a:latin typeface="SimSun" panose="02010600030101010101" pitchFamily="2" charset="-122"/>
                <a:ea typeface="SimSun" panose="02010600030101010101" pitchFamily="2" charset="-122"/>
              </a:rPr>
              <a:t>C—</a:t>
            </a:r>
            <a:r>
              <a:rPr lang="zh-CN" altLang="en-US" sz="2400" i="0" dirty="0">
                <a:latin typeface="SimSun" panose="02010600030101010101" pitchFamily="2" charset="-122"/>
                <a:ea typeface="SimSun" panose="02010600030101010101" pitchFamily="2" charset="-122"/>
              </a:rPr>
              <a:t>如果单步耗散都是相同的则是最优的</a:t>
            </a:r>
            <a:endParaRPr lang="en-US" altLang="zh-CN" sz="2400" i="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 eaLnBrk="1" hangingPunct="1">
              <a:spcBef>
                <a:spcPct val="0"/>
              </a:spcBef>
            </a:pPr>
            <a:r>
              <a:rPr lang="en-US" altLang="zh-CN" sz="2400" i="0" dirty="0">
                <a:latin typeface="SimSun" panose="02010600030101010101" pitchFamily="2" charset="-122"/>
                <a:ea typeface="SimSun" panose="02010600030101010101" pitchFamily="2" charset="-122"/>
              </a:rPr>
              <a:t>D—</a:t>
            </a:r>
            <a:r>
              <a:rPr lang="zh-CN" altLang="en-US" sz="2400" i="0" dirty="0">
                <a:latin typeface="SimSun" panose="02010600030101010101" pitchFamily="2" charset="-122"/>
                <a:ea typeface="SimSun" panose="02010600030101010101" pitchFamily="2" charset="-122"/>
              </a:rPr>
              <a:t>两个方向上都使用广度优先搜索</a:t>
            </a:r>
            <a:endParaRPr lang="en-US" altLang="zh-CN" sz="3200" i="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D83E4664-E92D-CD76-171D-7BD7CFC6357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11188" y="908050"/>
            <a:ext cx="8139112" cy="5616575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2.3 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  <a:t>启发式搜索策略</a:t>
            </a:r>
            <a:b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</a:br>
            <a:br>
              <a:rPr lang="zh-CN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zh-CN" sz="3200">
                <a:solidFill>
                  <a:schemeClr val="tx1"/>
                </a:solidFill>
                <a:latin typeface="Times New Roman" panose="02020603050405020304" pitchFamily="18" charset="0"/>
              </a:rPr>
              <a:t>2.3.1 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贪婪最佳优先搜索</a:t>
            </a:r>
            <a:br>
              <a:rPr lang="zh-CN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zh-CN" sz="3200">
                <a:solidFill>
                  <a:schemeClr val="tx1"/>
                </a:solidFill>
                <a:latin typeface="Times New Roman" panose="02020603050405020304" pitchFamily="18" charset="0"/>
              </a:rPr>
              <a:t>2.3.2 A*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搜索</a:t>
            </a:r>
            <a:br>
              <a:rPr lang="zh-CN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zh-CN" sz="3200">
                <a:solidFill>
                  <a:schemeClr val="tx1"/>
                </a:solidFill>
                <a:latin typeface="Times New Roman" panose="02020603050405020304" pitchFamily="18" charset="0"/>
              </a:rPr>
              <a:t>2.3.3 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启发函数</a:t>
            </a:r>
            <a:br>
              <a:rPr lang="zh-CN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</a:br>
            <a:endParaRPr lang="en-US" altLang="zh-CN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59" name="Text Box 3">
            <a:extLst>
              <a:ext uri="{FF2B5EF4-FFF2-40B4-BE49-F238E27FC236}">
                <a16:creationId xmlns:a16="http://schemas.microsoft.com/office/drawing/2014/main" id="{07FA6E7E-63A0-106C-350C-7EE2898EF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04813"/>
            <a:ext cx="2484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灯片编号占位符 3">
            <a:extLst>
              <a:ext uri="{FF2B5EF4-FFF2-40B4-BE49-F238E27FC236}">
                <a16:creationId xmlns:a16="http://schemas.microsoft.com/office/drawing/2014/main" id="{677C96DB-D5A4-484C-103E-C6663F70F6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114D50-0015-A64D-8AE3-36AA54E34E0A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98492D78-A228-268F-F0DC-9045BC6B33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76250"/>
            <a:ext cx="7772400" cy="731838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  <a:latin typeface="黑体" panose="02010609060101010101" pitchFamily="49" charset="-122"/>
              </a:rPr>
              <a:t>启发式搜索</a:t>
            </a:r>
          </a:p>
        </p:txBody>
      </p:sp>
      <p:sp>
        <p:nvSpPr>
          <p:cNvPr id="605187" name="Rectangle 3">
            <a:extLst>
              <a:ext uri="{FF2B5EF4-FFF2-40B4-BE49-F238E27FC236}">
                <a16:creationId xmlns:a16="http://schemas.microsoft.com/office/drawing/2014/main" id="{D3744C49-959A-262B-9CEB-5CF1D952D1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98500" y="1423988"/>
            <a:ext cx="8194675" cy="455136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盲目搜索</a:t>
            </a:r>
            <a:r>
              <a:rPr lang="zh-CN" altLang="en-US" sz="2800">
                <a:latin typeface="微软雅黑" panose="020B0503020204020204" pitchFamily="34" charset="-122"/>
                <a:ea typeface="宋体" panose="02010600030101010101" pitchFamily="2" charset="-122"/>
              </a:rPr>
              <a:t>的不足：效率低，耗费过多的计算空间与时间。原因在于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——</a:t>
            </a:r>
            <a:r>
              <a:rPr lang="zh-CN" altLang="en-US" sz="2800">
                <a:latin typeface="微软雅黑" panose="020B0503020204020204" pitchFamily="34" charset="-122"/>
                <a:ea typeface="宋体" panose="02010600030101010101" pitchFamily="2" charset="-122"/>
              </a:rPr>
              <a:t>待扩展的节点顺序固定，系统不会对有希望达到目标的节点特别关照。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启发式搜索</a:t>
            </a:r>
            <a:r>
              <a:rPr lang="zh-CN" altLang="en-US" sz="2800">
                <a:latin typeface="微软雅黑" panose="020B0503020204020204" pitchFamily="34" charset="-122"/>
                <a:ea typeface="宋体" panose="02010600030101010101" pitchFamily="2" charset="-122"/>
              </a:rPr>
              <a:t>（有信息搜索）：利用相关领域特征的</a:t>
            </a:r>
            <a:r>
              <a:rPr lang="zh-CN" altLang="en-US" sz="2800" b="1">
                <a:solidFill>
                  <a:srgbClr val="2E0FB1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启发信息</a:t>
            </a:r>
            <a:r>
              <a:rPr lang="zh-CN" altLang="en-US" sz="2800">
                <a:latin typeface="微软雅黑" panose="020B0503020204020204" pitchFamily="34" charset="-122"/>
                <a:ea typeface="宋体" panose="02010600030101010101" pitchFamily="2" charset="-122"/>
              </a:rPr>
              <a:t>来排列待扩展节点的顺序，从而选择</a:t>
            </a:r>
            <a:r>
              <a:rPr lang="zh-CN" altLang="en-US" sz="2800">
                <a:latin typeface="Arial" panose="020B0604020202020204" pitchFamily="34" charset="0"/>
                <a:ea typeface="宋体" panose="02010600030101010101" pitchFamily="2" charset="-122"/>
              </a:rPr>
              <a:t>“</a:t>
            </a:r>
            <a:r>
              <a:rPr lang="zh-CN" altLang="en-US" sz="2800">
                <a:latin typeface="微软雅黑" panose="020B0503020204020204" pitchFamily="34" charset="-122"/>
                <a:ea typeface="宋体" panose="02010600030101010101" pitchFamily="2" charset="-122"/>
              </a:rPr>
              <a:t>最有希望</a:t>
            </a:r>
            <a:r>
              <a:rPr lang="zh-CN" altLang="en-US" sz="2800">
                <a:latin typeface="Arial" panose="020B0604020202020204" pitchFamily="34" charset="0"/>
                <a:ea typeface="宋体" panose="02010600030101010101" pitchFamily="2" charset="-122"/>
              </a:rPr>
              <a:t>”</a:t>
            </a:r>
            <a:r>
              <a:rPr lang="zh-CN" altLang="en-US" sz="2800">
                <a:latin typeface="微软雅黑" panose="020B0503020204020204" pitchFamily="34" charset="-122"/>
                <a:ea typeface="宋体" panose="02010600030101010101" pitchFamily="2" charset="-122"/>
              </a:rPr>
              <a:t>的节点作为下一个被扩展的节点，这种搜索策略称之为启发式搜索。</a:t>
            </a:r>
            <a:endParaRPr lang="en-US" altLang="zh-CN" sz="280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启发信息</a:t>
            </a:r>
            <a:r>
              <a:rPr lang="zh-CN" altLang="en-US" sz="2800">
                <a:latin typeface="微软雅黑" panose="020B0503020204020204" pitchFamily="34" charset="-122"/>
                <a:ea typeface="宋体" panose="02010600030101010101" pitchFamily="2" charset="-122"/>
              </a:rPr>
              <a:t>：在具体求解中，能够利用与该问题有关的信息来简化搜索过程的信息。 </a:t>
            </a:r>
          </a:p>
        </p:txBody>
      </p:sp>
    </p:spTree>
  </p:cSld>
  <p:clrMapOvr>
    <a:masterClrMapping/>
  </p:clrMapOvr>
  <p:transition advTm="9937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5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05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3">
            <a:extLst>
              <a:ext uri="{FF2B5EF4-FFF2-40B4-BE49-F238E27FC236}">
                <a16:creationId xmlns:a16="http://schemas.microsoft.com/office/drawing/2014/main" id="{70BA7288-9FEE-510F-B36E-A3981C034E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9E8F4DE-27C0-0B43-B42C-3D79E057D776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102B4939-136E-800F-300E-181C64CA7E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16088" y="393700"/>
            <a:ext cx="5903912" cy="731838"/>
          </a:xfrm>
        </p:spPr>
        <p:txBody>
          <a:bodyPr/>
          <a:lstStyle/>
          <a:p>
            <a:pPr eaLnBrk="1" hangingPunct="1"/>
            <a:r>
              <a:rPr kumimoji="0" lang="zh-CN" altLang="en-US">
                <a:solidFill>
                  <a:schemeClr val="tx1"/>
                </a:solidFill>
                <a:latin typeface="黑体" panose="02010609060101010101" pitchFamily="49" charset="-122"/>
              </a:rPr>
              <a:t>启发式搜</a:t>
            </a: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</a:rPr>
              <a:t>索策略基本思想</a:t>
            </a:r>
          </a:p>
        </p:txBody>
      </p:sp>
      <p:sp>
        <p:nvSpPr>
          <p:cNvPr id="606211" name="Rectangle 3">
            <a:extLst>
              <a:ext uri="{FF2B5EF4-FFF2-40B4-BE49-F238E27FC236}">
                <a16:creationId xmlns:a16="http://schemas.microsoft.com/office/drawing/2014/main" id="{8E3006E1-1CC6-9464-3118-C1425CF05C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4463" y="1281113"/>
            <a:ext cx="8855075" cy="5329237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120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评价函数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：估算状态节点“希望”程度的量度。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ts val="12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假定有一个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评价函数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f(n)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，可以计算每个状态的估计值，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OPEN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表中的状态按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估计值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从小到大排序，从而可以帮助确定下一个要扩展的最优节点。 </a:t>
            </a:r>
          </a:p>
          <a:p>
            <a:pPr eaLnBrk="1" hangingPunct="1">
              <a:lnSpc>
                <a:spcPct val="120000"/>
              </a:lnSpc>
              <a:spcBef>
                <a:spcPts val="12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估值函数 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需要与当前状态到目标状态的距离相关，否则将回退为盲目搜索：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spcBef>
                <a:spcPts val="12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f=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状态节点的深度（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无附加信息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），则为广度优先搜索；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spcBef>
                <a:spcPts val="12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f=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状态节点的深度负数（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无附加信息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），则为深度优先搜索；</a:t>
            </a:r>
          </a:p>
          <a:p>
            <a:pPr eaLnBrk="1" hangingPunct="1">
              <a:lnSpc>
                <a:spcPct val="120000"/>
              </a:lnSpc>
              <a:spcBef>
                <a:spcPts val="120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估值函数的选取至关重要！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贪婪最佳优先搜索 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/ A*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搜索算法</a:t>
            </a:r>
          </a:p>
        </p:txBody>
      </p:sp>
      <p:sp>
        <p:nvSpPr>
          <p:cNvPr id="73733" name="Text Box 4">
            <a:extLst>
              <a:ext uri="{FF2B5EF4-FFF2-40B4-BE49-F238E27FC236}">
                <a16:creationId xmlns:a16="http://schemas.microsoft.com/office/drawing/2014/main" id="{C1B21AE1-451E-FD86-8D83-D402D2A1F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advTm="12970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6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06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06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06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06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06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6211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灯片编号占位符 3">
            <a:extLst>
              <a:ext uri="{FF2B5EF4-FFF2-40B4-BE49-F238E27FC236}">
                <a16:creationId xmlns:a16="http://schemas.microsoft.com/office/drawing/2014/main" id="{8F386FBA-58B7-B9C4-D6DB-4826DA428F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B9EA71C-60D4-7E47-B8F1-AD981135274B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07554" name="Rectangle 2">
            <a:extLst>
              <a:ext uri="{FF2B5EF4-FFF2-40B4-BE49-F238E27FC236}">
                <a16:creationId xmlns:a16="http://schemas.microsoft.com/office/drawing/2014/main" id="{1D6D59DD-43CB-48C7-716B-791D54FA79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476250"/>
            <a:ext cx="7772400" cy="731838"/>
          </a:xfrm>
        </p:spPr>
        <p:txBody>
          <a:bodyPr/>
          <a:lstStyle/>
          <a:p>
            <a:pPr algn="ctr" eaLnBrk="1" hangingPunct="1"/>
            <a:r>
              <a:rPr lang="en-US" altLang="zh-CN"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2.3.1 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贪婪最佳优先搜索</a:t>
            </a:r>
            <a:endParaRPr lang="en-US" altLang="zh-CN" sz="3200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07555" name="Rectangle 3">
            <a:extLst>
              <a:ext uri="{FF2B5EF4-FFF2-40B4-BE49-F238E27FC236}">
                <a16:creationId xmlns:a16="http://schemas.microsoft.com/office/drawing/2014/main" id="{3657C1BE-8967-D1C7-816D-1FA1C316BA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238250"/>
            <a:ext cx="7772400" cy="5040313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贪婪最佳优先搜索的评价函数 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f(n)=h(n)</a:t>
            </a:r>
          </a:p>
          <a:p>
            <a:pPr lvl="1" eaLnBrk="1" hangingPunct="1">
              <a:lnSpc>
                <a:spcPct val="125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h(n)---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从节点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到目标节点的最低代价的估计值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ct val="125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局部最佳未必全局最佳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—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不是最优的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下例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4757" name="Text Box 4">
            <a:extLst>
              <a:ext uri="{FF2B5EF4-FFF2-40B4-BE49-F238E27FC236}">
                <a16:creationId xmlns:a16="http://schemas.microsoft.com/office/drawing/2014/main" id="{ADB8C0C1-E195-41F1-605F-B28A784695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709A4E65-AB41-C2D9-9357-011C87405B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8250" y="2933700"/>
          <a:ext cx="5132388" cy="360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6248400" imgH="4394200" progId="Visio.Drawing.11">
                  <p:embed/>
                </p:oleObj>
              </mc:Choice>
              <mc:Fallback>
                <p:oleObj name="Visio" r:id="rId3" imgW="6248400" imgH="439420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2933700"/>
                        <a:ext cx="5132388" cy="360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D15A8BDE-4D18-4D85-07E6-ADF21B5AE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25" y="2933700"/>
            <a:ext cx="3611563" cy="1430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例：罗马尼亚公路图问题：搜索从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Arad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到首都的行车最短路线</a:t>
            </a:r>
            <a:endParaRPr lang="en-US" altLang="zh-CN" sz="2400" i="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椭圆 1">
            <a:extLst>
              <a:ext uri="{FF2B5EF4-FFF2-40B4-BE49-F238E27FC236}">
                <a16:creationId xmlns:a16="http://schemas.microsoft.com/office/drawing/2014/main" id="{ECCF04A9-6629-AA3F-181E-AB0099E29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0788" y="3571875"/>
            <a:ext cx="719137" cy="574675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3" name="椭圆 6">
            <a:extLst>
              <a:ext uri="{FF2B5EF4-FFF2-40B4-BE49-F238E27FC236}">
                <a16:creationId xmlns:a16="http://schemas.microsoft.com/office/drawing/2014/main" id="{F113D706-D1E3-D5EA-EA5A-A8BEDF5D3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9525" y="5492750"/>
            <a:ext cx="719138" cy="574675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222F4B-0539-A19D-BFB1-45E017D05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5738" y="5202238"/>
            <a:ext cx="323056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lvl="1" eaLnBrk="1" latinLnBrk="0" hangingPunct="1">
              <a:spcBef>
                <a:spcPct val="0"/>
              </a:spcBef>
              <a:buFontTx/>
              <a:buNone/>
            </a:pPr>
            <a:r>
              <a:rPr lang="zh-CN" altLang="en-US" sz="2400" b="1" i="0" dirty="0">
                <a:solidFill>
                  <a:srgbClr val="2D0FAD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启发函数</a:t>
            </a:r>
            <a:r>
              <a:rPr lang="en-US" altLang="zh-CN" sz="2400" b="1" i="0" dirty="0">
                <a:solidFill>
                  <a:srgbClr val="2D0FAD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h(n)</a:t>
            </a:r>
            <a:r>
              <a:rPr lang="zh-CN" altLang="en-US" sz="2400" i="0" dirty="0">
                <a:latin typeface="微软雅黑" panose="020B0503020204020204" pitchFamily="34" charset="-122"/>
                <a:ea typeface="宋体" panose="02010600030101010101" pitchFamily="2" charset="-122"/>
              </a:rPr>
              <a:t>：当前状态到目标的直线距离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22DFDD1-BE10-F460-4266-606E670E2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5738" y="4575175"/>
            <a:ext cx="32305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lvl="1" eaLnBrk="1" latinLnBrk="0" hangingPunct="1">
              <a:spcBef>
                <a:spcPct val="0"/>
              </a:spcBef>
              <a:buFontTx/>
              <a:buNone/>
            </a:pPr>
            <a:r>
              <a:rPr lang="zh-CN" altLang="en-US" sz="2400" b="1" i="0" dirty="0">
                <a:solidFill>
                  <a:srgbClr val="2D0FAD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状态</a:t>
            </a:r>
            <a:r>
              <a:rPr lang="zh-CN" altLang="en-US" sz="2400" i="0" dirty="0">
                <a:latin typeface="微软雅黑" panose="020B0503020204020204" pitchFamily="34" charset="-122"/>
                <a:ea typeface="宋体" panose="02010600030101010101" pitchFamily="2" charset="-122"/>
              </a:rPr>
              <a:t>：图中的节点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7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 animBg="1"/>
      <p:bldP spid="13" grpId="0" animBg="1"/>
      <p:bldP spid="3" grpId="0"/>
      <p:bldP spid="1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FA41ED4E-DC11-ACE4-EAD7-54D6289B5A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b="1">
                <a:solidFill>
                  <a:schemeClr val="tx1"/>
                </a:solidFill>
              </a:rPr>
              <a:t>贪婪最佳优先搜索</a:t>
            </a:r>
          </a:p>
        </p:txBody>
      </p:sp>
      <p:pic>
        <p:nvPicPr>
          <p:cNvPr id="76803" name="Picture 3" descr="greedy-progress01c">
            <a:extLst>
              <a:ext uri="{FF2B5EF4-FFF2-40B4-BE49-F238E27FC236}">
                <a16:creationId xmlns:a16="http://schemas.microsoft.com/office/drawing/2014/main" id="{8E793CA9-60A3-9CC1-CE6F-7C5AB3D8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050" y="1700213"/>
            <a:ext cx="7713663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4" name="Text Box 4">
            <a:extLst>
              <a:ext uri="{FF2B5EF4-FFF2-40B4-BE49-F238E27FC236}">
                <a16:creationId xmlns:a16="http://schemas.microsoft.com/office/drawing/2014/main" id="{D2FED0C2-9411-4A00-AD80-BB98372A6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6805" name="图片 1">
            <a:extLst>
              <a:ext uri="{FF2B5EF4-FFF2-40B4-BE49-F238E27FC236}">
                <a16:creationId xmlns:a16="http://schemas.microsoft.com/office/drawing/2014/main" id="{19975F17-07C6-F5FB-4DA4-0F96C978CB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292225"/>
            <a:ext cx="2324100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6" name="图片 1">
            <a:extLst>
              <a:ext uri="{FF2B5EF4-FFF2-40B4-BE49-F238E27FC236}">
                <a16:creationId xmlns:a16="http://schemas.microsoft.com/office/drawing/2014/main" id="{2EDA0B7D-8F94-B9E4-4F3A-4EBACD3F60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149725"/>
            <a:ext cx="2917825" cy="234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Picture 2" descr="greedy-progress02c">
            <a:extLst>
              <a:ext uri="{FF2B5EF4-FFF2-40B4-BE49-F238E27FC236}">
                <a16:creationId xmlns:a16="http://schemas.microsoft.com/office/drawing/2014/main" id="{672884A9-C68E-DCF2-F0CE-B3E76D0E4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828800"/>
            <a:ext cx="8335962" cy="303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7" name="Rectangle 3">
            <a:extLst>
              <a:ext uri="{FF2B5EF4-FFF2-40B4-BE49-F238E27FC236}">
                <a16:creationId xmlns:a16="http://schemas.microsoft.com/office/drawing/2014/main" id="{AC1F4E0D-DF11-FCED-C561-FDF4B8E530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b="1">
                <a:solidFill>
                  <a:schemeClr val="tx1"/>
                </a:solidFill>
              </a:rPr>
              <a:t>贪婪最佳优先搜索</a:t>
            </a:r>
          </a:p>
        </p:txBody>
      </p:sp>
      <p:sp>
        <p:nvSpPr>
          <p:cNvPr id="77828" name="Text Box 4">
            <a:extLst>
              <a:ext uri="{FF2B5EF4-FFF2-40B4-BE49-F238E27FC236}">
                <a16:creationId xmlns:a16="http://schemas.microsoft.com/office/drawing/2014/main" id="{0D4A23F0-7F1B-EEA3-246D-50052D3C35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D545366-17B2-63CF-84E3-7EEBD2C151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3429000"/>
            <a:ext cx="2663825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30" name="图片 5">
            <a:extLst>
              <a:ext uri="{FF2B5EF4-FFF2-40B4-BE49-F238E27FC236}">
                <a16:creationId xmlns:a16="http://schemas.microsoft.com/office/drawing/2014/main" id="{8BC4BD4F-E7ED-591B-D0F7-BC78BD8138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3789363"/>
            <a:ext cx="2916238" cy="234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0" name="Picture 2" descr="greedy-progress03c">
            <a:extLst>
              <a:ext uri="{FF2B5EF4-FFF2-40B4-BE49-F238E27FC236}">
                <a16:creationId xmlns:a16="http://schemas.microsoft.com/office/drawing/2014/main" id="{7C357932-5C5B-C54E-F07F-96FBFE556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773238"/>
            <a:ext cx="8194675" cy="298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1" name="Rectangle 3">
            <a:extLst>
              <a:ext uri="{FF2B5EF4-FFF2-40B4-BE49-F238E27FC236}">
                <a16:creationId xmlns:a16="http://schemas.microsoft.com/office/drawing/2014/main" id="{0C303392-6E84-C98A-2D02-5C7B689D50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b="1">
                <a:solidFill>
                  <a:schemeClr val="tx1"/>
                </a:solidFill>
              </a:rPr>
              <a:t>贪婪最佳优先搜索</a:t>
            </a:r>
          </a:p>
        </p:txBody>
      </p:sp>
      <p:sp>
        <p:nvSpPr>
          <p:cNvPr id="78852" name="Text Box 4">
            <a:extLst>
              <a:ext uri="{FF2B5EF4-FFF2-40B4-BE49-F238E27FC236}">
                <a16:creationId xmlns:a16="http://schemas.microsoft.com/office/drawing/2014/main" id="{D4257D16-02FA-BB0D-96C4-D0827A0AC2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8853" name="图片 4">
            <a:extLst>
              <a:ext uri="{FF2B5EF4-FFF2-40B4-BE49-F238E27FC236}">
                <a16:creationId xmlns:a16="http://schemas.microsoft.com/office/drawing/2014/main" id="{2FCEEB13-EE71-D557-1DAA-EE2457D854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4076700"/>
            <a:ext cx="2916237" cy="234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854" name="图片 1">
            <a:extLst>
              <a:ext uri="{FF2B5EF4-FFF2-40B4-BE49-F238E27FC236}">
                <a16:creationId xmlns:a16="http://schemas.microsoft.com/office/drawing/2014/main" id="{9F87EF41-222B-9C7C-F792-9AF34244AC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0" y="3933825"/>
            <a:ext cx="3016250" cy="279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Picture 2" descr="greedy-progress04c">
            <a:extLst>
              <a:ext uri="{FF2B5EF4-FFF2-40B4-BE49-F238E27FC236}">
                <a16:creationId xmlns:a16="http://schemas.microsoft.com/office/drawing/2014/main" id="{BB09D456-A543-8D83-53F9-521A620DC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257" y="1341438"/>
            <a:ext cx="7688262" cy="279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5" name="Rectangle 3">
            <a:extLst>
              <a:ext uri="{FF2B5EF4-FFF2-40B4-BE49-F238E27FC236}">
                <a16:creationId xmlns:a16="http://schemas.microsoft.com/office/drawing/2014/main" id="{383F170F-C39A-BC92-B135-A8E88E306F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b="1">
                <a:solidFill>
                  <a:schemeClr val="tx1"/>
                </a:solidFill>
              </a:rPr>
              <a:t>贪婪最佳优先搜索</a:t>
            </a:r>
          </a:p>
        </p:txBody>
      </p:sp>
      <p:sp>
        <p:nvSpPr>
          <p:cNvPr id="79876" name="Rectangle 4">
            <a:extLst>
              <a:ext uri="{FF2B5EF4-FFF2-40B4-BE49-F238E27FC236}">
                <a16:creationId xmlns:a16="http://schemas.microsoft.com/office/drawing/2014/main" id="{3912AE2E-B251-651B-EC71-6597494DC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559969"/>
            <a:ext cx="3672408" cy="2089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latinLnBrk="0" hangingPunct="1">
              <a:lnSpc>
                <a:spcPct val="150000"/>
              </a:lnSpc>
              <a:buFontTx/>
              <a:buNone/>
            </a:pP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S→F→B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实际全长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310</a:t>
            </a:r>
          </a:p>
          <a:p>
            <a:pPr eaLnBrk="1" latinLnBrk="0" hangingPunct="1">
              <a:lnSpc>
                <a:spcPct val="150000"/>
              </a:lnSpc>
              <a:buFontTx/>
              <a:buNone/>
            </a:pP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S→RV→P→B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实际全长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278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，多了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32</a:t>
            </a:r>
            <a:endParaRPr lang="zh-CN" altLang="en-US" sz="2400" i="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9877" name="Text Box 4">
            <a:extLst>
              <a:ext uri="{FF2B5EF4-FFF2-40B4-BE49-F238E27FC236}">
                <a16:creationId xmlns:a16="http://schemas.microsoft.com/office/drawing/2014/main" id="{83F0EC41-CA1F-7305-1BF9-AD4D7A93EB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098" name="Picture 2" descr="在这里插入图片描述">
            <a:extLst>
              <a:ext uri="{FF2B5EF4-FFF2-40B4-BE49-F238E27FC236}">
                <a16:creationId xmlns:a16="http://schemas.microsoft.com/office/drawing/2014/main" id="{CC797087-E529-BC17-C647-B4DFD6AF5B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38" t="28434" r="24933" b="24358"/>
          <a:stretch>
            <a:fillRect/>
          </a:stretch>
        </p:blipFill>
        <p:spPr bwMode="auto">
          <a:xfrm>
            <a:off x="4546159" y="4091707"/>
            <a:ext cx="4151361" cy="2469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2E22AE20-2B27-CBF8-E23E-F0C717AE1738}"/>
              </a:ext>
            </a:extLst>
          </p:cNvPr>
          <p:cNvSpPr/>
          <p:nvPr/>
        </p:nvSpPr>
        <p:spPr bwMode="auto">
          <a:xfrm>
            <a:off x="5148064" y="3984166"/>
            <a:ext cx="731838" cy="731838"/>
          </a:xfrm>
          <a:prstGeom prst="ellipse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0F193F6B-483E-7E03-CDEF-D5C0B85FE07C}"/>
              </a:ext>
            </a:extLst>
          </p:cNvPr>
          <p:cNvSpPr/>
          <p:nvPr/>
        </p:nvSpPr>
        <p:spPr bwMode="auto">
          <a:xfrm>
            <a:off x="4419875" y="4784724"/>
            <a:ext cx="731838" cy="731838"/>
          </a:xfrm>
          <a:prstGeom prst="ellipse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" name="上下箭头 3">
            <a:extLst>
              <a:ext uri="{FF2B5EF4-FFF2-40B4-BE49-F238E27FC236}">
                <a16:creationId xmlns:a16="http://schemas.microsoft.com/office/drawing/2014/main" id="{55F74612-B32D-C8D9-FFE5-646220C40571}"/>
              </a:ext>
            </a:extLst>
          </p:cNvPr>
          <p:cNvSpPr/>
          <p:nvPr/>
        </p:nvSpPr>
        <p:spPr bwMode="auto">
          <a:xfrm rot="2660571">
            <a:off x="4992345" y="4406405"/>
            <a:ext cx="288032" cy="731221"/>
          </a:xfrm>
          <a:prstGeom prst="up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>
            <a:extLst>
              <a:ext uri="{FF2B5EF4-FFF2-40B4-BE49-F238E27FC236}">
                <a16:creationId xmlns:a16="http://schemas.microsoft.com/office/drawing/2014/main" id="{7878A6C2-B84E-32FA-57C5-E8B04907A5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8138" y="1557338"/>
            <a:ext cx="8229600" cy="4411662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zh-CN" altLang="en-US" sz="2800" dirty="0">
                <a:solidFill>
                  <a:srgbClr val="CC0099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完备性</a:t>
            </a:r>
            <a:r>
              <a:rPr lang="en-US" altLang="zh-CN" sz="2800" dirty="0">
                <a:solidFill>
                  <a:srgbClr val="CC0099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	          </a:t>
            </a:r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否  可能会陷入某些循环</a:t>
            </a:r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考虑从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Iasi</a:t>
            </a: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sz="2800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Fagaras</a:t>
            </a: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的路径</a:t>
            </a:r>
          </a:p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zh-CN" altLang="en-US" sz="2800" dirty="0">
                <a:solidFill>
                  <a:srgbClr val="CC0099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时间复杂度</a:t>
            </a:r>
            <a:r>
              <a:rPr lang="en-US" altLang="zh-CN" sz="2800" dirty="0">
                <a:solidFill>
                  <a:srgbClr val="CC0099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 </a:t>
            </a:r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O(b</a:t>
            </a:r>
            <a:r>
              <a:rPr lang="en-US" altLang="zh-CN" sz="2800" baseline="300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)    </a:t>
            </a: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最差情况下</a:t>
            </a:r>
          </a:p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zh-CN" altLang="en-US" sz="2800" dirty="0">
                <a:solidFill>
                  <a:srgbClr val="CC0099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空间复杂度</a:t>
            </a:r>
            <a:r>
              <a:rPr lang="en-US" altLang="zh-CN" sz="2800" dirty="0">
                <a:solidFill>
                  <a:srgbClr val="CC0099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  </a:t>
            </a:r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O(b</a:t>
            </a:r>
            <a:r>
              <a:rPr lang="en-US" altLang="zh-CN" sz="2800" baseline="300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) – </a:t>
            </a: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在内存中保存所有的节点</a:t>
            </a:r>
          </a:p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zh-CN" altLang="en-US" sz="2800" dirty="0">
                <a:solidFill>
                  <a:srgbClr val="CC0099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最优性</a:t>
            </a:r>
            <a:r>
              <a:rPr lang="en-US" altLang="zh-CN" sz="2800" dirty="0">
                <a:solidFill>
                  <a:srgbClr val="CC0099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          </a:t>
            </a:r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否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FBAE9924-CCB1-B1CA-1D45-A02721A904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b="1">
                <a:solidFill>
                  <a:schemeClr val="tx1"/>
                </a:solidFill>
              </a:rPr>
              <a:t>贪婪最佳优先搜索算法性能评估</a:t>
            </a:r>
          </a:p>
        </p:txBody>
      </p:sp>
      <p:sp>
        <p:nvSpPr>
          <p:cNvPr id="81924" name="Text Box 4">
            <a:extLst>
              <a:ext uri="{FF2B5EF4-FFF2-40B4-BE49-F238E27FC236}">
                <a16:creationId xmlns:a16="http://schemas.microsoft.com/office/drawing/2014/main" id="{0088FFAC-C9B0-96D3-05DF-5A245D631F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45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945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945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945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945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945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>
            <a:extLst>
              <a:ext uri="{FF2B5EF4-FFF2-40B4-BE49-F238E27FC236}">
                <a16:creationId xmlns:a16="http://schemas.microsoft.com/office/drawing/2014/main" id="{62768855-85AB-383F-CA2F-B063C5A2F4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731838"/>
          </a:xfrm>
        </p:spPr>
        <p:txBody>
          <a:bodyPr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2.3.2 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*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搜索</a:t>
            </a:r>
            <a:endParaRPr lang="en-US" altLang="zh-CN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95587" name="Rectangle 3">
            <a:extLst>
              <a:ext uri="{FF2B5EF4-FFF2-40B4-BE49-F238E27FC236}">
                <a16:creationId xmlns:a16="http://schemas.microsoft.com/office/drawing/2014/main" id="{CE4BD949-5BC1-DE9D-461E-B44E71B85A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412875"/>
            <a:ext cx="7772400" cy="496887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基本思想</a:t>
            </a:r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不是优先扩展距离目标最近的状态（容易获得局部最优解）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而是优先扩展在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最优路径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（全局最优解）上的状态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如何实现？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评价函数改为 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f(n)=g(n)+h(n)</a:t>
            </a:r>
          </a:p>
          <a:p>
            <a:pPr lvl="1" latinLnBrk="0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g(n)---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从初始节点到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的代价</a:t>
            </a:r>
          </a:p>
          <a:p>
            <a:pPr lvl="1" latinLnBrk="0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h(n)---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到目标节点的最低代价的估计值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因此，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f(n)=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经过节点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具有最低代价的解的估计代价值（所有评价函数代价的下限）</a:t>
            </a:r>
          </a:p>
        </p:txBody>
      </p:sp>
      <p:sp>
        <p:nvSpPr>
          <p:cNvPr id="82948" name="Text Box 4">
            <a:extLst>
              <a:ext uri="{FF2B5EF4-FFF2-40B4-BE49-F238E27FC236}">
                <a16:creationId xmlns:a16="http://schemas.microsoft.com/office/drawing/2014/main" id="{5428C497-E508-EFF6-379A-1DC3B7ABC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5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5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5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95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95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>
            <a:extLst>
              <a:ext uri="{FF2B5EF4-FFF2-40B4-BE49-F238E27FC236}">
                <a16:creationId xmlns:a16="http://schemas.microsoft.com/office/drawing/2014/main" id="{AB9C7815-224E-3908-54A2-D94B491201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731838"/>
          </a:xfrm>
        </p:spPr>
        <p:txBody>
          <a:bodyPr/>
          <a:lstStyle/>
          <a:p>
            <a:pPr algn="ctr">
              <a:defRPr/>
            </a:pPr>
            <a:r>
              <a:rPr lang="en-US" altLang="zh-CN"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2.3.2 </a:t>
            </a:r>
            <a:r>
              <a:rPr lang="en-US" altLang="zh-CN"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sz="3200" baseline="30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*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搜索</a:t>
            </a:r>
            <a:endParaRPr lang="en-US" altLang="zh-CN" sz="3200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2F7B3CE2-52E7-28DE-DC58-BDEF338FB7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412875"/>
            <a:ext cx="8713092" cy="5329238"/>
          </a:xfrm>
        </p:spPr>
        <p:txBody>
          <a:bodyPr/>
          <a:lstStyle/>
          <a:p>
            <a:pPr latinLnBrk="0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*算法的性能取决于启发函数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h(n)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，若启发函数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h(n)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满足一定条件，则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A*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搜索是完备的和最优的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atinLnBrk="0"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h(n)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是可采纳的，那么使用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Tree-Search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A*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算法是最优的</a:t>
            </a:r>
          </a:p>
          <a:p>
            <a:pPr latinLnBrk="0"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启发函数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h(n)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是可采纳的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—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h(n)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满足  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h(n) ≤ h*(n)</a:t>
            </a:r>
          </a:p>
          <a:p>
            <a:pPr lvl="1" latinLnBrk="0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h*(n)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是从当前节点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到达目标的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最低真实代价</a:t>
            </a:r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f(n)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永远不会高估经过节点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解的实际代价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—f(n)≤f*(n)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，所以是最优解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如果启发函数大于这个上限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h*(n)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，则搜索算法出现发散，不能保证总能找到最优解。</a:t>
            </a:r>
          </a:p>
          <a:p>
            <a:pPr latinLnBrk="0">
              <a:lnSpc>
                <a:spcPct val="120000"/>
              </a:lnSpc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4996" name="Text Box 4">
            <a:extLst>
              <a:ext uri="{FF2B5EF4-FFF2-40B4-BE49-F238E27FC236}">
                <a16:creationId xmlns:a16="http://schemas.microsoft.com/office/drawing/2014/main" id="{98695DBD-16B2-709C-98C7-4C15E0513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3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3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3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3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3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2" name="Picture 2" descr="astar-progress01c">
            <a:extLst>
              <a:ext uri="{FF2B5EF4-FFF2-40B4-BE49-F238E27FC236}">
                <a16:creationId xmlns:a16="http://schemas.microsoft.com/office/drawing/2014/main" id="{B8AFEEA9-EC99-8A14-DD62-D13B22F58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" y="625475"/>
            <a:ext cx="9115425" cy="374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7875" name="Group 3">
            <a:extLst>
              <a:ext uri="{FF2B5EF4-FFF2-40B4-BE49-F238E27FC236}">
                <a16:creationId xmlns:a16="http://schemas.microsoft.com/office/drawing/2014/main" id="{458D3D8A-E5F3-F193-45BD-1D8EFE687584}"/>
              </a:ext>
            </a:extLst>
          </p:cNvPr>
          <p:cNvGraphicFramePr>
            <a:graphicFrameLocks noGrp="1"/>
          </p:cNvGraphicFramePr>
          <p:nvPr/>
        </p:nvGraphicFramePr>
        <p:xfrm>
          <a:off x="1258888" y="3357563"/>
          <a:ext cx="6553200" cy="3290891"/>
        </p:xfrm>
        <a:graphic>
          <a:graphicData uri="http://schemas.openxmlformats.org/drawingml/2006/table">
            <a:tbl>
              <a:tblPr/>
              <a:tblGrid>
                <a:gridCol w="16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8613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Arad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Mehadia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241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Bucharest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Neamt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613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Craiova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Oradea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613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Dobreta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242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Pitesti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Eforie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161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Rimnicu Vilcea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193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613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Fagaras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Sibiu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253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613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Giurgiu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Timisoara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8613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Hirsova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151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Urziceni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20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Iasi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Vaslui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8613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Lugoj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Zerind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374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7100" name="Rectangle 60">
            <a:extLst>
              <a:ext uri="{FF2B5EF4-FFF2-40B4-BE49-F238E27FC236}">
                <a16:creationId xmlns:a16="http://schemas.microsoft.com/office/drawing/2014/main" id="{7BD60FFD-CB77-0DC7-A720-67A6DDED12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715963"/>
            <a:ext cx="7772400" cy="733425"/>
          </a:xfrm>
        </p:spPr>
        <p:txBody>
          <a:bodyPr/>
          <a:lstStyle/>
          <a:p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solidFill>
                  <a:schemeClr val="tx1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  <a:t>搜索</a:t>
            </a:r>
          </a:p>
        </p:txBody>
      </p:sp>
      <p:sp>
        <p:nvSpPr>
          <p:cNvPr id="87101" name="Text Box 4">
            <a:extLst>
              <a:ext uri="{FF2B5EF4-FFF2-40B4-BE49-F238E27FC236}">
                <a16:creationId xmlns:a16="http://schemas.microsoft.com/office/drawing/2014/main" id="{F1FC8473-C5E4-567C-5B76-D447248DE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Picture 2" descr="astar-progress02c">
            <a:extLst>
              <a:ext uri="{FF2B5EF4-FFF2-40B4-BE49-F238E27FC236}">
                <a16:creationId xmlns:a16="http://schemas.microsoft.com/office/drawing/2014/main" id="{4288F9BE-66EA-FA3C-A848-B4F3ADED6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8" y="1582737"/>
            <a:ext cx="9001125" cy="369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Rectangle 3">
            <a:extLst>
              <a:ext uri="{FF2B5EF4-FFF2-40B4-BE49-F238E27FC236}">
                <a16:creationId xmlns:a16="http://schemas.microsoft.com/office/drawing/2014/main" id="{6DCF1656-50AF-9A78-A56E-5E3A29C5CB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solidFill>
                  <a:schemeClr val="tx1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  <a:t>搜索</a:t>
            </a:r>
          </a:p>
        </p:txBody>
      </p:sp>
      <p:graphicFrame>
        <p:nvGraphicFramePr>
          <p:cNvPr id="208900" name="Group 4">
            <a:extLst>
              <a:ext uri="{FF2B5EF4-FFF2-40B4-BE49-F238E27FC236}">
                <a16:creationId xmlns:a16="http://schemas.microsoft.com/office/drawing/2014/main" id="{7109C785-52D2-2AD0-EFAC-72164376B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405318"/>
              </p:ext>
            </p:extLst>
          </p:nvPr>
        </p:nvGraphicFramePr>
        <p:xfrm>
          <a:off x="151191" y="3622182"/>
          <a:ext cx="5472336" cy="3048000"/>
        </p:xfrm>
        <a:graphic>
          <a:graphicData uri="http://schemas.openxmlformats.org/drawingml/2006/table">
            <a:tbl>
              <a:tblPr/>
              <a:tblGrid>
                <a:gridCol w="1368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0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Arad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Mehadia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241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Bucharest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Neamt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Craiova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Oradea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Dobreta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242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Pitesti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Eforie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161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Rimnicu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Vilcea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193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Fagaras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Sibiu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253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Giurgiu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Timisoara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Hirsova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151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Urziceni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Iasi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Vaslui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Lugoj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Zerind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374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8125" name="Text Box 4">
            <a:extLst>
              <a:ext uri="{FF2B5EF4-FFF2-40B4-BE49-F238E27FC236}">
                <a16:creationId xmlns:a16="http://schemas.microsoft.com/office/drawing/2014/main" id="{2779115E-460B-BAAF-B545-63F296183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122" name="Picture 2" descr="在这里插入图片描述">
            <a:extLst>
              <a:ext uri="{FF2B5EF4-FFF2-40B4-BE49-F238E27FC236}">
                <a16:creationId xmlns:a16="http://schemas.microsoft.com/office/drawing/2014/main" id="{CA4E08A8-ED30-0287-306C-5B8AB49C61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387" b="37846"/>
          <a:stretch>
            <a:fillRect/>
          </a:stretch>
        </p:blipFill>
        <p:spPr bwMode="auto">
          <a:xfrm>
            <a:off x="5660199" y="3429000"/>
            <a:ext cx="3347864" cy="3318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0" name="Picture 2" descr="astar-progress03c">
            <a:extLst>
              <a:ext uri="{FF2B5EF4-FFF2-40B4-BE49-F238E27FC236}">
                <a16:creationId xmlns:a16="http://schemas.microsoft.com/office/drawing/2014/main" id="{8201A034-BB34-3704-241F-2F506F039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02819"/>
            <a:ext cx="8893175" cy="364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在这里插入图片描述">
            <a:extLst>
              <a:ext uri="{FF2B5EF4-FFF2-40B4-BE49-F238E27FC236}">
                <a16:creationId xmlns:a16="http://schemas.microsoft.com/office/drawing/2014/main" id="{4DEE77A2-777A-31B2-24CA-E045E76A7B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" t="2124" r="41978" b="37846"/>
          <a:stretch>
            <a:fillRect/>
          </a:stretch>
        </p:blipFill>
        <p:spPr bwMode="auto">
          <a:xfrm>
            <a:off x="4866613" y="3787882"/>
            <a:ext cx="4169883" cy="254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091" name="Rectangle 3">
            <a:extLst>
              <a:ext uri="{FF2B5EF4-FFF2-40B4-BE49-F238E27FC236}">
                <a16:creationId xmlns:a16="http://schemas.microsoft.com/office/drawing/2014/main" id="{CDF6EC58-63FE-4E48-3ECB-8466FEB1C2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aseline="30000">
                <a:solidFill>
                  <a:schemeClr val="tx1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  <a:t>搜索</a:t>
            </a:r>
          </a:p>
        </p:txBody>
      </p:sp>
      <p:sp>
        <p:nvSpPr>
          <p:cNvPr id="89149" name="Text Box 4">
            <a:extLst>
              <a:ext uri="{FF2B5EF4-FFF2-40B4-BE49-F238E27FC236}">
                <a16:creationId xmlns:a16="http://schemas.microsoft.com/office/drawing/2014/main" id="{F2A327FD-B367-9E60-1F44-6ABD27536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" name="Group 4">
            <a:extLst>
              <a:ext uri="{FF2B5EF4-FFF2-40B4-BE49-F238E27FC236}">
                <a16:creationId xmlns:a16="http://schemas.microsoft.com/office/drawing/2014/main" id="{41339B64-C85A-23B0-805E-753BC2F69A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966097"/>
              </p:ext>
            </p:extLst>
          </p:nvPr>
        </p:nvGraphicFramePr>
        <p:xfrm>
          <a:off x="58177" y="3622182"/>
          <a:ext cx="4780849" cy="3048000"/>
        </p:xfrm>
        <a:graphic>
          <a:graphicData uri="http://schemas.openxmlformats.org/drawingml/2006/table">
            <a:tbl>
              <a:tblPr/>
              <a:tblGrid>
                <a:gridCol w="1094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6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Arad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Mehadia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241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Bucharest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Neamt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Craiova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Oradea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Dobreta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242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Pitesti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Eforie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161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Rimnicu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Vilcea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193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Fagaras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Sibiu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253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Giurgiu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Timisoara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Hirsova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151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Urziceni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Iasi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Vaslui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Lugoj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Zerind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374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椭圆 3">
            <a:extLst>
              <a:ext uri="{FF2B5EF4-FFF2-40B4-BE49-F238E27FC236}">
                <a16:creationId xmlns:a16="http://schemas.microsoft.com/office/drawing/2014/main" id="{EF2E3A15-6091-4F79-EA82-5D2CF26164E9}"/>
              </a:ext>
            </a:extLst>
          </p:cNvPr>
          <p:cNvSpPr/>
          <p:nvPr/>
        </p:nvSpPr>
        <p:spPr bwMode="auto">
          <a:xfrm>
            <a:off x="5868144" y="4780263"/>
            <a:ext cx="731838" cy="731838"/>
          </a:xfrm>
          <a:prstGeom prst="ellipse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4" name="Picture 2" descr="astar-progress04c">
            <a:extLst>
              <a:ext uri="{FF2B5EF4-FFF2-40B4-BE49-F238E27FC236}">
                <a16:creationId xmlns:a16="http://schemas.microsoft.com/office/drawing/2014/main" id="{A8203486-2515-A19C-23D5-37FF36034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4813"/>
            <a:ext cx="9144000" cy="375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72" name="Text Box 4">
            <a:extLst>
              <a:ext uri="{FF2B5EF4-FFF2-40B4-BE49-F238E27FC236}">
                <a16:creationId xmlns:a16="http://schemas.microsoft.com/office/drawing/2014/main" id="{3B0C30C9-D63C-7B70-F56A-EBC6D8148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" name="Group 4">
            <a:extLst>
              <a:ext uri="{FF2B5EF4-FFF2-40B4-BE49-F238E27FC236}">
                <a16:creationId xmlns:a16="http://schemas.microsoft.com/office/drawing/2014/main" id="{190B87D3-76D0-5B5D-1459-65C587EB99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098294"/>
              </p:ext>
            </p:extLst>
          </p:nvPr>
        </p:nvGraphicFramePr>
        <p:xfrm>
          <a:off x="58177" y="3622182"/>
          <a:ext cx="4780849" cy="3048000"/>
        </p:xfrm>
        <a:graphic>
          <a:graphicData uri="http://schemas.openxmlformats.org/drawingml/2006/table">
            <a:tbl>
              <a:tblPr/>
              <a:tblGrid>
                <a:gridCol w="1094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6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Arad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Mehadia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241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Bucharest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Neamt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Craiova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Oradea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Dobreta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242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Pitesti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Eforie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161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Rimnicu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Vilcea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193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Fagaras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Sibiu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253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Giurgiu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Timisoara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Hirsova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151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Urziceni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Iasi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Vaslui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Lugoj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Zerind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374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3" name="Picture 2" descr="在这里插入图片描述">
            <a:extLst>
              <a:ext uri="{FF2B5EF4-FFF2-40B4-BE49-F238E27FC236}">
                <a16:creationId xmlns:a16="http://schemas.microsoft.com/office/drawing/2014/main" id="{6E7F8CDB-922C-173E-F35A-B00D072183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" t="2123" r="41934" b="30058"/>
          <a:stretch>
            <a:fillRect/>
          </a:stretch>
        </p:blipFill>
        <p:spPr bwMode="auto">
          <a:xfrm>
            <a:off x="4897203" y="3652851"/>
            <a:ext cx="4173075" cy="288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BE1E126-D668-459F-D1F0-1D292B09CBD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20"/>
          <a:stretch>
            <a:fillRect/>
          </a:stretch>
        </p:blipFill>
        <p:spPr>
          <a:xfrm>
            <a:off x="4716016" y="2048709"/>
            <a:ext cx="1368152" cy="238106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Picture 2" descr="astar-progress05c">
            <a:extLst>
              <a:ext uri="{FF2B5EF4-FFF2-40B4-BE49-F238E27FC236}">
                <a16:creationId xmlns:a16="http://schemas.microsoft.com/office/drawing/2014/main" id="{2C9ADB8D-5278-8BC1-2651-58C0678B1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8463"/>
            <a:ext cx="9144000" cy="375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196" name="Text Box 4">
            <a:extLst>
              <a:ext uri="{FF2B5EF4-FFF2-40B4-BE49-F238E27FC236}">
                <a16:creationId xmlns:a16="http://schemas.microsoft.com/office/drawing/2014/main" id="{673BEFB8-4AA6-94B2-9E3A-483AC1789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" name="Group 4">
            <a:extLst>
              <a:ext uri="{FF2B5EF4-FFF2-40B4-BE49-F238E27FC236}">
                <a16:creationId xmlns:a16="http://schemas.microsoft.com/office/drawing/2014/main" id="{5652AE41-13C5-626E-25A1-676652321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847385"/>
              </p:ext>
            </p:extLst>
          </p:nvPr>
        </p:nvGraphicFramePr>
        <p:xfrm>
          <a:off x="58177" y="3622182"/>
          <a:ext cx="4780849" cy="3048000"/>
        </p:xfrm>
        <a:graphic>
          <a:graphicData uri="http://schemas.openxmlformats.org/drawingml/2006/table">
            <a:tbl>
              <a:tblPr/>
              <a:tblGrid>
                <a:gridCol w="1094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6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Arad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Mehadia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241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Bucharest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Neamt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Craiova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Oradea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Dobreta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242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Pitesti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Eforie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161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Rimnicu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Vilcea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193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Fagaras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Sibiu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253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Giurgiu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Timisoara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Hirsova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151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Urziceni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Iasi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Vaslui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Lugoj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Zerind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374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3" name="Picture 2" descr="在这里插入图片描述">
            <a:extLst>
              <a:ext uri="{FF2B5EF4-FFF2-40B4-BE49-F238E27FC236}">
                <a16:creationId xmlns:a16="http://schemas.microsoft.com/office/drawing/2014/main" id="{95C57A45-201C-443D-77DD-E2E4DA404E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9" t="3760" r="23943" b="24473"/>
          <a:stretch>
            <a:fillRect/>
          </a:stretch>
        </p:blipFill>
        <p:spPr bwMode="auto">
          <a:xfrm>
            <a:off x="4897202" y="4020815"/>
            <a:ext cx="4139293" cy="2306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2" name="Picture 2" descr="astar-progress06c">
            <a:extLst>
              <a:ext uri="{FF2B5EF4-FFF2-40B4-BE49-F238E27FC236}">
                <a16:creationId xmlns:a16="http://schemas.microsoft.com/office/drawing/2014/main" id="{26D896AA-CA04-8D43-6CF6-289600812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740" y="-31602"/>
            <a:ext cx="9115425" cy="373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63" name="Text Box 4">
            <a:extLst>
              <a:ext uri="{FF2B5EF4-FFF2-40B4-BE49-F238E27FC236}">
                <a16:creationId xmlns:a16="http://schemas.microsoft.com/office/drawing/2014/main" id="{31F8AA6C-7989-B1FB-47DA-25EF39672A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" name="Group 4">
            <a:extLst>
              <a:ext uri="{FF2B5EF4-FFF2-40B4-BE49-F238E27FC236}">
                <a16:creationId xmlns:a16="http://schemas.microsoft.com/office/drawing/2014/main" id="{40BFFB64-FAD6-72A8-7E0D-EBE19DB536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242586"/>
              </p:ext>
            </p:extLst>
          </p:nvPr>
        </p:nvGraphicFramePr>
        <p:xfrm>
          <a:off x="58177" y="3622182"/>
          <a:ext cx="4780849" cy="3048000"/>
        </p:xfrm>
        <a:graphic>
          <a:graphicData uri="http://schemas.openxmlformats.org/drawingml/2006/table">
            <a:tbl>
              <a:tblPr/>
              <a:tblGrid>
                <a:gridCol w="1094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6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Arad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Mehadia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241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Bucharest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Neamt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Craiova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Oradea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Dobreta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242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Pitesti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Eforie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161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Rimnicu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Vilcea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193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Fagaras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Sibiu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253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Giurgiu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Timisoara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Hirsova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151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Urziceni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Iasi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Vaslui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638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Lugoj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Zerind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3pPr>
                      <a:lvl4pPr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4pPr>
                      <a:lvl5pPr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5pPr>
                      <a:lvl6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6pPr>
                      <a:lvl7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7pPr>
                      <a:lvl8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8pPr>
                      <a:lvl9pPr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-윤체M" pitchFamily="18" charset="-127"/>
                          <a:ea typeface="-윤체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374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3" name="Picture 2" descr="在这里插入图片描述">
            <a:extLst>
              <a:ext uri="{FF2B5EF4-FFF2-40B4-BE49-F238E27FC236}">
                <a16:creationId xmlns:a16="http://schemas.microsoft.com/office/drawing/2014/main" id="{3862BE48-9ED1-57E6-DCDD-AFFAB41778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33" t="36880" r="23943" b="2630"/>
          <a:stretch>
            <a:fillRect/>
          </a:stretch>
        </p:blipFill>
        <p:spPr bwMode="auto">
          <a:xfrm>
            <a:off x="5072851" y="4005064"/>
            <a:ext cx="3745099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灯片编号占位符 3">
            <a:extLst>
              <a:ext uri="{FF2B5EF4-FFF2-40B4-BE49-F238E27FC236}">
                <a16:creationId xmlns:a16="http://schemas.microsoft.com/office/drawing/2014/main" id="{2538FBCF-E292-3BCC-55FC-176644CA14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08C6E8-F5E3-864A-B5D9-B0C1F223D47D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58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24962" name="Rectangle 2">
            <a:extLst>
              <a:ext uri="{FF2B5EF4-FFF2-40B4-BE49-F238E27FC236}">
                <a16:creationId xmlns:a16="http://schemas.microsoft.com/office/drawing/2014/main" id="{BEC7AE75-4A10-D2D4-CEBC-156B050201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731838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A*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算法的性质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(1)</a:t>
            </a:r>
          </a:p>
        </p:txBody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8BE580C4-1D7C-A83F-4C84-06EB6BBD31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412875"/>
            <a:ext cx="7772400" cy="496887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宋体" panose="02010600030101010101" pitchFamily="2" charset="-122"/>
              </a:rPr>
              <a:t>A*</a:t>
            </a:r>
            <a:r>
              <a:rPr lang="zh-CN" altLang="en-US" sz="2400" dirty="0">
                <a:latin typeface="微软雅黑" panose="020B0503020204020204" pitchFamily="34" charset="-122"/>
                <a:ea typeface="宋体" panose="02010600030101010101" pitchFamily="2" charset="-122"/>
              </a:rPr>
              <a:t>算法是完备的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——</a:t>
            </a:r>
            <a:r>
              <a:rPr lang="zh-CN" altLang="en-US" sz="2400" dirty="0">
                <a:latin typeface="微软雅黑" panose="020B0503020204020204" pitchFamily="34" charset="-122"/>
                <a:ea typeface="宋体" panose="02010600030101010101" pitchFamily="2" charset="-122"/>
              </a:rPr>
              <a:t>如果解存在，就一定能找到 </a:t>
            </a:r>
            <a:r>
              <a:rPr lang="en-US" altLang="zh-CN" sz="2400" dirty="0">
                <a:latin typeface="微软雅黑" panose="020B0503020204020204" pitchFamily="34" charset="-122"/>
                <a:ea typeface="宋体" panose="02010600030101010101" pitchFamily="2" charset="-122"/>
              </a:rPr>
              <a:t>/ </a:t>
            </a:r>
            <a:r>
              <a:rPr lang="zh-CN" altLang="en-US" sz="2400" dirty="0">
                <a:latin typeface="微软雅黑" panose="020B0503020204020204" pitchFamily="34" charset="-122"/>
                <a:ea typeface="宋体" panose="02010600030101010101" pitchFamily="2" charset="-122"/>
              </a:rPr>
              <a:t>因为找到解只要有限步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宋体" panose="02010600030101010101" pitchFamily="2" charset="-122"/>
              </a:rPr>
              <a:t>A*</a:t>
            </a:r>
            <a:r>
              <a:rPr lang="zh-CN" altLang="en-US" sz="2400" dirty="0">
                <a:latin typeface="微软雅黑" panose="020B0503020204020204" pitchFamily="34" charset="-122"/>
                <a:ea typeface="宋体" panose="02010600030101010101" pitchFamily="2" charset="-122"/>
              </a:rPr>
              <a:t>算法是最优的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——</a:t>
            </a:r>
            <a:r>
              <a:rPr lang="zh-CN" altLang="en-US" sz="2400" dirty="0">
                <a:latin typeface="微软雅黑" panose="020B0503020204020204" pitchFamily="34" charset="-122"/>
                <a:ea typeface="宋体" panose="02010600030101010101" pitchFamily="2" charset="-122"/>
              </a:rPr>
              <a:t>即可采纳的</a:t>
            </a:r>
            <a:endParaRPr lang="en-US" altLang="zh-CN" sz="24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宋体" panose="02010600030101010101" pitchFamily="2" charset="-122"/>
              </a:rPr>
              <a:t>A*</a:t>
            </a:r>
            <a:r>
              <a:rPr lang="zh-CN" altLang="en-US" sz="2400" dirty="0">
                <a:latin typeface="微软雅黑" panose="020B0503020204020204" pitchFamily="34" charset="-122"/>
                <a:ea typeface="宋体" panose="02010600030101010101" pitchFamily="2" charset="-122"/>
              </a:rPr>
              <a:t>算法对于任何给定的启发函数都是效率最优的 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——</a:t>
            </a:r>
            <a:r>
              <a:rPr lang="zh-CN" altLang="en-US" sz="2400" dirty="0">
                <a:latin typeface="微软雅黑" panose="020B0503020204020204" pitchFamily="34" charset="-122"/>
                <a:ea typeface="宋体" panose="02010600030101010101" pitchFamily="2" charset="-122"/>
              </a:rPr>
              <a:t>没有任何其他算法扩展的节点少于</a:t>
            </a:r>
            <a:r>
              <a:rPr lang="en-US" altLang="zh-CN" sz="2400" dirty="0">
                <a:latin typeface="微软雅黑" panose="020B0503020204020204" pitchFamily="34" charset="-122"/>
                <a:ea typeface="宋体" panose="02010600030101010101" pitchFamily="2" charset="-122"/>
              </a:rPr>
              <a:t>A*</a:t>
            </a:r>
            <a:r>
              <a:rPr lang="zh-CN" altLang="en-US" sz="2400" dirty="0">
                <a:latin typeface="微软雅黑" panose="020B0503020204020204" pitchFamily="34" charset="-122"/>
                <a:ea typeface="宋体" panose="02010600030101010101" pitchFamily="2" charset="-122"/>
              </a:rPr>
              <a:t>算法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宋体" panose="02010600030101010101" pitchFamily="2" charset="-122"/>
              </a:rPr>
              <a:t>但是，</a:t>
            </a:r>
            <a:r>
              <a:rPr lang="en-US" altLang="zh-CN" sz="2400" dirty="0">
                <a:latin typeface="微软雅黑" panose="020B0503020204020204" pitchFamily="34" charset="-122"/>
                <a:ea typeface="宋体" panose="02010600030101010101" pitchFamily="2" charset="-122"/>
              </a:rPr>
              <a:t>A*</a:t>
            </a:r>
            <a:r>
              <a:rPr lang="zh-CN" altLang="en-US" sz="2400" dirty="0">
                <a:latin typeface="微软雅黑" panose="020B0503020204020204" pitchFamily="34" charset="-122"/>
                <a:ea typeface="宋体" panose="02010600030101010101" pitchFamily="2" charset="-122"/>
              </a:rPr>
              <a:t>算法对于多数问题来说，搜索空间处于目标等值线内的节点数量是求解路径长度的指数级</a:t>
            </a:r>
            <a:endParaRPr lang="en-US" altLang="zh-CN" sz="24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93189" name="Text Box 4">
            <a:extLst>
              <a:ext uri="{FF2B5EF4-FFF2-40B4-BE49-F238E27FC236}">
                <a16:creationId xmlns:a16="http://schemas.microsoft.com/office/drawing/2014/main" id="{AE63D28A-E413-D3D0-2FEA-183B820C3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灯片编号占位符 4">
            <a:extLst>
              <a:ext uri="{FF2B5EF4-FFF2-40B4-BE49-F238E27FC236}">
                <a16:creationId xmlns:a16="http://schemas.microsoft.com/office/drawing/2014/main" id="{71CB9691-59CA-3CC4-5B4A-35BF7AD5C4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772038-EED7-994B-84F3-83821E51B1B4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59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29058" name="Rectangle 2">
            <a:extLst>
              <a:ext uri="{FF2B5EF4-FFF2-40B4-BE49-F238E27FC236}">
                <a16:creationId xmlns:a16="http://schemas.microsoft.com/office/drawing/2014/main" id="{606FF50C-4AD6-089B-1AE1-0A473FCDEA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731838"/>
          </a:xfrm>
        </p:spPr>
        <p:txBody>
          <a:bodyPr/>
          <a:lstStyle/>
          <a:p>
            <a:pPr algn="ctr" eaLnBrk="1" hangingPunct="1"/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*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算法的性质</a:t>
            </a:r>
            <a:endParaRPr lang="en-US" altLang="zh-CN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B023341D-C1B1-CA9D-F519-724F7B6E780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341438"/>
            <a:ext cx="7993062" cy="5183187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如果要求不以指数级增长，则启发函数需要满足条件</a:t>
            </a:r>
          </a:p>
          <a:p>
            <a:pPr eaLnBrk="1" hangingPunct="1">
              <a:lnSpc>
                <a:spcPct val="120000"/>
              </a:lnSpc>
            </a:pPr>
            <a:endParaRPr lang="en-US" altLang="zh-CN" sz="240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endParaRPr lang="zh-CN" altLang="en-US" sz="240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即启发函数 </a:t>
            </a:r>
            <a:r>
              <a:rPr lang="en-US" altLang="zh-CN" sz="2400">
                <a:latin typeface="微软雅黑" panose="020B0503020204020204" pitchFamily="34" charset="-122"/>
                <a:ea typeface="宋体" panose="02010600030101010101" pitchFamily="2" charset="-122"/>
              </a:rPr>
              <a:t>h(n)</a:t>
            </a:r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代表了算法采用的启发信息量</a:t>
            </a:r>
            <a:endParaRPr lang="en-US" altLang="zh-CN" sz="240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如果令</a:t>
            </a:r>
            <a:r>
              <a:rPr lang="en-US" altLang="zh-CN" sz="2400">
                <a:latin typeface="微软雅黑" panose="020B0503020204020204" pitchFamily="34" charset="-122"/>
                <a:ea typeface="宋体" panose="02010600030101010101" pitchFamily="2" charset="-122"/>
              </a:rPr>
              <a:t>f(n) = g(n) + 0</a:t>
            </a:r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，此时启发为</a:t>
            </a:r>
            <a:r>
              <a:rPr lang="en-US" altLang="zh-CN" sz="2400">
                <a:latin typeface="微软雅黑" panose="020B0503020204020204" pitchFamily="34" charset="-122"/>
                <a:ea typeface="宋体" panose="02010600030101010101" pitchFamily="2" charset="-122"/>
              </a:rPr>
              <a:t>0</a:t>
            </a:r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，退化为盲目搜索，必定能找到最优解，但效率最低。</a:t>
            </a:r>
            <a:endParaRPr lang="en-US" altLang="zh-CN" sz="240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如果添加</a:t>
            </a: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“</a:t>
            </a:r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一点点</a:t>
            </a: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”</a:t>
            </a:r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启发，搜索效率提高并仍然能找到最优解。</a:t>
            </a:r>
            <a:endParaRPr lang="en-US" altLang="zh-CN" sz="240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启发函数不能高于</a:t>
            </a:r>
            <a:r>
              <a:rPr lang="en-US" altLang="zh-CN" sz="2400">
                <a:latin typeface="微软雅黑" panose="020B0503020204020204" pitchFamily="34" charset="-122"/>
                <a:ea typeface="宋体" panose="02010600030101010101" pitchFamily="2" charset="-122"/>
              </a:rPr>
              <a:t>h*(n)</a:t>
            </a:r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，但是要尽量接近</a:t>
            </a:r>
            <a:r>
              <a:rPr lang="en-US" altLang="zh-CN" sz="2400">
                <a:latin typeface="微软雅黑" panose="020B0503020204020204" pitchFamily="34" charset="-122"/>
                <a:ea typeface="宋体" panose="02010600030101010101" pitchFamily="2" charset="-122"/>
              </a:rPr>
              <a:t>h*(n)</a:t>
            </a:r>
            <a:endParaRPr lang="zh-CN" altLang="en-US" sz="240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95237" name="Text Box 4">
            <a:extLst>
              <a:ext uri="{FF2B5EF4-FFF2-40B4-BE49-F238E27FC236}">
                <a16:creationId xmlns:a16="http://schemas.microsoft.com/office/drawing/2014/main" id="{C52B98A9-75BF-4497-DE45-C5BF0B851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95238" name="Object 5">
            <a:extLst>
              <a:ext uri="{FF2B5EF4-FFF2-40B4-BE49-F238E27FC236}">
                <a16:creationId xmlns:a16="http://schemas.microsoft.com/office/drawing/2014/main" id="{879AFAFE-3A87-AC6F-2FD7-EC0A266C3F86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193925" y="2205038"/>
          <a:ext cx="4752975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42125900" imgH="4686300" progId="Equation.3">
                  <p:embed/>
                </p:oleObj>
              </mc:Choice>
              <mc:Fallback>
                <p:oleObj name="公式" r:id="rId3" imgW="42125900" imgH="4686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3925" y="2205038"/>
                        <a:ext cx="4752975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灯片编号占位符 3">
            <a:extLst>
              <a:ext uri="{FF2B5EF4-FFF2-40B4-BE49-F238E27FC236}">
                <a16:creationId xmlns:a16="http://schemas.microsoft.com/office/drawing/2014/main" id="{FCE23E97-99A0-2DF6-EC00-8A7EC3FBDD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52B540-4630-DC49-BD41-99346D42AEE2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60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27010" name="Rectangle 2">
            <a:extLst>
              <a:ext uri="{FF2B5EF4-FFF2-40B4-BE49-F238E27FC236}">
                <a16:creationId xmlns:a16="http://schemas.microsoft.com/office/drawing/2014/main" id="{F4E7D838-EF5B-EE6E-4142-A00CBB14C4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731838"/>
          </a:xfrm>
        </p:spPr>
        <p:txBody>
          <a:bodyPr/>
          <a:lstStyle/>
          <a:p>
            <a:pPr algn="ctr" eaLnBrk="1" hangingPunct="1"/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2.3.3 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启发函数</a:t>
            </a:r>
            <a:endParaRPr lang="en-US" altLang="zh-CN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27011" name="Rectangle 3">
            <a:extLst>
              <a:ext uri="{FF2B5EF4-FFF2-40B4-BE49-F238E27FC236}">
                <a16:creationId xmlns:a16="http://schemas.microsoft.com/office/drawing/2014/main" id="{FA52EEA5-00CA-1185-60B3-1D3DD7C02B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412875"/>
            <a:ext cx="8064500" cy="121285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A*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搜索的关键就是设计启发函数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如何评价启发函数 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/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如何设计启发函数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285" name="Text Box 4">
            <a:extLst>
              <a:ext uri="{FF2B5EF4-FFF2-40B4-BE49-F238E27FC236}">
                <a16:creationId xmlns:a16="http://schemas.microsoft.com/office/drawing/2014/main" id="{BA239CB8-36A2-7E10-CE7E-90FF4EA438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C732058-2B53-F1B3-D518-C501678EF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644775"/>
            <a:ext cx="7772400" cy="215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对于八数码问题的常用候选：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h1(n)=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不在位棋子数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 h1(n)≤h*(n)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h2(n)=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所有棋子到达其目标位置的距离和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—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计算水平距离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曼哈顿距离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 / 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也是可采纳的</a:t>
            </a:r>
            <a:endParaRPr lang="en-US" altLang="zh-CN" sz="2400" i="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1">
            <a:extLst>
              <a:ext uri="{FF2B5EF4-FFF2-40B4-BE49-F238E27FC236}">
                <a16:creationId xmlns:a16="http://schemas.microsoft.com/office/drawing/2014/main" id="{049BD1E7-8B8E-4FDA-6A39-BF2A6D3D0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4822825"/>
            <a:ext cx="8362950" cy="1379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latinLnBrk="0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启发函数越接近于真实最优解的值，搜索算法效率越高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  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显然</a:t>
            </a:r>
            <a:endParaRPr lang="en-US" altLang="zh-CN" sz="2400" i="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eaLnBrk="1" latinLnBrk="0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h1(n)≤h2(n)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h2(n)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优于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h1(n) </a:t>
            </a:r>
          </a:p>
          <a:p>
            <a:pPr eaLnBrk="1" latinLnBrk="0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“优于”的含义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—h2(n)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信息量比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h1(n)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多</a:t>
            </a:r>
            <a:r>
              <a:rPr lang="en-US" altLang="zh-CN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2400" i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效率更高</a:t>
            </a:r>
            <a:endParaRPr lang="en-US" altLang="zh-CN" sz="2400" i="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7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27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灯片编号占位符 3">
            <a:extLst>
              <a:ext uri="{FF2B5EF4-FFF2-40B4-BE49-F238E27FC236}">
                <a16:creationId xmlns:a16="http://schemas.microsoft.com/office/drawing/2014/main" id="{7399BC06-7862-19DC-D83C-7298DD1959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DF5E6A9-11AA-3647-8453-A5B0953F9AFF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61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35202" name="Rectangle 2">
            <a:extLst>
              <a:ext uri="{FF2B5EF4-FFF2-40B4-BE49-F238E27FC236}">
                <a16:creationId xmlns:a16="http://schemas.microsoft.com/office/drawing/2014/main" id="{0A58B312-660A-A0DC-762A-580B01E848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731838"/>
          </a:xfrm>
        </p:spPr>
        <p:txBody>
          <a:bodyPr/>
          <a:lstStyle/>
          <a:p>
            <a:pPr algn="ctr" eaLnBrk="1" hangingPunct="1"/>
            <a:r>
              <a:rPr kumimoji="0"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如何设计启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发函数</a:t>
            </a:r>
            <a:endParaRPr lang="en-US" altLang="zh-CN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35203" name="Rectangle 3">
            <a:extLst>
              <a:ext uri="{FF2B5EF4-FFF2-40B4-BE49-F238E27FC236}">
                <a16:creationId xmlns:a16="http://schemas.microsoft.com/office/drawing/2014/main" id="{8DD81BCA-603E-2AC2-EED1-5A7C0A19B9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412875"/>
            <a:ext cx="7772400" cy="496887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宋体" panose="02010600030101010101" pitchFamily="2" charset="-122"/>
              </a:rPr>
              <a:t>A*</a:t>
            </a:r>
            <a:r>
              <a:rPr lang="zh-CN" altLang="en-US" sz="2800" dirty="0">
                <a:latin typeface="微软雅黑" panose="020B0503020204020204" pitchFamily="34" charset="-122"/>
                <a:ea typeface="宋体" panose="02010600030101010101" pitchFamily="2" charset="-122"/>
              </a:rPr>
              <a:t>搜索的关键如何找到是一个合适的启发函数</a:t>
            </a:r>
            <a:endParaRPr lang="en-US" altLang="zh-CN" sz="2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宋体" panose="02010600030101010101" pitchFamily="2" charset="-122"/>
              </a:rPr>
              <a:t>寻找策略：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宋体" panose="02010600030101010101" pitchFamily="2" charset="-122"/>
              </a:rPr>
              <a:t>从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松弛问题</a:t>
            </a:r>
            <a:r>
              <a:rPr lang="zh-CN" altLang="en-US" sz="2800" dirty="0">
                <a:latin typeface="微软雅黑" panose="020B0503020204020204" pitchFamily="34" charset="-122"/>
                <a:ea typeface="宋体" panose="02010600030101010101" pitchFamily="2" charset="-122"/>
              </a:rPr>
              <a:t>中获得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zh-CN" altLang="en-US" sz="2800" dirty="0">
                <a:latin typeface="微软雅黑" panose="020B0503020204020204" pitchFamily="34" charset="-122"/>
                <a:ea typeface="宋体" panose="02010600030101010101" pitchFamily="2" charset="-122"/>
              </a:rPr>
              <a:t>松弛问题的最优解的代价是原问题的一个可采纳的启发函数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宋体" panose="02010600030101010101" pitchFamily="2" charset="-122"/>
              </a:rPr>
              <a:t>从给定问题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子问题的解代价</a:t>
            </a:r>
            <a:r>
              <a:rPr lang="zh-CN" altLang="en-US" sz="2800" dirty="0">
                <a:latin typeface="微软雅黑" panose="020B0503020204020204" pitchFamily="34" charset="-122"/>
                <a:ea typeface="宋体" panose="02010600030101010101" pitchFamily="2" charset="-122"/>
              </a:rPr>
              <a:t>中获得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zh-CN" altLang="en-US" sz="2800" dirty="0">
                <a:latin typeface="微软雅黑" panose="020B0503020204020204" pitchFamily="34" charset="-122"/>
                <a:ea typeface="宋体" panose="02010600030101010101" pitchFamily="2" charset="-122"/>
              </a:rPr>
              <a:t>建立模式数据库，存储每个可能子问题实例</a:t>
            </a:r>
            <a:endParaRPr lang="en-US" altLang="zh-CN" sz="2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宋体" panose="02010600030101010101" pitchFamily="2" charset="-122"/>
              </a:rPr>
              <a:t>从经验中学习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zh-CN" altLang="en-US" sz="2800" dirty="0">
                <a:latin typeface="微软雅黑" panose="020B0503020204020204" pitchFamily="34" charset="-122"/>
                <a:ea typeface="宋体" panose="02010600030101010101" pitchFamily="2" charset="-122"/>
              </a:rPr>
              <a:t>使用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归纳学习</a:t>
            </a:r>
            <a:r>
              <a:rPr lang="zh-CN" altLang="en-US" sz="2800" dirty="0">
                <a:latin typeface="微软雅黑" panose="020B0503020204020204" pitchFamily="34" charset="-122"/>
                <a:ea typeface="宋体" panose="02010600030101010101" pitchFamily="2" charset="-122"/>
              </a:rPr>
              <a:t>算法，使用相关状态特征来预测</a:t>
            </a:r>
            <a:endParaRPr lang="en-US" altLang="zh-CN" sz="2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99333" name="Text Box 4">
            <a:extLst>
              <a:ext uri="{FF2B5EF4-FFF2-40B4-BE49-F238E27FC236}">
                <a16:creationId xmlns:a16="http://schemas.microsoft.com/office/drawing/2014/main" id="{B7CA7347-BB1C-41DD-80E0-B11AEC70C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5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5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35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标题 1">
            <a:extLst>
              <a:ext uri="{FF2B5EF4-FFF2-40B4-BE49-F238E27FC236}">
                <a16:creationId xmlns:a16="http://schemas.microsoft.com/office/drawing/2014/main" id="{201AFFA3-7115-A929-49C9-CF42BA97E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395288"/>
            <a:ext cx="7772400" cy="733425"/>
          </a:xfrm>
        </p:spPr>
        <p:txBody>
          <a:bodyPr/>
          <a:lstStyle/>
          <a:p>
            <a:r>
              <a:rPr lang="en-US" altLang="zh-CN" sz="3600">
                <a:solidFill>
                  <a:schemeClr val="tx1"/>
                </a:solidFill>
                <a:latin typeface="微软雅黑" panose="020B0503020204020204" pitchFamily="34" charset="-122"/>
              </a:rPr>
              <a:t>A*</a:t>
            </a:r>
            <a:r>
              <a:rPr lang="zh-CN" altLang="en-US" sz="3600">
                <a:solidFill>
                  <a:schemeClr val="tx1"/>
                </a:solidFill>
                <a:latin typeface="微软雅黑" panose="020B0503020204020204" pitchFamily="34" charset="-122"/>
              </a:rPr>
              <a:t>算法路径寻优</a:t>
            </a:r>
          </a:p>
        </p:txBody>
      </p:sp>
      <p:pic>
        <p:nvPicPr>
          <p:cNvPr id="101379" name="内容占位符 4">
            <a:extLst>
              <a:ext uri="{FF2B5EF4-FFF2-40B4-BE49-F238E27FC236}">
                <a16:creationId xmlns:a16="http://schemas.microsoft.com/office/drawing/2014/main" id="{67AF55C2-A07E-E346-D9C9-5ED61458A9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03575" y="1531938"/>
            <a:ext cx="3859213" cy="4303712"/>
          </a:xfrm>
        </p:spPr>
      </p:pic>
      <p:sp>
        <p:nvSpPr>
          <p:cNvPr id="101380" name="灯片编号占位符 3">
            <a:extLst>
              <a:ext uri="{FF2B5EF4-FFF2-40B4-BE49-F238E27FC236}">
                <a16:creationId xmlns:a16="http://schemas.microsoft.com/office/drawing/2014/main" id="{0F542C69-A4C3-7DE2-FDDE-F4596AFFC6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A591437-4DAD-9D48-B3A4-026F2B7CDA52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62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01381" name="文本框 1">
            <a:extLst>
              <a:ext uri="{FF2B5EF4-FFF2-40B4-BE49-F238E27FC236}">
                <a16:creationId xmlns:a16="http://schemas.microsoft.com/office/drawing/2014/main" id="{062B2208-6E3A-6826-925E-EEF740653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8113" y="1916113"/>
            <a:ext cx="15843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全局路径规划</a:t>
            </a:r>
          </a:p>
        </p:txBody>
      </p:sp>
      <p:sp>
        <p:nvSpPr>
          <p:cNvPr id="101382" name="文本框 5">
            <a:extLst>
              <a:ext uri="{FF2B5EF4-FFF2-40B4-BE49-F238E27FC236}">
                <a16:creationId xmlns:a16="http://schemas.microsoft.com/office/drawing/2014/main" id="{7715EB41-785C-0168-6EB3-26460D7DA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8413" y="4365625"/>
            <a:ext cx="17557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游戏中</a:t>
            </a:r>
            <a:r>
              <a:rPr lang="en-US" altLang="zh-CN" sz="2400" i="0">
                <a:latin typeface="微软雅黑" panose="020B0503020204020204" pitchFamily="34" charset="-122"/>
                <a:ea typeface="宋体" panose="02010600030101010101" pitchFamily="2" charset="-122"/>
              </a:rPr>
              <a:t>NPC</a:t>
            </a:r>
            <a:r>
              <a:rPr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的移动计算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763" name="内容占位符 4">
            <a:extLst>
              <a:ext uri="{FF2B5EF4-FFF2-40B4-BE49-F238E27FC236}">
                <a16:creationId xmlns:a16="http://schemas.microsoft.com/office/drawing/2014/main" id="{49413D56-4636-216F-8B20-481D1B34AC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950" y="2924175"/>
            <a:ext cx="8928100" cy="3167063"/>
          </a:xfrm>
        </p:spPr>
      </p:pic>
      <p:sp>
        <p:nvSpPr>
          <p:cNvPr id="102403" name="灯片编号占位符 3">
            <a:extLst>
              <a:ext uri="{FF2B5EF4-FFF2-40B4-BE49-F238E27FC236}">
                <a16:creationId xmlns:a16="http://schemas.microsoft.com/office/drawing/2014/main" id="{6D2DA215-5ECC-432F-8AF8-BADCB47ACF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B4BCE18-8FD9-F141-93D3-29C464F51B3A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63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DB057DE-3374-8B48-17EE-C611714284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004888"/>
            <a:ext cx="2087563" cy="173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393675E-D4D5-A887-8D6A-5A0B548D3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2" y="1562169"/>
            <a:ext cx="226695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zh-CN" altLang="en-US" sz="2000" i="0" dirty="0">
                <a:latin typeface="微软雅黑" panose="020B0503020204020204" pitchFamily="34" charset="-122"/>
                <a:ea typeface="宋体" panose="02010600030101010101" pitchFamily="2" charset="-122"/>
              </a:rPr>
              <a:t>地图栅格化，每个方格为一个状态</a:t>
            </a:r>
          </a:p>
        </p:txBody>
      </p:sp>
      <p:sp>
        <p:nvSpPr>
          <p:cNvPr id="102406" name="标题 1">
            <a:extLst>
              <a:ext uri="{FF2B5EF4-FFF2-40B4-BE49-F238E27FC236}">
                <a16:creationId xmlns:a16="http://schemas.microsoft.com/office/drawing/2014/main" id="{992CEDB6-3A0E-319E-B263-1CCF148DF485}"/>
              </a:ext>
            </a:extLst>
          </p:cNvPr>
          <p:cNvSpPr txBox="1">
            <a:spLocks/>
          </p:cNvSpPr>
          <p:nvPr/>
        </p:nvSpPr>
        <p:spPr bwMode="auto">
          <a:xfrm>
            <a:off x="611188" y="157163"/>
            <a:ext cx="7772400" cy="73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600" i="0">
                <a:latin typeface="微软雅黑" panose="020B0503020204020204" pitchFamily="34" charset="-122"/>
                <a:ea typeface="宋体" panose="02010600030101010101" pitchFamily="2" charset="-122"/>
              </a:rPr>
              <a:t>A*</a:t>
            </a:r>
            <a:r>
              <a:rPr lang="zh-CN" altLang="en-US" sz="3600" i="0">
                <a:latin typeface="微软雅黑" panose="020B0503020204020204" pitchFamily="34" charset="-122"/>
                <a:ea typeface="宋体" panose="02010600030101010101" pitchFamily="2" charset="-122"/>
              </a:rPr>
              <a:t>算法路径寻优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EC77AF8-67C3-757D-D782-56F84F5C95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575" y="1060450"/>
            <a:ext cx="2674938" cy="171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49CF642-815C-5F34-3701-4070D9438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1292225"/>
            <a:ext cx="165735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zh-CN" altLang="en-US" sz="2000" i="0" dirty="0">
                <a:latin typeface="微软雅黑" panose="020B0503020204020204" pitchFamily="34" charset="-122"/>
                <a:ea typeface="宋体" panose="02010600030101010101" pitchFamily="2" charset="-122"/>
              </a:rPr>
              <a:t>启发函数：状态到目标点的曼哈顿距离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DB25A-07B5-9C29-EA21-108DB6E6F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包含 图示&#10;&#10;AI 生成的内容可能不正确。">
            <a:extLst>
              <a:ext uri="{FF2B5EF4-FFF2-40B4-BE49-F238E27FC236}">
                <a16:creationId xmlns:a16="http://schemas.microsoft.com/office/drawing/2014/main" id="{DB13DD3A-0B7C-298A-47EE-8FD384768E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667"/>
          <a:stretch>
            <a:fillRect/>
          </a:stretch>
        </p:blipFill>
        <p:spPr>
          <a:xfrm>
            <a:off x="-1" y="857249"/>
            <a:ext cx="9144002" cy="78867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B063DC3-5CD0-A022-EE9A-29C54FF82185}"/>
              </a:ext>
            </a:extLst>
          </p:cNvPr>
          <p:cNvSpPr txBox="1"/>
          <p:nvPr/>
        </p:nvSpPr>
        <p:spPr>
          <a:xfrm>
            <a:off x="160020" y="857249"/>
            <a:ext cx="309372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latin typeface="SimSun" panose="02010600030101010101" pitchFamily="2" charset="-122"/>
                <a:ea typeface="SimSun" panose="02010600030101010101" pitchFamily="2" charset="-122"/>
              </a:rPr>
              <a:t>例题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428504-1216-1375-E55D-D2B7578F4DE9}"/>
              </a:ext>
            </a:extLst>
          </p:cNvPr>
          <p:cNvSpPr txBox="1"/>
          <p:nvPr/>
        </p:nvSpPr>
        <p:spPr>
          <a:xfrm>
            <a:off x="691217" y="2047628"/>
            <a:ext cx="8273271" cy="3921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在一个非常大的图中，使用广度优先搜索（</a:t>
            </a:r>
            <a:r>
              <a:rPr kumimoji="1" lang="en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BFS</a:t>
            </a:r>
            <a:r>
              <a:rPr kumimoji="1" lang="zh-CN" altLang="en" dirty="0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kumimoji="1"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遍历时，以下哪种情况会影响</a:t>
            </a:r>
            <a:r>
              <a:rPr kumimoji="1" lang="en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BFS</a:t>
            </a:r>
            <a:r>
              <a:rPr kumimoji="1"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的空间复杂度？</a:t>
            </a:r>
          </a:p>
          <a:p>
            <a:pPr lvl="1">
              <a:lnSpc>
                <a:spcPct val="200000"/>
              </a:lnSpc>
            </a:pPr>
            <a:r>
              <a:rPr kumimoji="1"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A </a:t>
            </a:r>
            <a:r>
              <a:rPr kumimoji="1"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节点数越多，空间复杂度越高，因为每个节点都要存储</a:t>
            </a:r>
          </a:p>
          <a:p>
            <a:pPr lvl="1">
              <a:lnSpc>
                <a:spcPct val="200000"/>
              </a:lnSpc>
            </a:pPr>
            <a:r>
              <a:rPr kumimoji="1"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B </a:t>
            </a:r>
            <a:r>
              <a:rPr kumimoji="1"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边数越多，空间复杂度越高，因为每条边都要存储</a:t>
            </a:r>
          </a:p>
          <a:p>
            <a:pPr lvl="1">
              <a:lnSpc>
                <a:spcPct val="200000"/>
              </a:lnSpc>
            </a:pPr>
            <a:r>
              <a:rPr kumimoji="1"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C BFS</a:t>
            </a:r>
            <a:r>
              <a:rPr kumimoji="1"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的空间复杂度只取决于树的深度，和节点数无关</a:t>
            </a:r>
          </a:p>
          <a:p>
            <a:pPr lvl="1">
              <a:lnSpc>
                <a:spcPct val="200000"/>
              </a:lnSpc>
            </a:pPr>
            <a:r>
              <a:rPr kumimoji="1"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D BFS</a:t>
            </a:r>
            <a:r>
              <a:rPr kumimoji="1"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的空间复杂度取决于当前层的节点数，在图较稠密时尤其明显</a:t>
            </a:r>
            <a:endParaRPr kumimoji="1" lang="zh-CN" altLang="en-US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03495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AE77C-32C5-183C-2F64-7F34DBB15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包含 图示&#10;&#10;AI 生成的内容可能不正确。">
            <a:extLst>
              <a:ext uri="{FF2B5EF4-FFF2-40B4-BE49-F238E27FC236}">
                <a16:creationId xmlns:a16="http://schemas.microsoft.com/office/drawing/2014/main" id="{87B47C37-A614-10DA-F390-DC3CDF9BC0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667"/>
          <a:stretch>
            <a:fillRect/>
          </a:stretch>
        </p:blipFill>
        <p:spPr>
          <a:xfrm>
            <a:off x="-1" y="857249"/>
            <a:ext cx="9144002" cy="78867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D95E0EC-1630-9107-9343-10BFD7413931}"/>
              </a:ext>
            </a:extLst>
          </p:cNvPr>
          <p:cNvSpPr txBox="1"/>
          <p:nvPr/>
        </p:nvSpPr>
        <p:spPr>
          <a:xfrm>
            <a:off x="160020" y="857249"/>
            <a:ext cx="309372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latin typeface="SimSun" panose="02010600030101010101" pitchFamily="2" charset="-122"/>
                <a:ea typeface="SimSun" panose="02010600030101010101" pitchFamily="2" charset="-122"/>
              </a:rPr>
              <a:t>例题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8DFD6F-25CE-973F-D8DB-1608EF8BA56D}"/>
              </a:ext>
            </a:extLst>
          </p:cNvPr>
          <p:cNvSpPr txBox="1"/>
          <p:nvPr/>
        </p:nvSpPr>
        <p:spPr>
          <a:xfrm>
            <a:off x="691217" y="2047628"/>
            <a:ext cx="7896523" cy="3921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在广度优先搜索（</a:t>
            </a:r>
            <a:r>
              <a:rPr kumimoji="1" lang="en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BFS</a:t>
            </a:r>
            <a:r>
              <a:rPr kumimoji="1" lang="zh-CN" altLang="en" dirty="0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kumimoji="1"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中，如果我们在找到目标节点后希望尽早停止搜索，以下哪种说法是正确的？</a:t>
            </a:r>
          </a:p>
          <a:p>
            <a:pPr lvl="1">
              <a:lnSpc>
                <a:spcPct val="200000"/>
              </a:lnSpc>
            </a:pPr>
            <a:r>
              <a:rPr kumimoji="1"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A BFS</a:t>
            </a:r>
            <a:r>
              <a:rPr kumimoji="1"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必须遍历所有的节点才能保证找到目标节点</a:t>
            </a:r>
          </a:p>
          <a:p>
            <a:pPr lvl="1">
              <a:lnSpc>
                <a:spcPct val="200000"/>
              </a:lnSpc>
            </a:pPr>
            <a:r>
              <a:rPr kumimoji="1"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B </a:t>
            </a:r>
            <a:r>
              <a:rPr kumimoji="1"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一旦找到目标节点，</a:t>
            </a:r>
            <a:r>
              <a:rPr kumimoji="1"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BFS</a:t>
            </a:r>
            <a:r>
              <a:rPr kumimoji="1"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可以停止，返回路径</a:t>
            </a:r>
          </a:p>
          <a:p>
            <a:pPr lvl="1">
              <a:lnSpc>
                <a:spcPct val="200000"/>
              </a:lnSpc>
            </a:pPr>
            <a:r>
              <a:rPr kumimoji="1"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C BFS</a:t>
            </a:r>
            <a:r>
              <a:rPr kumimoji="1"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不能停止，因为每个节点必须被访问才能保证结果正确</a:t>
            </a:r>
          </a:p>
          <a:p>
            <a:pPr lvl="1">
              <a:lnSpc>
                <a:spcPct val="200000"/>
              </a:lnSpc>
            </a:pPr>
            <a:r>
              <a:rPr kumimoji="1"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D BFS</a:t>
            </a:r>
            <a:r>
              <a:rPr kumimoji="1"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只能在所有邻居节点都被访问完毕后停止</a:t>
            </a:r>
            <a:endParaRPr kumimoji="1" lang="zh-CN" altLang="en-US" sz="1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25440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BAD1E-FA92-70A3-A646-69F68A02A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包含 图示&#10;&#10;AI 生成的内容可能不正确。">
            <a:extLst>
              <a:ext uri="{FF2B5EF4-FFF2-40B4-BE49-F238E27FC236}">
                <a16:creationId xmlns:a16="http://schemas.microsoft.com/office/drawing/2014/main" id="{328D04B6-FB5E-9054-8F14-ACE309BE99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667"/>
          <a:stretch>
            <a:fillRect/>
          </a:stretch>
        </p:blipFill>
        <p:spPr>
          <a:xfrm>
            <a:off x="-1" y="857249"/>
            <a:ext cx="9144002" cy="78867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2FDBA25-2AA6-BAB9-3EF7-1B1FADB89C85}"/>
              </a:ext>
            </a:extLst>
          </p:cNvPr>
          <p:cNvSpPr txBox="1"/>
          <p:nvPr/>
        </p:nvSpPr>
        <p:spPr>
          <a:xfrm>
            <a:off x="160020" y="857249"/>
            <a:ext cx="309372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latin typeface="SimSun" panose="02010600030101010101" pitchFamily="2" charset="-122"/>
                <a:ea typeface="SimSun" panose="02010600030101010101" pitchFamily="2" charset="-122"/>
              </a:rPr>
              <a:t>例题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BCB3ED-9946-6CA9-218F-1D7E2E72027A}"/>
              </a:ext>
            </a:extLst>
          </p:cNvPr>
          <p:cNvSpPr txBox="1"/>
          <p:nvPr/>
        </p:nvSpPr>
        <p:spPr>
          <a:xfrm>
            <a:off x="691217" y="2047628"/>
            <a:ext cx="7896523" cy="4536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给定一个有向图，图中存在环，以下哪种情况描述了在进行深度优先搜索（</a:t>
            </a:r>
            <a:r>
              <a:rPr kumimoji="1" lang="en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DFS</a:t>
            </a:r>
            <a:r>
              <a:rPr kumimoji="1" lang="zh-CN" altLang="en" dirty="0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kumimoji="1"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时，如何处理环？</a:t>
            </a:r>
          </a:p>
          <a:p>
            <a:pPr lvl="1">
              <a:lnSpc>
                <a:spcPct val="200000"/>
              </a:lnSpc>
            </a:pPr>
            <a:r>
              <a:rPr kumimoji="1"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A DFS</a:t>
            </a:r>
            <a:r>
              <a:rPr kumimoji="1"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会在图中发现环后立即终止</a:t>
            </a:r>
          </a:p>
          <a:p>
            <a:pPr lvl="1">
              <a:lnSpc>
                <a:spcPct val="200000"/>
              </a:lnSpc>
            </a:pPr>
            <a:r>
              <a:rPr kumimoji="1"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B DFS</a:t>
            </a:r>
            <a:r>
              <a:rPr kumimoji="1"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不会继续扩展环中的节点，并跳过这些节点</a:t>
            </a:r>
          </a:p>
          <a:p>
            <a:pPr lvl="1">
              <a:lnSpc>
                <a:spcPct val="200000"/>
              </a:lnSpc>
            </a:pPr>
            <a:r>
              <a:rPr kumimoji="1"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C DFS</a:t>
            </a:r>
            <a:r>
              <a:rPr kumimoji="1"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会进入环并不断递归，直到达到最大深度</a:t>
            </a:r>
          </a:p>
          <a:p>
            <a:pPr lvl="1">
              <a:lnSpc>
                <a:spcPct val="200000"/>
              </a:lnSpc>
            </a:pPr>
            <a:r>
              <a:rPr kumimoji="1"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D DFS</a:t>
            </a:r>
            <a:r>
              <a:rPr kumimoji="1"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必须在每次访问节点时标记它是否已访问，避免环引起的死循环</a:t>
            </a:r>
          </a:p>
        </p:txBody>
      </p:sp>
    </p:spTree>
    <p:extLst>
      <p:ext uri="{BB962C8B-B14F-4D97-AF65-F5344CB8AC3E}">
        <p14:creationId xmlns:p14="http://schemas.microsoft.com/office/powerpoint/2010/main" val="29891973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48224-2946-688A-AA6E-B42E11B9A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包含 图示&#10;&#10;AI 生成的内容可能不正确。">
            <a:extLst>
              <a:ext uri="{FF2B5EF4-FFF2-40B4-BE49-F238E27FC236}">
                <a16:creationId xmlns:a16="http://schemas.microsoft.com/office/drawing/2014/main" id="{8BD10486-C7EF-DF70-99C4-3DF35118EF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667"/>
          <a:stretch>
            <a:fillRect/>
          </a:stretch>
        </p:blipFill>
        <p:spPr>
          <a:xfrm>
            <a:off x="-1" y="857249"/>
            <a:ext cx="9144002" cy="78867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59474A8-548E-6BCF-D8B3-DD3B176F8B75}"/>
              </a:ext>
            </a:extLst>
          </p:cNvPr>
          <p:cNvSpPr txBox="1"/>
          <p:nvPr/>
        </p:nvSpPr>
        <p:spPr>
          <a:xfrm>
            <a:off x="160020" y="857249"/>
            <a:ext cx="309372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latin typeface="SimSun" panose="02010600030101010101" pitchFamily="2" charset="-122"/>
                <a:ea typeface="SimSun" panose="02010600030101010101" pitchFamily="2" charset="-122"/>
              </a:rPr>
              <a:t>例题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12FEAD-FF8B-34AC-BC93-FEAB3BFA9E99}"/>
              </a:ext>
            </a:extLst>
          </p:cNvPr>
          <p:cNvSpPr txBox="1"/>
          <p:nvPr/>
        </p:nvSpPr>
        <p:spPr>
          <a:xfrm>
            <a:off x="691217" y="2047628"/>
            <a:ext cx="7985239" cy="3921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在深度优先搜索（</a:t>
            </a:r>
            <a:r>
              <a:rPr kumimoji="1" lang="en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DFS</a:t>
            </a:r>
            <a:r>
              <a:rPr kumimoji="1" lang="zh-CN" altLang="en" dirty="0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kumimoji="1"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中，若图中存在大量的重复子图，以下哪种优化方法最能提高</a:t>
            </a:r>
            <a:r>
              <a:rPr kumimoji="1" lang="en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DFS</a:t>
            </a:r>
            <a:r>
              <a:rPr kumimoji="1"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的效率？</a:t>
            </a:r>
          </a:p>
          <a:p>
            <a:pPr lvl="1">
              <a:lnSpc>
                <a:spcPct val="200000"/>
              </a:lnSpc>
            </a:pPr>
            <a:r>
              <a:rPr kumimoji="1"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A </a:t>
            </a:r>
            <a:r>
              <a:rPr kumimoji="1"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每次扩展节点时都需要完全展开所有可能的路径</a:t>
            </a:r>
          </a:p>
          <a:p>
            <a:pPr lvl="1">
              <a:lnSpc>
                <a:spcPct val="200000"/>
              </a:lnSpc>
            </a:pPr>
            <a:r>
              <a:rPr kumimoji="1"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B </a:t>
            </a:r>
            <a:r>
              <a:rPr kumimoji="1"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在</a:t>
            </a:r>
            <a:r>
              <a:rPr kumimoji="1"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DFS</a:t>
            </a:r>
            <a:r>
              <a:rPr kumimoji="1"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过程中对已访问的子图进行去重，避免重新搜索</a:t>
            </a:r>
          </a:p>
          <a:p>
            <a:pPr lvl="1">
              <a:lnSpc>
                <a:spcPct val="200000"/>
              </a:lnSpc>
            </a:pPr>
            <a:r>
              <a:rPr kumimoji="1"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C </a:t>
            </a:r>
            <a:r>
              <a:rPr kumimoji="1"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使用随机算法来选择扩展节点，减少搜索的深度</a:t>
            </a:r>
          </a:p>
          <a:p>
            <a:pPr lvl="1">
              <a:lnSpc>
                <a:spcPct val="200000"/>
              </a:lnSpc>
            </a:pPr>
            <a:r>
              <a:rPr kumimoji="1"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D </a:t>
            </a:r>
            <a:r>
              <a:rPr kumimoji="1"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每次回溯时都返回根节点，重新开始搜索</a:t>
            </a:r>
            <a:endParaRPr kumimoji="1" lang="zh-CN" altLang="en-US" sz="1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69268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5C7D6ED9-BC9C-5739-E88D-04F59A10E08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11188" y="908050"/>
            <a:ext cx="8139112" cy="5616575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2.4 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  <a:t>博弈搜索</a:t>
            </a:r>
            <a:b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</a:br>
            <a:b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zh-CN" sz="3200">
                <a:solidFill>
                  <a:schemeClr val="tx1"/>
                </a:solidFill>
                <a:latin typeface="Times New Roman" panose="02020603050405020304" pitchFamily="18" charset="0"/>
              </a:rPr>
              <a:t>2.4.1 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极大极小决策</a:t>
            </a:r>
            <a:br>
              <a:rPr lang="zh-CN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zh-CN" sz="3200">
                <a:solidFill>
                  <a:schemeClr val="tx1"/>
                </a:solidFill>
                <a:latin typeface="Times New Roman" panose="02020603050405020304" pitchFamily="18" charset="0"/>
              </a:rPr>
              <a:t>2.4.2 </a:t>
            </a:r>
            <a:r>
              <a:rPr lang="en-US" altLang="zh-CN" sz="3200">
                <a:solidFill>
                  <a:schemeClr val="tx1"/>
                </a:solidFill>
                <a:latin typeface="Times New Roman" panose="02020603050405020304" pitchFamily="18" charset="0"/>
                <a:sym typeface="Symbol" pitchFamily="2" charset="2"/>
              </a:rPr>
              <a:t>-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剪枝</a:t>
            </a:r>
            <a:endParaRPr lang="en-US" altLang="zh-CN" sz="3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427" name="Text Box 3">
            <a:extLst>
              <a:ext uri="{FF2B5EF4-FFF2-40B4-BE49-F238E27FC236}">
                <a16:creationId xmlns:a16="http://schemas.microsoft.com/office/drawing/2014/main" id="{88784D5F-F197-6B7C-D349-C31448F25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04813"/>
            <a:ext cx="2484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灯片编号占位符 3">
            <a:extLst>
              <a:ext uri="{FF2B5EF4-FFF2-40B4-BE49-F238E27FC236}">
                <a16:creationId xmlns:a16="http://schemas.microsoft.com/office/drawing/2014/main" id="{CCEDFEFF-B8C1-BD8D-07EC-372955FB2A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7C3CF8-EFE7-4B4E-A9E8-32827937ADA0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69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53986" name="Rectangle 2">
            <a:extLst>
              <a:ext uri="{FF2B5EF4-FFF2-40B4-BE49-F238E27FC236}">
                <a16:creationId xmlns:a16="http://schemas.microsoft.com/office/drawing/2014/main" id="{2267ED7A-B6EB-EA23-E796-CA48693F90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731838"/>
          </a:xfrm>
        </p:spPr>
        <p:txBody>
          <a:bodyPr/>
          <a:lstStyle/>
          <a:p>
            <a:pPr algn="ctr" eaLnBrk="1" hangingPunct="1"/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博弈搜索问题与方法</a:t>
            </a:r>
            <a:endParaRPr lang="en-US" altLang="zh-CN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53987" name="Rectangle 3">
            <a:extLst>
              <a:ext uri="{FF2B5EF4-FFF2-40B4-BE49-F238E27FC236}">
                <a16:creationId xmlns:a16="http://schemas.microsoft.com/office/drawing/2014/main" id="{85A2E671-1857-118F-0E06-A5D82E2001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484313"/>
            <a:ext cx="7772400" cy="482441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在竞争的环境中，每个智能体的目的是冲突的，由此引出对抗搜索问题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称为博弈。从智能体角度看，博弈是多智能体之间的竞争和对抗 </a:t>
            </a:r>
            <a:endParaRPr lang="en-US" altLang="zh-CN" sz="240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本章讨论两人对决、确定的、全局可观察的、竞争对手轮流行动、零和游戏的博弈</a:t>
            </a:r>
            <a:endParaRPr lang="en-US" altLang="zh-CN" sz="240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本节探讨两个问题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如何搜索到取胜的路径 </a:t>
            </a:r>
            <a:r>
              <a:rPr lang="en-US" altLang="zh-CN" sz="2400">
                <a:latin typeface="微软雅黑" panose="020B0503020204020204" pitchFamily="34" charset="-122"/>
                <a:ea typeface="宋体" panose="02010600030101010101" pitchFamily="2" charset="-122"/>
              </a:rPr>
              <a:t>/ </a:t>
            </a:r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如何提高搜索效率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相应的方法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最优策略</a:t>
            </a:r>
            <a:r>
              <a:rPr lang="en-US" altLang="zh-CN" sz="2400">
                <a:latin typeface="微软雅黑" panose="020B0503020204020204" pitchFamily="34" charset="-122"/>
                <a:ea typeface="宋体" panose="02010600030101010101" pitchFamily="2" charset="-122"/>
              </a:rPr>
              <a:t>(</a:t>
            </a:r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极大极小决策</a:t>
            </a:r>
            <a:r>
              <a:rPr lang="en-US" altLang="zh-CN" sz="2400">
                <a:latin typeface="微软雅黑" panose="020B0503020204020204" pitchFamily="34" charset="-122"/>
                <a:ea typeface="宋体" panose="02010600030101010101" pitchFamily="2" charset="-122"/>
              </a:rPr>
              <a:t>)/</a:t>
            </a:r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  <a:sym typeface="Symbol" pitchFamily="2" charset="2"/>
              </a:rPr>
              <a:t></a:t>
            </a:r>
            <a:r>
              <a:rPr lang="en-US" altLang="zh-CN" sz="2400">
                <a:latin typeface="微软雅黑" panose="020B0503020204020204" pitchFamily="34" charset="-122"/>
                <a:ea typeface="宋体" panose="02010600030101010101" pitchFamily="2" charset="-122"/>
              </a:rPr>
              <a:t>-</a:t>
            </a:r>
            <a:r>
              <a:rPr lang="en-US" altLang="zh-CN" sz="2400">
                <a:latin typeface="微软雅黑" panose="020B0503020204020204" pitchFamily="34" charset="-122"/>
                <a:ea typeface="宋体" panose="02010600030101010101" pitchFamily="2" charset="-122"/>
                <a:sym typeface="Symbol" pitchFamily="2" charset="2"/>
              </a:rPr>
              <a:t></a:t>
            </a:r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剪枝</a:t>
            </a:r>
            <a:endParaRPr lang="en-US" altLang="zh-CN" sz="240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105477" name="Text Box 4">
            <a:extLst>
              <a:ext uri="{FF2B5EF4-FFF2-40B4-BE49-F238E27FC236}">
                <a16:creationId xmlns:a16="http://schemas.microsoft.com/office/drawing/2014/main" id="{C31C5773-C5F8-1897-3266-4C5820FF0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3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3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3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53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987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灯片编号占位符 3">
            <a:extLst>
              <a:ext uri="{FF2B5EF4-FFF2-40B4-BE49-F238E27FC236}">
                <a16:creationId xmlns:a16="http://schemas.microsoft.com/office/drawing/2014/main" id="{2BC888A2-4DF6-5A7A-AE53-DFD2FCAC8C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ABE259-D7EB-A14F-A1F0-9EC4BC407924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70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56034" name="Rectangle 2">
            <a:extLst>
              <a:ext uri="{FF2B5EF4-FFF2-40B4-BE49-F238E27FC236}">
                <a16:creationId xmlns:a16="http://schemas.microsoft.com/office/drawing/2014/main" id="{B4884DFF-0D21-B0A2-ABE0-6DA5A84152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476250"/>
            <a:ext cx="7772400" cy="731838"/>
          </a:xfrm>
        </p:spPr>
        <p:txBody>
          <a:bodyPr/>
          <a:lstStyle/>
          <a:p>
            <a:pPr algn="ctr" eaLnBrk="1" hangingPunct="1"/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井字棋的博弈树</a:t>
            </a:r>
          </a:p>
        </p:txBody>
      </p:sp>
      <p:sp>
        <p:nvSpPr>
          <p:cNvPr id="107524" name="Text Box 3">
            <a:extLst>
              <a:ext uri="{FF2B5EF4-FFF2-40B4-BE49-F238E27FC236}">
                <a16:creationId xmlns:a16="http://schemas.microsoft.com/office/drawing/2014/main" id="{47746EE5-EF7A-E2C5-3B78-A5E94C20F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07525" name="Group 4">
            <a:extLst>
              <a:ext uri="{FF2B5EF4-FFF2-40B4-BE49-F238E27FC236}">
                <a16:creationId xmlns:a16="http://schemas.microsoft.com/office/drawing/2014/main" id="{C2DDED84-0F98-9188-152A-02E46C0F56F1}"/>
              </a:ext>
            </a:extLst>
          </p:cNvPr>
          <p:cNvGrpSpPr>
            <a:grpSpLocks/>
          </p:cNvGrpSpPr>
          <p:nvPr/>
        </p:nvGrpSpPr>
        <p:grpSpPr bwMode="auto">
          <a:xfrm>
            <a:off x="84138" y="1492250"/>
            <a:ext cx="5761037" cy="4826000"/>
            <a:chOff x="1365" y="1596"/>
            <a:chExt cx="8543" cy="7488"/>
          </a:xfrm>
        </p:grpSpPr>
        <p:grpSp>
          <p:nvGrpSpPr>
            <p:cNvPr id="107527" name="Group 5">
              <a:extLst>
                <a:ext uri="{FF2B5EF4-FFF2-40B4-BE49-F238E27FC236}">
                  <a16:creationId xmlns:a16="http://schemas.microsoft.com/office/drawing/2014/main" id="{56FDE07F-607B-0C72-46B6-9D0B10C3F2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5" y="1596"/>
              <a:ext cx="8543" cy="7488"/>
              <a:chOff x="1365" y="1596"/>
              <a:chExt cx="8543" cy="7488"/>
            </a:xfrm>
          </p:grpSpPr>
          <p:grpSp>
            <p:nvGrpSpPr>
              <p:cNvPr id="107529" name="Group 6">
                <a:extLst>
                  <a:ext uri="{FF2B5EF4-FFF2-40B4-BE49-F238E27FC236}">
                    <a16:creationId xmlns:a16="http://schemas.microsoft.com/office/drawing/2014/main" id="{3189C10E-E2B2-AB66-BC11-B2300CD15C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65" y="1596"/>
                <a:ext cx="8543" cy="7488"/>
                <a:chOff x="1365" y="1596"/>
                <a:chExt cx="8543" cy="7488"/>
              </a:xfrm>
            </p:grpSpPr>
            <p:grpSp>
              <p:nvGrpSpPr>
                <p:cNvPr id="107531" name="Group 7">
                  <a:extLst>
                    <a:ext uri="{FF2B5EF4-FFF2-40B4-BE49-F238E27FC236}">
                      <a16:creationId xmlns:a16="http://schemas.microsoft.com/office/drawing/2014/main" id="{8C902DB0-3BA0-D7A7-CDDB-AD748D99A9A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65" y="1596"/>
                  <a:ext cx="8543" cy="7488"/>
                  <a:chOff x="1365" y="1596"/>
                  <a:chExt cx="8543" cy="7488"/>
                </a:xfrm>
              </p:grpSpPr>
              <p:grpSp>
                <p:nvGrpSpPr>
                  <p:cNvPr id="107533" name="Group 8">
                    <a:extLst>
                      <a:ext uri="{FF2B5EF4-FFF2-40B4-BE49-F238E27FC236}">
                        <a16:creationId xmlns:a16="http://schemas.microsoft.com/office/drawing/2014/main" id="{D0A827EF-A493-32AA-C3B1-B754804D260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365" y="1596"/>
                    <a:ext cx="8543" cy="6969"/>
                    <a:chOff x="1365" y="1596"/>
                    <a:chExt cx="8543" cy="6969"/>
                  </a:xfrm>
                </p:grpSpPr>
                <p:grpSp>
                  <p:nvGrpSpPr>
                    <p:cNvPr id="107535" name="Group 9">
                      <a:extLst>
                        <a:ext uri="{FF2B5EF4-FFF2-40B4-BE49-F238E27FC236}">
                          <a16:creationId xmlns:a16="http://schemas.microsoft.com/office/drawing/2014/main" id="{CD67CEA8-F584-B8DF-6FCF-3CD69AF4B86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665" y="1596"/>
                      <a:ext cx="8243" cy="6969"/>
                      <a:chOff x="1665" y="1596"/>
                      <a:chExt cx="8243" cy="6969"/>
                    </a:xfrm>
                  </p:grpSpPr>
                  <p:grpSp>
                    <p:nvGrpSpPr>
                      <p:cNvPr id="107537" name="Group 10">
                        <a:extLst>
                          <a:ext uri="{FF2B5EF4-FFF2-40B4-BE49-F238E27FC236}">
                            <a16:creationId xmlns:a16="http://schemas.microsoft.com/office/drawing/2014/main" id="{5FCBA878-17CA-0544-FE03-A77EE4427CBC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665" y="1596"/>
                        <a:ext cx="8243" cy="6969"/>
                        <a:chOff x="1665" y="1596"/>
                        <a:chExt cx="8243" cy="6969"/>
                      </a:xfrm>
                    </p:grpSpPr>
                    <p:grpSp>
                      <p:nvGrpSpPr>
                        <p:cNvPr id="107539" name="Group 11">
                          <a:extLst>
                            <a:ext uri="{FF2B5EF4-FFF2-40B4-BE49-F238E27FC236}">
                              <a16:creationId xmlns:a16="http://schemas.microsoft.com/office/drawing/2014/main" id="{E5530A4D-5674-1E77-2FCE-6E5672CD5E98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40" y="1596"/>
                          <a:ext cx="8168" cy="6969"/>
                          <a:chOff x="1740" y="1596"/>
                          <a:chExt cx="8168" cy="6969"/>
                        </a:xfrm>
                      </p:grpSpPr>
                      <p:grpSp>
                        <p:nvGrpSpPr>
                          <p:cNvPr id="107541" name="Group 12">
                            <a:extLst>
                              <a:ext uri="{FF2B5EF4-FFF2-40B4-BE49-F238E27FC236}">
                                <a16:creationId xmlns:a16="http://schemas.microsoft.com/office/drawing/2014/main" id="{BAB7D6EF-ADD2-7432-B51E-553D36257248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800" y="1596"/>
                            <a:ext cx="8108" cy="6969"/>
                            <a:chOff x="1800" y="1596"/>
                            <a:chExt cx="8108" cy="6969"/>
                          </a:xfrm>
                        </p:grpSpPr>
                        <p:grpSp>
                          <p:nvGrpSpPr>
                            <p:cNvPr id="107543" name="Group 13">
                              <a:extLst>
                                <a:ext uri="{FF2B5EF4-FFF2-40B4-BE49-F238E27FC236}">
                                  <a16:creationId xmlns:a16="http://schemas.microsoft.com/office/drawing/2014/main" id="{B7B34FDA-28C0-C403-D0D9-19DE3A7E448D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2700" y="1596"/>
                              <a:ext cx="7208" cy="6969"/>
                              <a:chOff x="1965" y="1596"/>
                              <a:chExt cx="7943" cy="6969"/>
                            </a:xfrm>
                          </p:grpSpPr>
                          <p:grpSp>
                            <p:nvGrpSpPr>
                              <p:cNvPr id="107545" name="Group 14">
                                <a:extLst>
                                  <a:ext uri="{FF2B5EF4-FFF2-40B4-BE49-F238E27FC236}">
                                    <a16:creationId xmlns:a16="http://schemas.microsoft.com/office/drawing/2014/main" id="{6B9948BA-31F5-4F29-BFD2-485E6BF4EA12}"/>
                                  </a:ext>
                                </a:extLst>
                              </p:cNvPr>
                              <p:cNvGrpSpPr>
                                <a:grpSpLocks/>
                              </p:cNvGrpSpPr>
                              <p:nvPr/>
                            </p:nvGrpSpPr>
                            <p:grpSpPr bwMode="auto">
                              <a:xfrm>
                                <a:off x="1965" y="1596"/>
                                <a:ext cx="7943" cy="6969"/>
                                <a:chOff x="1965" y="1596"/>
                                <a:chExt cx="7943" cy="6969"/>
                              </a:xfrm>
                            </p:grpSpPr>
                            <p:sp>
                              <p:nvSpPr>
                                <p:cNvPr id="107548" name="Text Box 15">
                                  <a:extLst>
                                    <a:ext uri="{FF2B5EF4-FFF2-40B4-BE49-F238E27FC236}">
                                      <a16:creationId xmlns:a16="http://schemas.microsoft.com/office/drawing/2014/main" id="{28127759-F491-5951-660D-6AF032502FCA}"/>
                                    </a:ext>
                                  </a:extLst>
                                </p:cNvPr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2160" y="7056"/>
                                  <a:ext cx="360" cy="312"/>
                                </a:xfrm>
                                <a:prstGeom prst="rect">
                                  <a:avLst/>
                                </a:prstGeom>
                                <a:solidFill>
                                  <a:srgbClr val="FFFFFF">
                                    <a:alpha val="0"/>
                                  </a:srgbClr>
                                </a:solidFill>
                                <a:ln>
                                  <a:noFill/>
                                </a:ln>
                                <a:extLs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</a:extLst>
                              </p:spPr>
                              <p:txBody>
                                <a:bodyPr lIns="0" tIns="0" rIns="0" bIns="0"/>
                                <a:lstStyle>
                                  <a:lvl1pPr latinLnBrk="1">
                                    <a:spcBef>
                                      <a:spcPct val="20000"/>
                                    </a:spcBef>
                                    <a:buChar char="•"/>
                                    <a:defRPr kumimoji="1" sz="3200">
                                      <a:solidFill>
                                        <a:schemeClr val="tx1"/>
                                      </a:solidFill>
                                      <a:latin typeface="黑体" panose="02010609060101010101" pitchFamily="49" charset="-122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defRPr>
                                  </a:lvl1pPr>
                                  <a:lvl2pPr marL="742950" indent="-285750" latinLnBrk="1">
                                    <a:spcBef>
                                      <a:spcPct val="20000"/>
                                    </a:spcBef>
                                    <a:buChar char="•"/>
                                    <a:defRPr kumimoji="1" sz="2000">
                                      <a:solidFill>
                                        <a:schemeClr val="tx1"/>
                                      </a:solidFill>
                                      <a:latin typeface="-윤체M" panose="020B0604020202020204" pitchFamily="34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defRPr>
                                  </a:lvl2pPr>
                                  <a:lvl3pPr marL="1143000" indent="-228600" latinLnBrk="1">
                                    <a:spcBef>
                                      <a:spcPct val="20000"/>
                                    </a:spcBef>
                                    <a:buChar char="•"/>
                                    <a:defRPr kumimoji="1">
                                      <a:solidFill>
                                        <a:schemeClr val="tx1"/>
                                      </a:solidFill>
                                      <a:latin typeface="-윤체M" panose="020B0604020202020204" pitchFamily="34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defRPr>
                                  </a:lvl3pPr>
                                  <a:lvl4pPr marL="1600200" indent="-228600" latinLnBrk="1">
                                    <a:spcBef>
                                      <a:spcPct val="20000"/>
                                    </a:spcBef>
                                    <a:buChar char="•"/>
                                    <a:defRPr kumimoji="1" sz="1600">
                                      <a:solidFill>
                                        <a:schemeClr val="tx1"/>
                                      </a:solidFill>
                                      <a:latin typeface="-윤체M" panose="020B0604020202020204" pitchFamily="34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defRPr>
                                  </a:lvl4pPr>
                                  <a:lvl5pPr marL="2057400" indent="-228600" latinLnBrk="1">
                                    <a:spcBef>
                                      <a:spcPct val="20000"/>
                                    </a:spcBef>
                                    <a:buChar char="•"/>
                                    <a:defRPr kumimoji="1" sz="1400">
                                      <a:solidFill>
                                        <a:schemeClr val="tx1"/>
                                      </a:solidFill>
                                      <a:latin typeface="-윤체M" panose="020B0604020202020204" pitchFamily="34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defRPr>
                                  </a:lvl5pPr>
                                  <a:lvl6pPr marL="2514600" indent="-228600" eaLnBrk="0" fontAlgn="base" latinLnBrk="1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Char char="•"/>
                                    <a:defRPr kumimoji="1" sz="1400">
                                      <a:solidFill>
                                        <a:schemeClr val="tx1"/>
                                      </a:solidFill>
                                      <a:latin typeface="-윤체M" panose="020B0604020202020204" pitchFamily="34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defRPr>
                                  </a:lvl6pPr>
                                  <a:lvl7pPr marL="2971800" indent="-228600" eaLnBrk="0" fontAlgn="base" latinLnBrk="1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Char char="•"/>
                                    <a:defRPr kumimoji="1" sz="1400">
                                      <a:solidFill>
                                        <a:schemeClr val="tx1"/>
                                      </a:solidFill>
                                      <a:latin typeface="-윤체M" panose="020B0604020202020204" pitchFamily="34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defRPr>
                                  </a:lvl7pPr>
                                  <a:lvl8pPr marL="3429000" indent="-228600" eaLnBrk="0" fontAlgn="base" latinLnBrk="1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Char char="•"/>
                                    <a:defRPr kumimoji="1" sz="1400">
                                      <a:solidFill>
                                        <a:schemeClr val="tx1"/>
                                      </a:solidFill>
                                      <a:latin typeface="-윤체M" panose="020B0604020202020204" pitchFamily="34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defRPr>
                                  </a:lvl8pPr>
                                  <a:lvl9pPr marL="3886200" indent="-228600" eaLnBrk="0" fontAlgn="base" latinLnBrk="1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Char char="•"/>
                                    <a:defRPr kumimoji="1" sz="1400">
                                      <a:solidFill>
                                        <a:schemeClr val="tx1"/>
                                      </a:solidFill>
                                      <a:latin typeface="-윤체M" panose="020B0604020202020204" pitchFamily="34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defRPr>
                                  </a:lvl9pPr>
                                </a:lstStyle>
                                <a:p>
                                  <a:pPr algn="just" eaLnBrk="1" hangingPunct="1">
                                    <a:spcBef>
                                      <a:spcPct val="0"/>
                                    </a:spcBef>
                                    <a:buFontTx/>
                                    <a:buNone/>
                                  </a:pPr>
                                  <a:r>
                                    <a:rPr lang="en-US" altLang="zh-CN" sz="1800" i="0">
                                      <a:latin typeface="Times New Roman" panose="02020603050405020304" pitchFamily="18" charset="0"/>
                                      <a:ea typeface="宋体" panose="02010600030101010101" pitchFamily="2" charset="-122"/>
                                    </a:rPr>
                                    <a:t>…</a:t>
                                  </a:r>
                                  <a:endParaRPr lang="en-US" altLang="zh-CN" sz="1800" i="0">
                                    <a:latin typeface="Gulim" panose="020B0600000101010101" pitchFamily="34" charset="-127"/>
                                    <a:ea typeface="Gulim" panose="020B0600000101010101" pitchFamily="34" charset="-127"/>
                                  </a:endParaRPr>
                                </a:p>
                              </p:txBody>
                            </p:sp>
                            <p:grpSp>
                              <p:nvGrpSpPr>
                                <p:cNvPr id="107549" name="Group 16">
                                  <a:extLst>
                                    <a:ext uri="{FF2B5EF4-FFF2-40B4-BE49-F238E27FC236}">
                                      <a16:creationId xmlns:a16="http://schemas.microsoft.com/office/drawing/2014/main" id="{071D3A53-7E45-CE54-6A1A-AF0D06D4D3D7}"/>
                                    </a:ext>
                                  </a:extLst>
                                </p:cNvPr>
                                <p:cNvGrpSpPr>
                                  <a:grpSpLocks/>
                                </p:cNvGrpSpPr>
                                <p:nvPr/>
                              </p:nvGrpSpPr>
                              <p:grpSpPr bwMode="auto">
                                <a:xfrm>
                                  <a:off x="1965" y="1596"/>
                                  <a:ext cx="7943" cy="6969"/>
                                  <a:chOff x="1965" y="1596"/>
                                  <a:chExt cx="7943" cy="6969"/>
                                </a:xfrm>
                              </p:grpSpPr>
                              <p:sp>
                                <p:nvSpPr>
                                  <p:cNvPr id="107550" name="Text Box 17">
                                    <a:extLst>
                                      <a:ext uri="{FF2B5EF4-FFF2-40B4-BE49-F238E27FC236}">
                                        <a16:creationId xmlns:a16="http://schemas.microsoft.com/office/drawing/2014/main" id="{76F08ED7-2959-590F-C126-A296DA8F216D}"/>
                                      </a:ext>
                                    </a:extLst>
                                  </p:cNvPr>
                                  <p:cNvSpPr txBox="1"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060" y="7056"/>
                                    <a:ext cx="360" cy="312"/>
                                  </a:xfrm>
                                  <a:prstGeom prst="rect">
                                    <a:avLst/>
                                  </a:prstGeom>
                                  <a:solidFill>
                                    <a:srgbClr val="FFFFFF">
                                      <a:alpha val="0"/>
                                    </a:srgbClr>
                                  </a:solidFill>
                                  <a:ln>
                                    <a:noFill/>
                                  </a:ln>
                                  <a:extLst>
                                    <a:ext uri="{91240B29-F687-4F45-9708-019B960494DF}">
                                      <a14:hiddenLine xmlns:a14="http://schemas.microsoft.com/office/drawing/2010/main" w="9525">
                                        <a:solidFill>
                                          <a:srgbClr val="000000"/>
                                        </a:solidFill>
                                        <a:miter lim="800000"/>
                                        <a:headEnd/>
                                        <a:tailEnd/>
                                      </a14:hiddenLine>
                                    </a:ext>
                                  </a:extLst>
                                </p:spPr>
                                <p:txBody>
                                  <a:bodyPr lIns="0" tIns="0" rIns="0" bIns="0"/>
                                  <a:lstStyle>
                                    <a:lvl1pPr latinLnBrk="1">
                                      <a:spcBef>
                                        <a:spcPct val="20000"/>
                                      </a:spcBef>
                                      <a:buChar char="•"/>
                                      <a:defRPr kumimoji="1" sz="3200">
                                        <a:solidFill>
                                          <a:schemeClr val="tx1"/>
                                        </a:solidFill>
                                        <a:latin typeface="黑体" panose="02010609060101010101" pitchFamily="49" charset="-122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defRPr>
                                    </a:lvl1pPr>
                                    <a:lvl2pPr marL="742950" indent="-285750" latinLnBrk="1">
                                      <a:spcBef>
                                        <a:spcPct val="20000"/>
                                      </a:spcBef>
                                      <a:buChar char="•"/>
                                      <a:defRPr kumimoji="1" sz="2000">
                                        <a:solidFill>
                                          <a:schemeClr val="tx1"/>
                                        </a:solidFill>
                                        <a:latin typeface="-윤체M" panose="020B0604020202020204" pitchFamily="34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defRPr>
                                    </a:lvl2pPr>
                                    <a:lvl3pPr marL="1143000" indent="-228600" latinLnBrk="1">
                                      <a:spcBef>
                                        <a:spcPct val="20000"/>
                                      </a:spcBef>
                                      <a:buChar char="•"/>
                                      <a:defRPr kumimoji="1">
                                        <a:solidFill>
                                          <a:schemeClr val="tx1"/>
                                        </a:solidFill>
                                        <a:latin typeface="-윤체M" panose="020B0604020202020204" pitchFamily="34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defRPr>
                                    </a:lvl3pPr>
                                    <a:lvl4pPr marL="1600200" indent="-228600" latinLnBrk="1">
                                      <a:spcBef>
                                        <a:spcPct val="20000"/>
                                      </a:spcBef>
                                      <a:buChar char="•"/>
                                      <a:defRPr kumimoji="1" sz="1600">
                                        <a:solidFill>
                                          <a:schemeClr val="tx1"/>
                                        </a:solidFill>
                                        <a:latin typeface="-윤체M" panose="020B0604020202020204" pitchFamily="34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defRPr>
                                    </a:lvl4pPr>
                                    <a:lvl5pPr marL="2057400" indent="-228600" latinLnBrk="1">
                                      <a:spcBef>
                                        <a:spcPct val="20000"/>
                                      </a:spcBef>
                                      <a:buChar char="•"/>
                                      <a:defRPr kumimoji="1" sz="1400">
                                        <a:solidFill>
                                          <a:schemeClr val="tx1"/>
                                        </a:solidFill>
                                        <a:latin typeface="-윤체M" panose="020B0604020202020204" pitchFamily="34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defRPr>
                                    </a:lvl5pPr>
                                    <a:lvl6pPr marL="2514600" indent="-228600" eaLnBrk="0" fontAlgn="base" latinLnBrk="1" hangingPunct="0">
                                      <a:spcBef>
                                        <a:spcPct val="20000"/>
                                      </a:spcBef>
                                      <a:spcAft>
                                        <a:spcPct val="0"/>
                                      </a:spcAft>
                                      <a:buChar char="•"/>
                                      <a:defRPr kumimoji="1" sz="1400">
                                        <a:solidFill>
                                          <a:schemeClr val="tx1"/>
                                        </a:solidFill>
                                        <a:latin typeface="-윤체M" panose="020B0604020202020204" pitchFamily="34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defRPr>
                                    </a:lvl6pPr>
                                    <a:lvl7pPr marL="2971800" indent="-228600" eaLnBrk="0" fontAlgn="base" latinLnBrk="1" hangingPunct="0">
                                      <a:spcBef>
                                        <a:spcPct val="20000"/>
                                      </a:spcBef>
                                      <a:spcAft>
                                        <a:spcPct val="0"/>
                                      </a:spcAft>
                                      <a:buChar char="•"/>
                                      <a:defRPr kumimoji="1" sz="1400">
                                        <a:solidFill>
                                          <a:schemeClr val="tx1"/>
                                        </a:solidFill>
                                        <a:latin typeface="-윤체M" panose="020B0604020202020204" pitchFamily="34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defRPr>
                                    </a:lvl7pPr>
                                    <a:lvl8pPr marL="3429000" indent="-228600" eaLnBrk="0" fontAlgn="base" latinLnBrk="1" hangingPunct="0">
                                      <a:spcBef>
                                        <a:spcPct val="20000"/>
                                      </a:spcBef>
                                      <a:spcAft>
                                        <a:spcPct val="0"/>
                                      </a:spcAft>
                                      <a:buChar char="•"/>
                                      <a:defRPr kumimoji="1" sz="1400">
                                        <a:solidFill>
                                          <a:schemeClr val="tx1"/>
                                        </a:solidFill>
                                        <a:latin typeface="-윤체M" panose="020B0604020202020204" pitchFamily="34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defRPr>
                                    </a:lvl8pPr>
                                    <a:lvl9pPr marL="3886200" indent="-228600" eaLnBrk="0" fontAlgn="base" latinLnBrk="1" hangingPunct="0">
                                      <a:spcBef>
                                        <a:spcPct val="20000"/>
                                      </a:spcBef>
                                      <a:spcAft>
                                        <a:spcPct val="0"/>
                                      </a:spcAft>
                                      <a:buChar char="•"/>
                                      <a:defRPr kumimoji="1" sz="1400">
                                        <a:solidFill>
                                          <a:schemeClr val="tx1"/>
                                        </a:solidFill>
                                        <a:latin typeface="-윤체M" panose="020B0604020202020204" pitchFamily="34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defRPr>
                                    </a:lvl9pPr>
                                  </a:lstStyle>
                                  <a:p>
                                    <a:pPr algn="just" eaLnBrk="1" hangingPunct="1">
                                      <a:spcBef>
                                        <a:spcPct val="0"/>
                                      </a:spcBef>
                                      <a:buFontTx/>
                                      <a:buNone/>
                                    </a:pPr>
                                    <a:r>
                                      <a:rPr lang="en-US" altLang="zh-CN" sz="1800" i="0">
                                        <a:latin typeface="Times New Roman" panose="02020603050405020304" pitchFamily="18" charset="0"/>
                                        <a:ea typeface="宋体" panose="02010600030101010101" pitchFamily="2" charset="-122"/>
                                      </a:rPr>
                                      <a:t>…</a:t>
                                    </a:r>
                                    <a:endParaRPr lang="en-US" altLang="zh-CN" sz="1800" i="0">
                                      <a:latin typeface="Gulim" panose="020B0600000101010101" pitchFamily="34" charset="-127"/>
                                      <a:ea typeface="Gulim" panose="020B0600000101010101" pitchFamily="34" charset="-127"/>
                                    </a:endParaRPr>
                                  </a:p>
                                </p:txBody>
                              </p:sp>
                              <p:grpSp>
                                <p:nvGrpSpPr>
                                  <p:cNvPr id="107551" name="Group 18">
                                    <a:extLst>
                                      <a:ext uri="{FF2B5EF4-FFF2-40B4-BE49-F238E27FC236}">
                                        <a16:creationId xmlns:a16="http://schemas.microsoft.com/office/drawing/2014/main" id="{4CABB06B-1482-209B-54C0-1055D90926F0}"/>
                                      </a:ext>
                                    </a:extLst>
                                  </p:cNvPr>
                                  <p:cNvGrpSpPr>
                                    <a:grpSpLocks/>
                                  </p:cNvGrpSpPr>
                                  <p:nvPr/>
                                </p:nvGrpSpPr>
                                <p:grpSpPr bwMode="auto">
                                  <a:xfrm>
                                    <a:off x="1965" y="1596"/>
                                    <a:ext cx="7943" cy="6969"/>
                                    <a:chOff x="1965" y="1596"/>
                                    <a:chExt cx="7943" cy="6969"/>
                                  </a:xfrm>
                                </p:grpSpPr>
                                <p:sp>
                                  <p:nvSpPr>
                                    <p:cNvPr id="107552" name="Text Box 19">
                                      <a:extLst>
                                        <a:ext uri="{FF2B5EF4-FFF2-40B4-BE49-F238E27FC236}">
                                          <a16:creationId xmlns:a16="http://schemas.microsoft.com/office/drawing/2014/main" id="{F7BCEC8D-9B43-6066-0E44-449BDA73943C}"/>
                                        </a:ext>
                                      </a:extLst>
                                    </p:cNvPr>
                                    <p:cNvSpPr txBox="1">
                                      <a:spLocks noChangeArrowheads="1"/>
                                    </p:cNvSpPr>
                                    <p:nvPr/>
                                  </p:nvSpPr>
                                  <p:spPr bwMode="auto">
                                    <a:xfrm>
                                      <a:off x="3960" y="7056"/>
                                      <a:ext cx="360" cy="312"/>
                                    </a:xfrm>
                                    <a:prstGeom prst="rect">
                                      <a:avLst/>
                                    </a:prstGeom>
                                    <a:solidFill>
                                      <a:srgbClr val="FFFFFF">
                                        <a:alpha val="0"/>
                                      </a:srgbClr>
                                    </a:solidFill>
                                    <a:ln>
                                      <a:noFill/>
                                    </a:ln>
                                    <a:extLst>
                                      <a:ext uri="{91240B29-F687-4F45-9708-019B960494DF}">
                                        <a14:hiddenLine xmlns:a14="http://schemas.microsoft.com/office/drawing/2010/main" w="9525">
                                          <a:solidFill>
                                            <a:srgbClr val="000000"/>
                                          </a:solidFill>
                                          <a:miter lim="800000"/>
                                          <a:headEnd/>
                                          <a:tailEnd/>
                                        </a14:hiddenLine>
                                      </a:ext>
                                    </a:extLst>
                                  </p:spPr>
                                  <p:txBody>
                                    <a:bodyPr lIns="0" tIns="0" rIns="0" bIns="0"/>
                                    <a:lstStyle>
                                      <a:lvl1pPr latinLnBrk="1">
                                        <a:spcBef>
                                          <a:spcPct val="20000"/>
                                        </a:spcBef>
                                        <a:buChar char="•"/>
                                        <a:defRPr kumimoji="1" sz="3200">
                                          <a:solidFill>
                                            <a:schemeClr val="tx1"/>
                                          </a:solidFill>
                                          <a:latin typeface="黑体" panose="02010609060101010101" pitchFamily="49" charset="-122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defRPr>
                                      </a:lvl1pPr>
                                      <a:lvl2pPr marL="742950" indent="-285750" latinLnBrk="1">
                                        <a:spcBef>
                                          <a:spcPct val="20000"/>
                                        </a:spcBef>
                                        <a:buChar char="•"/>
                                        <a:defRPr kumimoji="1" sz="2000">
                                          <a:solidFill>
                                            <a:schemeClr val="tx1"/>
                                          </a:solidFill>
                                          <a:latin typeface="-윤체M" panose="020B0604020202020204" pitchFamily="34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defRPr>
                                      </a:lvl2pPr>
                                      <a:lvl3pPr marL="1143000" indent="-228600" latinLnBrk="1">
                                        <a:spcBef>
                                          <a:spcPct val="20000"/>
                                        </a:spcBef>
                                        <a:buChar char="•"/>
                                        <a:defRPr kumimoji="1">
                                          <a:solidFill>
                                            <a:schemeClr val="tx1"/>
                                          </a:solidFill>
                                          <a:latin typeface="-윤체M" panose="020B0604020202020204" pitchFamily="34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defRPr>
                                      </a:lvl3pPr>
                                      <a:lvl4pPr marL="1600200" indent="-228600" latinLnBrk="1">
                                        <a:spcBef>
                                          <a:spcPct val="20000"/>
                                        </a:spcBef>
                                        <a:buChar char="•"/>
                                        <a:defRPr kumimoji="1" sz="1600">
                                          <a:solidFill>
                                            <a:schemeClr val="tx1"/>
                                          </a:solidFill>
                                          <a:latin typeface="-윤체M" panose="020B0604020202020204" pitchFamily="34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defRPr>
                                      </a:lvl4pPr>
                                      <a:lvl5pPr marL="2057400" indent="-228600" latinLnBrk="1">
                                        <a:spcBef>
                                          <a:spcPct val="20000"/>
                                        </a:spcBef>
                                        <a:buChar char="•"/>
                                        <a:defRPr kumimoji="1" sz="1400">
                                          <a:solidFill>
                                            <a:schemeClr val="tx1"/>
                                          </a:solidFill>
                                          <a:latin typeface="-윤체M" panose="020B0604020202020204" pitchFamily="34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defRPr>
                                      </a:lvl5pPr>
                                      <a:lvl6pPr marL="2514600" indent="-228600" eaLnBrk="0" fontAlgn="base" latinLnBrk="1" hangingPunct="0">
                                        <a:spcBef>
                                          <a:spcPct val="20000"/>
                                        </a:spcBef>
                                        <a:spcAft>
                                          <a:spcPct val="0"/>
                                        </a:spcAft>
                                        <a:buChar char="•"/>
                                        <a:defRPr kumimoji="1" sz="1400">
                                          <a:solidFill>
                                            <a:schemeClr val="tx1"/>
                                          </a:solidFill>
                                          <a:latin typeface="-윤체M" panose="020B0604020202020204" pitchFamily="34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defRPr>
                                      </a:lvl6pPr>
                                      <a:lvl7pPr marL="2971800" indent="-228600" eaLnBrk="0" fontAlgn="base" latinLnBrk="1" hangingPunct="0">
                                        <a:spcBef>
                                          <a:spcPct val="20000"/>
                                        </a:spcBef>
                                        <a:spcAft>
                                          <a:spcPct val="0"/>
                                        </a:spcAft>
                                        <a:buChar char="•"/>
                                        <a:defRPr kumimoji="1" sz="1400">
                                          <a:solidFill>
                                            <a:schemeClr val="tx1"/>
                                          </a:solidFill>
                                          <a:latin typeface="-윤체M" panose="020B0604020202020204" pitchFamily="34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defRPr>
                                      </a:lvl7pPr>
                                      <a:lvl8pPr marL="3429000" indent="-228600" eaLnBrk="0" fontAlgn="base" latinLnBrk="1" hangingPunct="0">
                                        <a:spcBef>
                                          <a:spcPct val="20000"/>
                                        </a:spcBef>
                                        <a:spcAft>
                                          <a:spcPct val="0"/>
                                        </a:spcAft>
                                        <a:buChar char="•"/>
                                        <a:defRPr kumimoji="1" sz="1400">
                                          <a:solidFill>
                                            <a:schemeClr val="tx1"/>
                                          </a:solidFill>
                                          <a:latin typeface="-윤체M" panose="020B0604020202020204" pitchFamily="34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defRPr>
                                      </a:lvl8pPr>
                                      <a:lvl9pPr marL="3886200" indent="-228600" eaLnBrk="0" fontAlgn="base" latinLnBrk="1" hangingPunct="0">
                                        <a:spcBef>
                                          <a:spcPct val="20000"/>
                                        </a:spcBef>
                                        <a:spcAft>
                                          <a:spcPct val="0"/>
                                        </a:spcAft>
                                        <a:buChar char="•"/>
                                        <a:defRPr kumimoji="1" sz="1400">
                                          <a:solidFill>
                                            <a:schemeClr val="tx1"/>
                                          </a:solidFill>
                                          <a:latin typeface="-윤체M" panose="020B0604020202020204" pitchFamily="34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defRPr>
                                      </a:lvl9pPr>
                                    </a:lstStyle>
                                    <a:p>
                                      <a:pPr algn="just" eaLnBrk="1" hangingPunct="1">
                                        <a:spcBef>
                                          <a:spcPct val="0"/>
                                        </a:spcBef>
                                        <a:buFontTx/>
                                        <a:buNone/>
                                      </a:pPr>
                                      <a:r>
                                        <a:rPr lang="en-US" altLang="zh-CN" sz="1800" i="0">
                                          <a:latin typeface="Times New Roman" panose="02020603050405020304" pitchFamily="18" charset="0"/>
                                          <a:ea typeface="宋体" panose="02010600030101010101" pitchFamily="2" charset="-122"/>
                                        </a:rPr>
                                        <a:t>…</a:t>
                                      </a:r>
                                      <a:endParaRPr lang="en-US" altLang="zh-CN" sz="1800" i="0">
                                        <a:latin typeface="Gulim" panose="020B0600000101010101" pitchFamily="34" charset="-127"/>
                                        <a:ea typeface="Gulim" panose="020B0600000101010101" pitchFamily="34" charset="-127"/>
                                      </a:endParaRPr>
                                    </a:p>
                                  </p:txBody>
                                </p:sp>
                                <p:grpSp>
                                  <p:nvGrpSpPr>
                                    <p:cNvPr id="107553" name="Group 20">
                                      <a:extLst>
                                        <a:ext uri="{FF2B5EF4-FFF2-40B4-BE49-F238E27FC236}">
                                          <a16:creationId xmlns:a16="http://schemas.microsoft.com/office/drawing/2014/main" id="{21D2EB88-3504-2D6B-8A59-18F938118967}"/>
                                        </a:ext>
                                      </a:extLst>
                                    </p:cNvPr>
                                    <p:cNvGrpSpPr>
                                      <a:grpSpLocks/>
                                    </p:cNvGrpSpPr>
                                    <p:nvPr/>
                                  </p:nvGrpSpPr>
                                  <p:grpSpPr bwMode="auto">
                                    <a:xfrm>
                                      <a:off x="1965" y="1596"/>
                                      <a:ext cx="7943" cy="6969"/>
                                      <a:chOff x="1965" y="1596"/>
                                      <a:chExt cx="7943" cy="6969"/>
                                    </a:xfrm>
                                  </p:grpSpPr>
                                  <p:sp>
                                    <p:nvSpPr>
                                      <p:cNvPr id="107554" name="Text Box 21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2C76201D-D4FC-E61D-A13D-D9DC6EEF9856}"/>
                                          </a:ext>
                                        </a:extLst>
                                      </p:cNvPr>
                                      <p:cNvSpPr txBox="1">
                                        <a:spLocks noChangeArrowheads="1"/>
                                      </p:cNvSpPr>
                                      <p:nvPr/>
                                    </p:nvSpPr>
                                    <p:spPr bwMode="auto">
                                      <a:xfrm>
                                        <a:off x="5040" y="7056"/>
                                        <a:ext cx="360" cy="312"/>
                                      </a:xfrm>
                                      <a:prstGeom prst="rect">
                                        <a:avLst/>
                                      </a:prstGeom>
                                      <a:solidFill>
                                        <a:srgbClr val="FFFFFF">
                                          <a:alpha val="0"/>
                                        </a:srgbClr>
                                      </a:solidFill>
                                      <a:ln>
                                        <a:noFill/>
                                      </a:ln>
                                      <a:extLst>
                                        <a:ext uri="{91240B29-F687-4F45-9708-019B960494DF}">
                                          <a14:hiddenLine xmlns:a14="http://schemas.microsoft.com/office/drawing/2010/main" w="9525">
                                            <a:solidFill>
                                              <a:srgbClr val="000000"/>
                                            </a:solidFill>
                                            <a:miter lim="800000"/>
                                            <a:headEnd/>
                                            <a:tailEnd/>
                                          </a14:hiddenLine>
                                        </a:ext>
                                      </a:extLst>
                                    </p:spPr>
                                    <p:txBody>
                                      <a:bodyPr lIns="0" tIns="0" rIns="0" bIns="0"/>
                                      <a:lstStyle>
                                        <a:lvl1pPr latinLnBrk="1">
                                          <a:spcBef>
                                            <a:spcPct val="20000"/>
                                          </a:spcBef>
                                          <a:buChar char="•"/>
                                          <a:defRPr kumimoji="1" sz="3200">
                                            <a:solidFill>
                                              <a:schemeClr val="tx1"/>
                                            </a:solidFill>
                                            <a:latin typeface="黑体" panose="02010609060101010101" pitchFamily="49" charset="-122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defRPr>
                                        </a:lvl1pPr>
                                        <a:lvl2pPr marL="742950" indent="-285750" latinLnBrk="1">
                                          <a:spcBef>
                                            <a:spcPct val="20000"/>
                                          </a:spcBef>
                                          <a:buChar char="•"/>
                                          <a:defRPr kumimoji="1" sz="2000">
                                            <a:solidFill>
                                              <a:schemeClr val="tx1"/>
                                            </a:solidFill>
                                            <a:latin typeface="-윤체M" panose="020B0604020202020204" pitchFamily="34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defRPr>
                                        </a:lvl2pPr>
                                        <a:lvl3pPr marL="1143000" indent="-228600" latinLnBrk="1">
                                          <a:spcBef>
                                            <a:spcPct val="20000"/>
                                          </a:spcBef>
                                          <a:buChar char="•"/>
                                          <a:defRPr kumimoji="1">
                                            <a:solidFill>
                                              <a:schemeClr val="tx1"/>
                                            </a:solidFill>
                                            <a:latin typeface="-윤체M" panose="020B0604020202020204" pitchFamily="34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defRPr>
                                        </a:lvl3pPr>
                                        <a:lvl4pPr marL="1600200" indent="-228600" latinLnBrk="1">
                                          <a:spcBef>
                                            <a:spcPct val="20000"/>
                                          </a:spcBef>
                                          <a:buChar char="•"/>
                                          <a:defRPr kumimoji="1" sz="1600">
                                            <a:solidFill>
                                              <a:schemeClr val="tx1"/>
                                            </a:solidFill>
                                            <a:latin typeface="-윤체M" panose="020B0604020202020204" pitchFamily="34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defRPr>
                                        </a:lvl4pPr>
                                        <a:lvl5pPr marL="2057400" indent="-228600" latinLnBrk="1">
                                          <a:spcBef>
                                            <a:spcPct val="20000"/>
                                          </a:spcBef>
                                          <a:buChar char="•"/>
                                          <a:defRPr kumimoji="1" sz="1400">
                                            <a:solidFill>
                                              <a:schemeClr val="tx1"/>
                                            </a:solidFill>
                                            <a:latin typeface="-윤체M" panose="020B0604020202020204" pitchFamily="34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defRPr>
                                        </a:lvl5pPr>
                                        <a:lvl6pPr marL="2514600" indent="-228600" eaLnBrk="0" fontAlgn="base" latinLnBrk="1" hangingPunct="0">
                                          <a:spcBef>
                                            <a:spcPct val="20000"/>
                                          </a:spcBef>
                                          <a:spcAft>
                                            <a:spcPct val="0"/>
                                          </a:spcAft>
                                          <a:buChar char="•"/>
                                          <a:defRPr kumimoji="1" sz="1400">
                                            <a:solidFill>
                                              <a:schemeClr val="tx1"/>
                                            </a:solidFill>
                                            <a:latin typeface="-윤체M" panose="020B0604020202020204" pitchFamily="34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defRPr>
                                        </a:lvl6pPr>
                                        <a:lvl7pPr marL="2971800" indent="-228600" eaLnBrk="0" fontAlgn="base" latinLnBrk="1" hangingPunct="0">
                                          <a:spcBef>
                                            <a:spcPct val="20000"/>
                                          </a:spcBef>
                                          <a:spcAft>
                                            <a:spcPct val="0"/>
                                          </a:spcAft>
                                          <a:buChar char="•"/>
                                          <a:defRPr kumimoji="1" sz="1400">
                                            <a:solidFill>
                                              <a:schemeClr val="tx1"/>
                                            </a:solidFill>
                                            <a:latin typeface="-윤체M" panose="020B0604020202020204" pitchFamily="34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defRPr>
                                        </a:lvl7pPr>
                                        <a:lvl8pPr marL="3429000" indent="-228600" eaLnBrk="0" fontAlgn="base" latinLnBrk="1" hangingPunct="0">
                                          <a:spcBef>
                                            <a:spcPct val="20000"/>
                                          </a:spcBef>
                                          <a:spcAft>
                                            <a:spcPct val="0"/>
                                          </a:spcAft>
                                          <a:buChar char="•"/>
                                          <a:defRPr kumimoji="1" sz="1400">
                                            <a:solidFill>
                                              <a:schemeClr val="tx1"/>
                                            </a:solidFill>
                                            <a:latin typeface="-윤체M" panose="020B0604020202020204" pitchFamily="34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defRPr>
                                        </a:lvl8pPr>
                                        <a:lvl9pPr marL="3886200" indent="-228600" eaLnBrk="0" fontAlgn="base" latinLnBrk="1" hangingPunct="0">
                                          <a:spcBef>
                                            <a:spcPct val="20000"/>
                                          </a:spcBef>
                                          <a:spcAft>
                                            <a:spcPct val="0"/>
                                          </a:spcAft>
                                          <a:buChar char="•"/>
                                          <a:defRPr kumimoji="1" sz="1400">
                                            <a:solidFill>
                                              <a:schemeClr val="tx1"/>
                                            </a:solidFill>
                                            <a:latin typeface="-윤체M" panose="020B0604020202020204" pitchFamily="34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defRPr>
                                        </a:lvl9pPr>
                                      </a:lstStyle>
                                      <a:p>
                                        <a:pPr algn="just" eaLnBrk="1" hangingPunct="1">
                                          <a:spcBef>
                                            <a:spcPct val="0"/>
                                          </a:spcBef>
                                          <a:buFontTx/>
                                          <a:buNone/>
                                        </a:pPr>
                                        <a:r>
                                          <a:rPr lang="en-US" altLang="zh-CN" sz="1800" i="0">
                                            <a:latin typeface="Times New Roman" panose="02020603050405020304" pitchFamily="18" charset="0"/>
                                            <a:ea typeface="宋体" panose="02010600030101010101" pitchFamily="2" charset="-122"/>
                                          </a:rPr>
                                          <a:t>…</a:t>
                                        </a:r>
                                        <a:endParaRPr lang="en-US" altLang="zh-CN" sz="1800" i="0">
                                          <a:latin typeface="Gulim" panose="020B0600000101010101" pitchFamily="34" charset="-127"/>
                                          <a:ea typeface="Gulim" panose="020B0600000101010101" pitchFamily="34" charset="-127"/>
                                        </a:endParaRPr>
                                      </a:p>
                                    </p:txBody>
                                  </p:sp>
                                  <p:grpSp>
                                    <p:nvGrpSpPr>
                                      <p:cNvPr id="107555" name="Group 22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77F71A46-D4A1-A054-87C3-C7E7D3A8E0DC}"/>
                                          </a:ext>
                                        </a:extLst>
                                      </p:cNvPr>
                                      <p:cNvGrpSpPr>
                                        <a:grpSpLocks/>
                                      </p:cNvGrpSpPr>
                                      <p:nvPr/>
                                    </p:nvGrpSpPr>
                                    <p:grpSpPr bwMode="auto">
                                      <a:xfrm>
                                        <a:off x="1965" y="1596"/>
                                        <a:ext cx="7943" cy="6969"/>
                                        <a:chOff x="1965" y="1596"/>
                                        <a:chExt cx="7943" cy="6969"/>
                                      </a:xfrm>
                                    </p:grpSpPr>
                                    <p:sp>
                                      <p:nvSpPr>
                                        <p:cNvPr id="107556" name="Text Box 23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16F3870A-8B38-7528-35B2-4BB9F5753638}"/>
                                            </a:ext>
                                          </a:extLst>
                                        </p:cNvPr>
                                        <p:cNvSpPr txBox="1">
                                          <a:spLocks noChangeArrowheads="1"/>
                                        </p:cNvSpPr>
                                        <p:nvPr/>
                                      </p:nvSpPr>
                                      <p:spPr bwMode="auto">
                                        <a:xfrm>
                                          <a:off x="5100" y="5808"/>
                                          <a:ext cx="360" cy="312"/>
                                        </a:xfrm>
                                        <a:prstGeom prst="rect">
                                          <a:avLst/>
                                        </a:prstGeom>
                                        <a:solidFill>
                                          <a:srgbClr val="FFFFFF">
                                            <a:alpha val="0"/>
                                          </a:srgbClr>
                                        </a:solidFill>
                                        <a:ln>
                                          <a:noFill/>
                                        </a:ln>
                                        <a:extLst>
                                          <a:ext uri="{91240B29-F687-4F45-9708-019B960494DF}">
                                            <a14:hiddenLine xmlns:a14="http://schemas.microsoft.com/office/drawing/2010/main" w="9525">
                                              <a:solidFill>
                                                <a:srgbClr val="000000"/>
                                              </a:solidFill>
                                              <a:miter lim="800000"/>
                                              <a:headEnd/>
                                              <a:tailEnd/>
                                            </a14:hiddenLine>
                                          </a:ext>
                                        </a:extLst>
                                      </p:spPr>
                                      <p:txBody>
                                        <a:bodyPr lIns="0" tIns="0" rIns="0" bIns="0"/>
                                        <a:lstStyle>
                                          <a:lvl1pPr latinLnBrk="1">
                                            <a:spcBef>
                                              <a:spcPct val="20000"/>
                                            </a:spcBef>
                                            <a:buChar char="•"/>
                                            <a:defRPr kumimoji="1" sz="3200">
                                              <a:solidFill>
                                                <a:schemeClr val="tx1"/>
                                              </a:solidFill>
                                              <a:latin typeface="黑体" panose="02010609060101010101" pitchFamily="49" charset="-122"/>
                                              <a:ea typeface="黑体" panose="02010609060101010101" pitchFamily="49" charset="-122"/>
                                              <a:cs typeface="黑体" panose="02010609060101010101" pitchFamily="49" charset="-122"/>
                                            </a:defRPr>
                                          </a:lvl1pPr>
                                          <a:lvl2pPr marL="742950" indent="-285750" latinLnBrk="1">
                                            <a:spcBef>
                                              <a:spcPct val="20000"/>
                                            </a:spcBef>
                                            <a:buChar char="•"/>
                                            <a:defRPr kumimoji="1" sz="2000">
                                              <a:solidFill>
                                                <a:schemeClr val="tx1"/>
                                              </a:solidFill>
                                              <a:latin typeface="-윤체M" panose="020B0604020202020204" pitchFamily="34" charset="0"/>
                                              <a:ea typeface="黑体" panose="02010609060101010101" pitchFamily="49" charset="-122"/>
                                              <a:cs typeface="黑体" panose="02010609060101010101" pitchFamily="49" charset="-122"/>
                                            </a:defRPr>
                                          </a:lvl2pPr>
                                          <a:lvl3pPr marL="1143000" indent="-228600" latinLnBrk="1">
                                            <a:spcBef>
                                              <a:spcPct val="20000"/>
                                            </a:spcBef>
                                            <a:buChar char="•"/>
                                            <a:defRPr kumimoji="1">
                                              <a:solidFill>
                                                <a:schemeClr val="tx1"/>
                                              </a:solidFill>
                                              <a:latin typeface="-윤체M" panose="020B0604020202020204" pitchFamily="34" charset="0"/>
                                              <a:ea typeface="黑体" panose="02010609060101010101" pitchFamily="49" charset="-122"/>
                                              <a:cs typeface="黑体" panose="02010609060101010101" pitchFamily="49" charset="-122"/>
                                            </a:defRPr>
                                          </a:lvl3pPr>
                                          <a:lvl4pPr marL="1600200" indent="-228600" latinLnBrk="1">
                                            <a:spcBef>
                                              <a:spcPct val="20000"/>
                                            </a:spcBef>
                                            <a:buChar char="•"/>
                                            <a:defRPr kumimoji="1" sz="1600">
                                              <a:solidFill>
                                                <a:schemeClr val="tx1"/>
                                              </a:solidFill>
                                              <a:latin typeface="-윤체M" panose="020B0604020202020204" pitchFamily="34" charset="0"/>
                                              <a:ea typeface="黑体" panose="02010609060101010101" pitchFamily="49" charset="-122"/>
                                              <a:cs typeface="黑体" panose="02010609060101010101" pitchFamily="49" charset="-122"/>
                                            </a:defRPr>
                                          </a:lvl4pPr>
                                          <a:lvl5pPr marL="2057400" indent="-228600" latinLnBrk="1">
                                            <a:spcBef>
                                              <a:spcPct val="20000"/>
                                            </a:spcBef>
                                            <a:buChar char="•"/>
                                            <a:defRPr kumimoji="1" sz="1400">
                                              <a:solidFill>
                                                <a:schemeClr val="tx1"/>
                                              </a:solidFill>
                                              <a:latin typeface="-윤체M" panose="020B0604020202020204" pitchFamily="34" charset="0"/>
                                              <a:ea typeface="黑体" panose="02010609060101010101" pitchFamily="49" charset="-122"/>
                                              <a:cs typeface="黑体" panose="02010609060101010101" pitchFamily="49" charset="-122"/>
                                            </a:defRPr>
                                          </a:lvl5pPr>
                                          <a:lvl6pPr marL="2514600" indent="-228600" eaLnBrk="0" fontAlgn="base" latinLnBrk="1" hangingPunct="0">
                                            <a:spcBef>
                                              <a:spcPct val="20000"/>
                                            </a:spcBef>
                                            <a:spcAft>
                                              <a:spcPct val="0"/>
                                            </a:spcAft>
                                            <a:buChar char="•"/>
                                            <a:defRPr kumimoji="1" sz="1400">
                                              <a:solidFill>
                                                <a:schemeClr val="tx1"/>
                                              </a:solidFill>
                                              <a:latin typeface="-윤체M" panose="020B0604020202020204" pitchFamily="34" charset="0"/>
                                              <a:ea typeface="黑体" panose="02010609060101010101" pitchFamily="49" charset="-122"/>
                                              <a:cs typeface="黑体" panose="02010609060101010101" pitchFamily="49" charset="-122"/>
                                            </a:defRPr>
                                          </a:lvl6pPr>
                                          <a:lvl7pPr marL="2971800" indent="-228600" eaLnBrk="0" fontAlgn="base" latinLnBrk="1" hangingPunct="0">
                                            <a:spcBef>
                                              <a:spcPct val="20000"/>
                                            </a:spcBef>
                                            <a:spcAft>
                                              <a:spcPct val="0"/>
                                            </a:spcAft>
                                            <a:buChar char="•"/>
                                            <a:defRPr kumimoji="1" sz="1400">
                                              <a:solidFill>
                                                <a:schemeClr val="tx1"/>
                                              </a:solidFill>
                                              <a:latin typeface="-윤체M" panose="020B0604020202020204" pitchFamily="34" charset="0"/>
                                              <a:ea typeface="黑体" panose="02010609060101010101" pitchFamily="49" charset="-122"/>
                                              <a:cs typeface="黑体" panose="02010609060101010101" pitchFamily="49" charset="-122"/>
                                            </a:defRPr>
                                          </a:lvl7pPr>
                                          <a:lvl8pPr marL="3429000" indent="-228600" eaLnBrk="0" fontAlgn="base" latinLnBrk="1" hangingPunct="0">
                                            <a:spcBef>
                                              <a:spcPct val="20000"/>
                                            </a:spcBef>
                                            <a:spcAft>
                                              <a:spcPct val="0"/>
                                            </a:spcAft>
                                            <a:buChar char="•"/>
                                            <a:defRPr kumimoji="1" sz="1400">
                                              <a:solidFill>
                                                <a:schemeClr val="tx1"/>
                                              </a:solidFill>
                                              <a:latin typeface="-윤체M" panose="020B0604020202020204" pitchFamily="34" charset="0"/>
                                              <a:ea typeface="黑体" panose="02010609060101010101" pitchFamily="49" charset="-122"/>
                                              <a:cs typeface="黑体" panose="02010609060101010101" pitchFamily="49" charset="-122"/>
                                            </a:defRPr>
                                          </a:lvl8pPr>
                                          <a:lvl9pPr marL="3886200" indent="-228600" eaLnBrk="0" fontAlgn="base" latinLnBrk="1" hangingPunct="0">
                                            <a:spcBef>
                                              <a:spcPct val="20000"/>
                                            </a:spcBef>
                                            <a:spcAft>
                                              <a:spcPct val="0"/>
                                            </a:spcAft>
                                            <a:buChar char="•"/>
                                            <a:defRPr kumimoji="1" sz="1400">
                                              <a:solidFill>
                                                <a:schemeClr val="tx1"/>
                                              </a:solidFill>
                                              <a:latin typeface="-윤체M" panose="020B0604020202020204" pitchFamily="34" charset="0"/>
                                              <a:ea typeface="黑体" panose="02010609060101010101" pitchFamily="49" charset="-122"/>
                                              <a:cs typeface="黑体" panose="02010609060101010101" pitchFamily="49" charset="-122"/>
                                            </a:defRPr>
                                          </a:lvl9pPr>
                                        </a:lstStyle>
                                        <a:p>
                                          <a:pPr algn="just" eaLnBrk="1" hangingPunct="1">
                                            <a:spcBef>
                                              <a:spcPct val="0"/>
                                            </a:spcBef>
                                            <a:buFontTx/>
                                            <a:buNone/>
                                          </a:pPr>
                                          <a:r>
                                            <a:rPr lang="en-US" altLang="zh-CN" sz="1800" i="0">
                                              <a:latin typeface="Times New Roman" panose="02020603050405020304" pitchFamily="18" charset="0"/>
                                              <a:ea typeface="宋体" panose="02010600030101010101" pitchFamily="2" charset="-122"/>
                                            </a:rPr>
                                            <a:t>…</a:t>
                                          </a:r>
                                          <a:endParaRPr lang="en-US" altLang="zh-CN" sz="1800" i="0">
                                            <a:latin typeface="Gulim" panose="020B0600000101010101" pitchFamily="34" charset="-127"/>
                                            <a:ea typeface="Gulim" panose="020B0600000101010101" pitchFamily="34" charset="-127"/>
                                          </a:endParaRPr>
                                        </a:p>
                                      </p:txBody>
                                    </p:sp>
                                    <p:grpSp>
                                      <p:nvGrpSpPr>
                                        <p:cNvPr id="107557" name="Group 24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9E85C4A3-706E-BCEB-71B9-8764C7CCF6F3}"/>
                                            </a:ext>
                                          </a:extLst>
                                        </p:cNvPr>
                                        <p:cNvGrpSpPr>
                                          <a:grpSpLocks/>
                                        </p:cNvGrpSpPr>
                                        <p:nvPr/>
                                      </p:nvGrpSpPr>
                                      <p:grpSpPr bwMode="auto">
                                        <a:xfrm>
                                          <a:off x="1965" y="1596"/>
                                          <a:ext cx="7943" cy="6969"/>
                                          <a:chOff x="1965" y="1596"/>
                                          <a:chExt cx="7943" cy="6969"/>
                                        </a:xfrm>
                                      </p:grpSpPr>
                                      <p:sp>
                                        <p:nvSpPr>
                                          <p:cNvPr id="107558" name="Text Box 25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891FC153-1E3F-26FF-A011-449290367E0F}"/>
                                              </a:ext>
                                            </a:extLst>
                                          </p:cNvPr>
                                          <p:cNvSpPr txBox="1">
                                            <a:spLocks noChangeArrowheads="1"/>
                                          </p:cNvSpPr>
                                          <p:nvPr/>
                                        </p:nvSpPr>
                                        <p:spPr bwMode="auto">
                                          <a:xfrm>
                                            <a:off x="5115" y="4515"/>
                                            <a:ext cx="360" cy="312"/>
                                          </a:xfrm>
                                          <a:prstGeom prst="rect">
                                            <a:avLst/>
                                          </a:prstGeom>
                                          <a:solidFill>
                                            <a:srgbClr val="FFFFFF">
                                              <a:alpha val="0"/>
                                            </a:srgbClr>
                                          </a:solidFill>
                                          <a:ln>
                                            <a:noFill/>
                                          </a:ln>
                                          <a:extLst>
                                            <a:ext uri="{91240B29-F687-4F45-9708-019B960494DF}">
                                              <a14:hiddenLine xmlns:a14="http://schemas.microsoft.com/office/drawing/2010/main" w="9525">
                                                <a:solidFill>
                                                  <a:srgbClr val="000000"/>
                                                </a:solidFill>
                                                <a:miter lim="800000"/>
                                                <a:headEnd/>
                                                <a:tailEnd/>
                                              </a14:hiddenLine>
                                            </a:ext>
                                          </a:extLst>
                                        </p:spPr>
                                        <p:txBody>
                                          <a:bodyPr lIns="0" tIns="0" rIns="0" bIns="0"/>
                                          <a:lstStyle>
                                            <a:lvl1pPr latinLnBrk="1">
                                              <a:spcBef>
                                                <a:spcPct val="20000"/>
                                              </a:spcBef>
                                              <a:buChar char="•"/>
                                              <a:defRPr kumimoji="1" sz="3200">
                                                <a:solidFill>
                                                  <a:schemeClr val="tx1"/>
                                                </a:solidFill>
                                                <a:latin typeface="黑体" panose="02010609060101010101" pitchFamily="49" charset="-122"/>
                                                <a:ea typeface="黑体" panose="02010609060101010101" pitchFamily="49" charset="-122"/>
                                                <a:cs typeface="黑体" panose="02010609060101010101" pitchFamily="49" charset="-122"/>
                                              </a:defRPr>
                                            </a:lvl1pPr>
                                            <a:lvl2pPr marL="742950" indent="-285750" latinLnBrk="1">
                                              <a:spcBef>
                                                <a:spcPct val="20000"/>
                                              </a:spcBef>
                                              <a:buChar char="•"/>
                                              <a:defRPr kumimoji="1" sz="2000">
                                                <a:solidFill>
                                                  <a:schemeClr val="tx1"/>
                                                </a:solidFill>
                                                <a:latin typeface="-윤체M" panose="020B0604020202020204" pitchFamily="34" charset="0"/>
                                                <a:ea typeface="黑体" panose="02010609060101010101" pitchFamily="49" charset="-122"/>
                                                <a:cs typeface="黑体" panose="02010609060101010101" pitchFamily="49" charset="-122"/>
                                              </a:defRPr>
                                            </a:lvl2pPr>
                                            <a:lvl3pPr marL="1143000" indent="-228600" latinLnBrk="1">
                                              <a:spcBef>
                                                <a:spcPct val="20000"/>
                                              </a:spcBef>
                                              <a:buChar char="•"/>
                                              <a:defRPr kumimoji="1">
                                                <a:solidFill>
                                                  <a:schemeClr val="tx1"/>
                                                </a:solidFill>
                                                <a:latin typeface="-윤체M" panose="020B0604020202020204" pitchFamily="34" charset="0"/>
                                                <a:ea typeface="黑体" panose="02010609060101010101" pitchFamily="49" charset="-122"/>
                                                <a:cs typeface="黑体" panose="02010609060101010101" pitchFamily="49" charset="-122"/>
                                              </a:defRPr>
                                            </a:lvl3pPr>
                                            <a:lvl4pPr marL="1600200" indent="-228600" latinLnBrk="1">
                                              <a:spcBef>
                                                <a:spcPct val="20000"/>
                                              </a:spcBef>
                                              <a:buChar char="•"/>
                                              <a:defRPr kumimoji="1" sz="1600">
                                                <a:solidFill>
                                                  <a:schemeClr val="tx1"/>
                                                </a:solidFill>
                                                <a:latin typeface="-윤체M" panose="020B0604020202020204" pitchFamily="34" charset="0"/>
                                                <a:ea typeface="黑体" panose="02010609060101010101" pitchFamily="49" charset="-122"/>
                                                <a:cs typeface="黑体" panose="02010609060101010101" pitchFamily="49" charset="-122"/>
                                              </a:defRPr>
                                            </a:lvl4pPr>
                                            <a:lvl5pPr marL="2057400" indent="-228600" latinLnBrk="1">
                                              <a:spcBef>
                                                <a:spcPct val="20000"/>
                                              </a:spcBef>
                                              <a:buChar char="•"/>
                                              <a:defRPr kumimoji="1" sz="1400">
                                                <a:solidFill>
                                                  <a:schemeClr val="tx1"/>
                                                </a:solidFill>
                                                <a:latin typeface="-윤체M" panose="020B0604020202020204" pitchFamily="34" charset="0"/>
                                                <a:ea typeface="黑体" panose="02010609060101010101" pitchFamily="49" charset="-122"/>
                                                <a:cs typeface="黑体" panose="02010609060101010101" pitchFamily="49" charset="-122"/>
                                              </a:defRPr>
                                            </a:lvl5pPr>
                                            <a:lvl6pPr marL="2514600" indent="-228600" eaLnBrk="0" fontAlgn="base" latinLnBrk="1" hangingPunct="0">
                                              <a:spcBef>
                                                <a:spcPct val="20000"/>
                                              </a:spcBef>
                                              <a:spcAft>
                                                <a:spcPct val="0"/>
                                              </a:spcAft>
                                              <a:buChar char="•"/>
                                              <a:defRPr kumimoji="1" sz="1400">
                                                <a:solidFill>
                                                  <a:schemeClr val="tx1"/>
                                                </a:solidFill>
                                                <a:latin typeface="-윤체M" panose="020B0604020202020204" pitchFamily="34" charset="0"/>
                                                <a:ea typeface="黑体" panose="02010609060101010101" pitchFamily="49" charset="-122"/>
                                                <a:cs typeface="黑体" panose="02010609060101010101" pitchFamily="49" charset="-122"/>
                                              </a:defRPr>
                                            </a:lvl6pPr>
                                            <a:lvl7pPr marL="2971800" indent="-228600" eaLnBrk="0" fontAlgn="base" latinLnBrk="1" hangingPunct="0">
                                              <a:spcBef>
                                                <a:spcPct val="20000"/>
                                              </a:spcBef>
                                              <a:spcAft>
                                                <a:spcPct val="0"/>
                                              </a:spcAft>
                                              <a:buChar char="•"/>
                                              <a:defRPr kumimoji="1" sz="1400">
                                                <a:solidFill>
                                                  <a:schemeClr val="tx1"/>
                                                </a:solidFill>
                                                <a:latin typeface="-윤체M" panose="020B0604020202020204" pitchFamily="34" charset="0"/>
                                                <a:ea typeface="黑体" panose="02010609060101010101" pitchFamily="49" charset="-122"/>
                                                <a:cs typeface="黑体" panose="02010609060101010101" pitchFamily="49" charset="-122"/>
                                              </a:defRPr>
                                            </a:lvl7pPr>
                                            <a:lvl8pPr marL="3429000" indent="-228600" eaLnBrk="0" fontAlgn="base" latinLnBrk="1" hangingPunct="0">
                                              <a:spcBef>
                                                <a:spcPct val="20000"/>
                                              </a:spcBef>
                                              <a:spcAft>
                                                <a:spcPct val="0"/>
                                              </a:spcAft>
                                              <a:buChar char="•"/>
                                              <a:defRPr kumimoji="1" sz="1400">
                                                <a:solidFill>
                                                  <a:schemeClr val="tx1"/>
                                                </a:solidFill>
                                                <a:latin typeface="-윤체M" panose="020B0604020202020204" pitchFamily="34" charset="0"/>
                                                <a:ea typeface="黑体" panose="02010609060101010101" pitchFamily="49" charset="-122"/>
                                                <a:cs typeface="黑体" panose="02010609060101010101" pitchFamily="49" charset="-122"/>
                                              </a:defRPr>
                                            </a:lvl8pPr>
                                            <a:lvl9pPr marL="3886200" indent="-228600" eaLnBrk="0" fontAlgn="base" latinLnBrk="1" hangingPunct="0">
                                              <a:spcBef>
                                                <a:spcPct val="20000"/>
                                              </a:spcBef>
                                              <a:spcAft>
                                                <a:spcPct val="0"/>
                                              </a:spcAft>
                                              <a:buChar char="•"/>
                                              <a:defRPr kumimoji="1" sz="1400">
                                                <a:solidFill>
                                                  <a:schemeClr val="tx1"/>
                                                </a:solidFill>
                                                <a:latin typeface="-윤체M" panose="020B0604020202020204" pitchFamily="34" charset="0"/>
                                                <a:ea typeface="黑体" panose="02010609060101010101" pitchFamily="49" charset="-122"/>
                                                <a:cs typeface="黑体" panose="02010609060101010101" pitchFamily="49" charset="-122"/>
                                              </a:defRPr>
                                            </a:lvl9pPr>
                                          </a:lstStyle>
                                          <a:p>
                                            <a:pPr algn="just" eaLnBrk="1" hangingPunct="1">
                                              <a:spcBef>
                                                <a:spcPct val="0"/>
                                              </a:spcBef>
                                              <a:buFontTx/>
                                              <a:buNone/>
                                            </a:pPr>
                                            <a:r>
                                              <a:rPr lang="en-US" altLang="zh-CN" sz="1800" i="0">
                                                <a:latin typeface="Times New Roman" panose="02020603050405020304" pitchFamily="18" charset="0"/>
                                                <a:ea typeface="宋体" panose="02010600030101010101" pitchFamily="2" charset="-122"/>
                                              </a:rPr>
                                              <a:t>…</a:t>
                                            </a:r>
                                            <a:endParaRPr lang="en-US" altLang="zh-CN" sz="1800" i="0">
                                              <a:latin typeface="Gulim" panose="020B0600000101010101" pitchFamily="34" charset="-127"/>
                                              <a:ea typeface="Gulim" panose="020B0600000101010101" pitchFamily="34" charset="-127"/>
                                            </a:endParaRPr>
                                          </a:p>
                                        </p:txBody>
                                      </p:sp>
                                      <p:grpSp>
                                        <p:nvGrpSpPr>
                                          <p:cNvPr id="107559" name="Group 26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D9A14516-F695-9A72-790A-24C7A0675136}"/>
                                              </a:ext>
                                            </a:extLst>
                                          </p:cNvPr>
                                          <p:cNvGrpSpPr>
                                            <a:grpSpLocks/>
                                          </p:cNvGrpSpPr>
                                          <p:nvPr/>
                                        </p:nvGrpSpPr>
                                        <p:grpSpPr bwMode="auto">
                                          <a:xfrm>
                                            <a:off x="1965" y="1596"/>
                                            <a:ext cx="7943" cy="6969"/>
                                            <a:chOff x="1965" y="1596"/>
                                            <a:chExt cx="7943" cy="6969"/>
                                          </a:xfrm>
                                        </p:grpSpPr>
                                        <p:grpSp>
                                          <p:nvGrpSpPr>
                                            <p:cNvPr id="107560" name="Group 27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BD8A65A4-90EE-EA63-BF2C-E65DEB8126BB}"/>
                                                </a:ext>
                                              </a:extLst>
                                            </p:cNvPr>
                                            <p:cNvGrpSpPr>
                                              <a:grpSpLocks/>
                                            </p:cNvGrpSpPr>
                                            <p:nvPr/>
                                          </p:nvGrpSpPr>
                                          <p:grpSpPr bwMode="auto">
                                            <a:xfrm>
                                              <a:off x="2028" y="1596"/>
                                              <a:ext cx="7880" cy="2184"/>
                                              <a:chOff x="2028" y="1752"/>
                                              <a:chExt cx="7880" cy="2184"/>
                                            </a:xfrm>
                                          </p:grpSpPr>
                                          <p:grpSp>
                                            <p:nvGrpSpPr>
                                              <p:cNvPr id="107731" name="Group 28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BCB46A1F-9D49-EFB7-3C1D-D6C2C9BDF589}"/>
                                                  </a:ext>
                                                </a:extLst>
                                              </p:cNvPr>
                                              <p:cNvGrpSpPr>
                                                <a:grpSpLocks/>
                                              </p:cNvGrpSpPr>
                                              <p:nvPr/>
                                            </p:nvGrpSpPr>
                                            <p:grpSpPr bwMode="auto">
                                              <a:xfrm>
                                                <a:off x="5628" y="1752"/>
                                                <a:ext cx="680" cy="680"/>
                                                <a:chOff x="4679" y="3702"/>
                                                <a:chExt cx="852" cy="850"/>
                                              </a:xfrm>
                                            </p:grpSpPr>
                                            <p:sp>
                                              <p:nvSpPr>
                                                <p:cNvPr id="107840" name="Line 29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444F4928-1680-2EB8-6EBA-37A9B6266CD8}"/>
                                                    </a:ext>
                                                  </a:extLst>
                                                </p:cNvPr>
                                                <p:cNvSpPr>
                                                  <a:spLocks noChangeShapeType="1"/>
                                                </p:cNvSpPr>
                                                <p:nvPr/>
                                              </p:nvSpPr>
                                              <p:spPr bwMode="auto">
                                                <a:xfrm>
                                                  <a:off x="4680" y="3702"/>
                                                  <a:ext cx="850" cy="1"/>
                                                </a:xfrm>
                                                <a:prstGeom prst="line">
                                                  <a:avLst/>
                                                </a:prstGeom>
                                                <a:noFill/>
                                                <a:ln w="9525">
                                                  <a:solidFill>
                                                    <a:srgbClr val="000000"/>
                                                  </a:solidFill>
                                                  <a:round/>
                                                  <a:headEnd/>
                                                  <a:tailEnd/>
                                                </a:ln>
                                                <a:extLst>
                                                  <a:ext uri="{909E8E84-426E-40DD-AFC4-6F175D3DCCD1}">
                                                    <a14:hiddenFill xmlns:a14="http://schemas.microsoft.com/office/drawing/2010/main">
                                                      <a:noFill/>
                                                    </a14:hiddenFill>
                                                  </a:ext>
                                                </a:extLst>
                                              </p:spPr>
                                              <p:txBody>
                                                <a:bodyPr/>
                                                <a:lstStyle/>
                                                <a:p>
                                                  <a:endParaRPr lang="zh-CN" altLang="en-US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107841" name="Line 30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364AD266-E8AB-4254-6E36-C2D7C014DCBB}"/>
                                                    </a:ext>
                                                  </a:extLst>
                                                </p:cNvPr>
                                                <p:cNvSpPr>
                                                  <a:spLocks noChangeShapeType="1"/>
                                                </p:cNvSpPr>
                                                <p:nvPr/>
                                              </p:nvSpPr>
                                              <p:spPr bwMode="auto">
                                                <a:xfrm>
                                                  <a:off x="4680" y="3984"/>
                                                  <a:ext cx="850" cy="1"/>
                                                </a:xfrm>
                                                <a:prstGeom prst="line">
                                                  <a:avLst/>
                                                </a:prstGeom>
                                                <a:noFill/>
                                                <a:ln w="9525">
                                                  <a:solidFill>
                                                    <a:srgbClr val="000000"/>
                                                  </a:solidFill>
                                                  <a:round/>
                                                  <a:headEnd/>
                                                  <a:tailEnd/>
                                                </a:ln>
                                                <a:extLst>
                                                  <a:ext uri="{909E8E84-426E-40DD-AFC4-6F175D3DCCD1}">
                                                    <a14:hiddenFill xmlns:a14="http://schemas.microsoft.com/office/drawing/2010/main">
                                                      <a:noFill/>
                                                    </a14:hiddenFill>
                                                  </a:ext>
                                                </a:extLst>
                                              </p:spPr>
                                              <p:txBody>
                                                <a:bodyPr/>
                                                <a:lstStyle/>
                                                <a:p>
                                                  <a:endParaRPr lang="zh-CN" altLang="en-US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107842" name="Line 31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F13E579C-F783-F7A5-ACF0-4AF5A2275ABD}"/>
                                                    </a:ext>
                                                  </a:extLst>
                                                </p:cNvPr>
                                                <p:cNvSpPr>
                                                  <a:spLocks noChangeShapeType="1"/>
                                                </p:cNvSpPr>
                                                <p:nvPr/>
                                              </p:nvSpPr>
                                              <p:spPr bwMode="auto">
                                                <a:xfrm>
                                                  <a:off x="4680" y="4268"/>
                                                  <a:ext cx="850" cy="1"/>
                                                </a:xfrm>
                                                <a:prstGeom prst="line">
                                                  <a:avLst/>
                                                </a:prstGeom>
                                                <a:noFill/>
                                                <a:ln w="9525">
                                                  <a:solidFill>
                                                    <a:srgbClr val="000000"/>
                                                  </a:solidFill>
                                                  <a:round/>
                                                  <a:headEnd/>
                                                  <a:tailEnd/>
                                                </a:ln>
                                                <a:extLst>
                                                  <a:ext uri="{909E8E84-426E-40DD-AFC4-6F175D3DCCD1}">
                                                    <a14:hiddenFill xmlns:a14="http://schemas.microsoft.com/office/drawing/2010/main">
                                                      <a:noFill/>
                                                    </a14:hiddenFill>
                                                  </a:ext>
                                                </a:extLst>
                                              </p:spPr>
                                              <p:txBody>
                                                <a:bodyPr/>
                                                <a:lstStyle/>
                                                <a:p>
                                                  <a:endParaRPr lang="zh-CN" altLang="en-US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107843" name="Line 32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D8913A5E-1099-3CEE-988F-27272F14A75C}"/>
                                                    </a:ext>
                                                  </a:extLst>
                                                </p:cNvPr>
                                                <p:cNvSpPr>
                                                  <a:spLocks noChangeShapeType="1"/>
                                                </p:cNvSpPr>
                                                <p:nvPr/>
                                              </p:nvSpPr>
                                              <p:spPr bwMode="auto">
                                                <a:xfrm>
                                                  <a:off x="4680" y="4551"/>
                                                  <a:ext cx="850" cy="1"/>
                                                </a:xfrm>
                                                <a:prstGeom prst="line">
                                                  <a:avLst/>
                                                </a:prstGeom>
                                                <a:noFill/>
                                                <a:ln w="9525">
                                                  <a:solidFill>
                                                    <a:srgbClr val="000000"/>
                                                  </a:solidFill>
                                                  <a:round/>
                                                  <a:headEnd/>
                                                  <a:tailEnd/>
                                                </a:ln>
                                                <a:extLst>
                                                  <a:ext uri="{909E8E84-426E-40DD-AFC4-6F175D3DCCD1}">
                                                    <a14:hiddenFill xmlns:a14="http://schemas.microsoft.com/office/drawing/2010/main">
                                                      <a:noFill/>
                                                    </a14:hiddenFill>
                                                  </a:ext>
                                                </a:extLst>
                                              </p:spPr>
                                              <p:txBody>
                                                <a:bodyPr/>
                                                <a:lstStyle/>
                                                <a:p>
                                                  <a:endParaRPr lang="zh-CN" altLang="en-US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107844" name="Line 33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685C1598-F8B4-1B40-961C-66B05E9ED4AA}"/>
                                                    </a:ext>
                                                  </a:extLst>
                                                </p:cNvPr>
                                                <p:cNvSpPr>
                                                  <a:spLocks noChangeShapeType="1"/>
                                                </p:cNvSpPr>
                                                <p:nvPr/>
                                              </p:nvSpPr>
                                              <p:spPr bwMode="auto">
                                                <a:xfrm>
                                                  <a:off x="4679" y="3702"/>
                                                  <a:ext cx="1" cy="850"/>
                                                </a:xfrm>
                                                <a:prstGeom prst="line">
                                                  <a:avLst/>
                                                </a:prstGeom>
                                                <a:noFill/>
                                                <a:ln w="9525">
                                                  <a:solidFill>
                                                    <a:srgbClr val="000000"/>
                                                  </a:solidFill>
                                                  <a:round/>
                                                  <a:headEnd/>
                                                  <a:tailEnd/>
                                                </a:ln>
                                                <a:extLst>
                                                  <a:ext uri="{909E8E84-426E-40DD-AFC4-6F175D3DCCD1}">
                                                    <a14:hiddenFill xmlns:a14="http://schemas.microsoft.com/office/drawing/2010/main">
                                                      <a:noFill/>
                                                    </a14:hiddenFill>
                                                  </a:ext>
                                                </a:extLst>
                                              </p:spPr>
                                              <p:txBody>
                                                <a:bodyPr/>
                                                <a:lstStyle/>
                                                <a:p>
                                                  <a:endParaRPr lang="zh-CN" altLang="en-US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107845" name="Line 34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E8AFCBBF-78BF-5DF1-4651-C102A39141B0}"/>
                                                    </a:ext>
                                                  </a:extLst>
                                                </p:cNvPr>
                                                <p:cNvSpPr>
                                                  <a:spLocks noChangeShapeType="1"/>
                                                </p:cNvSpPr>
                                                <p:nvPr/>
                                              </p:nvSpPr>
                                              <p:spPr bwMode="auto">
                                                <a:xfrm>
                                                  <a:off x="4963" y="3702"/>
                                                  <a:ext cx="1" cy="850"/>
                                                </a:xfrm>
                                                <a:prstGeom prst="line">
                                                  <a:avLst/>
                                                </a:prstGeom>
                                                <a:noFill/>
                                                <a:ln w="9525">
                                                  <a:solidFill>
                                                    <a:srgbClr val="000000"/>
                                                  </a:solidFill>
                                                  <a:round/>
                                                  <a:headEnd/>
                                                  <a:tailEnd/>
                                                </a:ln>
                                                <a:extLst>
                                                  <a:ext uri="{909E8E84-426E-40DD-AFC4-6F175D3DCCD1}">
                                                    <a14:hiddenFill xmlns:a14="http://schemas.microsoft.com/office/drawing/2010/main">
                                                      <a:noFill/>
                                                    </a14:hiddenFill>
                                                  </a:ext>
                                                </a:extLst>
                                              </p:spPr>
                                              <p:txBody>
                                                <a:bodyPr/>
                                                <a:lstStyle/>
                                                <a:p>
                                                  <a:endParaRPr lang="zh-CN" altLang="en-US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107846" name="Line 35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28C98EE3-29A0-ACEE-A8A9-B1DD1105A140}"/>
                                                    </a:ext>
                                                  </a:extLst>
                                                </p:cNvPr>
                                                <p:cNvSpPr>
                                                  <a:spLocks noChangeShapeType="1"/>
                                                </p:cNvSpPr>
                                                <p:nvPr/>
                                              </p:nvSpPr>
                                              <p:spPr bwMode="auto">
                                                <a:xfrm>
                                                  <a:off x="5246" y="3702"/>
                                                  <a:ext cx="1" cy="850"/>
                                                </a:xfrm>
                                                <a:prstGeom prst="line">
                                                  <a:avLst/>
                                                </a:prstGeom>
                                                <a:noFill/>
                                                <a:ln w="9525">
                                                  <a:solidFill>
                                                    <a:srgbClr val="000000"/>
                                                  </a:solidFill>
                                                  <a:round/>
                                                  <a:headEnd/>
                                                  <a:tailEnd/>
                                                </a:ln>
                                                <a:extLst>
                                                  <a:ext uri="{909E8E84-426E-40DD-AFC4-6F175D3DCCD1}">
                                                    <a14:hiddenFill xmlns:a14="http://schemas.microsoft.com/office/drawing/2010/main">
                                                      <a:noFill/>
                                                    </a14:hiddenFill>
                                                  </a:ext>
                                                </a:extLst>
                                              </p:spPr>
                                              <p:txBody>
                                                <a:bodyPr/>
                                                <a:lstStyle/>
                                                <a:p>
                                                  <a:endParaRPr lang="zh-CN" altLang="en-US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107847" name="Line 36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3EBF10CC-AE12-8325-76CE-9584317B91FE}"/>
                                                    </a:ext>
                                                  </a:extLst>
                                                </p:cNvPr>
                                                <p:cNvSpPr>
                                                  <a:spLocks noChangeShapeType="1"/>
                                                </p:cNvSpPr>
                                                <p:nvPr/>
                                              </p:nvSpPr>
                                              <p:spPr bwMode="auto">
                                                <a:xfrm>
                                                  <a:off x="5530" y="3702"/>
                                                  <a:ext cx="1" cy="850"/>
                                                </a:xfrm>
                                                <a:prstGeom prst="line">
                                                  <a:avLst/>
                                                </a:prstGeom>
                                                <a:noFill/>
                                                <a:ln w="9525">
                                                  <a:solidFill>
                                                    <a:srgbClr val="000000"/>
                                                  </a:solidFill>
                                                  <a:round/>
                                                  <a:headEnd/>
                                                  <a:tailEnd/>
                                                </a:ln>
                                                <a:extLst>
                                                  <a:ext uri="{909E8E84-426E-40DD-AFC4-6F175D3DCCD1}">
                                                    <a14:hiddenFill xmlns:a14="http://schemas.microsoft.com/office/drawing/2010/main">
                                                      <a:noFill/>
                                                    </a14:hiddenFill>
                                                  </a:ext>
                                                </a:extLst>
                                              </p:spPr>
                                              <p:txBody>
                                                <a:bodyPr/>
                                                <a:lstStyle/>
                                                <a:p>
                                                  <a:endParaRPr lang="zh-CN" altLang="en-US"/>
                                                </a:p>
                                              </p:txBody>
                                            </p:sp>
                                          </p:grpSp>
                                          <p:grpSp>
                                            <p:nvGrpSpPr>
                                              <p:cNvPr id="107732" name="Group 37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6AEC93DA-9225-9E31-B76A-4552E113D570}"/>
                                                  </a:ext>
                                                </a:extLst>
                                              </p:cNvPr>
                                              <p:cNvGrpSpPr>
                                                <a:grpSpLocks/>
                                              </p:cNvGrpSpPr>
                                              <p:nvPr/>
                                            </p:nvGrpSpPr>
                                            <p:grpSpPr bwMode="auto">
                                              <a:xfrm>
                                                <a:off x="2028" y="3216"/>
                                                <a:ext cx="680" cy="706"/>
                                                <a:chOff x="2028" y="3216"/>
                                                <a:chExt cx="680" cy="706"/>
                                              </a:xfrm>
                                            </p:grpSpPr>
                                            <p:grpSp>
                                              <p:nvGrpSpPr>
                                                <p:cNvPr id="107830" name="Group 38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6AAE0069-5298-4530-B730-0D5F139F931B}"/>
                                                    </a:ext>
                                                  </a:extLst>
                                                </p:cNvPr>
                                                <p:cNvGrpSpPr>
                                                  <a:grpSpLocks/>
                                                </p:cNvGrpSpPr>
                                                <p:nvPr/>
                                              </p:nvGrpSpPr>
                                              <p:grpSpPr bwMode="auto">
                                                <a:xfrm>
                                                  <a:off x="2028" y="3242"/>
                                                  <a:ext cx="680" cy="680"/>
                                                  <a:chOff x="4679" y="3702"/>
                                                  <a:chExt cx="852" cy="850"/>
                                                </a:xfrm>
                                              </p:grpSpPr>
                                              <p:sp>
                                                <p:nvSpPr>
                                                  <p:cNvPr id="107832" name="Line 39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E50202FE-0D32-B75C-FE46-0BF9577E11C0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3702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833" name="Line 40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E7A27E5C-9CCD-C580-A926-7FA6042B487D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3984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834" name="Line 41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4B60DAB7-A200-5D08-8AE1-22F57AB16891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4268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835" name="Line 42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BF9D9803-042B-6763-825A-78C80EA9DAA8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4551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836" name="Line 43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0E2DCD91-25F0-186D-98E1-4E9D38B112C5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79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837" name="Line 44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C9CBA33E-B3C1-0257-FC3D-78727C8F0FBB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963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838" name="Line 45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7EF70A51-E348-6A9A-A3AB-2B464B553417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5246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839" name="Line 46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56592225-D33D-34A8-1163-7B50A1B0817E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5530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</p:grpSp>
                                            <p:sp>
                                              <p:nvSpPr>
                                                <p:cNvPr id="107831" name="Text Box 47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788D05A7-7C9B-CD2D-AC21-9D98631E9B2B}"/>
                                                    </a:ext>
                                                  </a:extLst>
                                                </p:cNvPr>
                                                <p:cNvSpPr txBox="1">
                                                  <a:spLocks noChangeArrowheads="1"/>
                                                </p:cNvSpPr>
                                                <p:nvPr/>
                                              </p:nvSpPr>
                                              <p:spPr bwMode="auto">
                                                <a:xfrm>
                                                  <a:off x="2070" y="3216"/>
                                                  <a:ext cx="179" cy="283"/>
                                                </a:xfrm>
                                                <a:prstGeom prst="rect">
                                                  <a:avLst/>
                                                </a:prstGeom>
                                                <a:solidFill>
                                                  <a:srgbClr val="FFFFFF">
                                                    <a:alpha val="0"/>
                                                  </a:srgbClr>
                                                </a:solidFill>
                                                <a:ln>
                                                  <a:noFill/>
                                                </a:ln>
                                                <a:extLst>
                                                  <a:ext uri="{91240B29-F687-4F45-9708-019B960494DF}">
                                                    <a14:hiddenLine xmlns:a14="http://schemas.microsoft.com/office/drawing/2010/main"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miter lim="800000"/>
                                                      <a:headEnd/>
                                                      <a:tailEnd/>
                                                    </a14:hiddenLine>
                                                  </a:ext>
                                                </a:extLst>
                                              </p:spPr>
                                              <p:txBody>
                                                <a:bodyPr lIns="0" tIns="0" rIns="0" bIns="0"/>
                                                <a:lstStyle>
                                                  <a:lvl1pPr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32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黑体" panose="02010609060101010101" pitchFamily="49" charset="-122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1pPr>
                                                  <a:lvl2pPr marL="742950" indent="-28575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20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2pPr>
                                                  <a:lvl3pPr marL="11430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3pPr>
                                                  <a:lvl4pPr marL="16002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6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4pPr>
                                                  <a:lvl5pPr marL="20574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5pPr>
                                                  <a:lvl6pPr marL="25146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6pPr>
                                                  <a:lvl7pPr marL="29718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7pPr>
                                                  <a:lvl8pPr marL="34290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8pPr>
                                                  <a:lvl9pPr marL="38862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9pPr>
                                                </a:lstStyle>
                                                <a:p>
                                                  <a:pPr algn="just" eaLnBrk="1" hangingPunct="1">
                                                    <a:spcBef>
                                                      <a:spcPct val="0"/>
                                                    </a:spcBef>
                                                    <a:buFontTx/>
                                                    <a:buNone/>
                                                  </a:pPr>
                                                  <a:r>
                                                    <a:rPr lang="en-US" altLang="zh-CN" sz="1000" i="0">
                                                      <a:latin typeface="Times New Roman" panose="02020603050405020304" pitchFamily="18" charset="0"/>
                                                      <a:ea typeface="宋体" panose="02010600030101010101" pitchFamily="2" charset="-122"/>
                                                    </a:rPr>
                                                    <a:t>X</a:t>
                                                  </a:r>
                                                  <a:endParaRPr lang="en-US" altLang="zh-CN" sz="2800" i="0">
                                                    <a:latin typeface="Gulim" panose="020B0600000101010101" pitchFamily="34" charset="-127"/>
                                                    <a:ea typeface="Gulim" panose="020B0600000101010101" pitchFamily="34" charset="-127"/>
                                                  </a:endParaRPr>
                                                </a:p>
                                              </p:txBody>
                                            </p:sp>
                                          </p:grpSp>
                                          <p:grpSp>
                                            <p:nvGrpSpPr>
                                              <p:cNvPr id="107733" name="Group 48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05EBE289-DE3C-17AA-0631-A7304D1B64FE}"/>
                                                  </a:ext>
                                                </a:extLst>
                                              </p:cNvPr>
                                              <p:cNvGrpSpPr>
                                                <a:grpSpLocks/>
                                              </p:cNvGrpSpPr>
                                              <p:nvPr/>
                                            </p:nvGrpSpPr>
                                            <p:grpSpPr bwMode="auto">
                                              <a:xfrm>
                                                <a:off x="2928" y="3215"/>
                                                <a:ext cx="680" cy="707"/>
                                                <a:chOff x="2928" y="3215"/>
                                                <a:chExt cx="680" cy="707"/>
                                              </a:xfrm>
                                            </p:grpSpPr>
                                            <p:grpSp>
                                              <p:nvGrpSpPr>
                                                <p:cNvPr id="107820" name="Group 49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3D742B1B-BD3E-2804-1B01-DBA5DF064B11}"/>
                                                    </a:ext>
                                                  </a:extLst>
                                                </p:cNvPr>
                                                <p:cNvGrpSpPr>
                                                  <a:grpSpLocks/>
                                                </p:cNvGrpSpPr>
                                                <p:nvPr/>
                                              </p:nvGrpSpPr>
                                              <p:grpSpPr bwMode="auto">
                                                <a:xfrm>
                                                  <a:off x="2928" y="3242"/>
                                                  <a:ext cx="680" cy="680"/>
                                                  <a:chOff x="4679" y="3702"/>
                                                  <a:chExt cx="852" cy="850"/>
                                                </a:xfrm>
                                              </p:grpSpPr>
                                              <p:sp>
                                                <p:nvSpPr>
                                                  <p:cNvPr id="107822" name="Line 50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26F89677-E891-1A11-A01E-7B26F0EE95E0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3702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823" name="Line 51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B8817F40-CF65-FE9A-7D13-EA32CEA44A6D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3984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824" name="Line 52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4433381C-A9D6-B71A-C1A3-5CE9FF303842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4268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825" name="Line 53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BD6F95C5-2707-3EB6-4F11-64E8A40EE376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4551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826" name="Line 54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338BF0C4-A9EC-B5DF-8B4C-4EA5BC1D17EF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79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827" name="Line 55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82F696DE-FC0C-DCC1-B22B-BD0F5044D743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963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828" name="Line 56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5BC6EEAC-E114-7683-8513-CC6554042A2E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5246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829" name="Line 57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7AAF3BB3-F0F4-D83C-42EA-572BFDA7E52C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5530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</p:grpSp>
                                            <p:sp>
                                              <p:nvSpPr>
                                                <p:cNvPr id="107821" name="Text Box 58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54420170-6768-BDF2-F2DE-468A0EC72F9F}"/>
                                                    </a:ext>
                                                  </a:extLst>
                                                </p:cNvPr>
                                                <p:cNvSpPr txBox="1">
                                                  <a:spLocks noChangeArrowheads="1"/>
                                                </p:cNvSpPr>
                                                <p:nvPr/>
                                              </p:nvSpPr>
                                              <p:spPr bwMode="auto">
                                                <a:xfrm>
                                                  <a:off x="3181" y="3215"/>
                                                  <a:ext cx="179" cy="283"/>
                                                </a:xfrm>
                                                <a:prstGeom prst="rect">
                                                  <a:avLst/>
                                                </a:prstGeom>
                                                <a:solidFill>
                                                  <a:srgbClr val="FFFFFF">
                                                    <a:alpha val="0"/>
                                                  </a:srgbClr>
                                                </a:solidFill>
                                                <a:ln>
                                                  <a:noFill/>
                                                </a:ln>
                                                <a:extLst>
                                                  <a:ext uri="{91240B29-F687-4F45-9708-019B960494DF}">
                                                    <a14:hiddenLine xmlns:a14="http://schemas.microsoft.com/office/drawing/2010/main"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miter lim="800000"/>
                                                      <a:headEnd/>
                                                      <a:tailEnd/>
                                                    </a14:hiddenLine>
                                                  </a:ext>
                                                </a:extLst>
                                              </p:spPr>
                                              <p:txBody>
                                                <a:bodyPr lIns="0" tIns="0" rIns="0" bIns="0"/>
                                                <a:lstStyle>
                                                  <a:lvl1pPr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32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黑体" panose="02010609060101010101" pitchFamily="49" charset="-122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1pPr>
                                                  <a:lvl2pPr marL="742950" indent="-28575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20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2pPr>
                                                  <a:lvl3pPr marL="11430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3pPr>
                                                  <a:lvl4pPr marL="16002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6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4pPr>
                                                  <a:lvl5pPr marL="20574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5pPr>
                                                  <a:lvl6pPr marL="25146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6pPr>
                                                  <a:lvl7pPr marL="29718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7pPr>
                                                  <a:lvl8pPr marL="34290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8pPr>
                                                  <a:lvl9pPr marL="38862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9pPr>
                                                </a:lstStyle>
                                                <a:p>
                                                  <a:pPr algn="just" eaLnBrk="1" hangingPunct="1">
                                                    <a:spcBef>
                                                      <a:spcPct val="0"/>
                                                    </a:spcBef>
                                                    <a:buFontTx/>
                                                    <a:buNone/>
                                                  </a:pPr>
                                                  <a:r>
                                                    <a:rPr lang="en-US" altLang="zh-CN" sz="1000" i="0">
                                                      <a:latin typeface="Times New Roman" panose="02020603050405020304" pitchFamily="18" charset="0"/>
                                                      <a:ea typeface="宋体" panose="02010600030101010101" pitchFamily="2" charset="-122"/>
                                                    </a:rPr>
                                                    <a:t>X</a:t>
                                                  </a:r>
                                                  <a:endParaRPr lang="en-US" altLang="zh-CN" sz="2800" i="0">
                                                    <a:latin typeface="Gulim" panose="020B0600000101010101" pitchFamily="34" charset="-127"/>
                                                    <a:ea typeface="Gulim" panose="020B0600000101010101" pitchFamily="34" charset="-127"/>
                                                  </a:endParaRPr>
                                                </a:p>
                                              </p:txBody>
                                            </p:sp>
                                          </p:grpSp>
                                          <p:grpSp>
                                            <p:nvGrpSpPr>
                                              <p:cNvPr id="107734" name="Group 59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1DD3C51B-A197-643C-4A81-B68C3E233144}"/>
                                                  </a:ext>
                                                </a:extLst>
                                              </p:cNvPr>
                                              <p:cNvGrpSpPr>
                                                <a:grpSpLocks/>
                                              </p:cNvGrpSpPr>
                                              <p:nvPr/>
                                            </p:nvGrpSpPr>
                                            <p:grpSpPr bwMode="auto">
                                              <a:xfrm>
                                                <a:off x="3828" y="3215"/>
                                                <a:ext cx="680" cy="707"/>
                                                <a:chOff x="3828" y="3215"/>
                                                <a:chExt cx="680" cy="707"/>
                                              </a:xfrm>
                                            </p:grpSpPr>
                                            <p:grpSp>
                                              <p:nvGrpSpPr>
                                                <p:cNvPr id="107810" name="Group 60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1DD019E8-F70D-69BD-83B7-2240E5B4C3D0}"/>
                                                    </a:ext>
                                                  </a:extLst>
                                                </p:cNvPr>
                                                <p:cNvGrpSpPr>
                                                  <a:grpSpLocks/>
                                                </p:cNvGrpSpPr>
                                                <p:nvPr/>
                                              </p:nvGrpSpPr>
                                              <p:grpSpPr bwMode="auto">
                                                <a:xfrm>
                                                  <a:off x="3828" y="3242"/>
                                                  <a:ext cx="680" cy="680"/>
                                                  <a:chOff x="4679" y="3702"/>
                                                  <a:chExt cx="852" cy="850"/>
                                                </a:xfrm>
                                              </p:grpSpPr>
                                              <p:sp>
                                                <p:nvSpPr>
                                                  <p:cNvPr id="107812" name="Line 61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649D287F-1117-863F-57C6-C5FF6F43EAF7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3702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813" name="Line 62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A7090193-25E5-0376-0F0F-9A80C8E75923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3984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814" name="Line 63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EBCCD124-1A0F-2A0D-34C1-F4B54B098199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4268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815" name="Line 64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23B2C6FD-78D4-0057-E0C8-1032325755C5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4551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816" name="Line 65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3C0FC993-718C-4EF2-12F9-FECDF7E3FE83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79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817" name="Line 66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0FB589E2-A345-896C-7585-1A5653776AB2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963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818" name="Line 67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778F9AC0-F28E-E12C-3BD7-67AE2109B348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5246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819" name="Line 68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3D5ECBB8-CEF1-6996-CAD3-578326573D07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5530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</p:grpSp>
                                            <p:sp>
                                              <p:nvSpPr>
                                                <p:cNvPr id="107811" name="Text Box 69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D0D5AB10-C693-43E7-C77D-B638425CC85D}"/>
                                                    </a:ext>
                                                  </a:extLst>
                                                </p:cNvPr>
                                                <p:cNvSpPr txBox="1">
                                                  <a:spLocks noChangeArrowheads="1"/>
                                                </p:cNvSpPr>
                                                <p:nvPr/>
                                              </p:nvSpPr>
                                              <p:spPr bwMode="auto">
                                                <a:xfrm>
                                                  <a:off x="4321" y="3215"/>
                                                  <a:ext cx="179" cy="283"/>
                                                </a:xfrm>
                                                <a:prstGeom prst="rect">
                                                  <a:avLst/>
                                                </a:prstGeom>
                                                <a:solidFill>
                                                  <a:srgbClr val="FFFFFF">
                                                    <a:alpha val="0"/>
                                                  </a:srgbClr>
                                                </a:solidFill>
                                                <a:ln>
                                                  <a:noFill/>
                                                </a:ln>
                                                <a:extLst>
                                                  <a:ext uri="{91240B29-F687-4F45-9708-019B960494DF}">
                                                    <a14:hiddenLine xmlns:a14="http://schemas.microsoft.com/office/drawing/2010/main"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miter lim="800000"/>
                                                      <a:headEnd/>
                                                      <a:tailEnd/>
                                                    </a14:hiddenLine>
                                                  </a:ext>
                                                </a:extLst>
                                              </p:spPr>
                                              <p:txBody>
                                                <a:bodyPr lIns="0" tIns="0" rIns="0" bIns="0"/>
                                                <a:lstStyle>
                                                  <a:lvl1pPr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32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黑体" panose="02010609060101010101" pitchFamily="49" charset="-122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1pPr>
                                                  <a:lvl2pPr marL="742950" indent="-28575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20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2pPr>
                                                  <a:lvl3pPr marL="11430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3pPr>
                                                  <a:lvl4pPr marL="16002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6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4pPr>
                                                  <a:lvl5pPr marL="20574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5pPr>
                                                  <a:lvl6pPr marL="25146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6pPr>
                                                  <a:lvl7pPr marL="29718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7pPr>
                                                  <a:lvl8pPr marL="34290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8pPr>
                                                  <a:lvl9pPr marL="38862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9pPr>
                                                </a:lstStyle>
                                                <a:p>
                                                  <a:pPr algn="just" eaLnBrk="1" hangingPunct="1">
                                                    <a:spcBef>
                                                      <a:spcPct val="0"/>
                                                    </a:spcBef>
                                                    <a:buFontTx/>
                                                    <a:buNone/>
                                                  </a:pPr>
                                                  <a:r>
                                                    <a:rPr lang="en-US" altLang="zh-CN" sz="1000" i="0">
                                                      <a:latin typeface="Times New Roman" panose="02020603050405020304" pitchFamily="18" charset="0"/>
                                                      <a:ea typeface="宋体" panose="02010600030101010101" pitchFamily="2" charset="-122"/>
                                                    </a:rPr>
                                                    <a:t>X</a:t>
                                                  </a:r>
                                                  <a:endParaRPr lang="en-US" altLang="zh-CN" sz="2800" i="0">
                                                    <a:latin typeface="Gulim" panose="020B0600000101010101" pitchFamily="34" charset="-127"/>
                                                    <a:ea typeface="Gulim" panose="020B0600000101010101" pitchFamily="34" charset="-127"/>
                                                  </a:endParaRPr>
                                                </a:p>
                                              </p:txBody>
                                            </p:sp>
                                          </p:grpSp>
                                          <p:grpSp>
                                            <p:nvGrpSpPr>
                                              <p:cNvPr id="107735" name="Group 70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5DC5A9B3-B507-B1B1-5E76-0FE1599365A1}"/>
                                                  </a:ext>
                                                </a:extLst>
                                              </p:cNvPr>
                                              <p:cNvGrpSpPr>
                                                <a:grpSpLocks/>
                                              </p:cNvGrpSpPr>
                                              <p:nvPr/>
                                            </p:nvGrpSpPr>
                                            <p:grpSpPr bwMode="auto">
                                              <a:xfrm>
                                                <a:off x="4728" y="3242"/>
                                                <a:ext cx="680" cy="680"/>
                                                <a:chOff x="4728" y="3242"/>
                                                <a:chExt cx="680" cy="680"/>
                                              </a:xfrm>
                                            </p:grpSpPr>
                                            <p:grpSp>
                                              <p:nvGrpSpPr>
                                                <p:cNvPr id="107800" name="Group 71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FC20D452-BB82-3150-2EA1-4A0E5B008253}"/>
                                                    </a:ext>
                                                  </a:extLst>
                                                </p:cNvPr>
                                                <p:cNvGrpSpPr>
                                                  <a:grpSpLocks/>
                                                </p:cNvGrpSpPr>
                                                <p:nvPr/>
                                              </p:nvGrpSpPr>
                                              <p:grpSpPr bwMode="auto">
                                                <a:xfrm>
                                                  <a:off x="4728" y="3242"/>
                                                  <a:ext cx="680" cy="680"/>
                                                  <a:chOff x="4679" y="3702"/>
                                                  <a:chExt cx="852" cy="850"/>
                                                </a:xfrm>
                                              </p:grpSpPr>
                                              <p:sp>
                                                <p:nvSpPr>
                                                  <p:cNvPr id="107802" name="Line 72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5C80FEF8-4B50-7575-B0C5-A04CAB11C89B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3702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803" name="Line 73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F3BD353C-1E9E-1600-EF7F-8613D8C6762B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3984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804" name="Line 74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F88A218A-15F0-866D-D52F-9417896455FE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4268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805" name="Line 75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34A16F3C-A935-FF61-0271-91ECD6A19DD2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4551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806" name="Line 76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70C1B681-64C2-38EE-6D7D-40079EE25855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79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807" name="Line 77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F785D391-8061-5A56-B979-6F9C574B7A34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963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808" name="Line 78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C36EFFE1-FE03-A3E3-A1C0-E4CFBCA98E8D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5246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809" name="Line 79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9479C6F5-205C-C30A-D4AE-C9BAE0E3F979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5530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</p:grpSp>
                                            <p:sp>
                                              <p:nvSpPr>
                                                <p:cNvPr id="107801" name="Text Box 80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3E52D25C-3978-BA80-41B6-C74C8A843F6E}"/>
                                                    </a:ext>
                                                  </a:extLst>
                                                </p:cNvPr>
                                                <p:cNvSpPr txBox="1">
                                                  <a:spLocks noChangeArrowheads="1"/>
                                                </p:cNvSpPr>
                                                <p:nvPr/>
                                              </p:nvSpPr>
                                              <p:spPr bwMode="auto">
                                                <a:xfrm>
                                                  <a:off x="4755" y="3437"/>
                                                  <a:ext cx="179" cy="283"/>
                                                </a:xfrm>
                                                <a:prstGeom prst="rect">
                                                  <a:avLst/>
                                                </a:prstGeom>
                                                <a:solidFill>
                                                  <a:srgbClr val="FFFFFF">
                                                    <a:alpha val="0"/>
                                                  </a:srgbClr>
                                                </a:solidFill>
                                                <a:ln>
                                                  <a:noFill/>
                                                </a:ln>
                                                <a:extLst>
                                                  <a:ext uri="{91240B29-F687-4F45-9708-019B960494DF}">
                                                    <a14:hiddenLine xmlns:a14="http://schemas.microsoft.com/office/drawing/2010/main"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miter lim="800000"/>
                                                      <a:headEnd/>
                                                      <a:tailEnd/>
                                                    </a14:hiddenLine>
                                                  </a:ext>
                                                </a:extLst>
                                              </p:spPr>
                                              <p:txBody>
                                                <a:bodyPr lIns="0" tIns="0" rIns="0" bIns="0"/>
                                                <a:lstStyle>
                                                  <a:lvl1pPr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32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黑体" panose="02010609060101010101" pitchFamily="49" charset="-122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1pPr>
                                                  <a:lvl2pPr marL="742950" indent="-28575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20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2pPr>
                                                  <a:lvl3pPr marL="11430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3pPr>
                                                  <a:lvl4pPr marL="16002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6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4pPr>
                                                  <a:lvl5pPr marL="20574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5pPr>
                                                  <a:lvl6pPr marL="25146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6pPr>
                                                  <a:lvl7pPr marL="29718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7pPr>
                                                  <a:lvl8pPr marL="34290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8pPr>
                                                  <a:lvl9pPr marL="38862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9pPr>
                                                </a:lstStyle>
                                                <a:p>
                                                  <a:pPr algn="just" eaLnBrk="1" hangingPunct="1">
                                                    <a:spcBef>
                                                      <a:spcPct val="0"/>
                                                    </a:spcBef>
                                                    <a:buFontTx/>
                                                    <a:buNone/>
                                                  </a:pPr>
                                                  <a:r>
                                                    <a:rPr lang="en-US" altLang="zh-CN" sz="1000" i="0">
                                                      <a:latin typeface="Times New Roman" panose="02020603050405020304" pitchFamily="18" charset="0"/>
                                                      <a:ea typeface="宋体" panose="02010600030101010101" pitchFamily="2" charset="-122"/>
                                                    </a:rPr>
                                                    <a:t>X</a:t>
                                                  </a:r>
                                                  <a:endParaRPr lang="en-US" altLang="zh-CN" sz="2800" i="0">
                                                    <a:latin typeface="Gulim" panose="020B0600000101010101" pitchFamily="34" charset="-127"/>
                                                    <a:ea typeface="Gulim" panose="020B0600000101010101" pitchFamily="34" charset="-127"/>
                                                  </a:endParaRPr>
                                                </a:p>
                                              </p:txBody>
                                            </p:sp>
                                          </p:grpSp>
                                          <p:grpSp>
                                            <p:nvGrpSpPr>
                                              <p:cNvPr id="107736" name="Group 81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512D2297-F6E4-2098-E58D-492865C17F85}"/>
                                                  </a:ext>
                                                </a:extLst>
                                              </p:cNvPr>
                                              <p:cNvGrpSpPr>
                                                <a:grpSpLocks/>
                                              </p:cNvGrpSpPr>
                                              <p:nvPr/>
                                            </p:nvGrpSpPr>
                                            <p:grpSpPr bwMode="auto">
                                              <a:xfrm>
                                                <a:off x="5628" y="3242"/>
                                                <a:ext cx="680" cy="680"/>
                                                <a:chOff x="5628" y="3242"/>
                                                <a:chExt cx="680" cy="680"/>
                                              </a:xfrm>
                                            </p:grpSpPr>
                                            <p:grpSp>
                                              <p:nvGrpSpPr>
                                                <p:cNvPr id="107790" name="Group 82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6D082C91-D5A1-84F6-3E96-D42DEDEBC09A}"/>
                                                    </a:ext>
                                                  </a:extLst>
                                                </p:cNvPr>
                                                <p:cNvGrpSpPr>
                                                  <a:grpSpLocks/>
                                                </p:cNvGrpSpPr>
                                                <p:nvPr/>
                                              </p:nvGrpSpPr>
                                              <p:grpSpPr bwMode="auto">
                                                <a:xfrm>
                                                  <a:off x="5628" y="3242"/>
                                                  <a:ext cx="680" cy="680"/>
                                                  <a:chOff x="4679" y="3702"/>
                                                  <a:chExt cx="852" cy="850"/>
                                                </a:xfrm>
                                              </p:grpSpPr>
                                              <p:sp>
                                                <p:nvSpPr>
                                                  <p:cNvPr id="107792" name="Line 83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CE4DAD62-DE56-1E1A-CFAC-8336282A8684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3702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93" name="Line 84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38A41B4B-441E-DABD-64B3-B74546CE9329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3984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94" name="Line 85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231F20E9-06FB-977F-4787-A0573406C0C4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4268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95" name="Line 86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683BEB80-1EB7-684D-7068-F996F98D823B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4551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96" name="Line 87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3DE195D4-707C-B73F-B0A6-A6DA931931D7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79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97" name="Line 88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F7273D3F-68C0-73F2-4A8D-A1B39781A484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963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98" name="Line 89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996C73EA-503D-7A75-EED2-26BBBD445FF3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5246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99" name="Line 90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7A08C71B-CDFC-F387-0AB4-A1464000CD20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5530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</p:grpSp>
                                            <p:sp>
                                              <p:nvSpPr>
                                                <p:cNvPr id="107791" name="Text Box 91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0F427559-2586-E3AB-C4FC-F8162CB91BBD}"/>
                                                    </a:ext>
                                                  </a:extLst>
                                                </p:cNvPr>
                                                <p:cNvSpPr txBox="1">
                                                  <a:spLocks noChangeArrowheads="1"/>
                                                </p:cNvSpPr>
                                                <p:nvPr/>
                                              </p:nvSpPr>
                                              <p:spPr bwMode="auto">
                                                <a:xfrm>
                                                  <a:off x="5880" y="3437"/>
                                                  <a:ext cx="179" cy="283"/>
                                                </a:xfrm>
                                                <a:prstGeom prst="rect">
                                                  <a:avLst/>
                                                </a:prstGeom>
                                                <a:solidFill>
                                                  <a:srgbClr val="FFFFFF">
                                                    <a:alpha val="0"/>
                                                  </a:srgbClr>
                                                </a:solidFill>
                                                <a:ln>
                                                  <a:noFill/>
                                                </a:ln>
                                                <a:extLst>
                                                  <a:ext uri="{91240B29-F687-4F45-9708-019B960494DF}">
                                                    <a14:hiddenLine xmlns:a14="http://schemas.microsoft.com/office/drawing/2010/main"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miter lim="800000"/>
                                                      <a:headEnd/>
                                                      <a:tailEnd/>
                                                    </a14:hiddenLine>
                                                  </a:ext>
                                                </a:extLst>
                                              </p:spPr>
                                              <p:txBody>
                                                <a:bodyPr lIns="0" tIns="0" rIns="0" bIns="0"/>
                                                <a:lstStyle>
                                                  <a:lvl1pPr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32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黑体" panose="02010609060101010101" pitchFamily="49" charset="-122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1pPr>
                                                  <a:lvl2pPr marL="742950" indent="-28575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20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2pPr>
                                                  <a:lvl3pPr marL="11430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3pPr>
                                                  <a:lvl4pPr marL="16002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6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4pPr>
                                                  <a:lvl5pPr marL="20574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5pPr>
                                                  <a:lvl6pPr marL="25146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6pPr>
                                                  <a:lvl7pPr marL="29718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7pPr>
                                                  <a:lvl8pPr marL="34290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8pPr>
                                                  <a:lvl9pPr marL="38862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9pPr>
                                                </a:lstStyle>
                                                <a:p>
                                                  <a:pPr algn="just" eaLnBrk="1" hangingPunct="1">
                                                    <a:spcBef>
                                                      <a:spcPct val="0"/>
                                                    </a:spcBef>
                                                    <a:buFontTx/>
                                                    <a:buNone/>
                                                  </a:pPr>
                                                  <a:r>
                                                    <a:rPr lang="en-US" altLang="zh-CN" sz="1000" i="0">
                                                      <a:latin typeface="Times New Roman" panose="02020603050405020304" pitchFamily="18" charset="0"/>
                                                      <a:ea typeface="宋体" panose="02010600030101010101" pitchFamily="2" charset="-122"/>
                                                    </a:rPr>
                                                    <a:t>X</a:t>
                                                  </a:r>
                                                  <a:endParaRPr lang="en-US" altLang="zh-CN" sz="2800" i="0">
                                                    <a:latin typeface="Gulim" panose="020B0600000101010101" pitchFamily="34" charset="-127"/>
                                                    <a:ea typeface="Gulim" panose="020B0600000101010101" pitchFamily="34" charset="-127"/>
                                                  </a:endParaRPr>
                                                </a:p>
                                              </p:txBody>
                                            </p:sp>
                                          </p:grpSp>
                                          <p:grpSp>
                                            <p:nvGrpSpPr>
                                              <p:cNvPr id="107737" name="Group 92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EFA4EAA1-3CD0-5E1D-7BFB-9A51D7800C60}"/>
                                                  </a:ext>
                                                </a:extLst>
                                              </p:cNvPr>
                                              <p:cNvGrpSpPr>
                                                <a:grpSpLocks/>
                                              </p:cNvGrpSpPr>
                                              <p:nvPr/>
                                            </p:nvGrpSpPr>
                                            <p:grpSpPr bwMode="auto">
                                              <a:xfrm>
                                                <a:off x="6528" y="3242"/>
                                                <a:ext cx="680" cy="680"/>
                                                <a:chOff x="6528" y="3242"/>
                                                <a:chExt cx="680" cy="680"/>
                                              </a:xfrm>
                                            </p:grpSpPr>
                                            <p:grpSp>
                                              <p:nvGrpSpPr>
                                                <p:cNvPr id="107780" name="Group 93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D78FBC5D-F0B5-886A-1D7C-F29E843121DB}"/>
                                                    </a:ext>
                                                  </a:extLst>
                                                </p:cNvPr>
                                                <p:cNvGrpSpPr>
                                                  <a:grpSpLocks/>
                                                </p:cNvGrpSpPr>
                                                <p:nvPr/>
                                              </p:nvGrpSpPr>
                                              <p:grpSpPr bwMode="auto">
                                                <a:xfrm>
                                                  <a:off x="6528" y="3242"/>
                                                  <a:ext cx="680" cy="680"/>
                                                  <a:chOff x="4679" y="3702"/>
                                                  <a:chExt cx="852" cy="850"/>
                                                </a:xfrm>
                                              </p:grpSpPr>
                                              <p:sp>
                                                <p:nvSpPr>
                                                  <p:cNvPr id="107782" name="Line 94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BD2C8E53-45D4-9EF6-26C0-7A8EA242528F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3702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83" name="Line 95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2D9223D3-F6C0-89FB-48F7-D16953B26977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3984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84" name="Line 96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594CCAB4-28C5-3788-3925-8CBBC28D17E4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4268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85" name="Line 97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051B08AD-869D-2138-6902-9B6F03D5E8A7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4551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86" name="Line 98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38264422-5D68-71D4-E06D-4058FC39DF7E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79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87" name="Line 99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4146386A-53E7-7817-A604-76CC48B4C6D4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963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88" name="Line 100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EB4DA195-9E62-C771-3F0C-F7BBCFDEC6E0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5246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89" name="Line 101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31F432B7-A94F-53CA-C5AA-3B77CFDA7365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5530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</p:grpSp>
                                            <p:sp>
                                              <p:nvSpPr>
                                                <p:cNvPr id="107781" name="Text Box 102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D0AD7576-7715-67DA-5E7B-2AB3642B264F}"/>
                                                    </a:ext>
                                                  </a:extLst>
                                                </p:cNvPr>
                                                <p:cNvSpPr txBox="1">
                                                  <a:spLocks noChangeArrowheads="1"/>
                                                </p:cNvSpPr>
                                                <p:nvPr/>
                                              </p:nvSpPr>
                                              <p:spPr bwMode="auto">
                                                <a:xfrm>
                                                  <a:off x="7021" y="3431"/>
                                                  <a:ext cx="179" cy="283"/>
                                                </a:xfrm>
                                                <a:prstGeom prst="rect">
                                                  <a:avLst/>
                                                </a:prstGeom>
                                                <a:solidFill>
                                                  <a:srgbClr val="FFFFFF">
                                                    <a:alpha val="0"/>
                                                  </a:srgbClr>
                                                </a:solidFill>
                                                <a:ln>
                                                  <a:noFill/>
                                                </a:ln>
                                                <a:extLst>
                                                  <a:ext uri="{91240B29-F687-4F45-9708-019B960494DF}">
                                                    <a14:hiddenLine xmlns:a14="http://schemas.microsoft.com/office/drawing/2010/main"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miter lim="800000"/>
                                                      <a:headEnd/>
                                                      <a:tailEnd/>
                                                    </a14:hiddenLine>
                                                  </a:ext>
                                                </a:extLst>
                                              </p:spPr>
                                              <p:txBody>
                                                <a:bodyPr lIns="0" tIns="0" rIns="0" bIns="0"/>
                                                <a:lstStyle>
                                                  <a:lvl1pPr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32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黑体" panose="02010609060101010101" pitchFamily="49" charset="-122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1pPr>
                                                  <a:lvl2pPr marL="742950" indent="-28575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20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2pPr>
                                                  <a:lvl3pPr marL="11430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3pPr>
                                                  <a:lvl4pPr marL="16002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6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4pPr>
                                                  <a:lvl5pPr marL="20574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5pPr>
                                                  <a:lvl6pPr marL="25146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6pPr>
                                                  <a:lvl7pPr marL="29718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7pPr>
                                                  <a:lvl8pPr marL="34290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8pPr>
                                                  <a:lvl9pPr marL="38862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9pPr>
                                                </a:lstStyle>
                                                <a:p>
                                                  <a:pPr algn="just" eaLnBrk="1" hangingPunct="1">
                                                    <a:spcBef>
                                                      <a:spcPct val="0"/>
                                                    </a:spcBef>
                                                    <a:buFontTx/>
                                                    <a:buNone/>
                                                  </a:pPr>
                                                  <a:r>
                                                    <a:rPr lang="en-US" altLang="zh-CN" sz="1000" i="0">
                                                      <a:latin typeface="Times New Roman" panose="02020603050405020304" pitchFamily="18" charset="0"/>
                                                      <a:ea typeface="宋体" panose="02010600030101010101" pitchFamily="2" charset="-122"/>
                                                    </a:rPr>
                                                    <a:t>X</a:t>
                                                  </a:r>
                                                  <a:endParaRPr lang="en-US" altLang="zh-CN" sz="2800" i="0">
                                                    <a:latin typeface="Gulim" panose="020B0600000101010101" pitchFamily="34" charset="-127"/>
                                                    <a:ea typeface="Gulim" panose="020B0600000101010101" pitchFamily="34" charset="-127"/>
                                                  </a:endParaRPr>
                                                </a:p>
                                              </p:txBody>
                                            </p:sp>
                                          </p:grpSp>
                                          <p:grpSp>
                                            <p:nvGrpSpPr>
                                              <p:cNvPr id="107738" name="Group 103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6209CB63-E4B1-C640-BEB0-4D76F93DEFD0}"/>
                                                  </a:ext>
                                                </a:extLst>
                                              </p:cNvPr>
                                              <p:cNvGrpSpPr>
                                                <a:grpSpLocks/>
                                              </p:cNvGrpSpPr>
                                              <p:nvPr/>
                                            </p:nvGrpSpPr>
                                            <p:grpSpPr bwMode="auto">
                                              <a:xfrm>
                                                <a:off x="7428" y="3242"/>
                                                <a:ext cx="680" cy="694"/>
                                                <a:chOff x="7428" y="3242"/>
                                                <a:chExt cx="680" cy="694"/>
                                              </a:xfrm>
                                            </p:grpSpPr>
                                            <p:grpSp>
                                              <p:nvGrpSpPr>
                                                <p:cNvPr id="107770" name="Group 104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4F50167E-5A04-7BD5-4868-03E14A5DEF39}"/>
                                                    </a:ext>
                                                  </a:extLst>
                                                </p:cNvPr>
                                                <p:cNvGrpSpPr>
                                                  <a:grpSpLocks/>
                                                </p:cNvGrpSpPr>
                                                <p:nvPr/>
                                              </p:nvGrpSpPr>
                                              <p:grpSpPr bwMode="auto">
                                                <a:xfrm>
                                                  <a:off x="7428" y="3242"/>
                                                  <a:ext cx="680" cy="680"/>
                                                  <a:chOff x="4679" y="3702"/>
                                                  <a:chExt cx="852" cy="850"/>
                                                </a:xfrm>
                                              </p:grpSpPr>
                                              <p:sp>
                                                <p:nvSpPr>
                                                  <p:cNvPr id="107772" name="Line 105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58B329DC-69B4-4D65-5D0A-C14E83E9FCC8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3702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73" name="Line 106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4AD0B0A3-5A58-172C-C0EF-33A85793A468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3984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74" name="Line 107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0B756A31-C442-B3E4-CAC4-A3775069130F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4268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75" name="Line 108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99F3E503-4DC5-209E-5F8F-67389B8F53A0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4551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76" name="Line 109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B51930E3-9733-AAF1-7BCC-FF83E21618EA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79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77" name="Line 110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984D8983-9392-EA5E-676F-03F80FB4EB3A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963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78" name="Line 111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1E2CA64D-2A40-FD40-B051-98D3465AF743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5246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79" name="Line 112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FAD4782A-F531-176A-1E22-A4C31026E860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5530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</p:grpSp>
                                            <p:sp>
                                              <p:nvSpPr>
                                                <p:cNvPr id="107771" name="Text Box 113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1EAF438D-F65A-4025-311C-B826F29358B3}"/>
                                                    </a:ext>
                                                  </a:extLst>
                                                </p:cNvPr>
                                                <p:cNvSpPr txBox="1">
                                                  <a:spLocks noChangeArrowheads="1"/>
                                                </p:cNvSpPr>
                                                <p:nvPr/>
                                              </p:nvSpPr>
                                              <p:spPr bwMode="auto">
                                                <a:xfrm>
                                                  <a:off x="7470" y="3653"/>
                                                  <a:ext cx="179" cy="283"/>
                                                </a:xfrm>
                                                <a:prstGeom prst="rect">
                                                  <a:avLst/>
                                                </a:prstGeom>
                                                <a:solidFill>
                                                  <a:srgbClr val="FFFFFF">
                                                    <a:alpha val="0"/>
                                                  </a:srgbClr>
                                                </a:solidFill>
                                                <a:ln>
                                                  <a:noFill/>
                                                </a:ln>
                                                <a:extLst>
                                                  <a:ext uri="{91240B29-F687-4F45-9708-019B960494DF}">
                                                    <a14:hiddenLine xmlns:a14="http://schemas.microsoft.com/office/drawing/2010/main"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miter lim="800000"/>
                                                      <a:headEnd/>
                                                      <a:tailEnd/>
                                                    </a14:hiddenLine>
                                                  </a:ext>
                                                </a:extLst>
                                              </p:spPr>
                                              <p:txBody>
                                                <a:bodyPr lIns="0" tIns="0" rIns="0" bIns="0"/>
                                                <a:lstStyle>
                                                  <a:lvl1pPr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32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黑体" panose="02010609060101010101" pitchFamily="49" charset="-122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1pPr>
                                                  <a:lvl2pPr marL="742950" indent="-28575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20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2pPr>
                                                  <a:lvl3pPr marL="11430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3pPr>
                                                  <a:lvl4pPr marL="16002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6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4pPr>
                                                  <a:lvl5pPr marL="20574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5pPr>
                                                  <a:lvl6pPr marL="25146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6pPr>
                                                  <a:lvl7pPr marL="29718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7pPr>
                                                  <a:lvl8pPr marL="34290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8pPr>
                                                  <a:lvl9pPr marL="38862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9pPr>
                                                </a:lstStyle>
                                                <a:p>
                                                  <a:pPr algn="just" eaLnBrk="1" hangingPunct="1">
                                                    <a:spcBef>
                                                      <a:spcPct val="0"/>
                                                    </a:spcBef>
                                                    <a:buFontTx/>
                                                    <a:buNone/>
                                                  </a:pPr>
                                                  <a:r>
                                                    <a:rPr lang="en-US" altLang="zh-CN" sz="1000" i="0">
                                                      <a:latin typeface="Times New Roman" panose="02020603050405020304" pitchFamily="18" charset="0"/>
                                                      <a:ea typeface="宋体" panose="02010600030101010101" pitchFamily="2" charset="-122"/>
                                                    </a:rPr>
                                                    <a:t>X</a:t>
                                                  </a:r>
                                                  <a:endParaRPr lang="en-US" altLang="zh-CN" sz="2800" i="0">
                                                    <a:latin typeface="Gulim" panose="020B0600000101010101" pitchFamily="34" charset="-127"/>
                                                    <a:ea typeface="Gulim" panose="020B0600000101010101" pitchFamily="34" charset="-127"/>
                                                  </a:endParaRPr>
                                                </a:p>
                                              </p:txBody>
                                            </p:sp>
                                          </p:grpSp>
                                          <p:grpSp>
                                            <p:nvGrpSpPr>
                                              <p:cNvPr id="107739" name="Group 114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9CE04C2E-5700-5D9A-7073-D1FB9CCD0F1F}"/>
                                                  </a:ext>
                                                </a:extLst>
                                              </p:cNvPr>
                                              <p:cNvGrpSpPr>
                                                <a:grpSpLocks/>
                                              </p:cNvGrpSpPr>
                                              <p:nvPr/>
                                            </p:nvGrpSpPr>
                                            <p:grpSpPr bwMode="auto">
                                              <a:xfrm>
                                                <a:off x="8328" y="3242"/>
                                                <a:ext cx="680" cy="694"/>
                                                <a:chOff x="8328" y="3242"/>
                                                <a:chExt cx="680" cy="694"/>
                                              </a:xfrm>
                                            </p:grpSpPr>
                                            <p:grpSp>
                                              <p:nvGrpSpPr>
                                                <p:cNvPr id="107760" name="Group 115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38161840-1417-156F-4D17-49FA0CAA7E77}"/>
                                                    </a:ext>
                                                  </a:extLst>
                                                </p:cNvPr>
                                                <p:cNvGrpSpPr>
                                                  <a:grpSpLocks/>
                                                </p:cNvGrpSpPr>
                                                <p:nvPr/>
                                              </p:nvGrpSpPr>
                                              <p:grpSpPr bwMode="auto">
                                                <a:xfrm>
                                                  <a:off x="8328" y="3242"/>
                                                  <a:ext cx="680" cy="680"/>
                                                  <a:chOff x="4679" y="3702"/>
                                                  <a:chExt cx="852" cy="850"/>
                                                </a:xfrm>
                                              </p:grpSpPr>
                                              <p:sp>
                                                <p:nvSpPr>
                                                  <p:cNvPr id="107762" name="Line 116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975358D8-2DE4-637E-5D42-6410C0366646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3702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63" name="Line 117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4857B5C8-8C5B-0A83-35E9-7BF839D4B789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3984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64" name="Line 118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F3AE8C1D-0D13-8E1C-2ACE-061D48C90585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4268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65" name="Line 119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28231A19-4B31-9E71-FCA9-32FCCC7B07F1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4551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66" name="Line 120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4520E3B2-0E07-DAF5-37DA-E41A3209FA40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79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67" name="Line 121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4A93800B-9925-4CC0-BCC9-BEF00E5D4F60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963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68" name="Line 122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2F99AAB7-E460-AB6D-1E2E-198F225F1366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5246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69" name="Line 123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9CEEDF01-563F-F7DF-5854-132E535FC1DB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5530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</p:grpSp>
                                            <p:sp>
                                              <p:nvSpPr>
                                                <p:cNvPr id="107761" name="Text Box 124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9DD40D6B-CE3F-2F5A-619A-631CBA8781BC}"/>
                                                    </a:ext>
                                                  </a:extLst>
                                                </p:cNvPr>
                                                <p:cNvSpPr txBox="1">
                                                  <a:spLocks noChangeArrowheads="1"/>
                                                </p:cNvSpPr>
                                                <p:nvPr/>
                                              </p:nvSpPr>
                                              <p:spPr bwMode="auto">
                                                <a:xfrm>
                                                  <a:off x="8581" y="3653"/>
                                                  <a:ext cx="179" cy="283"/>
                                                </a:xfrm>
                                                <a:prstGeom prst="rect">
                                                  <a:avLst/>
                                                </a:prstGeom>
                                                <a:solidFill>
                                                  <a:srgbClr val="FFFFFF">
                                                    <a:alpha val="0"/>
                                                  </a:srgbClr>
                                                </a:solidFill>
                                                <a:ln>
                                                  <a:noFill/>
                                                </a:ln>
                                                <a:extLst>
                                                  <a:ext uri="{91240B29-F687-4F45-9708-019B960494DF}">
                                                    <a14:hiddenLine xmlns:a14="http://schemas.microsoft.com/office/drawing/2010/main"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miter lim="800000"/>
                                                      <a:headEnd/>
                                                      <a:tailEnd/>
                                                    </a14:hiddenLine>
                                                  </a:ext>
                                                </a:extLst>
                                              </p:spPr>
                                              <p:txBody>
                                                <a:bodyPr lIns="0" tIns="0" rIns="0" bIns="0"/>
                                                <a:lstStyle>
                                                  <a:lvl1pPr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32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黑体" panose="02010609060101010101" pitchFamily="49" charset="-122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1pPr>
                                                  <a:lvl2pPr marL="742950" indent="-28575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20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2pPr>
                                                  <a:lvl3pPr marL="11430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3pPr>
                                                  <a:lvl4pPr marL="16002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6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4pPr>
                                                  <a:lvl5pPr marL="20574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5pPr>
                                                  <a:lvl6pPr marL="25146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6pPr>
                                                  <a:lvl7pPr marL="29718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7pPr>
                                                  <a:lvl8pPr marL="34290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8pPr>
                                                  <a:lvl9pPr marL="38862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9pPr>
                                                </a:lstStyle>
                                                <a:p>
                                                  <a:pPr algn="just" eaLnBrk="1" hangingPunct="1">
                                                    <a:spcBef>
                                                      <a:spcPct val="0"/>
                                                    </a:spcBef>
                                                    <a:buFontTx/>
                                                    <a:buNone/>
                                                  </a:pPr>
                                                  <a:r>
                                                    <a:rPr lang="en-US" altLang="zh-CN" sz="1000" i="0">
                                                      <a:latin typeface="Times New Roman" panose="02020603050405020304" pitchFamily="18" charset="0"/>
                                                      <a:ea typeface="宋体" panose="02010600030101010101" pitchFamily="2" charset="-122"/>
                                                    </a:rPr>
                                                    <a:t>X</a:t>
                                                  </a:r>
                                                  <a:endParaRPr lang="en-US" altLang="zh-CN" sz="2800" i="0">
                                                    <a:latin typeface="Gulim" panose="020B0600000101010101" pitchFamily="34" charset="-127"/>
                                                    <a:ea typeface="Gulim" panose="020B0600000101010101" pitchFamily="34" charset="-127"/>
                                                  </a:endParaRPr>
                                                </a:p>
                                              </p:txBody>
                                            </p:sp>
                                          </p:grpSp>
                                          <p:grpSp>
                                            <p:nvGrpSpPr>
                                              <p:cNvPr id="107740" name="Group 125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95B34C92-F950-3D10-A53A-DBA948B9530B}"/>
                                                  </a:ext>
                                                </a:extLst>
                                              </p:cNvPr>
                                              <p:cNvGrpSpPr>
                                                <a:grpSpLocks/>
                                              </p:cNvGrpSpPr>
                                              <p:nvPr/>
                                            </p:nvGrpSpPr>
                                            <p:grpSpPr bwMode="auto">
                                              <a:xfrm>
                                                <a:off x="9228" y="3242"/>
                                                <a:ext cx="680" cy="694"/>
                                                <a:chOff x="9228" y="3242"/>
                                                <a:chExt cx="680" cy="694"/>
                                              </a:xfrm>
                                            </p:grpSpPr>
                                            <p:grpSp>
                                              <p:nvGrpSpPr>
                                                <p:cNvPr id="107750" name="Group 126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4657B740-DF1D-BDF4-76B0-33D96A20BABF}"/>
                                                    </a:ext>
                                                  </a:extLst>
                                                </p:cNvPr>
                                                <p:cNvGrpSpPr>
                                                  <a:grpSpLocks/>
                                                </p:cNvGrpSpPr>
                                                <p:nvPr/>
                                              </p:nvGrpSpPr>
                                              <p:grpSpPr bwMode="auto">
                                                <a:xfrm>
                                                  <a:off x="9228" y="3242"/>
                                                  <a:ext cx="680" cy="680"/>
                                                  <a:chOff x="4679" y="3702"/>
                                                  <a:chExt cx="852" cy="850"/>
                                                </a:xfrm>
                                              </p:grpSpPr>
                                              <p:sp>
                                                <p:nvSpPr>
                                                  <p:cNvPr id="107752" name="Line 127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BA6A71F8-A5A2-476E-BD09-AF2A8E766CF5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3702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53" name="Line 128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3C5B0A3F-2A97-8F6F-B95C-A61ECBAFF52E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3984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54" name="Line 129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D72D40A2-4CBA-F675-3583-23132967141E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4268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55" name="Line 130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961EDF70-216C-C27B-98E1-085CE76C8A52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4551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56" name="Line 131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2A3FFBEB-7846-0A6A-0468-8C2739B1D3E0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79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57" name="Line 132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41E8DE79-2149-40E0-8704-3A8D0A357C1F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963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58" name="Line 133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54B49EAC-67C3-675D-B194-90C6C8DC2E44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5246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59" name="Line 134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EFF93C87-025E-5C00-FCF5-A3851B11FBAC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5530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</p:grpSp>
                                            <p:sp>
                                              <p:nvSpPr>
                                                <p:cNvPr id="107751" name="Text Box 135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B2B80297-067C-CF1F-94EC-C7AA6DBEFB92}"/>
                                                    </a:ext>
                                                  </a:extLst>
                                                </p:cNvPr>
                                                <p:cNvSpPr txBox="1">
                                                  <a:spLocks noChangeArrowheads="1"/>
                                                </p:cNvSpPr>
                                                <p:nvPr/>
                                              </p:nvSpPr>
                                              <p:spPr bwMode="auto">
                                                <a:xfrm>
                                                  <a:off x="9721" y="3653"/>
                                                  <a:ext cx="179" cy="283"/>
                                                </a:xfrm>
                                                <a:prstGeom prst="rect">
                                                  <a:avLst/>
                                                </a:prstGeom>
                                                <a:solidFill>
                                                  <a:srgbClr val="FFFFFF">
                                                    <a:alpha val="0"/>
                                                  </a:srgbClr>
                                                </a:solidFill>
                                                <a:ln>
                                                  <a:noFill/>
                                                </a:ln>
                                                <a:extLst>
                                                  <a:ext uri="{91240B29-F687-4F45-9708-019B960494DF}">
                                                    <a14:hiddenLine xmlns:a14="http://schemas.microsoft.com/office/drawing/2010/main"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miter lim="800000"/>
                                                      <a:headEnd/>
                                                      <a:tailEnd/>
                                                    </a14:hiddenLine>
                                                  </a:ext>
                                                </a:extLst>
                                              </p:spPr>
                                              <p:txBody>
                                                <a:bodyPr lIns="0" tIns="0" rIns="0" bIns="0"/>
                                                <a:lstStyle>
                                                  <a:lvl1pPr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32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黑体" panose="02010609060101010101" pitchFamily="49" charset="-122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1pPr>
                                                  <a:lvl2pPr marL="742950" indent="-28575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20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2pPr>
                                                  <a:lvl3pPr marL="11430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3pPr>
                                                  <a:lvl4pPr marL="16002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6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4pPr>
                                                  <a:lvl5pPr marL="20574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5pPr>
                                                  <a:lvl6pPr marL="25146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6pPr>
                                                  <a:lvl7pPr marL="29718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7pPr>
                                                  <a:lvl8pPr marL="34290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8pPr>
                                                  <a:lvl9pPr marL="38862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9pPr>
                                                </a:lstStyle>
                                                <a:p>
                                                  <a:pPr algn="just" eaLnBrk="1" hangingPunct="1">
                                                    <a:spcBef>
                                                      <a:spcPct val="0"/>
                                                    </a:spcBef>
                                                    <a:buFontTx/>
                                                    <a:buNone/>
                                                  </a:pPr>
                                                  <a:r>
                                                    <a:rPr lang="en-US" altLang="zh-CN" sz="1000" i="0">
                                                      <a:latin typeface="Times New Roman" panose="02020603050405020304" pitchFamily="18" charset="0"/>
                                                      <a:ea typeface="宋体" panose="02010600030101010101" pitchFamily="2" charset="-122"/>
                                                    </a:rPr>
                                                    <a:t>X</a:t>
                                                  </a:r>
                                                  <a:endParaRPr lang="en-US" altLang="zh-CN" sz="2800" i="0">
                                                    <a:latin typeface="Gulim" panose="020B0600000101010101" pitchFamily="34" charset="-127"/>
                                                    <a:ea typeface="Gulim" panose="020B0600000101010101" pitchFamily="34" charset="-127"/>
                                                  </a:endParaRPr>
                                                </a:p>
                                              </p:txBody>
                                            </p:sp>
                                          </p:grpSp>
                                          <p:sp>
                                            <p:nvSpPr>
                                              <p:cNvPr id="107741" name="Line 136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7CED82CA-5F0A-A749-F84B-47011A68F254}"/>
                                                  </a:ext>
                                                </a:extLst>
                                              </p:cNvPr>
                                              <p:cNvSpPr>
                                                <a:spLocks noChangeShapeType="1"/>
                                              </p:cNvSpPr>
                                              <p:nvPr/>
                                            </p:nvSpPr>
                                            <p:spPr bwMode="auto">
                                              <a:xfrm rot="21480000" flipH="1">
                                                <a:off x="2330" y="2502"/>
                                                <a:ext cx="3475" cy="654"/>
                                              </a:xfrm>
                                              <a:prstGeom prst="line">
                                                <a:avLst/>
                                              </a:prstGeom>
                                              <a:noFill/>
                                              <a:ln w="9525">
                                                <a:solidFill>
                                                  <a:srgbClr val="000000"/>
                                                </a:solidFill>
                                                <a:round/>
                                                <a:headEnd/>
                                                <a:tailEnd/>
                                              </a:ln>
                                              <a:extLst>
                                                <a:ext uri="{909E8E84-426E-40DD-AFC4-6F175D3DCCD1}">
                                                  <a14:hiddenFill xmlns:a14="http://schemas.microsoft.com/office/drawing/2010/main">
                                                    <a:noFill/>
                                                  </a14:hiddenFill>
                                                </a:ext>
                                              </a:extLst>
                                            </p:spPr>
                                            <p:txBody>
                                              <a:bodyPr/>
                                              <a:lstStyle/>
                                              <a:p>
                                                <a:endParaRPr lang="zh-CN" altLang="en-US"/>
                                              </a:p>
                                            </p:txBody>
                                          </p:sp>
                                          <p:sp>
                                            <p:nvSpPr>
                                              <p:cNvPr id="107742" name="Line 137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348601A0-0A82-150E-5769-5ECC33F79F52}"/>
                                                  </a:ext>
                                                </a:extLst>
                                              </p:cNvPr>
                                              <p:cNvSpPr>
                                                <a:spLocks noChangeShapeType="1"/>
                                              </p:cNvSpPr>
                                              <p:nvPr/>
                                            </p:nvSpPr>
                                            <p:spPr bwMode="auto">
                                              <a:xfrm rot="180000" flipH="1">
                                                <a:off x="3285" y="2362"/>
                                                <a:ext cx="2580" cy="936"/>
                                              </a:xfrm>
                                              <a:prstGeom prst="line">
                                                <a:avLst/>
                                              </a:prstGeom>
                                              <a:noFill/>
                                              <a:ln w="9525">
                                                <a:solidFill>
                                                  <a:srgbClr val="000000"/>
                                                </a:solidFill>
                                                <a:round/>
                                                <a:headEnd/>
                                                <a:tailEnd/>
                                              </a:ln>
                                              <a:extLst>
                                                <a:ext uri="{909E8E84-426E-40DD-AFC4-6F175D3DCCD1}">
                                                  <a14:hiddenFill xmlns:a14="http://schemas.microsoft.com/office/drawing/2010/main">
                                                    <a:noFill/>
                                                  </a14:hiddenFill>
                                                </a:ext>
                                              </a:extLst>
                                            </p:spPr>
                                            <p:txBody>
                                              <a:bodyPr/>
                                              <a:lstStyle/>
                                              <a:p>
                                                <a:endParaRPr lang="zh-CN" altLang="en-US"/>
                                              </a:p>
                                            </p:txBody>
                                          </p:sp>
                                          <p:sp>
                                            <p:nvSpPr>
                                              <p:cNvPr id="107743" name="Line 138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4A8425A9-2AA4-4946-5775-020374DF74A9}"/>
                                                  </a:ext>
                                                </a:extLst>
                                              </p:cNvPr>
                                              <p:cNvSpPr>
                                                <a:spLocks noChangeShapeType="1"/>
                                              </p:cNvSpPr>
                                              <p:nvPr/>
                                            </p:nvSpPr>
                                            <p:spPr bwMode="auto">
                                              <a:xfrm rot="360000" flipH="1">
                                                <a:off x="4228" y="2364"/>
                                                <a:ext cx="1576" cy="936"/>
                                              </a:xfrm>
                                              <a:prstGeom prst="line">
                                                <a:avLst/>
                                              </a:prstGeom>
                                              <a:noFill/>
                                              <a:ln w="9525">
                                                <a:solidFill>
                                                  <a:srgbClr val="000000"/>
                                                </a:solidFill>
                                                <a:round/>
                                                <a:headEnd/>
                                                <a:tailEnd/>
                                              </a:ln>
                                              <a:extLst>
                                                <a:ext uri="{909E8E84-426E-40DD-AFC4-6F175D3DCCD1}">
                                                  <a14:hiddenFill xmlns:a14="http://schemas.microsoft.com/office/drawing/2010/main">
                                                    <a:noFill/>
                                                  </a14:hiddenFill>
                                                </a:ext>
                                              </a:extLst>
                                            </p:spPr>
                                            <p:txBody>
                                              <a:bodyPr/>
                                              <a:lstStyle/>
                                              <a:p>
                                                <a:endParaRPr lang="zh-CN" altLang="en-US"/>
                                              </a:p>
                                            </p:txBody>
                                          </p:sp>
                                          <p:sp>
                                            <p:nvSpPr>
                                              <p:cNvPr id="107744" name="Line 139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868D2927-4A26-B28F-6E03-CE9C875D88F6}"/>
                                                  </a:ext>
                                                </a:extLst>
                                              </p:cNvPr>
                                              <p:cNvSpPr>
                                                <a:spLocks noChangeShapeType="1"/>
                                              </p:cNvSpPr>
                                              <p:nvPr/>
                                            </p:nvSpPr>
                                            <p:spPr bwMode="auto">
                                              <a:xfrm flipH="1">
                                                <a:off x="5010" y="2441"/>
                                                <a:ext cx="924" cy="780"/>
                                              </a:xfrm>
                                              <a:prstGeom prst="line">
                                                <a:avLst/>
                                              </a:prstGeom>
                                              <a:noFill/>
                                              <a:ln w="9525">
                                                <a:solidFill>
                                                  <a:srgbClr val="000000"/>
                                                </a:solidFill>
                                                <a:round/>
                                                <a:headEnd/>
                                                <a:tailEnd/>
                                              </a:ln>
                                              <a:extLst>
                                                <a:ext uri="{909E8E84-426E-40DD-AFC4-6F175D3DCCD1}">
                                                  <a14:hiddenFill xmlns:a14="http://schemas.microsoft.com/office/drawing/2010/main">
                                                    <a:noFill/>
                                                  </a14:hiddenFill>
                                                </a:ext>
                                              </a:extLst>
                                            </p:spPr>
                                            <p:txBody>
                                              <a:bodyPr/>
                                              <a:lstStyle/>
                                              <a:p>
                                                <a:endParaRPr lang="zh-CN" altLang="en-US"/>
                                              </a:p>
                                            </p:txBody>
                                          </p:sp>
                                          <p:sp>
                                            <p:nvSpPr>
                                              <p:cNvPr id="107745" name="Line 140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32A5C60B-85B0-4D36-E8CA-FC3308DEE34F}"/>
                                                  </a:ext>
                                                </a:extLst>
                                              </p:cNvPr>
                                              <p:cNvSpPr>
                                                <a:spLocks noChangeShapeType="1"/>
                                              </p:cNvSpPr>
                                              <p:nvPr/>
                                            </p:nvSpPr>
                                            <p:spPr bwMode="auto">
                                              <a:xfrm>
                                                <a:off x="5970" y="2441"/>
                                                <a:ext cx="1" cy="780"/>
                                              </a:xfrm>
                                              <a:prstGeom prst="line">
                                                <a:avLst/>
                                              </a:prstGeom>
                                              <a:noFill/>
                                              <a:ln w="9525">
                                                <a:solidFill>
                                                  <a:srgbClr val="000000"/>
                                                </a:solidFill>
                                                <a:round/>
                                                <a:headEnd/>
                                                <a:tailEnd/>
                                              </a:ln>
                                              <a:extLst>
                                                <a:ext uri="{909E8E84-426E-40DD-AFC4-6F175D3DCCD1}">
                                                  <a14:hiddenFill xmlns:a14="http://schemas.microsoft.com/office/drawing/2010/main">
                                                    <a:noFill/>
                                                  </a14:hiddenFill>
                                                </a:ext>
                                              </a:extLst>
                                            </p:spPr>
                                            <p:txBody>
                                              <a:bodyPr/>
                                              <a:lstStyle/>
                                              <a:p>
                                                <a:endParaRPr lang="zh-CN" altLang="en-US"/>
                                              </a:p>
                                            </p:txBody>
                                          </p:sp>
                                          <p:sp>
                                            <p:nvSpPr>
                                              <p:cNvPr id="107746" name="Line 141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D05157D3-CC2B-8BC0-986F-AB5E9CF99F38}"/>
                                                  </a:ext>
                                                </a:extLst>
                                              </p:cNvPr>
                                              <p:cNvSpPr>
                                                <a:spLocks noChangeShapeType="1"/>
                                              </p:cNvSpPr>
                                              <p:nvPr/>
                                            </p:nvSpPr>
                                            <p:spPr bwMode="auto">
                                              <a:xfrm>
                                                <a:off x="5985" y="2441"/>
                                                <a:ext cx="900" cy="780"/>
                                              </a:xfrm>
                                              <a:prstGeom prst="line">
                                                <a:avLst/>
                                              </a:prstGeom>
                                              <a:noFill/>
                                              <a:ln w="9525">
                                                <a:solidFill>
                                                  <a:srgbClr val="000000"/>
                                                </a:solidFill>
                                                <a:round/>
                                                <a:headEnd/>
                                                <a:tailEnd/>
                                              </a:ln>
                                              <a:extLst>
                                                <a:ext uri="{909E8E84-426E-40DD-AFC4-6F175D3DCCD1}">
                                                  <a14:hiddenFill xmlns:a14="http://schemas.microsoft.com/office/drawing/2010/main">
                                                    <a:noFill/>
                                                  </a14:hiddenFill>
                                                </a:ext>
                                              </a:extLst>
                                            </p:spPr>
                                            <p:txBody>
                                              <a:bodyPr/>
                                              <a:lstStyle/>
                                              <a:p>
                                                <a:endParaRPr lang="zh-CN" altLang="en-US"/>
                                              </a:p>
                                            </p:txBody>
                                          </p:sp>
                                          <p:sp>
                                            <p:nvSpPr>
                                              <p:cNvPr id="107747" name="Line 142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21DE07A5-7BBA-2D96-64D1-8D521CD65270}"/>
                                                  </a:ext>
                                                </a:extLst>
                                              </p:cNvPr>
                                              <p:cNvSpPr>
                                                <a:spLocks noChangeShapeType="1"/>
                                              </p:cNvSpPr>
                                              <p:nvPr/>
                                            </p:nvSpPr>
                                            <p:spPr bwMode="auto">
                                              <a:xfrm rot="-300000">
                                                <a:off x="6151" y="2377"/>
                                                <a:ext cx="1624" cy="935"/>
                                              </a:xfrm>
                                              <a:prstGeom prst="line">
                                                <a:avLst/>
                                              </a:prstGeom>
                                              <a:noFill/>
                                              <a:ln w="9525">
                                                <a:solidFill>
                                                  <a:srgbClr val="000000"/>
                                                </a:solidFill>
                                                <a:round/>
                                                <a:headEnd/>
                                                <a:tailEnd/>
                                              </a:ln>
                                              <a:extLst>
                                                <a:ext uri="{909E8E84-426E-40DD-AFC4-6F175D3DCCD1}">
                                                  <a14:hiddenFill xmlns:a14="http://schemas.microsoft.com/office/drawing/2010/main">
                                                    <a:noFill/>
                                                  </a14:hiddenFill>
                                                </a:ext>
                                              </a:extLst>
                                            </p:spPr>
                                            <p:txBody>
                                              <a:bodyPr/>
                                              <a:lstStyle/>
                                              <a:p>
                                                <a:endParaRPr lang="zh-CN" altLang="en-US"/>
                                              </a:p>
                                            </p:txBody>
                                          </p:sp>
                                          <p:sp>
                                            <p:nvSpPr>
                                              <p:cNvPr id="107748" name="Line 143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2C2CEFCF-F86E-A56D-7DCF-1993D6DD44F6}"/>
                                                  </a:ext>
                                                </a:extLst>
                                              </p:cNvPr>
                                              <p:cNvSpPr>
                                                <a:spLocks noChangeShapeType="1"/>
                                              </p:cNvSpPr>
                                              <p:nvPr/>
                                            </p:nvSpPr>
                                            <p:spPr bwMode="auto">
                                              <a:xfrm>
                                                <a:off x="6150" y="2441"/>
                                                <a:ext cx="2520" cy="780"/>
                                              </a:xfrm>
                                              <a:prstGeom prst="line">
                                                <a:avLst/>
                                              </a:prstGeom>
                                              <a:noFill/>
                                              <a:ln w="9525">
                                                <a:solidFill>
                                                  <a:srgbClr val="000000"/>
                                                </a:solidFill>
                                                <a:round/>
                                                <a:headEnd/>
                                                <a:tailEnd/>
                                              </a:ln>
                                              <a:extLst>
                                                <a:ext uri="{909E8E84-426E-40DD-AFC4-6F175D3DCCD1}">
                                                  <a14:hiddenFill xmlns:a14="http://schemas.microsoft.com/office/drawing/2010/main">
                                                    <a:noFill/>
                                                  </a14:hiddenFill>
                                                </a:ext>
                                              </a:extLst>
                                            </p:spPr>
                                            <p:txBody>
                                              <a:bodyPr/>
                                              <a:lstStyle/>
                                              <a:p>
                                                <a:endParaRPr lang="zh-CN" altLang="en-US"/>
                                              </a:p>
                                            </p:txBody>
                                          </p:sp>
                                          <p:sp>
                                            <p:nvSpPr>
                                              <p:cNvPr id="107749" name="Line 144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E3870F9F-711F-8D13-CED2-14A612ED1A77}"/>
                                                  </a:ext>
                                                </a:extLst>
                                              </p:cNvPr>
                                              <p:cNvSpPr>
                                                <a:spLocks noChangeShapeType="1"/>
                                              </p:cNvSpPr>
                                              <p:nvPr/>
                                            </p:nvSpPr>
                                            <p:spPr bwMode="auto">
                                              <a:xfrm>
                                                <a:off x="6150" y="2426"/>
                                                <a:ext cx="3420" cy="780"/>
                                              </a:xfrm>
                                              <a:prstGeom prst="line">
                                                <a:avLst/>
                                              </a:prstGeom>
                                              <a:noFill/>
                                              <a:ln w="9525">
                                                <a:solidFill>
                                                  <a:srgbClr val="000000"/>
                                                </a:solidFill>
                                                <a:round/>
                                                <a:headEnd/>
                                                <a:tailEnd/>
                                              </a:ln>
                                              <a:extLst>
                                                <a:ext uri="{909E8E84-426E-40DD-AFC4-6F175D3DCCD1}">
                                                  <a14:hiddenFill xmlns:a14="http://schemas.microsoft.com/office/drawing/2010/main">
                                                    <a:noFill/>
                                                  </a14:hiddenFill>
                                                </a:ext>
                                              </a:extLst>
                                            </p:spPr>
                                            <p:txBody>
                                              <a:bodyPr/>
                                              <a:lstStyle/>
                                              <a:p>
                                                <a:endParaRPr lang="zh-CN" altLang="en-US"/>
                                              </a:p>
                                            </p:txBody>
                                          </p:sp>
                                        </p:grpSp>
                                        <p:grpSp>
                                          <p:nvGrpSpPr>
                                            <p:cNvPr id="107561" name="Group 145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56A8BA2C-2459-56FD-C0C2-CA859411C12C}"/>
                                                </a:ext>
                                              </a:extLst>
                                            </p:cNvPr>
                                            <p:cNvGrpSpPr>
                                              <a:grpSpLocks/>
                                            </p:cNvGrpSpPr>
                                            <p:nvPr/>
                                          </p:nvGrpSpPr>
                                          <p:grpSpPr bwMode="auto">
                                            <a:xfrm>
                                              <a:off x="1980" y="4351"/>
                                              <a:ext cx="680" cy="713"/>
                                              <a:chOff x="1980" y="4356"/>
                                              <a:chExt cx="680" cy="713"/>
                                            </a:xfrm>
                                          </p:grpSpPr>
                                          <p:grpSp>
                                            <p:nvGrpSpPr>
                                              <p:cNvPr id="107719" name="Group 146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86F50087-E669-21ED-CEC7-FF4D1A544599}"/>
                                                  </a:ext>
                                                </a:extLst>
                                              </p:cNvPr>
                                              <p:cNvGrpSpPr>
                                                <a:grpSpLocks/>
                                              </p:cNvGrpSpPr>
                                              <p:nvPr/>
                                            </p:nvGrpSpPr>
                                            <p:grpSpPr bwMode="auto">
                                              <a:xfrm>
                                                <a:off x="1980" y="4363"/>
                                                <a:ext cx="680" cy="706"/>
                                                <a:chOff x="2028" y="3216"/>
                                                <a:chExt cx="680" cy="706"/>
                                              </a:xfrm>
                                            </p:grpSpPr>
                                            <p:grpSp>
                                              <p:nvGrpSpPr>
                                                <p:cNvPr id="107721" name="Group 147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D04B197E-CD32-3007-4F31-8DBE44D498AA}"/>
                                                    </a:ext>
                                                  </a:extLst>
                                                </p:cNvPr>
                                                <p:cNvGrpSpPr>
                                                  <a:grpSpLocks/>
                                                </p:cNvGrpSpPr>
                                                <p:nvPr/>
                                              </p:nvGrpSpPr>
                                              <p:grpSpPr bwMode="auto">
                                                <a:xfrm>
                                                  <a:off x="2028" y="3242"/>
                                                  <a:ext cx="680" cy="680"/>
                                                  <a:chOff x="4679" y="3702"/>
                                                  <a:chExt cx="852" cy="850"/>
                                                </a:xfrm>
                                              </p:grpSpPr>
                                              <p:sp>
                                                <p:nvSpPr>
                                                  <p:cNvPr id="107723" name="Line 148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25902115-22BA-04FE-40DA-FE32DC1B63E2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3702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24" name="Line 149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66702204-156D-1B80-C466-39CA3BE426FC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3984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25" name="Line 150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FED1E51D-7624-7180-6CBC-06F4EFEE1315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4268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26" name="Line 151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5BC5041E-AA48-E7AD-DFF5-19D5AE7391D8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4551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27" name="Line 152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781ADE16-29FD-3AB0-3350-DEC7719C29B8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79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28" name="Line 153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67BBC6C5-2519-D9AA-6A92-E28D2C00FFA0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963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29" name="Line 154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9FA1D365-0A87-8515-485A-E524075DA4E9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5246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30" name="Line 155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C86B4B6F-7313-7AB8-FA18-1A34C8385FD7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5530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</p:grpSp>
                                            <p:sp>
                                              <p:nvSpPr>
                                                <p:cNvPr id="107722" name="Text Box 156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17D1D9FB-C774-24FE-6A3E-9183A06B2BD3}"/>
                                                    </a:ext>
                                                  </a:extLst>
                                                </p:cNvPr>
                                                <p:cNvSpPr txBox="1">
                                                  <a:spLocks noChangeArrowheads="1"/>
                                                </p:cNvSpPr>
                                                <p:nvPr/>
                                              </p:nvSpPr>
                                              <p:spPr bwMode="auto">
                                                <a:xfrm>
                                                  <a:off x="2070" y="3216"/>
                                                  <a:ext cx="179" cy="283"/>
                                                </a:xfrm>
                                                <a:prstGeom prst="rect">
                                                  <a:avLst/>
                                                </a:prstGeom>
                                                <a:solidFill>
                                                  <a:srgbClr val="FFFFFF">
                                                    <a:alpha val="0"/>
                                                  </a:srgbClr>
                                                </a:solidFill>
                                                <a:ln>
                                                  <a:noFill/>
                                                </a:ln>
                                                <a:extLst>
                                                  <a:ext uri="{91240B29-F687-4F45-9708-019B960494DF}">
                                                    <a14:hiddenLine xmlns:a14="http://schemas.microsoft.com/office/drawing/2010/main"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miter lim="800000"/>
                                                      <a:headEnd/>
                                                      <a:tailEnd/>
                                                    </a14:hiddenLine>
                                                  </a:ext>
                                                </a:extLst>
                                              </p:spPr>
                                              <p:txBody>
                                                <a:bodyPr lIns="0" tIns="0" rIns="0" bIns="0"/>
                                                <a:lstStyle>
                                                  <a:lvl1pPr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32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黑体" panose="02010609060101010101" pitchFamily="49" charset="-122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1pPr>
                                                  <a:lvl2pPr marL="742950" indent="-28575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20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2pPr>
                                                  <a:lvl3pPr marL="11430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3pPr>
                                                  <a:lvl4pPr marL="16002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6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4pPr>
                                                  <a:lvl5pPr marL="20574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5pPr>
                                                  <a:lvl6pPr marL="25146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6pPr>
                                                  <a:lvl7pPr marL="29718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7pPr>
                                                  <a:lvl8pPr marL="34290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8pPr>
                                                  <a:lvl9pPr marL="38862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9pPr>
                                                </a:lstStyle>
                                                <a:p>
                                                  <a:pPr algn="just" eaLnBrk="1" hangingPunct="1">
                                                    <a:spcBef>
                                                      <a:spcPct val="0"/>
                                                    </a:spcBef>
                                                    <a:buFontTx/>
                                                    <a:buNone/>
                                                  </a:pPr>
                                                  <a:r>
                                                    <a:rPr lang="en-US" altLang="zh-CN" sz="1000" i="0">
                                                      <a:latin typeface="Times New Roman" panose="02020603050405020304" pitchFamily="18" charset="0"/>
                                                      <a:ea typeface="宋体" panose="02010600030101010101" pitchFamily="2" charset="-122"/>
                                                    </a:rPr>
                                                    <a:t>X</a:t>
                                                  </a:r>
                                                  <a:endParaRPr lang="en-US" altLang="zh-CN" sz="2800" i="0">
                                                    <a:latin typeface="Gulim" panose="020B0600000101010101" pitchFamily="34" charset="-127"/>
                                                    <a:ea typeface="Gulim" panose="020B0600000101010101" pitchFamily="34" charset="-127"/>
                                                  </a:endParaRPr>
                                                </a:p>
                                              </p:txBody>
                                            </p:sp>
                                          </p:grpSp>
                                          <p:sp>
                                            <p:nvSpPr>
                                              <p:cNvPr id="107720" name="Text Box 157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B49D839C-C9A9-1496-7D8A-E4D5BB719DB7}"/>
                                                  </a:ext>
                                                </a:extLst>
                                              </p:cNvPr>
                                              <p:cNvSpPr txBox="1">
                                                <a:spLocks noChangeArrowheads="1"/>
                                              </p:cNvSpPr>
                                              <p:nvPr/>
                                            </p:nvSpPr>
                                            <p:spPr bwMode="auto">
                                              <a:xfrm>
                                                <a:off x="2250" y="4356"/>
                                                <a:ext cx="179" cy="283"/>
                                              </a:xfrm>
                                              <a:prstGeom prst="rect">
                                                <a:avLst/>
                                              </a:prstGeom>
                                              <a:solidFill>
                                                <a:srgbClr val="FFFFFF">
                                                  <a:alpha val="0"/>
                                                </a:srgbClr>
                                              </a:solidFill>
                                              <a:ln>
                                                <a:noFill/>
                                              </a:ln>
                                              <a:extLst>
                                                <a:ext uri="{91240B29-F687-4F45-9708-019B960494DF}">
                                                  <a14:hiddenLine xmlns:a14="http://schemas.microsoft.com/office/drawing/2010/main" w="9525">
                                                    <a:solidFill>
                                                      <a:srgbClr val="000000"/>
                                                    </a:solidFill>
                                                    <a:miter lim="800000"/>
                                                    <a:headEnd/>
                                                    <a:tailEnd/>
                                                  </a14:hiddenLine>
                                                </a:ext>
                                              </a:extLst>
                                            </p:spPr>
                                            <p:txBody>
                                              <a:bodyPr lIns="0" tIns="0" rIns="0" bIns="0"/>
                                              <a:lstStyle>
                                                <a:lvl1pPr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32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黑体" panose="02010609060101010101" pitchFamily="49" charset="-122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1pPr>
                                                <a:lvl2pPr marL="742950" indent="-28575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20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2pPr>
                                                <a:lvl3pPr marL="1143000" indent="-22860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3pPr>
                                                <a:lvl4pPr marL="1600200" indent="-22860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16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4pPr>
                                                <a:lvl5pPr marL="2057400" indent="-22860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5pPr>
                                                <a:lvl6pPr marL="25146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6pPr>
                                                <a:lvl7pPr marL="29718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7pPr>
                                                <a:lvl8pPr marL="34290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8pPr>
                                                <a:lvl9pPr marL="38862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9pPr>
                                              </a:lstStyle>
                                              <a:p>
                                                <a:pPr algn="just" eaLnBrk="1" hangingPunct="1">
                                                  <a:spcBef>
                                                    <a:spcPct val="0"/>
                                                  </a:spcBef>
                                                  <a:buFontTx/>
                                                  <a:buNone/>
                                                </a:pPr>
                                                <a:r>
                                                  <a:rPr lang="en-US" altLang="zh-CN" sz="1000" i="0">
                                                    <a:latin typeface="Times New Roman" panose="02020603050405020304" pitchFamily="18" charset="0"/>
                                                    <a:ea typeface="宋体" panose="02010600030101010101" pitchFamily="2" charset="-122"/>
                                                  </a:rPr>
                                                  <a:t>O</a:t>
                                                </a:r>
                                                <a:endParaRPr lang="en-US" altLang="zh-CN" sz="2800" i="0">
                                                  <a:latin typeface="Gulim" panose="020B0600000101010101" pitchFamily="34" charset="-127"/>
                                                  <a:ea typeface="Gulim" panose="020B0600000101010101" pitchFamily="34" charset="-127"/>
                                                </a:endParaRPr>
                                              </a:p>
                                            </p:txBody>
                                          </p:sp>
                                        </p:grpSp>
                                        <p:grpSp>
                                          <p:nvGrpSpPr>
                                            <p:cNvPr id="107562" name="Group 158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F04EFE80-7B7B-51A8-B053-796A0E529974}"/>
                                                </a:ext>
                                              </a:extLst>
                                            </p:cNvPr>
                                            <p:cNvGrpSpPr>
                                              <a:grpSpLocks/>
                                            </p:cNvGrpSpPr>
                                            <p:nvPr/>
                                          </p:nvGrpSpPr>
                                          <p:grpSpPr bwMode="auto">
                                            <a:xfrm>
                                              <a:off x="2875" y="4336"/>
                                              <a:ext cx="680" cy="728"/>
                                              <a:chOff x="2875" y="4341"/>
                                              <a:chExt cx="680" cy="728"/>
                                            </a:xfrm>
                                          </p:grpSpPr>
                                          <p:sp>
                                            <p:nvSpPr>
                                              <p:cNvPr id="107707" name="Text Box 159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A52718AF-51AB-02AB-9E7A-967B37BEAD85}"/>
                                                  </a:ext>
                                                </a:extLst>
                                              </p:cNvPr>
                                              <p:cNvSpPr txBox="1">
                                                <a:spLocks noChangeArrowheads="1"/>
                                              </p:cNvSpPr>
                                              <p:nvPr/>
                                            </p:nvSpPr>
                                            <p:spPr bwMode="auto">
                                              <a:xfrm>
                                                <a:off x="3360" y="4341"/>
                                                <a:ext cx="179" cy="283"/>
                                              </a:xfrm>
                                              <a:prstGeom prst="rect">
                                                <a:avLst/>
                                              </a:prstGeom>
                                              <a:solidFill>
                                                <a:srgbClr val="FFFFFF">
                                                  <a:alpha val="0"/>
                                                </a:srgbClr>
                                              </a:solidFill>
                                              <a:ln>
                                                <a:noFill/>
                                              </a:ln>
                                              <a:extLst>
                                                <a:ext uri="{91240B29-F687-4F45-9708-019B960494DF}">
                                                  <a14:hiddenLine xmlns:a14="http://schemas.microsoft.com/office/drawing/2010/main" w="9525">
                                                    <a:solidFill>
                                                      <a:srgbClr val="000000"/>
                                                    </a:solidFill>
                                                    <a:miter lim="800000"/>
                                                    <a:headEnd/>
                                                    <a:tailEnd/>
                                                  </a14:hiddenLine>
                                                </a:ext>
                                              </a:extLst>
                                            </p:spPr>
                                            <p:txBody>
                                              <a:bodyPr lIns="0" tIns="0" rIns="0" bIns="0"/>
                                              <a:lstStyle>
                                                <a:lvl1pPr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32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黑体" panose="02010609060101010101" pitchFamily="49" charset="-122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1pPr>
                                                <a:lvl2pPr marL="742950" indent="-28575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20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2pPr>
                                                <a:lvl3pPr marL="1143000" indent="-22860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3pPr>
                                                <a:lvl4pPr marL="1600200" indent="-22860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16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4pPr>
                                                <a:lvl5pPr marL="2057400" indent="-22860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5pPr>
                                                <a:lvl6pPr marL="25146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6pPr>
                                                <a:lvl7pPr marL="29718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7pPr>
                                                <a:lvl8pPr marL="34290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8pPr>
                                                <a:lvl9pPr marL="38862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9pPr>
                                              </a:lstStyle>
                                              <a:p>
                                                <a:pPr algn="just" eaLnBrk="1" hangingPunct="1">
                                                  <a:spcBef>
                                                    <a:spcPct val="0"/>
                                                  </a:spcBef>
                                                  <a:buFontTx/>
                                                  <a:buNone/>
                                                </a:pPr>
                                                <a:r>
                                                  <a:rPr lang="en-US" altLang="zh-CN" sz="1000" i="0">
                                                    <a:latin typeface="Times New Roman" panose="02020603050405020304" pitchFamily="18" charset="0"/>
                                                    <a:ea typeface="宋体" panose="02010600030101010101" pitchFamily="2" charset="-122"/>
                                                  </a:rPr>
                                                  <a:t>O</a:t>
                                                </a:r>
                                                <a:endParaRPr lang="en-US" altLang="zh-CN" sz="2800" i="0">
                                                  <a:latin typeface="Gulim" panose="020B0600000101010101" pitchFamily="34" charset="-127"/>
                                                  <a:ea typeface="Gulim" panose="020B0600000101010101" pitchFamily="34" charset="-127"/>
                                                </a:endParaRPr>
                                              </a:p>
                                            </p:txBody>
                                          </p:sp>
                                          <p:grpSp>
                                            <p:nvGrpSpPr>
                                              <p:cNvPr id="107708" name="Group 160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B13F0E1E-F627-E37A-6162-D99171E1D239}"/>
                                                  </a:ext>
                                                </a:extLst>
                                              </p:cNvPr>
                                              <p:cNvGrpSpPr>
                                                <a:grpSpLocks/>
                                              </p:cNvGrpSpPr>
                                              <p:nvPr/>
                                            </p:nvGrpSpPr>
                                            <p:grpSpPr bwMode="auto">
                                              <a:xfrm>
                                                <a:off x="2875" y="4363"/>
                                                <a:ext cx="680" cy="706"/>
                                                <a:chOff x="2028" y="3216"/>
                                                <a:chExt cx="680" cy="706"/>
                                              </a:xfrm>
                                            </p:grpSpPr>
                                            <p:grpSp>
                                              <p:nvGrpSpPr>
                                                <p:cNvPr id="107709" name="Group 161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6094052F-D972-E937-A60A-3563FC84DDEA}"/>
                                                    </a:ext>
                                                  </a:extLst>
                                                </p:cNvPr>
                                                <p:cNvGrpSpPr>
                                                  <a:grpSpLocks/>
                                                </p:cNvGrpSpPr>
                                                <p:nvPr/>
                                              </p:nvGrpSpPr>
                                              <p:grpSpPr bwMode="auto">
                                                <a:xfrm>
                                                  <a:off x="2028" y="3242"/>
                                                  <a:ext cx="680" cy="680"/>
                                                  <a:chOff x="4679" y="3702"/>
                                                  <a:chExt cx="852" cy="850"/>
                                                </a:xfrm>
                                              </p:grpSpPr>
                                              <p:sp>
                                                <p:nvSpPr>
                                                  <p:cNvPr id="107711" name="Line 162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AB90FE7A-5D5C-A856-A8E7-B6FBD5D352E6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3702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12" name="Line 163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275A90E6-FA42-063F-8AAD-6B7722B171B5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3984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13" name="Line 164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F44AFB2B-A967-61CA-32CB-1D10C3F621C8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4268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14" name="Line 165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E5FFD663-530F-055D-A8ED-F0527B81C455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4551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15" name="Line 166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0E76CB2E-FA65-ED4E-63BB-F702923B2CF5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79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16" name="Line 167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C82DFB72-AF08-34DA-FF2E-AF5E036E7BCD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963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17" name="Line 168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5D5B73B9-15AB-E739-81F8-85DAC25B6D4D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5246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18" name="Line 169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A3411BDC-F3B7-5962-EF59-7F3B1A1D0EF7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5530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</p:grpSp>
                                            <p:sp>
                                              <p:nvSpPr>
                                                <p:cNvPr id="107710" name="Text Box 170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F83B7F66-115C-F7C1-6FF4-BAF452C5DC35}"/>
                                                    </a:ext>
                                                  </a:extLst>
                                                </p:cNvPr>
                                                <p:cNvSpPr txBox="1">
                                                  <a:spLocks noChangeArrowheads="1"/>
                                                </p:cNvSpPr>
                                                <p:nvPr/>
                                              </p:nvSpPr>
                                              <p:spPr bwMode="auto">
                                                <a:xfrm>
                                                  <a:off x="2070" y="3216"/>
                                                  <a:ext cx="179" cy="283"/>
                                                </a:xfrm>
                                                <a:prstGeom prst="rect">
                                                  <a:avLst/>
                                                </a:prstGeom>
                                                <a:solidFill>
                                                  <a:srgbClr val="FFFFFF">
                                                    <a:alpha val="0"/>
                                                  </a:srgbClr>
                                                </a:solidFill>
                                                <a:ln>
                                                  <a:noFill/>
                                                </a:ln>
                                                <a:extLst>
                                                  <a:ext uri="{91240B29-F687-4F45-9708-019B960494DF}">
                                                    <a14:hiddenLine xmlns:a14="http://schemas.microsoft.com/office/drawing/2010/main"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miter lim="800000"/>
                                                      <a:headEnd/>
                                                      <a:tailEnd/>
                                                    </a14:hiddenLine>
                                                  </a:ext>
                                                </a:extLst>
                                              </p:spPr>
                                              <p:txBody>
                                                <a:bodyPr lIns="0" tIns="0" rIns="0" bIns="0"/>
                                                <a:lstStyle>
                                                  <a:lvl1pPr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32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黑体" panose="02010609060101010101" pitchFamily="49" charset="-122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1pPr>
                                                  <a:lvl2pPr marL="742950" indent="-28575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20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2pPr>
                                                  <a:lvl3pPr marL="11430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3pPr>
                                                  <a:lvl4pPr marL="16002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6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4pPr>
                                                  <a:lvl5pPr marL="20574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5pPr>
                                                  <a:lvl6pPr marL="25146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6pPr>
                                                  <a:lvl7pPr marL="29718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7pPr>
                                                  <a:lvl8pPr marL="34290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8pPr>
                                                  <a:lvl9pPr marL="38862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9pPr>
                                                </a:lstStyle>
                                                <a:p>
                                                  <a:pPr algn="just" eaLnBrk="1" hangingPunct="1">
                                                    <a:spcBef>
                                                      <a:spcPct val="0"/>
                                                    </a:spcBef>
                                                    <a:buFontTx/>
                                                    <a:buNone/>
                                                  </a:pPr>
                                                  <a:r>
                                                    <a:rPr lang="en-US" altLang="zh-CN" sz="1000" i="0">
                                                      <a:latin typeface="Times New Roman" panose="02020603050405020304" pitchFamily="18" charset="0"/>
                                                      <a:ea typeface="宋体" panose="02010600030101010101" pitchFamily="2" charset="-122"/>
                                                    </a:rPr>
                                                    <a:t>X</a:t>
                                                  </a:r>
                                                  <a:endParaRPr lang="en-US" altLang="zh-CN" sz="2800" i="0">
                                                    <a:latin typeface="Gulim" panose="020B0600000101010101" pitchFamily="34" charset="-127"/>
                                                    <a:ea typeface="Gulim" panose="020B0600000101010101" pitchFamily="34" charset="-127"/>
                                                  </a:endParaRPr>
                                                </a:p>
                                              </p:txBody>
                                            </p:sp>
                                          </p:grpSp>
                                        </p:grpSp>
                                        <p:grpSp>
                                          <p:nvGrpSpPr>
                                            <p:cNvPr id="107563" name="Group 171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5000C824-5135-78D9-A4DB-78D198BB831D}"/>
                                                </a:ext>
                                              </a:extLst>
                                            </p:cNvPr>
                                            <p:cNvGrpSpPr>
                                              <a:grpSpLocks/>
                                            </p:cNvGrpSpPr>
                                            <p:nvPr/>
                                          </p:nvGrpSpPr>
                                          <p:grpSpPr bwMode="auto">
                                            <a:xfrm>
                                              <a:off x="3780" y="4358"/>
                                              <a:ext cx="680" cy="706"/>
                                              <a:chOff x="3780" y="4363"/>
                                              <a:chExt cx="680" cy="706"/>
                                            </a:xfrm>
                                          </p:grpSpPr>
                                          <p:grpSp>
                                            <p:nvGrpSpPr>
                                              <p:cNvPr id="107695" name="Group 172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5297507E-220E-4FF8-44A3-23677A804CA7}"/>
                                                  </a:ext>
                                                </a:extLst>
                                              </p:cNvPr>
                                              <p:cNvGrpSpPr>
                                                <a:grpSpLocks/>
                                              </p:cNvGrpSpPr>
                                              <p:nvPr/>
                                            </p:nvGrpSpPr>
                                            <p:grpSpPr bwMode="auto">
                                              <a:xfrm>
                                                <a:off x="3780" y="4363"/>
                                                <a:ext cx="680" cy="706"/>
                                                <a:chOff x="2028" y="3216"/>
                                                <a:chExt cx="680" cy="706"/>
                                              </a:xfrm>
                                            </p:grpSpPr>
                                            <p:grpSp>
                                              <p:nvGrpSpPr>
                                                <p:cNvPr id="107697" name="Group 173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E39E9784-0ACF-62C0-F486-C7F1DFEA3534}"/>
                                                    </a:ext>
                                                  </a:extLst>
                                                </p:cNvPr>
                                                <p:cNvGrpSpPr>
                                                  <a:grpSpLocks/>
                                                </p:cNvGrpSpPr>
                                                <p:nvPr/>
                                              </p:nvGrpSpPr>
                                              <p:grpSpPr bwMode="auto">
                                                <a:xfrm>
                                                  <a:off x="2028" y="3242"/>
                                                  <a:ext cx="680" cy="680"/>
                                                  <a:chOff x="4679" y="3702"/>
                                                  <a:chExt cx="852" cy="850"/>
                                                </a:xfrm>
                                              </p:grpSpPr>
                                              <p:sp>
                                                <p:nvSpPr>
                                                  <p:cNvPr id="107699" name="Line 174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EB72A93A-A812-27B6-F7A0-1635CE60AF8A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3702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00" name="Line 175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6349F0E5-D967-7FEB-8772-82E9C91840A3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3984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01" name="Line 176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792F7054-0746-6912-FB75-F006F4890274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4268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02" name="Line 177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1E8AC6A9-A523-9573-ED08-B7029B22ADA4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80" y="4551"/>
                                                    <a:ext cx="850" cy="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03" name="Line 178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3A00AD8C-9E05-4E13-0526-D72CFAB9E3FB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679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04" name="Line 179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4F3E77F0-D32B-8A5F-04BD-13EF45B9525D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963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05" name="Line 180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EF1BCCCD-0E03-6BBF-036C-038EF46419CF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5246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  <p:sp>
                                                <p:nvSpPr>
                                                  <p:cNvPr id="107706" name="Line 181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32BBDD4D-6DFC-D155-07C5-BCE05D5E32DF}"/>
                                                      </a:ext>
                                                    </a:extLst>
                                                  </p:cNvPr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5530" y="3702"/>
                                                    <a:ext cx="1" cy="850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  <a:extLst>
                                                    <a:ext uri="{909E8E84-426E-40DD-AFC4-6F175D3DCCD1}">
                                                      <a14:hiddenFill xmlns:a14="http://schemas.microsoft.com/office/drawing/2010/main">
                                                        <a:noFill/>
                                                      </a14:hiddenFill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zh-CN" altLang="en-US"/>
                                                  </a:p>
                                                </p:txBody>
                                              </p:sp>
                                            </p:grpSp>
                                            <p:sp>
                                              <p:nvSpPr>
                                                <p:cNvPr id="107698" name="Text Box 182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FA96726D-6352-D574-FFD2-D176215CCF42}"/>
                                                    </a:ext>
                                                  </a:extLst>
                                                </p:cNvPr>
                                                <p:cNvSpPr txBox="1">
                                                  <a:spLocks noChangeArrowheads="1"/>
                                                </p:cNvSpPr>
                                                <p:nvPr/>
                                              </p:nvSpPr>
                                              <p:spPr bwMode="auto">
                                                <a:xfrm>
                                                  <a:off x="2070" y="3216"/>
                                                  <a:ext cx="179" cy="283"/>
                                                </a:xfrm>
                                                <a:prstGeom prst="rect">
                                                  <a:avLst/>
                                                </a:prstGeom>
                                                <a:solidFill>
                                                  <a:srgbClr val="FFFFFF">
                                                    <a:alpha val="0"/>
                                                  </a:srgbClr>
                                                </a:solidFill>
                                                <a:ln>
                                                  <a:noFill/>
                                                </a:ln>
                                                <a:extLst>
                                                  <a:ext uri="{91240B29-F687-4F45-9708-019B960494DF}">
                                                    <a14:hiddenLine xmlns:a14="http://schemas.microsoft.com/office/drawing/2010/main"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miter lim="800000"/>
                                                      <a:headEnd/>
                                                      <a:tailEnd/>
                                                    </a14:hiddenLine>
                                                  </a:ext>
                                                </a:extLst>
                                              </p:spPr>
                                              <p:txBody>
                                                <a:bodyPr lIns="0" tIns="0" rIns="0" bIns="0"/>
                                                <a:lstStyle>
                                                  <a:lvl1pPr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32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黑体" panose="02010609060101010101" pitchFamily="49" charset="-122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1pPr>
                                                  <a:lvl2pPr marL="742950" indent="-28575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20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2pPr>
                                                  <a:lvl3pPr marL="11430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3pPr>
                                                  <a:lvl4pPr marL="16002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6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4pPr>
                                                  <a:lvl5pPr marL="20574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5pPr>
                                                  <a:lvl6pPr marL="25146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6pPr>
                                                  <a:lvl7pPr marL="29718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7pPr>
                                                  <a:lvl8pPr marL="34290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8pPr>
                                                  <a:lvl9pPr marL="38862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9pPr>
                                                </a:lstStyle>
                                                <a:p>
                                                  <a:pPr algn="just" eaLnBrk="1" hangingPunct="1">
                                                    <a:spcBef>
                                                      <a:spcPct val="0"/>
                                                    </a:spcBef>
                                                    <a:buFontTx/>
                                                    <a:buNone/>
                                                  </a:pPr>
                                                  <a:r>
                                                    <a:rPr lang="en-US" altLang="zh-CN" sz="1000" i="0">
                                                      <a:latin typeface="Times New Roman" panose="02020603050405020304" pitchFamily="18" charset="0"/>
                                                      <a:ea typeface="宋体" panose="02010600030101010101" pitchFamily="2" charset="-122"/>
                                                    </a:rPr>
                                                    <a:t>X</a:t>
                                                  </a:r>
                                                  <a:endParaRPr lang="en-US" altLang="zh-CN" sz="2800" i="0">
                                                    <a:latin typeface="Gulim" panose="020B0600000101010101" pitchFamily="34" charset="-127"/>
                                                    <a:ea typeface="Gulim" panose="020B0600000101010101" pitchFamily="34" charset="-127"/>
                                                  </a:endParaRPr>
                                                </a:p>
                                              </p:txBody>
                                            </p:sp>
                                          </p:grpSp>
                                          <p:sp>
                                            <p:nvSpPr>
                                              <p:cNvPr id="107696" name="Text Box 183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BE06762F-41C8-ADF4-FF61-110E5A900F51}"/>
                                                  </a:ext>
                                                </a:extLst>
                                              </p:cNvPr>
                                              <p:cNvSpPr txBox="1">
                                                <a:spLocks noChangeArrowheads="1"/>
                                              </p:cNvSpPr>
                                              <p:nvPr/>
                                            </p:nvSpPr>
                                            <p:spPr bwMode="auto">
                                              <a:xfrm>
                                                <a:off x="3825" y="4574"/>
                                                <a:ext cx="179" cy="283"/>
                                              </a:xfrm>
                                              <a:prstGeom prst="rect">
                                                <a:avLst/>
                                              </a:prstGeom>
                                              <a:solidFill>
                                                <a:srgbClr val="FFFFFF">
                                                  <a:alpha val="0"/>
                                                </a:srgbClr>
                                              </a:solidFill>
                                              <a:ln>
                                                <a:noFill/>
                                              </a:ln>
                                              <a:extLst>
                                                <a:ext uri="{91240B29-F687-4F45-9708-019B960494DF}">
                                                  <a14:hiddenLine xmlns:a14="http://schemas.microsoft.com/office/drawing/2010/main" w="9525">
                                                    <a:solidFill>
                                                      <a:srgbClr val="000000"/>
                                                    </a:solidFill>
                                                    <a:miter lim="800000"/>
                                                    <a:headEnd/>
                                                    <a:tailEnd/>
                                                  </a14:hiddenLine>
                                                </a:ext>
                                              </a:extLst>
                                            </p:spPr>
                                            <p:txBody>
                                              <a:bodyPr lIns="0" tIns="0" rIns="0" bIns="0"/>
                                              <a:lstStyle>
                                                <a:lvl1pPr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32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黑体" panose="02010609060101010101" pitchFamily="49" charset="-122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1pPr>
                                                <a:lvl2pPr marL="742950" indent="-28575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20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2pPr>
                                                <a:lvl3pPr marL="1143000" indent="-22860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3pPr>
                                                <a:lvl4pPr marL="1600200" indent="-22860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16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4pPr>
                                                <a:lvl5pPr marL="2057400" indent="-22860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5pPr>
                                                <a:lvl6pPr marL="25146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6pPr>
                                                <a:lvl7pPr marL="29718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7pPr>
                                                <a:lvl8pPr marL="34290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8pPr>
                                                <a:lvl9pPr marL="38862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9pPr>
                                              </a:lstStyle>
                                              <a:p>
                                                <a:pPr algn="just" eaLnBrk="1" hangingPunct="1">
                                                  <a:spcBef>
                                                    <a:spcPct val="0"/>
                                                  </a:spcBef>
                                                  <a:buFontTx/>
                                                  <a:buNone/>
                                                </a:pPr>
                                                <a:r>
                                                  <a:rPr lang="en-US" altLang="zh-CN" sz="1000" i="0">
                                                    <a:latin typeface="Times New Roman" panose="02020603050405020304" pitchFamily="18" charset="0"/>
                                                    <a:ea typeface="宋体" panose="02010600030101010101" pitchFamily="2" charset="-122"/>
                                                  </a:rPr>
                                                  <a:t>O</a:t>
                                                </a:r>
                                                <a:endParaRPr lang="en-US" altLang="zh-CN" sz="2800" i="0">
                                                  <a:latin typeface="Gulim" panose="020B0600000101010101" pitchFamily="34" charset="-127"/>
                                                  <a:ea typeface="Gulim" panose="020B0600000101010101" pitchFamily="34" charset="-127"/>
                                                </a:endParaRPr>
                                              </a:p>
                                            </p:txBody>
                                          </p:sp>
                                        </p:grpSp>
                                        <p:sp>
                                          <p:nvSpPr>
                                            <p:cNvPr id="107564" name="Line 184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D18A86FC-D4D6-71A5-6B1E-3A23A6454C99}"/>
                                                </a:ext>
                                              </a:extLst>
                                            </p:cNvPr>
                                            <p:cNvSpPr>
                                              <a:spLocks noChangeShapeType="1"/>
                                            </p:cNvSpPr>
                                            <p:nvPr/>
                                          </p:nvSpPr>
                                          <p:spPr bwMode="auto">
                                            <a:xfrm>
                                              <a:off x="2340" y="3765"/>
                                              <a:ext cx="0" cy="624"/>
                                            </a:xfrm>
                                            <a:prstGeom prst="line">
                                              <a:avLst/>
                                            </a:prstGeom>
                                            <a:noFill/>
                                            <a:ln w="9525">
                                              <a:solidFill>
                                                <a:srgbClr val="000000"/>
                                              </a:solidFill>
                                              <a:round/>
                                              <a:headEnd/>
                                              <a:tailEnd/>
                                            </a:ln>
                                            <a:extLst>
                                              <a:ext uri="{909E8E84-426E-40DD-AFC4-6F175D3DCCD1}">
                                                <a14:hiddenFill xmlns:a14="http://schemas.microsoft.com/office/drawing/2010/main">
                                                  <a:noFill/>
                                                </a14:hiddenFill>
                                              </a:ext>
                                            </a:extLst>
                                          </p:spPr>
                                          <p:txBody>
                                            <a:bodyPr/>
                                            <a:lstStyle/>
                                            <a:p>
                                              <a:endParaRPr lang="zh-CN" altLang="en-US"/>
                                            </a:p>
                                          </p:txBody>
                                        </p:sp>
                                        <p:sp>
                                          <p:nvSpPr>
                                            <p:cNvPr id="107565" name="Line 185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075FF97B-A14B-726F-001F-B4072365E4C2}"/>
                                                </a:ext>
                                              </a:extLst>
                                            </p:cNvPr>
                                            <p:cNvSpPr>
                                              <a:spLocks noChangeShapeType="1"/>
                                            </p:cNvSpPr>
                                            <p:nvPr/>
                                          </p:nvSpPr>
                                          <p:spPr bwMode="auto">
                                            <a:xfrm>
                                              <a:off x="2340" y="3765"/>
                                              <a:ext cx="900" cy="624"/>
                                            </a:xfrm>
                                            <a:prstGeom prst="line">
                                              <a:avLst/>
                                            </a:prstGeom>
                                            <a:noFill/>
                                            <a:ln w="9525">
                                              <a:solidFill>
                                                <a:srgbClr val="000000"/>
                                              </a:solidFill>
                                              <a:round/>
                                              <a:headEnd/>
                                              <a:tailEnd/>
                                            </a:ln>
                                            <a:extLst>
                                              <a:ext uri="{909E8E84-426E-40DD-AFC4-6F175D3DCCD1}">
                                                <a14:hiddenFill xmlns:a14="http://schemas.microsoft.com/office/drawing/2010/main">
                                                  <a:noFill/>
                                                </a14:hiddenFill>
                                              </a:ext>
                                            </a:extLst>
                                          </p:spPr>
                                          <p:txBody>
                                            <a:bodyPr/>
                                            <a:lstStyle/>
                                            <a:p>
                                              <a:endParaRPr lang="zh-CN" altLang="en-US"/>
                                            </a:p>
                                          </p:txBody>
                                        </p:sp>
                                        <p:sp>
                                          <p:nvSpPr>
                                            <p:cNvPr id="107566" name="Line 186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2C6F4A52-262B-218A-5D51-BD9BA6FC9A54}"/>
                                                </a:ext>
                                              </a:extLst>
                                            </p:cNvPr>
                                            <p:cNvSpPr>
                                              <a:spLocks noChangeShapeType="1"/>
                                            </p:cNvSpPr>
                                            <p:nvPr/>
                                          </p:nvSpPr>
                                          <p:spPr bwMode="auto">
                                            <a:xfrm>
                                              <a:off x="2340" y="3765"/>
                                              <a:ext cx="1800" cy="624"/>
                                            </a:xfrm>
                                            <a:prstGeom prst="line">
                                              <a:avLst/>
                                            </a:prstGeom>
                                            <a:noFill/>
                                            <a:ln w="9525">
                                              <a:solidFill>
                                                <a:srgbClr val="000000"/>
                                              </a:solidFill>
                                              <a:round/>
                                              <a:headEnd/>
                                              <a:tailEnd/>
                                            </a:ln>
                                            <a:extLst>
                                              <a:ext uri="{909E8E84-426E-40DD-AFC4-6F175D3DCCD1}">
                                                <a14:hiddenFill xmlns:a14="http://schemas.microsoft.com/office/drawing/2010/main">
                                                  <a:noFill/>
                                                </a14:hiddenFill>
                                              </a:ext>
                                            </a:extLst>
                                          </p:spPr>
                                          <p:txBody>
                                            <a:bodyPr/>
                                            <a:lstStyle/>
                                            <a:p>
                                              <a:endParaRPr lang="zh-CN" altLang="en-US"/>
                                            </a:p>
                                          </p:txBody>
                                        </p:sp>
                                        <p:sp>
                                          <p:nvSpPr>
                                            <p:cNvPr id="107567" name="Line 187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53C30ADA-5238-35DB-24D1-F13E85F3CB31}"/>
                                                </a:ext>
                                              </a:extLst>
                                            </p:cNvPr>
                                            <p:cNvSpPr>
                                              <a:spLocks noChangeShapeType="1"/>
                                            </p:cNvSpPr>
                                            <p:nvPr/>
                                          </p:nvSpPr>
                                          <p:spPr bwMode="auto">
                                            <a:xfrm>
                                              <a:off x="2340" y="3765"/>
                                              <a:ext cx="2880" cy="624"/>
                                            </a:xfrm>
                                            <a:prstGeom prst="line">
                                              <a:avLst/>
                                            </a:prstGeom>
                                            <a:noFill/>
                                            <a:ln w="9525">
                                              <a:solidFill>
                                                <a:srgbClr val="000000"/>
                                              </a:solidFill>
                                              <a:round/>
                                              <a:headEnd/>
                                              <a:tailEnd/>
                                            </a:ln>
                                            <a:extLst>
                                              <a:ext uri="{909E8E84-426E-40DD-AFC4-6F175D3DCCD1}">
                                                <a14:hiddenFill xmlns:a14="http://schemas.microsoft.com/office/drawing/2010/main">
                                                  <a:noFill/>
                                                </a14:hiddenFill>
                                              </a:ext>
                                            </a:extLst>
                                          </p:spPr>
                                          <p:txBody>
                                            <a:bodyPr/>
                                            <a:lstStyle/>
                                            <a:p>
                                              <a:endParaRPr lang="zh-CN" altLang="en-US"/>
                                            </a:p>
                                          </p:txBody>
                                        </p:sp>
                                        <p:sp>
                                          <p:nvSpPr>
                                            <p:cNvPr id="107568" name="Line 188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3A7D43D7-8797-A740-366F-E648C1EE7C0D}"/>
                                                </a:ext>
                                              </a:extLst>
                                            </p:cNvPr>
                                            <p:cNvSpPr>
                                              <a:spLocks noChangeShapeType="1"/>
                                            </p:cNvSpPr>
                                            <p:nvPr/>
                                          </p:nvSpPr>
                                          <p:spPr bwMode="auto">
                                            <a:xfrm>
                                              <a:off x="2325" y="5058"/>
                                              <a:ext cx="0" cy="624"/>
                                            </a:xfrm>
                                            <a:prstGeom prst="line">
                                              <a:avLst/>
                                            </a:prstGeom>
                                            <a:noFill/>
                                            <a:ln w="9525">
                                              <a:solidFill>
                                                <a:srgbClr val="000000"/>
                                              </a:solidFill>
                                              <a:round/>
                                              <a:headEnd/>
                                              <a:tailEnd/>
                                            </a:ln>
                                            <a:extLst>
                                              <a:ext uri="{909E8E84-426E-40DD-AFC4-6F175D3DCCD1}">
                                                <a14:hiddenFill xmlns:a14="http://schemas.microsoft.com/office/drawing/2010/main">
                                                  <a:noFill/>
                                                </a14:hiddenFill>
                                              </a:ext>
                                            </a:extLst>
                                          </p:spPr>
                                          <p:txBody>
                                            <a:bodyPr/>
                                            <a:lstStyle/>
                                            <a:p>
                                              <a:endParaRPr lang="zh-CN" altLang="en-US"/>
                                            </a:p>
                                          </p:txBody>
                                        </p:sp>
                                        <p:sp>
                                          <p:nvSpPr>
                                            <p:cNvPr id="107569" name="Line 189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59C8C1D1-CA29-8555-3B7E-EF379D6CA459}"/>
                                                </a:ext>
                                              </a:extLst>
                                            </p:cNvPr>
                                            <p:cNvSpPr>
                                              <a:spLocks noChangeShapeType="1"/>
                                            </p:cNvSpPr>
                                            <p:nvPr/>
                                          </p:nvSpPr>
                                          <p:spPr bwMode="auto">
                                            <a:xfrm>
                                              <a:off x="2325" y="5058"/>
                                              <a:ext cx="900" cy="624"/>
                                            </a:xfrm>
                                            <a:prstGeom prst="line">
                                              <a:avLst/>
                                            </a:prstGeom>
                                            <a:noFill/>
                                            <a:ln w="9525">
                                              <a:solidFill>
                                                <a:srgbClr val="000000"/>
                                              </a:solidFill>
                                              <a:round/>
                                              <a:headEnd/>
                                              <a:tailEnd/>
                                            </a:ln>
                                            <a:extLst>
                                              <a:ext uri="{909E8E84-426E-40DD-AFC4-6F175D3DCCD1}">
                                                <a14:hiddenFill xmlns:a14="http://schemas.microsoft.com/office/drawing/2010/main">
                                                  <a:noFill/>
                                                </a14:hiddenFill>
                                              </a:ext>
                                            </a:extLst>
                                          </p:spPr>
                                          <p:txBody>
                                            <a:bodyPr/>
                                            <a:lstStyle/>
                                            <a:p>
                                              <a:endParaRPr lang="zh-CN" altLang="en-US"/>
                                            </a:p>
                                          </p:txBody>
                                        </p:sp>
                                        <p:sp>
                                          <p:nvSpPr>
                                            <p:cNvPr id="107570" name="Line 190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5305A8A8-38BA-F157-D360-1DDC0C2FCD1C}"/>
                                                </a:ext>
                                              </a:extLst>
                                            </p:cNvPr>
                                            <p:cNvSpPr>
                                              <a:spLocks noChangeShapeType="1"/>
                                            </p:cNvSpPr>
                                            <p:nvPr/>
                                          </p:nvSpPr>
                                          <p:spPr bwMode="auto">
                                            <a:xfrm>
                                              <a:off x="2325" y="5058"/>
                                              <a:ext cx="1800" cy="624"/>
                                            </a:xfrm>
                                            <a:prstGeom prst="line">
                                              <a:avLst/>
                                            </a:prstGeom>
                                            <a:noFill/>
                                            <a:ln w="9525">
                                              <a:solidFill>
                                                <a:srgbClr val="000000"/>
                                              </a:solidFill>
                                              <a:round/>
                                              <a:headEnd/>
                                              <a:tailEnd/>
                                            </a:ln>
                                            <a:extLst>
                                              <a:ext uri="{909E8E84-426E-40DD-AFC4-6F175D3DCCD1}">
                                                <a14:hiddenFill xmlns:a14="http://schemas.microsoft.com/office/drawing/2010/main">
                                                  <a:noFill/>
                                                </a14:hiddenFill>
                                              </a:ext>
                                            </a:extLst>
                                          </p:spPr>
                                          <p:txBody>
                                            <a:bodyPr/>
                                            <a:lstStyle/>
                                            <a:p>
                                              <a:endParaRPr lang="zh-CN" altLang="en-US"/>
                                            </a:p>
                                          </p:txBody>
                                        </p:sp>
                                        <p:sp>
                                          <p:nvSpPr>
                                            <p:cNvPr id="107571" name="Line 191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1A9BE144-04E0-45DB-76DD-3F338811F995}"/>
                                                </a:ext>
                                              </a:extLst>
                                            </p:cNvPr>
                                            <p:cNvSpPr>
                                              <a:spLocks noChangeShapeType="1"/>
                                            </p:cNvSpPr>
                                            <p:nvPr/>
                                          </p:nvSpPr>
                                          <p:spPr bwMode="auto">
                                            <a:xfrm>
                                              <a:off x="2325" y="5058"/>
                                              <a:ext cx="2880" cy="624"/>
                                            </a:xfrm>
                                            <a:prstGeom prst="line">
                                              <a:avLst/>
                                            </a:prstGeom>
                                            <a:noFill/>
                                            <a:ln w="9525">
                                              <a:solidFill>
                                                <a:srgbClr val="000000"/>
                                              </a:solidFill>
                                              <a:round/>
                                              <a:headEnd/>
                                              <a:tailEnd/>
                                            </a:ln>
                                            <a:extLst>
                                              <a:ext uri="{909E8E84-426E-40DD-AFC4-6F175D3DCCD1}">
                                                <a14:hiddenFill xmlns:a14="http://schemas.microsoft.com/office/drawing/2010/main">
                                                  <a:noFill/>
                                                </a14:hiddenFill>
                                              </a:ext>
                                            </a:extLst>
                                          </p:spPr>
                                          <p:txBody>
                                            <a:bodyPr/>
                                            <a:lstStyle/>
                                            <a:p>
                                              <a:endParaRPr lang="zh-CN" altLang="en-US"/>
                                            </a:p>
                                          </p:txBody>
                                        </p:sp>
                                        <p:grpSp>
                                          <p:nvGrpSpPr>
                                            <p:cNvPr id="107572" name="Group 192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3847AD1B-EA62-5AB7-9542-4623A18E939C}"/>
                                                </a:ext>
                                              </a:extLst>
                                            </p:cNvPr>
                                            <p:cNvGrpSpPr>
                                              <a:grpSpLocks/>
                                            </p:cNvGrpSpPr>
                                            <p:nvPr/>
                                          </p:nvGrpSpPr>
                                          <p:grpSpPr bwMode="auto">
                                            <a:xfrm>
                                              <a:off x="1965" y="5644"/>
                                              <a:ext cx="680" cy="713"/>
                                              <a:chOff x="1965" y="5644"/>
                                              <a:chExt cx="680" cy="713"/>
                                            </a:xfrm>
                                          </p:grpSpPr>
                                          <p:grpSp>
                                            <p:nvGrpSpPr>
                                              <p:cNvPr id="107681" name="Group 193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86E63B8D-A78B-0D36-4E53-02A612355D3C}"/>
                                                  </a:ext>
                                                </a:extLst>
                                              </p:cNvPr>
                                              <p:cNvGrpSpPr>
                                                <a:grpSpLocks/>
                                              </p:cNvGrpSpPr>
                                              <p:nvPr/>
                                            </p:nvGrpSpPr>
                                            <p:grpSpPr bwMode="auto">
                                              <a:xfrm>
                                                <a:off x="1965" y="5644"/>
                                                <a:ext cx="680" cy="713"/>
                                                <a:chOff x="1980" y="4356"/>
                                                <a:chExt cx="680" cy="713"/>
                                              </a:xfrm>
                                            </p:grpSpPr>
                                            <p:grpSp>
                                              <p:nvGrpSpPr>
                                                <p:cNvPr id="107683" name="Group 194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D2CABE17-7EB0-9D52-D96A-836F8DEB17E0}"/>
                                                    </a:ext>
                                                  </a:extLst>
                                                </p:cNvPr>
                                                <p:cNvGrpSpPr>
                                                  <a:grpSpLocks/>
                                                </p:cNvGrpSpPr>
                                                <p:nvPr/>
                                              </p:nvGrpSpPr>
                                              <p:grpSpPr bwMode="auto">
                                                <a:xfrm>
                                                  <a:off x="1980" y="4363"/>
                                                  <a:ext cx="680" cy="706"/>
                                                  <a:chOff x="2028" y="3216"/>
                                                  <a:chExt cx="680" cy="706"/>
                                                </a:xfrm>
                                              </p:grpSpPr>
                                              <p:grpSp>
                                                <p:nvGrpSpPr>
                                                  <p:cNvPr id="107685" name="Group 195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685547F8-44AC-D489-68F9-5D849B2FB8D3}"/>
                                                      </a:ext>
                                                    </a:extLst>
                                                  </p:cNvPr>
                                                  <p:cNvGrpSpPr>
                                                    <a:grpSpLocks/>
                                                  </p:cNvGrpSpPr>
                                                  <p:nvPr/>
                                                </p:nvGrpSpPr>
                                                <p:grpSpPr bwMode="auto">
                                                  <a:xfrm>
                                                    <a:off x="2028" y="3242"/>
                                                    <a:ext cx="680" cy="680"/>
                                                    <a:chOff x="4679" y="3702"/>
                                                    <a:chExt cx="852" cy="850"/>
                                                  </a:xfrm>
                                                </p:grpSpPr>
                                                <p:sp>
                                                  <p:nvSpPr>
                                                    <p:cNvPr id="107687" name="Line 196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7AC91CDC-D152-2291-081A-6884C3924B6B}"/>
                                                        </a:ext>
                                                      </a:extLst>
                                                    </p:cNvPr>
                                                    <p:cNvSpPr>
                                                      <a:spLocks noChangeShapeType="1"/>
                                                    </p:cNvSpPr>
                                                    <p:nvPr/>
                                                  </p:nvSpPr>
                                                  <p:spPr bwMode="auto">
                                                    <a:xfrm>
                                                      <a:off x="4680" y="3702"/>
                                                      <a:ext cx="850" cy="1"/>
                                                    </a:xfrm>
                                                    <a:prstGeom prst="line">
                                                      <a:avLst/>
                                                    </a:prstGeom>
                                                    <a:noFill/>
                                                    <a:ln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round/>
                                                      <a:headEnd/>
                                                      <a:tailEnd/>
                                                    </a:ln>
                                                    <a:extLst>
                                                      <a:ext uri="{909E8E84-426E-40DD-AFC4-6F175D3DCCD1}">
                                                        <a14:hiddenFill xmlns:a14="http://schemas.microsoft.com/office/drawing/2010/main">
                                                          <a:noFill/>
                                                        </a14:hiddenFill>
                                                      </a:ext>
                                                    </a:extLst>
                                                  </p:spPr>
                                                  <p:txBody>
                                                    <a:bodyPr/>
                                                    <a:lstStyle/>
                                                    <a:p>
                                                      <a:endParaRPr lang="zh-CN" altLang="en-US"/>
                                                    </a:p>
                                                  </p:txBody>
                                                </p:sp>
                                                <p:sp>
                                                  <p:nvSpPr>
                                                    <p:cNvPr id="107688" name="Line 197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6AB13AEE-8F03-ED4E-67D6-8C09286BF640}"/>
                                                        </a:ext>
                                                      </a:extLst>
                                                    </p:cNvPr>
                                                    <p:cNvSpPr>
                                                      <a:spLocks noChangeShapeType="1"/>
                                                    </p:cNvSpPr>
                                                    <p:nvPr/>
                                                  </p:nvSpPr>
                                                  <p:spPr bwMode="auto">
                                                    <a:xfrm>
                                                      <a:off x="4680" y="3984"/>
                                                      <a:ext cx="850" cy="1"/>
                                                    </a:xfrm>
                                                    <a:prstGeom prst="line">
                                                      <a:avLst/>
                                                    </a:prstGeom>
                                                    <a:noFill/>
                                                    <a:ln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round/>
                                                      <a:headEnd/>
                                                      <a:tailEnd/>
                                                    </a:ln>
                                                    <a:extLst>
                                                      <a:ext uri="{909E8E84-426E-40DD-AFC4-6F175D3DCCD1}">
                                                        <a14:hiddenFill xmlns:a14="http://schemas.microsoft.com/office/drawing/2010/main">
                                                          <a:noFill/>
                                                        </a14:hiddenFill>
                                                      </a:ext>
                                                    </a:extLst>
                                                  </p:spPr>
                                                  <p:txBody>
                                                    <a:bodyPr/>
                                                    <a:lstStyle/>
                                                    <a:p>
                                                      <a:endParaRPr lang="zh-CN" altLang="en-US"/>
                                                    </a:p>
                                                  </p:txBody>
                                                </p:sp>
                                                <p:sp>
                                                  <p:nvSpPr>
                                                    <p:cNvPr id="107689" name="Line 198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F0188C13-2CE3-3722-9A4B-F6D1F434513C}"/>
                                                        </a:ext>
                                                      </a:extLst>
                                                    </p:cNvPr>
                                                    <p:cNvSpPr>
                                                      <a:spLocks noChangeShapeType="1"/>
                                                    </p:cNvSpPr>
                                                    <p:nvPr/>
                                                  </p:nvSpPr>
                                                  <p:spPr bwMode="auto">
                                                    <a:xfrm>
                                                      <a:off x="4680" y="4268"/>
                                                      <a:ext cx="850" cy="1"/>
                                                    </a:xfrm>
                                                    <a:prstGeom prst="line">
                                                      <a:avLst/>
                                                    </a:prstGeom>
                                                    <a:noFill/>
                                                    <a:ln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round/>
                                                      <a:headEnd/>
                                                      <a:tailEnd/>
                                                    </a:ln>
                                                    <a:extLst>
                                                      <a:ext uri="{909E8E84-426E-40DD-AFC4-6F175D3DCCD1}">
                                                        <a14:hiddenFill xmlns:a14="http://schemas.microsoft.com/office/drawing/2010/main">
                                                          <a:noFill/>
                                                        </a14:hiddenFill>
                                                      </a:ext>
                                                    </a:extLst>
                                                  </p:spPr>
                                                  <p:txBody>
                                                    <a:bodyPr/>
                                                    <a:lstStyle/>
                                                    <a:p>
                                                      <a:endParaRPr lang="zh-CN" altLang="en-US"/>
                                                    </a:p>
                                                  </p:txBody>
                                                </p:sp>
                                                <p:sp>
                                                  <p:nvSpPr>
                                                    <p:cNvPr id="107690" name="Line 199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A808452F-A2FA-68BA-1A7F-9316363E6249}"/>
                                                        </a:ext>
                                                      </a:extLst>
                                                    </p:cNvPr>
                                                    <p:cNvSpPr>
                                                      <a:spLocks noChangeShapeType="1"/>
                                                    </p:cNvSpPr>
                                                    <p:nvPr/>
                                                  </p:nvSpPr>
                                                  <p:spPr bwMode="auto">
                                                    <a:xfrm>
                                                      <a:off x="4680" y="4551"/>
                                                      <a:ext cx="850" cy="1"/>
                                                    </a:xfrm>
                                                    <a:prstGeom prst="line">
                                                      <a:avLst/>
                                                    </a:prstGeom>
                                                    <a:noFill/>
                                                    <a:ln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round/>
                                                      <a:headEnd/>
                                                      <a:tailEnd/>
                                                    </a:ln>
                                                    <a:extLst>
                                                      <a:ext uri="{909E8E84-426E-40DD-AFC4-6F175D3DCCD1}">
                                                        <a14:hiddenFill xmlns:a14="http://schemas.microsoft.com/office/drawing/2010/main">
                                                          <a:noFill/>
                                                        </a14:hiddenFill>
                                                      </a:ext>
                                                    </a:extLst>
                                                  </p:spPr>
                                                  <p:txBody>
                                                    <a:bodyPr/>
                                                    <a:lstStyle/>
                                                    <a:p>
                                                      <a:endParaRPr lang="zh-CN" altLang="en-US"/>
                                                    </a:p>
                                                  </p:txBody>
                                                </p:sp>
                                                <p:sp>
                                                  <p:nvSpPr>
                                                    <p:cNvPr id="107691" name="Line 200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51BCBB66-336A-AB6E-2EB7-CE22322C8D8B}"/>
                                                        </a:ext>
                                                      </a:extLst>
                                                    </p:cNvPr>
                                                    <p:cNvSpPr>
                                                      <a:spLocks noChangeShapeType="1"/>
                                                    </p:cNvSpPr>
                                                    <p:nvPr/>
                                                  </p:nvSpPr>
                                                  <p:spPr bwMode="auto">
                                                    <a:xfrm>
                                                      <a:off x="4679" y="3702"/>
                                                      <a:ext cx="1" cy="850"/>
                                                    </a:xfrm>
                                                    <a:prstGeom prst="line">
                                                      <a:avLst/>
                                                    </a:prstGeom>
                                                    <a:noFill/>
                                                    <a:ln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round/>
                                                      <a:headEnd/>
                                                      <a:tailEnd/>
                                                    </a:ln>
                                                    <a:extLst>
                                                      <a:ext uri="{909E8E84-426E-40DD-AFC4-6F175D3DCCD1}">
                                                        <a14:hiddenFill xmlns:a14="http://schemas.microsoft.com/office/drawing/2010/main">
                                                          <a:noFill/>
                                                        </a14:hiddenFill>
                                                      </a:ext>
                                                    </a:extLst>
                                                  </p:spPr>
                                                  <p:txBody>
                                                    <a:bodyPr/>
                                                    <a:lstStyle/>
                                                    <a:p>
                                                      <a:endParaRPr lang="zh-CN" altLang="en-US"/>
                                                    </a:p>
                                                  </p:txBody>
                                                </p:sp>
                                                <p:sp>
                                                  <p:nvSpPr>
                                                    <p:cNvPr id="107692" name="Line 201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F989952E-EDAF-8000-880F-41CEFEDE73E7}"/>
                                                        </a:ext>
                                                      </a:extLst>
                                                    </p:cNvPr>
                                                    <p:cNvSpPr>
                                                      <a:spLocks noChangeShapeType="1"/>
                                                    </p:cNvSpPr>
                                                    <p:nvPr/>
                                                  </p:nvSpPr>
                                                  <p:spPr bwMode="auto">
                                                    <a:xfrm>
                                                      <a:off x="4963" y="3702"/>
                                                      <a:ext cx="1" cy="850"/>
                                                    </a:xfrm>
                                                    <a:prstGeom prst="line">
                                                      <a:avLst/>
                                                    </a:prstGeom>
                                                    <a:noFill/>
                                                    <a:ln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round/>
                                                      <a:headEnd/>
                                                      <a:tailEnd/>
                                                    </a:ln>
                                                    <a:extLst>
                                                      <a:ext uri="{909E8E84-426E-40DD-AFC4-6F175D3DCCD1}">
                                                        <a14:hiddenFill xmlns:a14="http://schemas.microsoft.com/office/drawing/2010/main">
                                                          <a:noFill/>
                                                        </a14:hiddenFill>
                                                      </a:ext>
                                                    </a:extLst>
                                                  </p:spPr>
                                                  <p:txBody>
                                                    <a:bodyPr/>
                                                    <a:lstStyle/>
                                                    <a:p>
                                                      <a:endParaRPr lang="zh-CN" altLang="en-US"/>
                                                    </a:p>
                                                  </p:txBody>
                                                </p:sp>
                                                <p:sp>
                                                  <p:nvSpPr>
                                                    <p:cNvPr id="107693" name="Line 202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D6B7FE5C-0756-E077-901A-6BAF54D1B1BA}"/>
                                                        </a:ext>
                                                      </a:extLst>
                                                    </p:cNvPr>
                                                    <p:cNvSpPr>
                                                      <a:spLocks noChangeShapeType="1"/>
                                                    </p:cNvSpPr>
                                                    <p:nvPr/>
                                                  </p:nvSpPr>
                                                  <p:spPr bwMode="auto">
                                                    <a:xfrm>
                                                      <a:off x="5246" y="3702"/>
                                                      <a:ext cx="1" cy="850"/>
                                                    </a:xfrm>
                                                    <a:prstGeom prst="line">
                                                      <a:avLst/>
                                                    </a:prstGeom>
                                                    <a:noFill/>
                                                    <a:ln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round/>
                                                      <a:headEnd/>
                                                      <a:tailEnd/>
                                                    </a:ln>
                                                    <a:extLst>
                                                      <a:ext uri="{909E8E84-426E-40DD-AFC4-6F175D3DCCD1}">
                                                        <a14:hiddenFill xmlns:a14="http://schemas.microsoft.com/office/drawing/2010/main">
                                                          <a:noFill/>
                                                        </a14:hiddenFill>
                                                      </a:ext>
                                                    </a:extLst>
                                                  </p:spPr>
                                                  <p:txBody>
                                                    <a:bodyPr/>
                                                    <a:lstStyle/>
                                                    <a:p>
                                                      <a:endParaRPr lang="zh-CN" altLang="en-US"/>
                                                    </a:p>
                                                  </p:txBody>
                                                </p:sp>
                                                <p:sp>
                                                  <p:nvSpPr>
                                                    <p:cNvPr id="107694" name="Line 203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CDF7E73C-9647-29F0-71C8-D9D01F27F255}"/>
                                                        </a:ext>
                                                      </a:extLst>
                                                    </p:cNvPr>
                                                    <p:cNvSpPr>
                                                      <a:spLocks noChangeShapeType="1"/>
                                                    </p:cNvSpPr>
                                                    <p:nvPr/>
                                                  </p:nvSpPr>
                                                  <p:spPr bwMode="auto">
                                                    <a:xfrm>
                                                      <a:off x="5530" y="3702"/>
                                                      <a:ext cx="1" cy="850"/>
                                                    </a:xfrm>
                                                    <a:prstGeom prst="line">
                                                      <a:avLst/>
                                                    </a:prstGeom>
                                                    <a:noFill/>
                                                    <a:ln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round/>
                                                      <a:headEnd/>
                                                      <a:tailEnd/>
                                                    </a:ln>
                                                    <a:extLst>
                                                      <a:ext uri="{909E8E84-426E-40DD-AFC4-6F175D3DCCD1}">
                                                        <a14:hiddenFill xmlns:a14="http://schemas.microsoft.com/office/drawing/2010/main">
                                                          <a:noFill/>
                                                        </a14:hiddenFill>
                                                      </a:ext>
                                                    </a:extLst>
                                                  </p:spPr>
                                                  <p:txBody>
                                                    <a:bodyPr/>
                                                    <a:lstStyle/>
                                                    <a:p>
                                                      <a:endParaRPr lang="zh-CN" altLang="en-US"/>
                                                    </a:p>
                                                  </p:txBody>
                                                </p:sp>
                                              </p:grpSp>
                                              <p:sp>
                                                <p:nvSpPr>
                                                  <p:cNvPr id="107686" name="Text Box 204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7E435520-A476-7A8A-C75E-623B8DB477D7}"/>
                                                      </a:ext>
                                                    </a:extLst>
                                                  </p:cNvPr>
                                                  <p:cNvSpPr txBox="1">
                                                    <a:spLocks noChangeArrowheads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2070" y="3216"/>
                                                    <a:ext cx="179" cy="283"/>
                                                  </a:xfrm>
                                                  <a:prstGeom prst="rect">
                                                    <a:avLst/>
                                                  </a:prstGeom>
                                                  <a:solidFill>
                                                    <a:srgbClr val="FFFFFF">
                                                      <a:alpha val="0"/>
                                                    </a:srgbClr>
                                                  </a:solidFill>
                                                  <a:ln>
                                                    <a:noFill/>
                                                  </a:ln>
                                                  <a:extLst>
                                                    <a:ext uri="{91240B29-F687-4F45-9708-019B960494DF}">
                                                      <a14:hiddenLine xmlns:a14="http://schemas.microsoft.com/office/drawing/2010/main" w="9525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miter lim="800000"/>
                                                        <a:headEnd/>
                                                        <a:tailEnd/>
                                                      </a14:hiddenLine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 lIns="0" tIns="0" rIns="0" bIns="0"/>
                                                  <a:lstStyle>
                                                    <a:lvl1pPr latinLnBrk="1">
                                                      <a:spcBef>
                                                        <a:spcPct val="20000"/>
                                                      </a:spcBef>
                                                      <a:buChar char="•"/>
                                                      <a:defRPr kumimoji="1" sz="32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黑体" panose="02010609060101010101" pitchFamily="49" charset="-122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1pPr>
                                                    <a:lvl2pPr marL="742950" indent="-285750" latinLnBrk="1">
                                                      <a:spcBef>
                                                        <a:spcPct val="20000"/>
                                                      </a:spcBef>
                                                      <a:buChar char="•"/>
                                                      <a:defRPr kumimoji="1" sz="20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2pPr>
                                                    <a:lvl3pPr marL="1143000" indent="-228600" latinLnBrk="1">
                                                      <a:spcBef>
                                                        <a:spcPct val="20000"/>
                                                      </a:spcBef>
                                                      <a:buChar char="•"/>
                                                      <a:defRPr kumimoji="1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3pPr>
                                                    <a:lvl4pPr marL="1600200" indent="-228600" latinLnBrk="1">
                                                      <a:spcBef>
                                                        <a:spcPct val="20000"/>
                                                      </a:spcBef>
                                                      <a:buChar char="•"/>
                                                      <a:defRPr kumimoji="1" sz="16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4pPr>
                                                    <a:lvl5pPr marL="2057400" indent="-228600" latinLnBrk="1">
                                                      <a:spcBef>
                                                        <a:spcPct val="20000"/>
                                                      </a:spcBef>
                                                      <a:buChar char="•"/>
                                                      <a:defRPr kumimoji="1" sz="14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5pPr>
                                                    <a:lvl6pPr marL="2514600" indent="-228600" eaLnBrk="0" fontAlgn="base" latinLnBrk="1" hangingPunct="0">
                                                      <a:spcBef>
                                                        <a:spcPct val="20000"/>
                                                      </a:spcBef>
                                                      <a:spcAft>
                                                        <a:spcPct val="0"/>
                                                      </a:spcAft>
                                                      <a:buChar char="•"/>
                                                      <a:defRPr kumimoji="1" sz="14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6pPr>
                                                    <a:lvl7pPr marL="2971800" indent="-228600" eaLnBrk="0" fontAlgn="base" latinLnBrk="1" hangingPunct="0">
                                                      <a:spcBef>
                                                        <a:spcPct val="20000"/>
                                                      </a:spcBef>
                                                      <a:spcAft>
                                                        <a:spcPct val="0"/>
                                                      </a:spcAft>
                                                      <a:buChar char="•"/>
                                                      <a:defRPr kumimoji="1" sz="14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7pPr>
                                                    <a:lvl8pPr marL="3429000" indent="-228600" eaLnBrk="0" fontAlgn="base" latinLnBrk="1" hangingPunct="0">
                                                      <a:spcBef>
                                                        <a:spcPct val="20000"/>
                                                      </a:spcBef>
                                                      <a:spcAft>
                                                        <a:spcPct val="0"/>
                                                      </a:spcAft>
                                                      <a:buChar char="•"/>
                                                      <a:defRPr kumimoji="1" sz="14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8pPr>
                                                    <a:lvl9pPr marL="3886200" indent="-228600" eaLnBrk="0" fontAlgn="base" latinLnBrk="1" hangingPunct="0">
                                                      <a:spcBef>
                                                        <a:spcPct val="20000"/>
                                                      </a:spcBef>
                                                      <a:spcAft>
                                                        <a:spcPct val="0"/>
                                                      </a:spcAft>
                                                      <a:buChar char="•"/>
                                                      <a:defRPr kumimoji="1" sz="14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9pPr>
                                                  </a:lstStyle>
                                                  <a:p>
                                                    <a:pPr algn="just" eaLnBrk="1" hangingPunct="1">
                                                      <a:spcBef>
                                                        <a:spcPct val="0"/>
                                                      </a:spcBef>
                                                      <a:buFontTx/>
                                                      <a:buNone/>
                                                    </a:pPr>
                                                    <a:r>
                                                      <a:rPr lang="en-US" altLang="zh-CN" sz="1000" i="0">
                                                        <a:latin typeface="Times New Roman" panose="02020603050405020304" pitchFamily="18" charset="0"/>
                                                        <a:ea typeface="宋体" panose="02010600030101010101" pitchFamily="2" charset="-122"/>
                                                      </a:rPr>
                                                      <a:t>X</a:t>
                                                    </a:r>
                                                    <a:endParaRPr lang="en-US" altLang="zh-CN" sz="2800" i="0">
                                                      <a:latin typeface="Gulim" panose="020B0600000101010101" pitchFamily="34" charset="-127"/>
                                                      <a:ea typeface="Gulim" panose="020B0600000101010101" pitchFamily="34" charset="-127"/>
                                                    </a:endParaRPr>
                                                  </a:p>
                                                </p:txBody>
                                              </p:sp>
                                            </p:grpSp>
                                            <p:sp>
                                              <p:nvSpPr>
                                                <p:cNvPr id="107684" name="Text Box 205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B29DB70F-0505-2CB3-F8DD-E805FD68A6C4}"/>
                                                    </a:ext>
                                                  </a:extLst>
                                                </p:cNvPr>
                                                <p:cNvSpPr txBox="1">
                                                  <a:spLocks noChangeArrowheads="1"/>
                                                </p:cNvSpPr>
                                                <p:nvPr/>
                                              </p:nvSpPr>
                                              <p:spPr bwMode="auto">
                                                <a:xfrm>
                                                  <a:off x="2250" y="4356"/>
                                                  <a:ext cx="179" cy="283"/>
                                                </a:xfrm>
                                                <a:prstGeom prst="rect">
                                                  <a:avLst/>
                                                </a:prstGeom>
                                                <a:solidFill>
                                                  <a:srgbClr val="FFFFFF">
                                                    <a:alpha val="0"/>
                                                  </a:srgbClr>
                                                </a:solidFill>
                                                <a:ln>
                                                  <a:noFill/>
                                                </a:ln>
                                                <a:extLst>
                                                  <a:ext uri="{91240B29-F687-4F45-9708-019B960494DF}">
                                                    <a14:hiddenLine xmlns:a14="http://schemas.microsoft.com/office/drawing/2010/main"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miter lim="800000"/>
                                                      <a:headEnd/>
                                                      <a:tailEnd/>
                                                    </a14:hiddenLine>
                                                  </a:ext>
                                                </a:extLst>
                                              </p:spPr>
                                              <p:txBody>
                                                <a:bodyPr lIns="0" tIns="0" rIns="0" bIns="0"/>
                                                <a:lstStyle>
                                                  <a:lvl1pPr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32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黑体" panose="02010609060101010101" pitchFamily="49" charset="-122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1pPr>
                                                  <a:lvl2pPr marL="742950" indent="-28575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20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2pPr>
                                                  <a:lvl3pPr marL="11430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3pPr>
                                                  <a:lvl4pPr marL="16002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6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4pPr>
                                                  <a:lvl5pPr marL="20574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5pPr>
                                                  <a:lvl6pPr marL="25146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6pPr>
                                                  <a:lvl7pPr marL="29718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7pPr>
                                                  <a:lvl8pPr marL="34290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8pPr>
                                                  <a:lvl9pPr marL="38862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9pPr>
                                                </a:lstStyle>
                                                <a:p>
                                                  <a:pPr algn="just" eaLnBrk="1" hangingPunct="1">
                                                    <a:spcBef>
                                                      <a:spcPct val="0"/>
                                                    </a:spcBef>
                                                    <a:buFontTx/>
                                                    <a:buNone/>
                                                  </a:pPr>
                                                  <a:r>
                                                    <a:rPr lang="en-US" altLang="zh-CN" sz="1000" i="0">
                                                      <a:latin typeface="Times New Roman" panose="02020603050405020304" pitchFamily="18" charset="0"/>
                                                      <a:ea typeface="宋体" panose="02010600030101010101" pitchFamily="2" charset="-122"/>
                                                    </a:rPr>
                                                    <a:t>O</a:t>
                                                  </a:r>
                                                  <a:endParaRPr lang="en-US" altLang="zh-CN" sz="2800" i="0">
                                                    <a:latin typeface="Gulim" panose="020B0600000101010101" pitchFamily="34" charset="-127"/>
                                                    <a:ea typeface="Gulim" panose="020B0600000101010101" pitchFamily="34" charset="-127"/>
                                                  </a:endParaRPr>
                                                </a:p>
                                              </p:txBody>
                                            </p:sp>
                                          </p:grpSp>
                                          <p:sp>
                                            <p:nvSpPr>
                                              <p:cNvPr id="107682" name="Text Box 206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0A0BA858-BEEA-C540-48BA-A5345141AEAA}"/>
                                                  </a:ext>
                                                </a:extLst>
                                              </p:cNvPr>
                                              <p:cNvSpPr txBox="1">
                                                <a:spLocks noChangeArrowheads="1"/>
                                              </p:cNvSpPr>
                                              <p:nvPr/>
                                            </p:nvSpPr>
                                            <p:spPr bwMode="auto">
                                              <a:xfrm>
                                                <a:off x="2461" y="5651"/>
                                                <a:ext cx="179" cy="283"/>
                                              </a:xfrm>
                                              <a:prstGeom prst="rect">
                                                <a:avLst/>
                                              </a:prstGeom>
                                              <a:solidFill>
                                                <a:srgbClr val="FFFFFF">
                                                  <a:alpha val="0"/>
                                                </a:srgbClr>
                                              </a:solidFill>
                                              <a:ln>
                                                <a:noFill/>
                                              </a:ln>
                                              <a:extLst>
                                                <a:ext uri="{91240B29-F687-4F45-9708-019B960494DF}">
                                                  <a14:hiddenLine xmlns:a14="http://schemas.microsoft.com/office/drawing/2010/main" w="9525">
                                                    <a:solidFill>
                                                      <a:srgbClr val="000000"/>
                                                    </a:solidFill>
                                                    <a:miter lim="800000"/>
                                                    <a:headEnd/>
                                                    <a:tailEnd/>
                                                  </a14:hiddenLine>
                                                </a:ext>
                                              </a:extLst>
                                            </p:spPr>
                                            <p:txBody>
                                              <a:bodyPr lIns="0" tIns="0" rIns="0" bIns="0"/>
                                              <a:lstStyle>
                                                <a:lvl1pPr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32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黑体" panose="02010609060101010101" pitchFamily="49" charset="-122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1pPr>
                                                <a:lvl2pPr marL="742950" indent="-28575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20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2pPr>
                                                <a:lvl3pPr marL="1143000" indent="-22860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3pPr>
                                                <a:lvl4pPr marL="1600200" indent="-22860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16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4pPr>
                                                <a:lvl5pPr marL="2057400" indent="-22860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5pPr>
                                                <a:lvl6pPr marL="25146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6pPr>
                                                <a:lvl7pPr marL="29718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7pPr>
                                                <a:lvl8pPr marL="34290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8pPr>
                                                <a:lvl9pPr marL="38862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9pPr>
                                              </a:lstStyle>
                                              <a:p>
                                                <a:pPr algn="just" eaLnBrk="1" hangingPunct="1">
                                                  <a:spcBef>
                                                    <a:spcPct val="0"/>
                                                  </a:spcBef>
                                                  <a:buFontTx/>
                                                  <a:buNone/>
                                                </a:pPr>
                                                <a:r>
                                                  <a:rPr lang="en-US" altLang="zh-CN" sz="1000" i="0">
                                                    <a:latin typeface="Times New Roman" panose="02020603050405020304" pitchFamily="18" charset="0"/>
                                                    <a:ea typeface="宋体" panose="02010600030101010101" pitchFamily="2" charset="-122"/>
                                                  </a:rPr>
                                                  <a:t>X</a:t>
                                                </a:r>
                                                <a:endParaRPr lang="en-US" altLang="zh-CN" sz="2800" i="0">
                                                  <a:latin typeface="Gulim" panose="020B0600000101010101" pitchFamily="34" charset="-127"/>
                                                  <a:ea typeface="Gulim" panose="020B0600000101010101" pitchFamily="34" charset="-127"/>
                                                </a:endParaRPr>
                                              </a:p>
                                            </p:txBody>
                                          </p:sp>
                                        </p:grpSp>
                                        <p:grpSp>
                                          <p:nvGrpSpPr>
                                            <p:cNvPr id="107573" name="Group 207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CC3EC864-7BC6-2E6C-8239-23B5F3AE2E84}"/>
                                                </a:ext>
                                              </a:extLst>
                                            </p:cNvPr>
                                            <p:cNvGrpSpPr>
                                              <a:grpSpLocks/>
                                            </p:cNvGrpSpPr>
                                            <p:nvPr/>
                                          </p:nvGrpSpPr>
                                          <p:grpSpPr bwMode="auto">
                                            <a:xfrm>
                                              <a:off x="3790" y="5652"/>
                                              <a:ext cx="680" cy="713"/>
                                              <a:chOff x="2875" y="5652"/>
                                              <a:chExt cx="680" cy="713"/>
                                            </a:xfrm>
                                          </p:grpSpPr>
                                          <p:grpSp>
                                            <p:nvGrpSpPr>
                                              <p:cNvPr id="107667" name="Group 208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AA8B17DF-9642-506C-A8FF-2DFB439EB24A}"/>
                                                  </a:ext>
                                                </a:extLst>
                                              </p:cNvPr>
                                              <p:cNvGrpSpPr>
                                                <a:grpSpLocks/>
                                              </p:cNvGrpSpPr>
                                              <p:nvPr/>
                                            </p:nvGrpSpPr>
                                            <p:grpSpPr bwMode="auto">
                                              <a:xfrm>
                                                <a:off x="2875" y="5652"/>
                                                <a:ext cx="680" cy="713"/>
                                                <a:chOff x="1980" y="4356"/>
                                                <a:chExt cx="680" cy="713"/>
                                              </a:xfrm>
                                            </p:grpSpPr>
                                            <p:grpSp>
                                              <p:nvGrpSpPr>
                                                <p:cNvPr id="107669" name="Group 209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C495AF4D-05CD-1C36-FE9C-D1710F092360}"/>
                                                    </a:ext>
                                                  </a:extLst>
                                                </p:cNvPr>
                                                <p:cNvGrpSpPr>
                                                  <a:grpSpLocks/>
                                                </p:cNvGrpSpPr>
                                                <p:nvPr/>
                                              </p:nvGrpSpPr>
                                              <p:grpSpPr bwMode="auto">
                                                <a:xfrm>
                                                  <a:off x="1980" y="4363"/>
                                                  <a:ext cx="680" cy="706"/>
                                                  <a:chOff x="2028" y="3216"/>
                                                  <a:chExt cx="680" cy="706"/>
                                                </a:xfrm>
                                              </p:grpSpPr>
                                              <p:grpSp>
                                                <p:nvGrpSpPr>
                                                  <p:cNvPr id="107671" name="Group 210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1FDD3EDF-6827-A190-0722-CDE007BE8008}"/>
                                                      </a:ext>
                                                    </a:extLst>
                                                  </p:cNvPr>
                                                  <p:cNvGrpSpPr>
                                                    <a:grpSpLocks/>
                                                  </p:cNvGrpSpPr>
                                                  <p:nvPr/>
                                                </p:nvGrpSpPr>
                                                <p:grpSpPr bwMode="auto">
                                                  <a:xfrm>
                                                    <a:off x="2028" y="3242"/>
                                                    <a:ext cx="680" cy="680"/>
                                                    <a:chOff x="4679" y="3702"/>
                                                    <a:chExt cx="852" cy="850"/>
                                                  </a:xfrm>
                                                </p:grpSpPr>
                                                <p:sp>
                                                  <p:nvSpPr>
                                                    <p:cNvPr id="107673" name="Line 211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71E52693-1AC8-E05D-2D6D-EF530953C18F}"/>
                                                        </a:ext>
                                                      </a:extLst>
                                                    </p:cNvPr>
                                                    <p:cNvSpPr>
                                                      <a:spLocks noChangeShapeType="1"/>
                                                    </p:cNvSpPr>
                                                    <p:nvPr/>
                                                  </p:nvSpPr>
                                                  <p:spPr bwMode="auto">
                                                    <a:xfrm>
                                                      <a:off x="4680" y="3702"/>
                                                      <a:ext cx="850" cy="1"/>
                                                    </a:xfrm>
                                                    <a:prstGeom prst="line">
                                                      <a:avLst/>
                                                    </a:prstGeom>
                                                    <a:noFill/>
                                                    <a:ln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round/>
                                                      <a:headEnd/>
                                                      <a:tailEnd/>
                                                    </a:ln>
                                                    <a:extLst>
                                                      <a:ext uri="{909E8E84-426E-40DD-AFC4-6F175D3DCCD1}">
                                                        <a14:hiddenFill xmlns:a14="http://schemas.microsoft.com/office/drawing/2010/main">
                                                          <a:noFill/>
                                                        </a14:hiddenFill>
                                                      </a:ext>
                                                    </a:extLst>
                                                  </p:spPr>
                                                  <p:txBody>
                                                    <a:bodyPr/>
                                                    <a:lstStyle/>
                                                    <a:p>
                                                      <a:endParaRPr lang="zh-CN" altLang="en-US"/>
                                                    </a:p>
                                                  </p:txBody>
                                                </p:sp>
                                                <p:sp>
                                                  <p:nvSpPr>
                                                    <p:cNvPr id="107674" name="Line 212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BA70B9A4-FC51-4318-955D-B4DF5C6C3301}"/>
                                                        </a:ext>
                                                      </a:extLst>
                                                    </p:cNvPr>
                                                    <p:cNvSpPr>
                                                      <a:spLocks noChangeShapeType="1"/>
                                                    </p:cNvSpPr>
                                                    <p:nvPr/>
                                                  </p:nvSpPr>
                                                  <p:spPr bwMode="auto">
                                                    <a:xfrm>
                                                      <a:off x="4680" y="3984"/>
                                                      <a:ext cx="850" cy="1"/>
                                                    </a:xfrm>
                                                    <a:prstGeom prst="line">
                                                      <a:avLst/>
                                                    </a:prstGeom>
                                                    <a:noFill/>
                                                    <a:ln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round/>
                                                      <a:headEnd/>
                                                      <a:tailEnd/>
                                                    </a:ln>
                                                    <a:extLst>
                                                      <a:ext uri="{909E8E84-426E-40DD-AFC4-6F175D3DCCD1}">
                                                        <a14:hiddenFill xmlns:a14="http://schemas.microsoft.com/office/drawing/2010/main">
                                                          <a:noFill/>
                                                        </a14:hiddenFill>
                                                      </a:ext>
                                                    </a:extLst>
                                                  </p:spPr>
                                                  <p:txBody>
                                                    <a:bodyPr/>
                                                    <a:lstStyle/>
                                                    <a:p>
                                                      <a:endParaRPr lang="zh-CN" altLang="en-US"/>
                                                    </a:p>
                                                  </p:txBody>
                                                </p:sp>
                                                <p:sp>
                                                  <p:nvSpPr>
                                                    <p:cNvPr id="107675" name="Line 213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23E33ABE-A9F7-D3AF-77DF-60ED609466A0}"/>
                                                        </a:ext>
                                                      </a:extLst>
                                                    </p:cNvPr>
                                                    <p:cNvSpPr>
                                                      <a:spLocks noChangeShapeType="1"/>
                                                    </p:cNvSpPr>
                                                    <p:nvPr/>
                                                  </p:nvSpPr>
                                                  <p:spPr bwMode="auto">
                                                    <a:xfrm>
                                                      <a:off x="4680" y="4268"/>
                                                      <a:ext cx="850" cy="1"/>
                                                    </a:xfrm>
                                                    <a:prstGeom prst="line">
                                                      <a:avLst/>
                                                    </a:prstGeom>
                                                    <a:noFill/>
                                                    <a:ln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round/>
                                                      <a:headEnd/>
                                                      <a:tailEnd/>
                                                    </a:ln>
                                                    <a:extLst>
                                                      <a:ext uri="{909E8E84-426E-40DD-AFC4-6F175D3DCCD1}">
                                                        <a14:hiddenFill xmlns:a14="http://schemas.microsoft.com/office/drawing/2010/main">
                                                          <a:noFill/>
                                                        </a14:hiddenFill>
                                                      </a:ext>
                                                    </a:extLst>
                                                  </p:spPr>
                                                  <p:txBody>
                                                    <a:bodyPr/>
                                                    <a:lstStyle/>
                                                    <a:p>
                                                      <a:endParaRPr lang="zh-CN" altLang="en-US"/>
                                                    </a:p>
                                                  </p:txBody>
                                                </p:sp>
                                                <p:sp>
                                                  <p:nvSpPr>
                                                    <p:cNvPr id="107676" name="Line 214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C8332C34-1A4F-E913-438F-B2AD1B7CFEED}"/>
                                                        </a:ext>
                                                      </a:extLst>
                                                    </p:cNvPr>
                                                    <p:cNvSpPr>
                                                      <a:spLocks noChangeShapeType="1"/>
                                                    </p:cNvSpPr>
                                                    <p:nvPr/>
                                                  </p:nvSpPr>
                                                  <p:spPr bwMode="auto">
                                                    <a:xfrm>
                                                      <a:off x="4680" y="4551"/>
                                                      <a:ext cx="850" cy="1"/>
                                                    </a:xfrm>
                                                    <a:prstGeom prst="line">
                                                      <a:avLst/>
                                                    </a:prstGeom>
                                                    <a:noFill/>
                                                    <a:ln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round/>
                                                      <a:headEnd/>
                                                      <a:tailEnd/>
                                                    </a:ln>
                                                    <a:extLst>
                                                      <a:ext uri="{909E8E84-426E-40DD-AFC4-6F175D3DCCD1}">
                                                        <a14:hiddenFill xmlns:a14="http://schemas.microsoft.com/office/drawing/2010/main">
                                                          <a:noFill/>
                                                        </a14:hiddenFill>
                                                      </a:ext>
                                                    </a:extLst>
                                                  </p:spPr>
                                                  <p:txBody>
                                                    <a:bodyPr/>
                                                    <a:lstStyle/>
                                                    <a:p>
                                                      <a:endParaRPr lang="zh-CN" altLang="en-US"/>
                                                    </a:p>
                                                  </p:txBody>
                                                </p:sp>
                                                <p:sp>
                                                  <p:nvSpPr>
                                                    <p:cNvPr id="107677" name="Line 215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0F351226-777A-B63C-A8F6-5FA80BA9E3E9}"/>
                                                        </a:ext>
                                                      </a:extLst>
                                                    </p:cNvPr>
                                                    <p:cNvSpPr>
                                                      <a:spLocks noChangeShapeType="1"/>
                                                    </p:cNvSpPr>
                                                    <p:nvPr/>
                                                  </p:nvSpPr>
                                                  <p:spPr bwMode="auto">
                                                    <a:xfrm>
                                                      <a:off x="4679" y="3702"/>
                                                      <a:ext cx="1" cy="850"/>
                                                    </a:xfrm>
                                                    <a:prstGeom prst="line">
                                                      <a:avLst/>
                                                    </a:prstGeom>
                                                    <a:noFill/>
                                                    <a:ln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round/>
                                                      <a:headEnd/>
                                                      <a:tailEnd/>
                                                    </a:ln>
                                                    <a:extLst>
                                                      <a:ext uri="{909E8E84-426E-40DD-AFC4-6F175D3DCCD1}">
                                                        <a14:hiddenFill xmlns:a14="http://schemas.microsoft.com/office/drawing/2010/main">
                                                          <a:noFill/>
                                                        </a14:hiddenFill>
                                                      </a:ext>
                                                    </a:extLst>
                                                  </p:spPr>
                                                  <p:txBody>
                                                    <a:bodyPr/>
                                                    <a:lstStyle/>
                                                    <a:p>
                                                      <a:endParaRPr lang="zh-CN" altLang="en-US"/>
                                                    </a:p>
                                                  </p:txBody>
                                                </p:sp>
                                                <p:sp>
                                                  <p:nvSpPr>
                                                    <p:cNvPr id="107678" name="Line 216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15144933-181F-89F8-C5ED-DCD510AA0AA6}"/>
                                                        </a:ext>
                                                      </a:extLst>
                                                    </p:cNvPr>
                                                    <p:cNvSpPr>
                                                      <a:spLocks noChangeShapeType="1"/>
                                                    </p:cNvSpPr>
                                                    <p:nvPr/>
                                                  </p:nvSpPr>
                                                  <p:spPr bwMode="auto">
                                                    <a:xfrm>
                                                      <a:off x="4963" y="3702"/>
                                                      <a:ext cx="1" cy="850"/>
                                                    </a:xfrm>
                                                    <a:prstGeom prst="line">
                                                      <a:avLst/>
                                                    </a:prstGeom>
                                                    <a:noFill/>
                                                    <a:ln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round/>
                                                      <a:headEnd/>
                                                      <a:tailEnd/>
                                                    </a:ln>
                                                    <a:extLst>
                                                      <a:ext uri="{909E8E84-426E-40DD-AFC4-6F175D3DCCD1}">
                                                        <a14:hiddenFill xmlns:a14="http://schemas.microsoft.com/office/drawing/2010/main">
                                                          <a:noFill/>
                                                        </a14:hiddenFill>
                                                      </a:ext>
                                                    </a:extLst>
                                                  </p:spPr>
                                                  <p:txBody>
                                                    <a:bodyPr/>
                                                    <a:lstStyle/>
                                                    <a:p>
                                                      <a:endParaRPr lang="zh-CN" altLang="en-US"/>
                                                    </a:p>
                                                  </p:txBody>
                                                </p:sp>
                                                <p:sp>
                                                  <p:nvSpPr>
                                                    <p:cNvPr id="107679" name="Line 217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8AB49357-16E1-6197-0497-5C227528229C}"/>
                                                        </a:ext>
                                                      </a:extLst>
                                                    </p:cNvPr>
                                                    <p:cNvSpPr>
                                                      <a:spLocks noChangeShapeType="1"/>
                                                    </p:cNvSpPr>
                                                    <p:nvPr/>
                                                  </p:nvSpPr>
                                                  <p:spPr bwMode="auto">
                                                    <a:xfrm>
                                                      <a:off x="5246" y="3702"/>
                                                      <a:ext cx="1" cy="850"/>
                                                    </a:xfrm>
                                                    <a:prstGeom prst="line">
                                                      <a:avLst/>
                                                    </a:prstGeom>
                                                    <a:noFill/>
                                                    <a:ln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round/>
                                                      <a:headEnd/>
                                                      <a:tailEnd/>
                                                    </a:ln>
                                                    <a:extLst>
                                                      <a:ext uri="{909E8E84-426E-40DD-AFC4-6F175D3DCCD1}">
                                                        <a14:hiddenFill xmlns:a14="http://schemas.microsoft.com/office/drawing/2010/main">
                                                          <a:noFill/>
                                                        </a14:hiddenFill>
                                                      </a:ext>
                                                    </a:extLst>
                                                  </p:spPr>
                                                  <p:txBody>
                                                    <a:bodyPr/>
                                                    <a:lstStyle/>
                                                    <a:p>
                                                      <a:endParaRPr lang="zh-CN" altLang="en-US"/>
                                                    </a:p>
                                                  </p:txBody>
                                                </p:sp>
                                                <p:sp>
                                                  <p:nvSpPr>
                                                    <p:cNvPr id="107680" name="Line 218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8CB82145-C15C-39E6-9948-587907742F39}"/>
                                                        </a:ext>
                                                      </a:extLst>
                                                    </p:cNvPr>
                                                    <p:cNvSpPr>
                                                      <a:spLocks noChangeShapeType="1"/>
                                                    </p:cNvSpPr>
                                                    <p:nvPr/>
                                                  </p:nvSpPr>
                                                  <p:spPr bwMode="auto">
                                                    <a:xfrm>
                                                      <a:off x="5530" y="3702"/>
                                                      <a:ext cx="1" cy="850"/>
                                                    </a:xfrm>
                                                    <a:prstGeom prst="line">
                                                      <a:avLst/>
                                                    </a:prstGeom>
                                                    <a:noFill/>
                                                    <a:ln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round/>
                                                      <a:headEnd/>
                                                      <a:tailEnd/>
                                                    </a:ln>
                                                    <a:extLst>
                                                      <a:ext uri="{909E8E84-426E-40DD-AFC4-6F175D3DCCD1}">
                                                        <a14:hiddenFill xmlns:a14="http://schemas.microsoft.com/office/drawing/2010/main">
                                                          <a:noFill/>
                                                        </a14:hiddenFill>
                                                      </a:ext>
                                                    </a:extLst>
                                                  </p:spPr>
                                                  <p:txBody>
                                                    <a:bodyPr/>
                                                    <a:lstStyle/>
                                                    <a:p>
                                                      <a:endParaRPr lang="zh-CN" altLang="en-US"/>
                                                    </a:p>
                                                  </p:txBody>
                                                </p:sp>
                                              </p:grpSp>
                                              <p:sp>
                                                <p:nvSpPr>
                                                  <p:cNvPr id="107672" name="Text Box 219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2E20FF61-D331-2812-A840-B3B5D0DBD164}"/>
                                                      </a:ext>
                                                    </a:extLst>
                                                  </p:cNvPr>
                                                  <p:cNvSpPr txBox="1">
                                                    <a:spLocks noChangeArrowheads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2070" y="3216"/>
                                                    <a:ext cx="179" cy="283"/>
                                                  </a:xfrm>
                                                  <a:prstGeom prst="rect">
                                                    <a:avLst/>
                                                  </a:prstGeom>
                                                  <a:solidFill>
                                                    <a:srgbClr val="FFFFFF">
                                                      <a:alpha val="0"/>
                                                    </a:srgbClr>
                                                  </a:solidFill>
                                                  <a:ln>
                                                    <a:noFill/>
                                                  </a:ln>
                                                  <a:extLst>
                                                    <a:ext uri="{91240B29-F687-4F45-9708-019B960494DF}">
                                                      <a14:hiddenLine xmlns:a14="http://schemas.microsoft.com/office/drawing/2010/main" w="9525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miter lim="800000"/>
                                                        <a:headEnd/>
                                                        <a:tailEnd/>
                                                      </a14:hiddenLine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 lIns="0" tIns="0" rIns="0" bIns="0"/>
                                                  <a:lstStyle>
                                                    <a:lvl1pPr latinLnBrk="1">
                                                      <a:spcBef>
                                                        <a:spcPct val="20000"/>
                                                      </a:spcBef>
                                                      <a:buChar char="•"/>
                                                      <a:defRPr kumimoji="1" sz="32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黑体" panose="02010609060101010101" pitchFamily="49" charset="-122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1pPr>
                                                    <a:lvl2pPr marL="742950" indent="-285750" latinLnBrk="1">
                                                      <a:spcBef>
                                                        <a:spcPct val="20000"/>
                                                      </a:spcBef>
                                                      <a:buChar char="•"/>
                                                      <a:defRPr kumimoji="1" sz="20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2pPr>
                                                    <a:lvl3pPr marL="1143000" indent="-228600" latinLnBrk="1">
                                                      <a:spcBef>
                                                        <a:spcPct val="20000"/>
                                                      </a:spcBef>
                                                      <a:buChar char="•"/>
                                                      <a:defRPr kumimoji="1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3pPr>
                                                    <a:lvl4pPr marL="1600200" indent="-228600" latinLnBrk="1">
                                                      <a:spcBef>
                                                        <a:spcPct val="20000"/>
                                                      </a:spcBef>
                                                      <a:buChar char="•"/>
                                                      <a:defRPr kumimoji="1" sz="16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4pPr>
                                                    <a:lvl5pPr marL="2057400" indent="-228600" latinLnBrk="1">
                                                      <a:spcBef>
                                                        <a:spcPct val="20000"/>
                                                      </a:spcBef>
                                                      <a:buChar char="•"/>
                                                      <a:defRPr kumimoji="1" sz="14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5pPr>
                                                    <a:lvl6pPr marL="2514600" indent="-228600" eaLnBrk="0" fontAlgn="base" latinLnBrk="1" hangingPunct="0">
                                                      <a:spcBef>
                                                        <a:spcPct val="20000"/>
                                                      </a:spcBef>
                                                      <a:spcAft>
                                                        <a:spcPct val="0"/>
                                                      </a:spcAft>
                                                      <a:buChar char="•"/>
                                                      <a:defRPr kumimoji="1" sz="14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6pPr>
                                                    <a:lvl7pPr marL="2971800" indent="-228600" eaLnBrk="0" fontAlgn="base" latinLnBrk="1" hangingPunct="0">
                                                      <a:spcBef>
                                                        <a:spcPct val="20000"/>
                                                      </a:spcBef>
                                                      <a:spcAft>
                                                        <a:spcPct val="0"/>
                                                      </a:spcAft>
                                                      <a:buChar char="•"/>
                                                      <a:defRPr kumimoji="1" sz="14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7pPr>
                                                    <a:lvl8pPr marL="3429000" indent="-228600" eaLnBrk="0" fontAlgn="base" latinLnBrk="1" hangingPunct="0">
                                                      <a:spcBef>
                                                        <a:spcPct val="20000"/>
                                                      </a:spcBef>
                                                      <a:spcAft>
                                                        <a:spcPct val="0"/>
                                                      </a:spcAft>
                                                      <a:buChar char="•"/>
                                                      <a:defRPr kumimoji="1" sz="14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8pPr>
                                                    <a:lvl9pPr marL="3886200" indent="-228600" eaLnBrk="0" fontAlgn="base" latinLnBrk="1" hangingPunct="0">
                                                      <a:spcBef>
                                                        <a:spcPct val="20000"/>
                                                      </a:spcBef>
                                                      <a:spcAft>
                                                        <a:spcPct val="0"/>
                                                      </a:spcAft>
                                                      <a:buChar char="•"/>
                                                      <a:defRPr kumimoji="1" sz="14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9pPr>
                                                  </a:lstStyle>
                                                  <a:p>
                                                    <a:pPr algn="just" eaLnBrk="1" hangingPunct="1">
                                                      <a:spcBef>
                                                        <a:spcPct val="0"/>
                                                      </a:spcBef>
                                                      <a:buFontTx/>
                                                      <a:buNone/>
                                                    </a:pPr>
                                                    <a:r>
                                                      <a:rPr lang="en-US" altLang="zh-CN" sz="1000" i="0">
                                                        <a:latin typeface="Times New Roman" panose="02020603050405020304" pitchFamily="18" charset="0"/>
                                                        <a:ea typeface="宋体" panose="02010600030101010101" pitchFamily="2" charset="-122"/>
                                                      </a:rPr>
                                                      <a:t>X</a:t>
                                                    </a:r>
                                                    <a:endParaRPr lang="en-US" altLang="zh-CN" sz="2800" i="0">
                                                      <a:latin typeface="Gulim" panose="020B0600000101010101" pitchFamily="34" charset="-127"/>
                                                      <a:ea typeface="Gulim" panose="020B0600000101010101" pitchFamily="34" charset="-127"/>
                                                    </a:endParaRPr>
                                                  </a:p>
                                                </p:txBody>
                                              </p:sp>
                                            </p:grpSp>
                                            <p:sp>
                                              <p:nvSpPr>
                                                <p:cNvPr id="107670" name="Text Box 220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379FE4DF-D15F-2C62-F573-FE574DD3D0C3}"/>
                                                    </a:ext>
                                                  </a:extLst>
                                                </p:cNvPr>
                                                <p:cNvSpPr txBox="1">
                                                  <a:spLocks noChangeArrowheads="1"/>
                                                </p:cNvSpPr>
                                                <p:nvPr/>
                                              </p:nvSpPr>
                                              <p:spPr bwMode="auto">
                                                <a:xfrm>
                                                  <a:off x="2250" y="4356"/>
                                                  <a:ext cx="179" cy="283"/>
                                                </a:xfrm>
                                                <a:prstGeom prst="rect">
                                                  <a:avLst/>
                                                </a:prstGeom>
                                                <a:solidFill>
                                                  <a:srgbClr val="FFFFFF">
                                                    <a:alpha val="0"/>
                                                  </a:srgbClr>
                                                </a:solidFill>
                                                <a:ln>
                                                  <a:noFill/>
                                                </a:ln>
                                                <a:extLst>
                                                  <a:ext uri="{91240B29-F687-4F45-9708-019B960494DF}">
                                                    <a14:hiddenLine xmlns:a14="http://schemas.microsoft.com/office/drawing/2010/main"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miter lim="800000"/>
                                                      <a:headEnd/>
                                                      <a:tailEnd/>
                                                    </a14:hiddenLine>
                                                  </a:ext>
                                                </a:extLst>
                                              </p:spPr>
                                              <p:txBody>
                                                <a:bodyPr lIns="0" tIns="0" rIns="0" bIns="0"/>
                                                <a:lstStyle>
                                                  <a:lvl1pPr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32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黑体" panose="02010609060101010101" pitchFamily="49" charset="-122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1pPr>
                                                  <a:lvl2pPr marL="742950" indent="-28575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20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2pPr>
                                                  <a:lvl3pPr marL="11430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3pPr>
                                                  <a:lvl4pPr marL="16002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6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4pPr>
                                                  <a:lvl5pPr marL="20574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5pPr>
                                                  <a:lvl6pPr marL="25146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6pPr>
                                                  <a:lvl7pPr marL="29718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7pPr>
                                                  <a:lvl8pPr marL="34290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8pPr>
                                                  <a:lvl9pPr marL="38862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9pPr>
                                                </a:lstStyle>
                                                <a:p>
                                                  <a:pPr algn="just" eaLnBrk="1" hangingPunct="1">
                                                    <a:spcBef>
                                                      <a:spcPct val="0"/>
                                                    </a:spcBef>
                                                    <a:buFontTx/>
                                                    <a:buNone/>
                                                  </a:pPr>
                                                  <a:r>
                                                    <a:rPr lang="en-US" altLang="zh-CN" sz="1000" i="0">
                                                      <a:latin typeface="Times New Roman" panose="02020603050405020304" pitchFamily="18" charset="0"/>
                                                      <a:ea typeface="宋体" panose="02010600030101010101" pitchFamily="2" charset="-122"/>
                                                    </a:rPr>
                                                    <a:t>O</a:t>
                                                  </a:r>
                                                  <a:endParaRPr lang="en-US" altLang="zh-CN" sz="2800" i="0">
                                                    <a:latin typeface="Gulim" panose="020B0600000101010101" pitchFamily="34" charset="-127"/>
                                                    <a:ea typeface="Gulim" panose="020B0600000101010101" pitchFamily="34" charset="-127"/>
                                                  </a:endParaRPr>
                                                </a:p>
                                              </p:txBody>
                                            </p:sp>
                                          </p:grpSp>
                                          <p:sp>
                                            <p:nvSpPr>
                                              <p:cNvPr id="107668" name="Text Box 221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BE4DE23E-E598-5C48-F8CF-CB2EE85D9536}"/>
                                                  </a:ext>
                                                </a:extLst>
                                              </p:cNvPr>
                                              <p:cNvSpPr txBox="1">
                                                <a:spLocks noChangeArrowheads="1"/>
                                              </p:cNvSpPr>
                                              <p:nvPr/>
                                            </p:nvSpPr>
                                            <p:spPr bwMode="auto">
                                              <a:xfrm>
                                                <a:off x="3120" y="5883"/>
                                                <a:ext cx="179" cy="283"/>
                                              </a:xfrm>
                                              <a:prstGeom prst="rect">
                                                <a:avLst/>
                                              </a:prstGeom>
                                              <a:solidFill>
                                                <a:srgbClr val="FFFFFF">
                                                  <a:alpha val="0"/>
                                                </a:srgbClr>
                                              </a:solidFill>
                                              <a:ln>
                                                <a:noFill/>
                                              </a:ln>
                                              <a:extLst>
                                                <a:ext uri="{91240B29-F687-4F45-9708-019B960494DF}">
                                                  <a14:hiddenLine xmlns:a14="http://schemas.microsoft.com/office/drawing/2010/main" w="9525">
                                                    <a:solidFill>
                                                      <a:srgbClr val="000000"/>
                                                    </a:solidFill>
                                                    <a:miter lim="800000"/>
                                                    <a:headEnd/>
                                                    <a:tailEnd/>
                                                  </a14:hiddenLine>
                                                </a:ext>
                                              </a:extLst>
                                            </p:spPr>
                                            <p:txBody>
                                              <a:bodyPr lIns="0" tIns="0" rIns="0" bIns="0"/>
                                              <a:lstStyle>
                                                <a:lvl1pPr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32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黑体" panose="02010609060101010101" pitchFamily="49" charset="-122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1pPr>
                                                <a:lvl2pPr marL="742950" indent="-28575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20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2pPr>
                                                <a:lvl3pPr marL="1143000" indent="-22860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3pPr>
                                                <a:lvl4pPr marL="1600200" indent="-22860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16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4pPr>
                                                <a:lvl5pPr marL="2057400" indent="-22860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5pPr>
                                                <a:lvl6pPr marL="25146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6pPr>
                                                <a:lvl7pPr marL="29718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7pPr>
                                                <a:lvl8pPr marL="34290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8pPr>
                                                <a:lvl9pPr marL="38862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9pPr>
                                              </a:lstStyle>
                                              <a:p>
                                                <a:pPr algn="just" eaLnBrk="1" hangingPunct="1">
                                                  <a:spcBef>
                                                    <a:spcPct val="0"/>
                                                  </a:spcBef>
                                                  <a:buFontTx/>
                                                  <a:buNone/>
                                                </a:pPr>
                                                <a:r>
                                                  <a:rPr lang="en-US" altLang="zh-CN" sz="1000" i="0">
                                                    <a:latin typeface="Times New Roman" panose="02020603050405020304" pitchFamily="18" charset="0"/>
                                                    <a:ea typeface="宋体" panose="02010600030101010101" pitchFamily="2" charset="-122"/>
                                                  </a:rPr>
                                                  <a:t>X</a:t>
                                                </a:r>
                                                <a:endParaRPr lang="en-US" altLang="zh-CN" sz="2800" i="0">
                                                  <a:latin typeface="Gulim" panose="020B0600000101010101" pitchFamily="34" charset="-127"/>
                                                  <a:ea typeface="Gulim" panose="020B0600000101010101" pitchFamily="34" charset="-127"/>
                                                </a:endParaRPr>
                                              </a:p>
                                            </p:txBody>
                                          </p:sp>
                                        </p:grpSp>
                                        <p:grpSp>
                                          <p:nvGrpSpPr>
                                            <p:cNvPr id="107574" name="Group 222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880CEA35-A8DC-1DF7-B7FB-E47A1FDC7E24}"/>
                                                </a:ext>
                                              </a:extLst>
                                            </p:cNvPr>
                                            <p:cNvGrpSpPr>
                                              <a:grpSpLocks/>
                                            </p:cNvGrpSpPr>
                                            <p:nvPr/>
                                          </p:nvGrpSpPr>
                                          <p:grpSpPr bwMode="auto">
                                            <a:xfrm>
                                              <a:off x="2880" y="5652"/>
                                              <a:ext cx="680" cy="713"/>
                                              <a:chOff x="3775" y="5659"/>
                                              <a:chExt cx="680" cy="713"/>
                                            </a:xfrm>
                                          </p:grpSpPr>
                                          <p:grpSp>
                                            <p:nvGrpSpPr>
                                              <p:cNvPr id="107653" name="Group 223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0CCB5BDC-19EF-5FE6-C594-6FD83660A551}"/>
                                                  </a:ext>
                                                </a:extLst>
                                              </p:cNvPr>
                                              <p:cNvGrpSpPr>
                                                <a:grpSpLocks/>
                                              </p:cNvGrpSpPr>
                                              <p:nvPr/>
                                            </p:nvGrpSpPr>
                                            <p:grpSpPr bwMode="auto">
                                              <a:xfrm>
                                                <a:off x="3775" y="5659"/>
                                                <a:ext cx="680" cy="713"/>
                                                <a:chOff x="1980" y="4356"/>
                                                <a:chExt cx="680" cy="713"/>
                                              </a:xfrm>
                                            </p:grpSpPr>
                                            <p:grpSp>
                                              <p:nvGrpSpPr>
                                                <p:cNvPr id="107655" name="Group 224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89216849-01D1-7191-251C-0CA993AF1E8C}"/>
                                                    </a:ext>
                                                  </a:extLst>
                                                </p:cNvPr>
                                                <p:cNvGrpSpPr>
                                                  <a:grpSpLocks/>
                                                </p:cNvGrpSpPr>
                                                <p:nvPr/>
                                              </p:nvGrpSpPr>
                                              <p:grpSpPr bwMode="auto">
                                                <a:xfrm>
                                                  <a:off x="1980" y="4363"/>
                                                  <a:ext cx="680" cy="706"/>
                                                  <a:chOff x="2028" y="3216"/>
                                                  <a:chExt cx="680" cy="706"/>
                                                </a:xfrm>
                                              </p:grpSpPr>
                                              <p:grpSp>
                                                <p:nvGrpSpPr>
                                                  <p:cNvPr id="107657" name="Group 225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FC1F99B2-79B8-877A-9DDE-8C042FD17458}"/>
                                                      </a:ext>
                                                    </a:extLst>
                                                  </p:cNvPr>
                                                  <p:cNvGrpSpPr>
                                                    <a:grpSpLocks/>
                                                  </p:cNvGrpSpPr>
                                                  <p:nvPr/>
                                                </p:nvGrpSpPr>
                                                <p:grpSpPr bwMode="auto">
                                                  <a:xfrm>
                                                    <a:off x="2028" y="3242"/>
                                                    <a:ext cx="680" cy="680"/>
                                                    <a:chOff x="4679" y="3702"/>
                                                    <a:chExt cx="852" cy="850"/>
                                                  </a:xfrm>
                                                </p:grpSpPr>
                                                <p:sp>
                                                  <p:nvSpPr>
                                                    <p:cNvPr id="107659" name="Line 226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6A139F99-BFF6-46BB-69AD-29408D676A97}"/>
                                                        </a:ext>
                                                      </a:extLst>
                                                    </p:cNvPr>
                                                    <p:cNvSpPr>
                                                      <a:spLocks noChangeShapeType="1"/>
                                                    </p:cNvSpPr>
                                                    <p:nvPr/>
                                                  </p:nvSpPr>
                                                  <p:spPr bwMode="auto">
                                                    <a:xfrm>
                                                      <a:off x="4680" y="3702"/>
                                                      <a:ext cx="850" cy="1"/>
                                                    </a:xfrm>
                                                    <a:prstGeom prst="line">
                                                      <a:avLst/>
                                                    </a:prstGeom>
                                                    <a:noFill/>
                                                    <a:ln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round/>
                                                      <a:headEnd/>
                                                      <a:tailEnd/>
                                                    </a:ln>
                                                    <a:extLst>
                                                      <a:ext uri="{909E8E84-426E-40DD-AFC4-6F175D3DCCD1}">
                                                        <a14:hiddenFill xmlns:a14="http://schemas.microsoft.com/office/drawing/2010/main">
                                                          <a:noFill/>
                                                        </a14:hiddenFill>
                                                      </a:ext>
                                                    </a:extLst>
                                                  </p:spPr>
                                                  <p:txBody>
                                                    <a:bodyPr/>
                                                    <a:lstStyle/>
                                                    <a:p>
                                                      <a:endParaRPr lang="zh-CN" altLang="en-US"/>
                                                    </a:p>
                                                  </p:txBody>
                                                </p:sp>
                                                <p:sp>
                                                  <p:nvSpPr>
                                                    <p:cNvPr id="107660" name="Line 227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BE8A79C5-9630-0E12-3D68-508253950284}"/>
                                                        </a:ext>
                                                      </a:extLst>
                                                    </p:cNvPr>
                                                    <p:cNvSpPr>
                                                      <a:spLocks noChangeShapeType="1"/>
                                                    </p:cNvSpPr>
                                                    <p:nvPr/>
                                                  </p:nvSpPr>
                                                  <p:spPr bwMode="auto">
                                                    <a:xfrm>
                                                      <a:off x="4680" y="3984"/>
                                                      <a:ext cx="850" cy="1"/>
                                                    </a:xfrm>
                                                    <a:prstGeom prst="line">
                                                      <a:avLst/>
                                                    </a:prstGeom>
                                                    <a:noFill/>
                                                    <a:ln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round/>
                                                      <a:headEnd/>
                                                      <a:tailEnd/>
                                                    </a:ln>
                                                    <a:extLst>
                                                      <a:ext uri="{909E8E84-426E-40DD-AFC4-6F175D3DCCD1}">
                                                        <a14:hiddenFill xmlns:a14="http://schemas.microsoft.com/office/drawing/2010/main">
                                                          <a:noFill/>
                                                        </a14:hiddenFill>
                                                      </a:ext>
                                                    </a:extLst>
                                                  </p:spPr>
                                                  <p:txBody>
                                                    <a:bodyPr/>
                                                    <a:lstStyle/>
                                                    <a:p>
                                                      <a:endParaRPr lang="zh-CN" altLang="en-US"/>
                                                    </a:p>
                                                  </p:txBody>
                                                </p:sp>
                                                <p:sp>
                                                  <p:nvSpPr>
                                                    <p:cNvPr id="107661" name="Line 228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DDE3E23A-9A8A-EEBF-2604-A71F0CC62C0B}"/>
                                                        </a:ext>
                                                      </a:extLst>
                                                    </p:cNvPr>
                                                    <p:cNvSpPr>
                                                      <a:spLocks noChangeShapeType="1"/>
                                                    </p:cNvSpPr>
                                                    <p:nvPr/>
                                                  </p:nvSpPr>
                                                  <p:spPr bwMode="auto">
                                                    <a:xfrm>
                                                      <a:off x="4680" y="4268"/>
                                                      <a:ext cx="850" cy="1"/>
                                                    </a:xfrm>
                                                    <a:prstGeom prst="line">
                                                      <a:avLst/>
                                                    </a:prstGeom>
                                                    <a:noFill/>
                                                    <a:ln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round/>
                                                      <a:headEnd/>
                                                      <a:tailEnd/>
                                                    </a:ln>
                                                    <a:extLst>
                                                      <a:ext uri="{909E8E84-426E-40DD-AFC4-6F175D3DCCD1}">
                                                        <a14:hiddenFill xmlns:a14="http://schemas.microsoft.com/office/drawing/2010/main">
                                                          <a:noFill/>
                                                        </a14:hiddenFill>
                                                      </a:ext>
                                                    </a:extLst>
                                                  </p:spPr>
                                                  <p:txBody>
                                                    <a:bodyPr/>
                                                    <a:lstStyle/>
                                                    <a:p>
                                                      <a:endParaRPr lang="zh-CN" altLang="en-US"/>
                                                    </a:p>
                                                  </p:txBody>
                                                </p:sp>
                                                <p:sp>
                                                  <p:nvSpPr>
                                                    <p:cNvPr id="107662" name="Line 229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17CEC3B2-28A7-79E6-A14A-AF0C6D394B29}"/>
                                                        </a:ext>
                                                      </a:extLst>
                                                    </p:cNvPr>
                                                    <p:cNvSpPr>
                                                      <a:spLocks noChangeShapeType="1"/>
                                                    </p:cNvSpPr>
                                                    <p:nvPr/>
                                                  </p:nvSpPr>
                                                  <p:spPr bwMode="auto">
                                                    <a:xfrm>
                                                      <a:off x="4680" y="4551"/>
                                                      <a:ext cx="850" cy="1"/>
                                                    </a:xfrm>
                                                    <a:prstGeom prst="line">
                                                      <a:avLst/>
                                                    </a:prstGeom>
                                                    <a:noFill/>
                                                    <a:ln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round/>
                                                      <a:headEnd/>
                                                      <a:tailEnd/>
                                                    </a:ln>
                                                    <a:extLst>
                                                      <a:ext uri="{909E8E84-426E-40DD-AFC4-6F175D3DCCD1}">
                                                        <a14:hiddenFill xmlns:a14="http://schemas.microsoft.com/office/drawing/2010/main">
                                                          <a:noFill/>
                                                        </a14:hiddenFill>
                                                      </a:ext>
                                                    </a:extLst>
                                                  </p:spPr>
                                                  <p:txBody>
                                                    <a:bodyPr/>
                                                    <a:lstStyle/>
                                                    <a:p>
                                                      <a:endParaRPr lang="zh-CN" altLang="en-US"/>
                                                    </a:p>
                                                  </p:txBody>
                                                </p:sp>
                                                <p:sp>
                                                  <p:nvSpPr>
                                                    <p:cNvPr id="107663" name="Line 230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74291047-4B00-F3FE-4BC8-C269BB099C22}"/>
                                                        </a:ext>
                                                      </a:extLst>
                                                    </p:cNvPr>
                                                    <p:cNvSpPr>
                                                      <a:spLocks noChangeShapeType="1"/>
                                                    </p:cNvSpPr>
                                                    <p:nvPr/>
                                                  </p:nvSpPr>
                                                  <p:spPr bwMode="auto">
                                                    <a:xfrm>
                                                      <a:off x="4679" y="3702"/>
                                                      <a:ext cx="1" cy="850"/>
                                                    </a:xfrm>
                                                    <a:prstGeom prst="line">
                                                      <a:avLst/>
                                                    </a:prstGeom>
                                                    <a:noFill/>
                                                    <a:ln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round/>
                                                      <a:headEnd/>
                                                      <a:tailEnd/>
                                                    </a:ln>
                                                    <a:extLst>
                                                      <a:ext uri="{909E8E84-426E-40DD-AFC4-6F175D3DCCD1}">
                                                        <a14:hiddenFill xmlns:a14="http://schemas.microsoft.com/office/drawing/2010/main">
                                                          <a:noFill/>
                                                        </a14:hiddenFill>
                                                      </a:ext>
                                                    </a:extLst>
                                                  </p:spPr>
                                                  <p:txBody>
                                                    <a:bodyPr/>
                                                    <a:lstStyle/>
                                                    <a:p>
                                                      <a:endParaRPr lang="zh-CN" altLang="en-US"/>
                                                    </a:p>
                                                  </p:txBody>
                                                </p:sp>
                                                <p:sp>
                                                  <p:nvSpPr>
                                                    <p:cNvPr id="107664" name="Line 231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EC66746B-8723-A697-2A3D-1AAEC9BF8A51}"/>
                                                        </a:ext>
                                                      </a:extLst>
                                                    </p:cNvPr>
                                                    <p:cNvSpPr>
                                                      <a:spLocks noChangeShapeType="1"/>
                                                    </p:cNvSpPr>
                                                    <p:nvPr/>
                                                  </p:nvSpPr>
                                                  <p:spPr bwMode="auto">
                                                    <a:xfrm>
                                                      <a:off x="4963" y="3702"/>
                                                      <a:ext cx="1" cy="850"/>
                                                    </a:xfrm>
                                                    <a:prstGeom prst="line">
                                                      <a:avLst/>
                                                    </a:prstGeom>
                                                    <a:noFill/>
                                                    <a:ln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round/>
                                                      <a:headEnd/>
                                                      <a:tailEnd/>
                                                    </a:ln>
                                                    <a:extLst>
                                                      <a:ext uri="{909E8E84-426E-40DD-AFC4-6F175D3DCCD1}">
                                                        <a14:hiddenFill xmlns:a14="http://schemas.microsoft.com/office/drawing/2010/main">
                                                          <a:noFill/>
                                                        </a14:hiddenFill>
                                                      </a:ext>
                                                    </a:extLst>
                                                  </p:spPr>
                                                  <p:txBody>
                                                    <a:bodyPr/>
                                                    <a:lstStyle/>
                                                    <a:p>
                                                      <a:endParaRPr lang="zh-CN" altLang="en-US"/>
                                                    </a:p>
                                                  </p:txBody>
                                                </p:sp>
                                                <p:sp>
                                                  <p:nvSpPr>
                                                    <p:cNvPr id="107665" name="Line 232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E68D8862-514A-5A07-680A-814AA3D5DE3B}"/>
                                                        </a:ext>
                                                      </a:extLst>
                                                    </p:cNvPr>
                                                    <p:cNvSpPr>
                                                      <a:spLocks noChangeShapeType="1"/>
                                                    </p:cNvSpPr>
                                                    <p:nvPr/>
                                                  </p:nvSpPr>
                                                  <p:spPr bwMode="auto">
                                                    <a:xfrm>
                                                      <a:off x="5246" y="3702"/>
                                                      <a:ext cx="1" cy="850"/>
                                                    </a:xfrm>
                                                    <a:prstGeom prst="line">
                                                      <a:avLst/>
                                                    </a:prstGeom>
                                                    <a:noFill/>
                                                    <a:ln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round/>
                                                      <a:headEnd/>
                                                      <a:tailEnd/>
                                                    </a:ln>
                                                    <a:extLst>
                                                      <a:ext uri="{909E8E84-426E-40DD-AFC4-6F175D3DCCD1}">
                                                        <a14:hiddenFill xmlns:a14="http://schemas.microsoft.com/office/drawing/2010/main">
                                                          <a:noFill/>
                                                        </a14:hiddenFill>
                                                      </a:ext>
                                                    </a:extLst>
                                                  </p:spPr>
                                                  <p:txBody>
                                                    <a:bodyPr/>
                                                    <a:lstStyle/>
                                                    <a:p>
                                                      <a:endParaRPr lang="zh-CN" altLang="en-US"/>
                                                    </a:p>
                                                  </p:txBody>
                                                </p:sp>
                                                <p:sp>
                                                  <p:nvSpPr>
                                                    <p:cNvPr id="107666" name="Line 233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E23EE0BE-B5BF-FC3F-9802-3C665A0CE517}"/>
                                                        </a:ext>
                                                      </a:extLst>
                                                    </p:cNvPr>
                                                    <p:cNvSpPr>
                                                      <a:spLocks noChangeShapeType="1"/>
                                                    </p:cNvSpPr>
                                                    <p:nvPr/>
                                                  </p:nvSpPr>
                                                  <p:spPr bwMode="auto">
                                                    <a:xfrm>
                                                      <a:off x="5530" y="3702"/>
                                                      <a:ext cx="1" cy="850"/>
                                                    </a:xfrm>
                                                    <a:prstGeom prst="line">
                                                      <a:avLst/>
                                                    </a:prstGeom>
                                                    <a:noFill/>
                                                    <a:ln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round/>
                                                      <a:headEnd/>
                                                      <a:tailEnd/>
                                                    </a:ln>
                                                    <a:extLst>
                                                      <a:ext uri="{909E8E84-426E-40DD-AFC4-6F175D3DCCD1}">
                                                        <a14:hiddenFill xmlns:a14="http://schemas.microsoft.com/office/drawing/2010/main">
                                                          <a:noFill/>
                                                        </a14:hiddenFill>
                                                      </a:ext>
                                                    </a:extLst>
                                                  </p:spPr>
                                                  <p:txBody>
                                                    <a:bodyPr/>
                                                    <a:lstStyle/>
                                                    <a:p>
                                                      <a:endParaRPr lang="zh-CN" altLang="en-US"/>
                                                    </a:p>
                                                  </p:txBody>
                                                </p:sp>
                                              </p:grpSp>
                                              <p:sp>
                                                <p:nvSpPr>
                                                  <p:cNvPr id="107658" name="Text Box 234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94F7CB99-0BA5-BDEC-1DD5-68E598FC3E74}"/>
                                                      </a:ext>
                                                    </a:extLst>
                                                  </p:cNvPr>
                                                  <p:cNvSpPr txBox="1">
                                                    <a:spLocks noChangeArrowheads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2070" y="3216"/>
                                                    <a:ext cx="179" cy="283"/>
                                                  </a:xfrm>
                                                  <a:prstGeom prst="rect">
                                                    <a:avLst/>
                                                  </a:prstGeom>
                                                  <a:solidFill>
                                                    <a:srgbClr val="FFFFFF">
                                                      <a:alpha val="0"/>
                                                    </a:srgbClr>
                                                  </a:solidFill>
                                                  <a:ln>
                                                    <a:noFill/>
                                                  </a:ln>
                                                  <a:extLst>
                                                    <a:ext uri="{91240B29-F687-4F45-9708-019B960494DF}">
                                                      <a14:hiddenLine xmlns:a14="http://schemas.microsoft.com/office/drawing/2010/main" w="9525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miter lim="800000"/>
                                                        <a:headEnd/>
                                                        <a:tailEnd/>
                                                      </a14:hiddenLine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 lIns="0" tIns="0" rIns="0" bIns="0"/>
                                                  <a:lstStyle>
                                                    <a:lvl1pPr latinLnBrk="1">
                                                      <a:spcBef>
                                                        <a:spcPct val="20000"/>
                                                      </a:spcBef>
                                                      <a:buChar char="•"/>
                                                      <a:defRPr kumimoji="1" sz="32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黑体" panose="02010609060101010101" pitchFamily="49" charset="-122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1pPr>
                                                    <a:lvl2pPr marL="742950" indent="-285750" latinLnBrk="1">
                                                      <a:spcBef>
                                                        <a:spcPct val="20000"/>
                                                      </a:spcBef>
                                                      <a:buChar char="•"/>
                                                      <a:defRPr kumimoji="1" sz="20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2pPr>
                                                    <a:lvl3pPr marL="1143000" indent="-228600" latinLnBrk="1">
                                                      <a:spcBef>
                                                        <a:spcPct val="20000"/>
                                                      </a:spcBef>
                                                      <a:buChar char="•"/>
                                                      <a:defRPr kumimoji="1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3pPr>
                                                    <a:lvl4pPr marL="1600200" indent="-228600" latinLnBrk="1">
                                                      <a:spcBef>
                                                        <a:spcPct val="20000"/>
                                                      </a:spcBef>
                                                      <a:buChar char="•"/>
                                                      <a:defRPr kumimoji="1" sz="16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4pPr>
                                                    <a:lvl5pPr marL="2057400" indent="-228600" latinLnBrk="1">
                                                      <a:spcBef>
                                                        <a:spcPct val="20000"/>
                                                      </a:spcBef>
                                                      <a:buChar char="•"/>
                                                      <a:defRPr kumimoji="1" sz="14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5pPr>
                                                    <a:lvl6pPr marL="2514600" indent="-228600" eaLnBrk="0" fontAlgn="base" latinLnBrk="1" hangingPunct="0">
                                                      <a:spcBef>
                                                        <a:spcPct val="20000"/>
                                                      </a:spcBef>
                                                      <a:spcAft>
                                                        <a:spcPct val="0"/>
                                                      </a:spcAft>
                                                      <a:buChar char="•"/>
                                                      <a:defRPr kumimoji="1" sz="14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6pPr>
                                                    <a:lvl7pPr marL="2971800" indent="-228600" eaLnBrk="0" fontAlgn="base" latinLnBrk="1" hangingPunct="0">
                                                      <a:spcBef>
                                                        <a:spcPct val="20000"/>
                                                      </a:spcBef>
                                                      <a:spcAft>
                                                        <a:spcPct val="0"/>
                                                      </a:spcAft>
                                                      <a:buChar char="•"/>
                                                      <a:defRPr kumimoji="1" sz="14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7pPr>
                                                    <a:lvl8pPr marL="3429000" indent="-228600" eaLnBrk="0" fontAlgn="base" latinLnBrk="1" hangingPunct="0">
                                                      <a:spcBef>
                                                        <a:spcPct val="20000"/>
                                                      </a:spcBef>
                                                      <a:spcAft>
                                                        <a:spcPct val="0"/>
                                                      </a:spcAft>
                                                      <a:buChar char="•"/>
                                                      <a:defRPr kumimoji="1" sz="14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8pPr>
                                                    <a:lvl9pPr marL="3886200" indent="-228600" eaLnBrk="0" fontAlgn="base" latinLnBrk="1" hangingPunct="0">
                                                      <a:spcBef>
                                                        <a:spcPct val="20000"/>
                                                      </a:spcBef>
                                                      <a:spcAft>
                                                        <a:spcPct val="0"/>
                                                      </a:spcAft>
                                                      <a:buChar char="•"/>
                                                      <a:defRPr kumimoji="1" sz="14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9pPr>
                                                  </a:lstStyle>
                                                  <a:p>
                                                    <a:pPr algn="just" eaLnBrk="1" hangingPunct="1">
                                                      <a:spcBef>
                                                        <a:spcPct val="0"/>
                                                      </a:spcBef>
                                                      <a:buFontTx/>
                                                      <a:buNone/>
                                                    </a:pPr>
                                                    <a:r>
                                                      <a:rPr lang="en-US" altLang="zh-CN" sz="1000" i="0">
                                                        <a:latin typeface="Times New Roman" panose="02020603050405020304" pitchFamily="18" charset="0"/>
                                                        <a:ea typeface="宋体" panose="02010600030101010101" pitchFamily="2" charset="-122"/>
                                                      </a:rPr>
                                                      <a:t>X</a:t>
                                                    </a:r>
                                                    <a:endParaRPr lang="en-US" altLang="zh-CN" sz="2800" i="0">
                                                      <a:latin typeface="Gulim" panose="020B0600000101010101" pitchFamily="34" charset="-127"/>
                                                      <a:ea typeface="Gulim" panose="020B0600000101010101" pitchFamily="34" charset="-127"/>
                                                    </a:endParaRPr>
                                                  </a:p>
                                                </p:txBody>
                                              </p:sp>
                                            </p:grpSp>
                                            <p:sp>
                                              <p:nvSpPr>
                                                <p:cNvPr id="107656" name="Text Box 235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1DFEF14C-41E7-B79B-4691-61CFACAB64A7}"/>
                                                    </a:ext>
                                                  </a:extLst>
                                                </p:cNvPr>
                                                <p:cNvSpPr txBox="1">
                                                  <a:spLocks noChangeArrowheads="1"/>
                                                </p:cNvSpPr>
                                                <p:nvPr/>
                                              </p:nvSpPr>
                                              <p:spPr bwMode="auto">
                                                <a:xfrm>
                                                  <a:off x="2250" y="4356"/>
                                                  <a:ext cx="179" cy="283"/>
                                                </a:xfrm>
                                                <a:prstGeom prst="rect">
                                                  <a:avLst/>
                                                </a:prstGeom>
                                                <a:solidFill>
                                                  <a:srgbClr val="FFFFFF">
                                                    <a:alpha val="0"/>
                                                  </a:srgbClr>
                                                </a:solidFill>
                                                <a:ln>
                                                  <a:noFill/>
                                                </a:ln>
                                                <a:extLst>
                                                  <a:ext uri="{91240B29-F687-4F45-9708-019B960494DF}">
                                                    <a14:hiddenLine xmlns:a14="http://schemas.microsoft.com/office/drawing/2010/main"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miter lim="800000"/>
                                                      <a:headEnd/>
                                                      <a:tailEnd/>
                                                    </a14:hiddenLine>
                                                  </a:ext>
                                                </a:extLst>
                                              </p:spPr>
                                              <p:txBody>
                                                <a:bodyPr lIns="0" tIns="0" rIns="0" bIns="0"/>
                                                <a:lstStyle>
                                                  <a:lvl1pPr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32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黑体" panose="02010609060101010101" pitchFamily="49" charset="-122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1pPr>
                                                  <a:lvl2pPr marL="742950" indent="-28575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20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2pPr>
                                                  <a:lvl3pPr marL="11430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3pPr>
                                                  <a:lvl4pPr marL="16002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6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4pPr>
                                                  <a:lvl5pPr marL="20574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5pPr>
                                                  <a:lvl6pPr marL="25146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6pPr>
                                                  <a:lvl7pPr marL="29718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7pPr>
                                                  <a:lvl8pPr marL="34290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8pPr>
                                                  <a:lvl9pPr marL="38862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9pPr>
                                                </a:lstStyle>
                                                <a:p>
                                                  <a:pPr algn="just" eaLnBrk="1" hangingPunct="1">
                                                    <a:spcBef>
                                                      <a:spcPct val="0"/>
                                                    </a:spcBef>
                                                    <a:buFontTx/>
                                                    <a:buNone/>
                                                  </a:pPr>
                                                  <a:r>
                                                    <a:rPr lang="en-US" altLang="zh-CN" sz="1000" i="0">
                                                      <a:latin typeface="Times New Roman" panose="02020603050405020304" pitchFamily="18" charset="0"/>
                                                      <a:ea typeface="宋体" panose="02010600030101010101" pitchFamily="2" charset="-122"/>
                                                    </a:rPr>
                                                    <a:t>O</a:t>
                                                  </a:r>
                                                  <a:endParaRPr lang="en-US" altLang="zh-CN" sz="2800" i="0">
                                                    <a:latin typeface="Gulim" panose="020B0600000101010101" pitchFamily="34" charset="-127"/>
                                                    <a:ea typeface="Gulim" panose="020B0600000101010101" pitchFamily="34" charset="-127"/>
                                                  </a:endParaRPr>
                                                </a:p>
                                              </p:txBody>
                                            </p:sp>
                                          </p:grpSp>
                                          <p:sp>
                                            <p:nvSpPr>
                                              <p:cNvPr id="107654" name="Text Box 236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7BCCB522-DC6F-B559-1365-0946B14058AA}"/>
                                                  </a:ext>
                                                </a:extLst>
                                              </p:cNvPr>
                                              <p:cNvSpPr txBox="1">
                                                <a:spLocks noChangeArrowheads="1"/>
                                              </p:cNvSpPr>
                                              <p:nvPr/>
                                            </p:nvSpPr>
                                            <p:spPr bwMode="auto">
                                              <a:xfrm>
                                                <a:off x="3795" y="5882"/>
                                                <a:ext cx="179" cy="283"/>
                                              </a:xfrm>
                                              <a:prstGeom prst="rect">
                                                <a:avLst/>
                                              </a:prstGeom>
                                              <a:solidFill>
                                                <a:srgbClr val="FFFFFF">
                                                  <a:alpha val="0"/>
                                                </a:srgbClr>
                                              </a:solidFill>
                                              <a:ln>
                                                <a:noFill/>
                                              </a:ln>
                                              <a:extLst>
                                                <a:ext uri="{91240B29-F687-4F45-9708-019B960494DF}">
                                                  <a14:hiddenLine xmlns:a14="http://schemas.microsoft.com/office/drawing/2010/main" w="9525">
                                                    <a:solidFill>
                                                      <a:srgbClr val="000000"/>
                                                    </a:solidFill>
                                                    <a:miter lim="800000"/>
                                                    <a:headEnd/>
                                                    <a:tailEnd/>
                                                  </a14:hiddenLine>
                                                </a:ext>
                                              </a:extLst>
                                            </p:spPr>
                                            <p:txBody>
                                              <a:bodyPr lIns="0" tIns="0" rIns="0" bIns="0"/>
                                              <a:lstStyle>
                                                <a:lvl1pPr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32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黑体" panose="02010609060101010101" pitchFamily="49" charset="-122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1pPr>
                                                <a:lvl2pPr marL="742950" indent="-28575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20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2pPr>
                                                <a:lvl3pPr marL="1143000" indent="-22860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3pPr>
                                                <a:lvl4pPr marL="1600200" indent="-22860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16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4pPr>
                                                <a:lvl5pPr marL="2057400" indent="-22860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5pPr>
                                                <a:lvl6pPr marL="25146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6pPr>
                                                <a:lvl7pPr marL="29718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7pPr>
                                                <a:lvl8pPr marL="34290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8pPr>
                                                <a:lvl9pPr marL="38862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9pPr>
                                              </a:lstStyle>
                                              <a:p>
                                                <a:pPr algn="just" eaLnBrk="1" hangingPunct="1">
                                                  <a:spcBef>
                                                    <a:spcPct val="0"/>
                                                  </a:spcBef>
                                                  <a:buFontTx/>
                                                  <a:buNone/>
                                                </a:pPr>
                                                <a:r>
                                                  <a:rPr lang="en-US" altLang="zh-CN" sz="1000" i="0">
                                                    <a:latin typeface="Times New Roman" panose="02020603050405020304" pitchFamily="18" charset="0"/>
                                                    <a:ea typeface="宋体" panose="02010600030101010101" pitchFamily="2" charset="-122"/>
                                                  </a:rPr>
                                                  <a:t>X</a:t>
                                                </a:r>
                                                <a:endParaRPr lang="en-US" altLang="zh-CN" sz="2800" i="0">
                                                  <a:latin typeface="Gulim" panose="020B0600000101010101" pitchFamily="34" charset="-127"/>
                                                  <a:ea typeface="Gulim" panose="020B0600000101010101" pitchFamily="34" charset="-127"/>
                                                </a:endParaRPr>
                                              </a:p>
                                            </p:txBody>
                                          </p:sp>
                                        </p:grpSp>
                                        <p:sp>
                                          <p:nvSpPr>
                                            <p:cNvPr id="107575" name="Line 237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3F358B77-3AC3-34D0-CA0C-FD8581371305}"/>
                                                </a:ext>
                                              </a:extLst>
                                            </p:cNvPr>
                                            <p:cNvSpPr>
                                              <a:spLocks noChangeShapeType="1"/>
                                            </p:cNvSpPr>
                                            <p:nvPr/>
                                          </p:nvSpPr>
                                          <p:spPr bwMode="auto">
                                            <a:xfrm>
                                              <a:off x="2295" y="6357"/>
                                              <a:ext cx="0" cy="624"/>
                                            </a:xfrm>
                                            <a:prstGeom prst="line">
                                              <a:avLst/>
                                            </a:prstGeom>
                                            <a:noFill/>
                                            <a:ln w="9525">
                                              <a:solidFill>
                                                <a:srgbClr val="000000"/>
                                              </a:solidFill>
                                              <a:round/>
                                              <a:headEnd/>
                                              <a:tailEnd/>
                                            </a:ln>
                                            <a:extLst>
                                              <a:ext uri="{909E8E84-426E-40DD-AFC4-6F175D3DCCD1}">
                                                <a14:hiddenFill xmlns:a14="http://schemas.microsoft.com/office/drawing/2010/main">
                                                  <a:noFill/>
                                                </a14:hiddenFill>
                                              </a:ext>
                                            </a:extLst>
                                          </p:spPr>
                                          <p:txBody>
                                            <a:bodyPr/>
                                            <a:lstStyle/>
                                            <a:p>
                                              <a:endParaRPr lang="zh-CN" altLang="en-US"/>
                                            </a:p>
                                          </p:txBody>
                                        </p:sp>
                                        <p:sp>
                                          <p:nvSpPr>
                                            <p:cNvPr id="107576" name="Line 238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46B2DD53-0E15-EED4-4833-2461431AF769}"/>
                                                </a:ext>
                                              </a:extLst>
                                            </p:cNvPr>
                                            <p:cNvSpPr>
                                              <a:spLocks noChangeShapeType="1"/>
                                            </p:cNvSpPr>
                                            <p:nvPr/>
                                          </p:nvSpPr>
                                          <p:spPr bwMode="auto">
                                            <a:xfrm>
                                              <a:off x="2295" y="6357"/>
                                              <a:ext cx="900" cy="624"/>
                                            </a:xfrm>
                                            <a:prstGeom prst="line">
                                              <a:avLst/>
                                            </a:prstGeom>
                                            <a:noFill/>
                                            <a:ln w="9525">
                                              <a:solidFill>
                                                <a:srgbClr val="000000"/>
                                              </a:solidFill>
                                              <a:round/>
                                              <a:headEnd/>
                                              <a:tailEnd/>
                                            </a:ln>
                                            <a:extLst>
                                              <a:ext uri="{909E8E84-426E-40DD-AFC4-6F175D3DCCD1}">
                                                <a14:hiddenFill xmlns:a14="http://schemas.microsoft.com/office/drawing/2010/main">
                                                  <a:noFill/>
                                                </a14:hiddenFill>
                                              </a:ext>
                                            </a:extLst>
                                          </p:spPr>
                                          <p:txBody>
                                            <a:bodyPr/>
                                            <a:lstStyle/>
                                            <a:p>
                                              <a:endParaRPr lang="zh-CN" altLang="en-US"/>
                                            </a:p>
                                          </p:txBody>
                                        </p:sp>
                                        <p:sp>
                                          <p:nvSpPr>
                                            <p:cNvPr id="107577" name="Line 239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8913FEE3-6943-3564-FE4F-044A7E6E1102}"/>
                                                </a:ext>
                                              </a:extLst>
                                            </p:cNvPr>
                                            <p:cNvSpPr>
                                              <a:spLocks noChangeShapeType="1"/>
                                            </p:cNvSpPr>
                                            <p:nvPr/>
                                          </p:nvSpPr>
                                          <p:spPr bwMode="auto">
                                            <a:xfrm>
                                              <a:off x="2295" y="6357"/>
                                              <a:ext cx="1800" cy="624"/>
                                            </a:xfrm>
                                            <a:prstGeom prst="line">
                                              <a:avLst/>
                                            </a:prstGeom>
                                            <a:noFill/>
                                            <a:ln w="9525">
                                              <a:solidFill>
                                                <a:srgbClr val="000000"/>
                                              </a:solidFill>
                                              <a:round/>
                                              <a:headEnd/>
                                              <a:tailEnd/>
                                            </a:ln>
                                            <a:extLst>
                                              <a:ext uri="{909E8E84-426E-40DD-AFC4-6F175D3DCCD1}">
                                                <a14:hiddenFill xmlns:a14="http://schemas.microsoft.com/office/drawing/2010/main">
                                                  <a:noFill/>
                                                </a14:hiddenFill>
                                              </a:ext>
                                            </a:extLst>
                                          </p:spPr>
                                          <p:txBody>
                                            <a:bodyPr/>
                                            <a:lstStyle/>
                                            <a:p>
                                              <a:endParaRPr lang="zh-CN" altLang="en-US"/>
                                            </a:p>
                                          </p:txBody>
                                        </p:sp>
                                        <p:sp>
                                          <p:nvSpPr>
                                            <p:cNvPr id="107578" name="Line 240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3F4A50DF-80BB-BD09-4714-77B9E30097E6}"/>
                                                </a:ext>
                                              </a:extLst>
                                            </p:cNvPr>
                                            <p:cNvSpPr>
                                              <a:spLocks noChangeShapeType="1"/>
                                            </p:cNvSpPr>
                                            <p:nvPr/>
                                          </p:nvSpPr>
                                          <p:spPr bwMode="auto">
                                            <a:xfrm>
                                              <a:off x="2295" y="6357"/>
                                              <a:ext cx="2880" cy="624"/>
                                            </a:xfrm>
                                            <a:prstGeom prst="line">
                                              <a:avLst/>
                                            </a:prstGeom>
                                            <a:noFill/>
                                            <a:ln w="9525">
                                              <a:solidFill>
                                                <a:srgbClr val="000000"/>
                                              </a:solidFill>
                                              <a:round/>
                                              <a:headEnd/>
                                              <a:tailEnd/>
                                            </a:ln>
                                            <a:extLst>
                                              <a:ext uri="{909E8E84-426E-40DD-AFC4-6F175D3DCCD1}">
                                                <a14:hiddenFill xmlns:a14="http://schemas.microsoft.com/office/drawing/2010/main">
                                                  <a:noFill/>
                                                </a14:hiddenFill>
                                              </a:ext>
                                            </a:extLst>
                                          </p:spPr>
                                          <p:txBody>
                                            <a:bodyPr/>
                                            <a:lstStyle/>
                                            <a:p>
                                              <a:endParaRPr lang="zh-CN" altLang="en-US"/>
                                            </a:p>
                                          </p:txBody>
                                        </p:sp>
                                        <p:sp>
                                          <p:nvSpPr>
                                            <p:cNvPr id="107579" name="Line 241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55BE90F3-2E30-C374-01F5-3218D0370022}"/>
                                                </a:ext>
                                              </a:extLst>
                                            </p:cNvPr>
                                            <p:cNvSpPr>
                                              <a:spLocks noChangeShapeType="1"/>
                                            </p:cNvSpPr>
                                            <p:nvPr/>
                                          </p:nvSpPr>
                                          <p:spPr bwMode="auto">
                                            <a:xfrm>
                                              <a:off x="2295" y="7368"/>
                                              <a:ext cx="0" cy="468"/>
                                            </a:xfrm>
                                            <a:prstGeom prst="line">
                                              <a:avLst/>
                                            </a:prstGeom>
                                            <a:noFill/>
                                            <a:ln w="9525">
                                              <a:solidFill>
                                                <a:srgbClr val="000000"/>
                                              </a:solidFill>
                                              <a:round/>
                                              <a:headEnd/>
                                              <a:tailEnd/>
                                            </a:ln>
                                            <a:extLst>
                                              <a:ext uri="{909E8E84-426E-40DD-AFC4-6F175D3DCCD1}">
                                                <a14:hiddenFill xmlns:a14="http://schemas.microsoft.com/office/drawing/2010/main">
                                                  <a:noFill/>
                                                </a14:hiddenFill>
                                              </a:ext>
                                            </a:extLst>
                                          </p:spPr>
                                          <p:txBody>
                                            <a:bodyPr/>
                                            <a:lstStyle/>
                                            <a:p>
                                              <a:endParaRPr lang="zh-CN" altLang="en-US"/>
                                            </a:p>
                                          </p:txBody>
                                        </p:sp>
                                        <p:sp>
                                          <p:nvSpPr>
                                            <p:cNvPr id="107580" name="Line 242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6ED5A210-B98E-18DB-AD07-1BD7270F0351}"/>
                                                </a:ext>
                                              </a:extLst>
                                            </p:cNvPr>
                                            <p:cNvSpPr>
                                              <a:spLocks noChangeShapeType="1"/>
                                            </p:cNvSpPr>
                                            <p:nvPr/>
                                          </p:nvSpPr>
                                          <p:spPr bwMode="auto">
                                            <a:xfrm>
                                              <a:off x="3225" y="7368"/>
                                              <a:ext cx="0" cy="468"/>
                                            </a:xfrm>
                                            <a:prstGeom prst="line">
                                              <a:avLst/>
                                            </a:prstGeom>
                                            <a:noFill/>
                                            <a:ln w="9525">
                                              <a:solidFill>
                                                <a:srgbClr val="000000"/>
                                              </a:solidFill>
                                              <a:round/>
                                              <a:headEnd/>
                                              <a:tailEnd/>
                                            </a:ln>
                                            <a:extLst>
                                              <a:ext uri="{909E8E84-426E-40DD-AFC4-6F175D3DCCD1}">
                                                <a14:hiddenFill xmlns:a14="http://schemas.microsoft.com/office/drawing/2010/main">
                                                  <a:noFill/>
                                                </a14:hiddenFill>
                                              </a:ext>
                                            </a:extLst>
                                          </p:spPr>
                                          <p:txBody>
                                            <a:bodyPr/>
                                            <a:lstStyle/>
                                            <a:p>
                                              <a:endParaRPr lang="zh-CN" altLang="en-US"/>
                                            </a:p>
                                          </p:txBody>
                                        </p:sp>
                                        <p:sp>
                                          <p:nvSpPr>
                                            <p:cNvPr id="107581" name="Line 243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E49FF5AE-5F36-82B9-2D8D-48D06CF6690C}"/>
                                                </a:ext>
                                              </a:extLst>
                                            </p:cNvPr>
                                            <p:cNvSpPr>
                                              <a:spLocks noChangeShapeType="1"/>
                                            </p:cNvSpPr>
                                            <p:nvPr/>
                                          </p:nvSpPr>
                                          <p:spPr bwMode="auto">
                                            <a:xfrm>
                                              <a:off x="4125" y="7398"/>
                                              <a:ext cx="0" cy="468"/>
                                            </a:xfrm>
                                            <a:prstGeom prst="line">
                                              <a:avLst/>
                                            </a:prstGeom>
                                            <a:noFill/>
                                            <a:ln w="9525">
                                              <a:solidFill>
                                                <a:srgbClr val="000000"/>
                                              </a:solidFill>
                                              <a:round/>
                                              <a:headEnd/>
                                              <a:tailEnd/>
                                            </a:ln>
                                            <a:extLst>
                                              <a:ext uri="{909E8E84-426E-40DD-AFC4-6F175D3DCCD1}">
                                                <a14:hiddenFill xmlns:a14="http://schemas.microsoft.com/office/drawing/2010/main">
                                                  <a:noFill/>
                                                </a14:hiddenFill>
                                              </a:ext>
                                            </a:extLst>
                                          </p:spPr>
                                          <p:txBody>
                                            <a:bodyPr/>
                                            <a:lstStyle/>
                                            <a:p>
                                              <a:endParaRPr lang="zh-CN" altLang="en-US"/>
                                            </a:p>
                                          </p:txBody>
                                        </p:sp>
                                        <p:grpSp>
                                          <p:nvGrpSpPr>
                                            <p:cNvPr id="107582" name="Group 244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939F5203-30FB-AD37-B9E5-9641292B49E8}"/>
                                                </a:ext>
                                              </a:extLst>
                                            </p:cNvPr>
                                            <p:cNvGrpSpPr>
                                              <a:grpSpLocks/>
                                            </p:cNvGrpSpPr>
                                            <p:nvPr/>
                                          </p:nvGrpSpPr>
                                          <p:grpSpPr bwMode="auto">
                                            <a:xfrm>
                                              <a:off x="1980" y="7821"/>
                                              <a:ext cx="680" cy="736"/>
                                              <a:chOff x="1980" y="7821"/>
                                              <a:chExt cx="680" cy="736"/>
                                            </a:xfrm>
                                          </p:grpSpPr>
                                          <p:grpSp>
                                            <p:nvGrpSpPr>
                                              <p:cNvPr id="107633" name="Group 245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3F69DA9C-6151-FB89-B3F1-380F5F942630}"/>
                                                  </a:ext>
                                                </a:extLst>
                                              </p:cNvPr>
                                              <p:cNvGrpSpPr>
                                                <a:grpSpLocks/>
                                              </p:cNvGrpSpPr>
                                              <p:nvPr/>
                                            </p:nvGrpSpPr>
                                            <p:grpSpPr bwMode="auto">
                                              <a:xfrm>
                                                <a:off x="1980" y="7821"/>
                                                <a:ext cx="680" cy="713"/>
                                                <a:chOff x="1980" y="7821"/>
                                                <a:chExt cx="680" cy="713"/>
                                              </a:xfrm>
                                            </p:grpSpPr>
                                            <p:grpSp>
                                              <p:nvGrpSpPr>
                                                <p:cNvPr id="107635" name="Group 246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6244E4F9-E056-FB54-405A-AE0D3E046D44}"/>
                                                    </a:ext>
                                                  </a:extLst>
                                                </p:cNvPr>
                                                <p:cNvGrpSpPr>
                                                  <a:grpSpLocks/>
                                                </p:cNvGrpSpPr>
                                                <p:nvPr/>
                                              </p:nvGrpSpPr>
                                              <p:grpSpPr bwMode="auto">
                                                <a:xfrm>
                                                  <a:off x="1980" y="7821"/>
                                                  <a:ext cx="680" cy="713"/>
                                                  <a:chOff x="1980" y="7821"/>
                                                  <a:chExt cx="680" cy="713"/>
                                                </a:xfrm>
                                              </p:grpSpPr>
                                              <p:grpSp>
                                                <p:nvGrpSpPr>
                                                  <p:cNvPr id="107637" name="Group 247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0CBAC95D-38D5-7A7F-5B61-1B8C7496612A}"/>
                                                      </a:ext>
                                                    </a:extLst>
                                                  </p:cNvPr>
                                                  <p:cNvGrpSpPr>
                                                    <a:grpSpLocks/>
                                                  </p:cNvGrpSpPr>
                                                  <p:nvPr/>
                                                </p:nvGrpSpPr>
                                                <p:grpSpPr bwMode="auto">
                                                  <a:xfrm>
                                                    <a:off x="1980" y="7821"/>
                                                    <a:ext cx="680" cy="713"/>
                                                    <a:chOff x="1965" y="5644"/>
                                                    <a:chExt cx="680" cy="713"/>
                                                  </a:xfrm>
                                                </p:grpSpPr>
                                                <p:grpSp>
                                                  <p:nvGrpSpPr>
                                                    <p:cNvPr id="107639" name="Group 248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333C8B0E-99F8-8FC3-3FDB-F4B32E88DF37}"/>
                                                        </a:ext>
                                                      </a:extLst>
                                                    </p:cNvPr>
                                                    <p:cNvGrpSpPr>
                                                      <a:grpSpLocks/>
                                                    </p:cNvGrpSpPr>
                                                    <p:nvPr/>
                                                  </p:nvGrpSpPr>
                                                  <p:grpSpPr bwMode="auto">
                                                    <a:xfrm>
                                                      <a:off x="1965" y="5644"/>
                                                      <a:ext cx="680" cy="713"/>
                                                      <a:chOff x="1980" y="4356"/>
                                                      <a:chExt cx="680" cy="713"/>
                                                    </a:xfrm>
                                                  </p:grpSpPr>
                                                  <p:grpSp>
                                                    <p:nvGrpSpPr>
                                                      <p:cNvPr id="107641" name="Group 249">
                                                        <a:extLst>
                                                          <a:ext uri="{FF2B5EF4-FFF2-40B4-BE49-F238E27FC236}">
                                                            <a16:creationId xmlns:a16="http://schemas.microsoft.com/office/drawing/2014/main" id="{410A126A-0C9D-6490-DA8A-5FFCA1F1D8A0}"/>
                                                          </a:ext>
                                                        </a:extLst>
                                                      </p:cNvPr>
                                                      <p:cNvGrpSpPr>
                                                        <a:grpSpLocks/>
                                                      </p:cNvGrpSpPr>
                                                      <p:nvPr/>
                                                    </p:nvGrpSpPr>
                                                    <p:grpSpPr bwMode="auto">
                                                      <a:xfrm>
                                                        <a:off x="1980" y="4363"/>
                                                        <a:ext cx="680" cy="706"/>
                                                        <a:chOff x="2028" y="3216"/>
                                                        <a:chExt cx="680" cy="706"/>
                                                      </a:xfrm>
                                                    </p:grpSpPr>
                                                    <p:grpSp>
                                                      <p:nvGrpSpPr>
                                                        <p:cNvPr id="107643" name="Group 250">
                                                          <a:extLst>
                                                            <a:ext uri="{FF2B5EF4-FFF2-40B4-BE49-F238E27FC236}">
                                                              <a16:creationId xmlns:a16="http://schemas.microsoft.com/office/drawing/2014/main" id="{874D1E5C-03D3-3525-554D-E8B34B6B5818}"/>
                                                            </a:ext>
                                                          </a:extLst>
                                                        </p:cNvPr>
                                                        <p:cNvGrpSpPr>
                                                          <a:grpSpLocks/>
                                                        </p:cNvGrpSpPr>
                                                        <p:nvPr/>
                                                      </p:nvGrpSpPr>
                                                      <p:grpSpPr bwMode="auto">
                                                        <a:xfrm>
                                                          <a:off x="2028" y="3242"/>
                                                          <a:ext cx="680" cy="680"/>
                                                          <a:chOff x="4679" y="3702"/>
                                                          <a:chExt cx="852" cy="850"/>
                                                        </a:xfrm>
                                                      </p:grpSpPr>
                                                      <p:sp>
                                                        <p:nvSpPr>
                                                          <p:cNvPr id="107645" name="Line 251">
                                                            <a:extLst>
                                                              <a:ext uri="{FF2B5EF4-FFF2-40B4-BE49-F238E27FC236}">
                                                                <a16:creationId xmlns:a16="http://schemas.microsoft.com/office/drawing/2014/main" id="{EA58C31A-ABA3-FC51-044C-96B7AAFD4A7A}"/>
                                                              </a:ext>
                                                            </a:extLst>
                                                          </p:cNvPr>
                                                          <p:cNvSpPr>
                                                            <a:spLocks noChangeShapeType="1"/>
                                                          </p:cNvSpPr>
                                                          <p:nvPr/>
                                                        </p:nvSpPr>
                                                        <p:spPr bwMode="auto">
                                                          <a:xfrm>
                                                            <a:off x="4680" y="3702"/>
                                                            <a:ext cx="850" cy="1"/>
                                                          </a:xfrm>
                                                          <a:prstGeom prst="line">
                                                            <a:avLst/>
                                                          </a:prstGeom>
                                                          <a:noFill/>
                                                          <a:ln w="9525">
                                                            <a:solidFill>
                                                              <a:srgbClr val="000000"/>
                                                            </a:solidFill>
                                                            <a:round/>
                                                            <a:headEnd/>
                                                            <a:tailEnd/>
                                                          </a:ln>
                                                          <a:extLst>
                                                            <a:ext uri="{909E8E84-426E-40DD-AFC4-6F175D3DCCD1}">
                                                              <a14:hiddenFill xmlns:a14="http://schemas.microsoft.com/office/drawing/2010/main">
                                                                <a:noFill/>
                                                              </a14:hiddenFill>
                                                            </a:ext>
                                                          </a:extLst>
                                                        </p:spPr>
                                                        <p:txBody>
                                                          <a:bodyPr/>
                                                          <a:lstStyle/>
                                                          <a:p>
                                                            <a:endParaRPr lang="zh-CN" altLang="en-US"/>
                                                          </a:p>
                                                        </p:txBody>
                                                      </p:sp>
                                                      <p:sp>
                                                        <p:nvSpPr>
                                                          <p:cNvPr id="107646" name="Line 252">
                                                            <a:extLst>
                                                              <a:ext uri="{FF2B5EF4-FFF2-40B4-BE49-F238E27FC236}">
                                                                <a16:creationId xmlns:a16="http://schemas.microsoft.com/office/drawing/2014/main" id="{D8817EB0-C60B-1DD2-0842-77F11E711F7C}"/>
                                                              </a:ext>
                                                            </a:extLst>
                                                          </p:cNvPr>
                                                          <p:cNvSpPr>
                                                            <a:spLocks noChangeShapeType="1"/>
                                                          </p:cNvSpPr>
                                                          <p:nvPr/>
                                                        </p:nvSpPr>
                                                        <p:spPr bwMode="auto">
                                                          <a:xfrm>
                                                            <a:off x="4680" y="3984"/>
                                                            <a:ext cx="850" cy="1"/>
                                                          </a:xfrm>
                                                          <a:prstGeom prst="line">
                                                            <a:avLst/>
                                                          </a:prstGeom>
                                                          <a:noFill/>
                                                          <a:ln w="9525">
                                                            <a:solidFill>
                                                              <a:srgbClr val="000000"/>
                                                            </a:solidFill>
                                                            <a:round/>
                                                            <a:headEnd/>
                                                            <a:tailEnd/>
                                                          </a:ln>
                                                          <a:extLst>
                                                            <a:ext uri="{909E8E84-426E-40DD-AFC4-6F175D3DCCD1}">
                                                              <a14:hiddenFill xmlns:a14="http://schemas.microsoft.com/office/drawing/2010/main">
                                                                <a:noFill/>
                                                              </a14:hiddenFill>
                                                            </a:ext>
                                                          </a:extLst>
                                                        </p:spPr>
                                                        <p:txBody>
                                                          <a:bodyPr/>
                                                          <a:lstStyle/>
                                                          <a:p>
                                                            <a:endParaRPr lang="zh-CN" altLang="en-US"/>
                                                          </a:p>
                                                        </p:txBody>
                                                      </p:sp>
                                                      <p:sp>
                                                        <p:nvSpPr>
                                                          <p:cNvPr id="107647" name="Line 253">
                                                            <a:extLst>
                                                              <a:ext uri="{FF2B5EF4-FFF2-40B4-BE49-F238E27FC236}">
                                                                <a16:creationId xmlns:a16="http://schemas.microsoft.com/office/drawing/2014/main" id="{1ADB0C8C-CC63-FE3E-E976-1EE74A5C5DE6}"/>
                                                              </a:ext>
                                                            </a:extLst>
                                                          </p:cNvPr>
                                                          <p:cNvSpPr>
                                                            <a:spLocks noChangeShapeType="1"/>
                                                          </p:cNvSpPr>
                                                          <p:nvPr/>
                                                        </p:nvSpPr>
                                                        <p:spPr bwMode="auto">
                                                          <a:xfrm>
                                                            <a:off x="4680" y="4268"/>
                                                            <a:ext cx="850" cy="1"/>
                                                          </a:xfrm>
                                                          <a:prstGeom prst="line">
                                                            <a:avLst/>
                                                          </a:prstGeom>
                                                          <a:noFill/>
                                                          <a:ln w="9525">
                                                            <a:solidFill>
                                                              <a:srgbClr val="000000"/>
                                                            </a:solidFill>
                                                            <a:round/>
                                                            <a:headEnd/>
                                                            <a:tailEnd/>
                                                          </a:ln>
                                                          <a:extLst>
                                                            <a:ext uri="{909E8E84-426E-40DD-AFC4-6F175D3DCCD1}">
                                                              <a14:hiddenFill xmlns:a14="http://schemas.microsoft.com/office/drawing/2010/main">
                                                                <a:noFill/>
                                                              </a14:hiddenFill>
                                                            </a:ext>
                                                          </a:extLst>
                                                        </p:spPr>
                                                        <p:txBody>
                                                          <a:bodyPr/>
                                                          <a:lstStyle/>
                                                          <a:p>
                                                            <a:endParaRPr lang="zh-CN" altLang="en-US"/>
                                                          </a:p>
                                                        </p:txBody>
                                                      </p:sp>
                                                      <p:sp>
                                                        <p:nvSpPr>
                                                          <p:cNvPr id="107648" name="Line 254">
                                                            <a:extLst>
                                                              <a:ext uri="{FF2B5EF4-FFF2-40B4-BE49-F238E27FC236}">
                                                                <a16:creationId xmlns:a16="http://schemas.microsoft.com/office/drawing/2014/main" id="{8978BE95-8A69-D77F-DFDC-D378D50840C9}"/>
                                                              </a:ext>
                                                            </a:extLst>
                                                          </p:cNvPr>
                                                          <p:cNvSpPr>
                                                            <a:spLocks noChangeShapeType="1"/>
                                                          </p:cNvSpPr>
                                                          <p:nvPr/>
                                                        </p:nvSpPr>
                                                        <p:spPr bwMode="auto">
                                                          <a:xfrm>
                                                            <a:off x="4680" y="4551"/>
                                                            <a:ext cx="850" cy="1"/>
                                                          </a:xfrm>
                                                          <a:prstGeom prst="line">
                                                            <a:avLst/>
                                                          </a:prstGeom>
                                                          <a:noFill/>
                                                          <a:ln w="9525">
                                                            <a:solidFill>
                                                              <a:srgbClr val="000000"/>
                                                            </a:solidFill>
                                                            <a:round/>
                                                            <a:headEnd/>
                                                            <a:tailEnd/>
                                                          </a:ln>
                                                          <a:extLst>
                                                            <a:ext uri="{909E8E84-426E-40DD-AFC4-6F175D3DCCD1}">
                                                              <a14:hiddenFill xmlns:a14="http://schemas.microsoft.com/office/drawing/2010/main">
                                                                <a:noFill/>
                                                              </a14:hiddenFill>
                                                            </a:ext>
                                                          </a:extLst>
                                                        </p:spPr>
                                                        <p:txBody>
                                                          <a:bodyPr/>
                                                          <a:lstStyle/>
                                                          <a:p>
                                                            <a:endParaRPr lang="zh-CN" altLang="en-US"/>
                                                          </a:p>
                                                        </p:txBody>
                                                      </p:sp>
                                                      <p:sp>
                                                        <p:nvSpPr>
                                                          <p:cNvPr id="107649" name="Line 255">
                                                            <a:extLst>
                                                              <a:ext uri="{FF2B5EF4-FFF2-40B4-BE49-F238E27FC236}">
                                                                <a16:creationId xmlns:a16="http://schemas.microsoft.com/office/drawing/2014/main" id="{3390032F-9C6B-C3F4-ACD8-8015BBE4CBBD}"/>
                                                              </a:ext>
                                                            </a:extLst>
                                                          </p:cNvPr>
                                                          <p:cNvSpPr>
                                                            <a:spLocks noChangeShapeType="1"/>
                                                          </p:cNvSpPr>
                                                          <p:nvPr/>
                                                        </p:nvSpPr>
                                                        <p:spPr bwMode="auto">
                                                          <a:xfrm>
                                                            <a:off x="4679" y="3702"/>
                                                            <a:ext cx="1" cy="850"/>
                                                          </a:xfrm>
                                                          <a:prstGeom prst="line">
                                                            <a:avLst/>
                                                          </a:prstGeom>
                                                          <a:noFill/>
                                                          <a:ln w="9525">
                                                            <a:solidFill>
                                                              <a:srgbClr val="000000"/>
                                                            </a:solidFill>
                                                            <a:round/>
                                                            <a:headEnd/>
                                                            <a:tailEnd/>
                                                          </a:ln>
                                                          <a:extLst>
                                                            <a:ext uri="{909E8E84-426E-40DD-AFC4-6F175D3DCCD1}">
                                                              <a14:hiddenFill xmlns:a14="http://schemas.microsoft.com/office/drawing/2010/main">
                                                                <a:noFill/>
                                                              </a14:hiddenFill>
                                                            </a:ext>
                                                          </a:extLst>
                                                        </p:spPr>
                                                        <p:txBody>
                                                          <a:bodyPr/>
                                                          <a:lstStyle/>
                                                          <a:p>
                                                            <a:endParaRPr lang="zh-CN" altLang="en-US"/>
                                                          </a:p>
                                                        </p:txBody>
                                                      </p:sp>
                                                      <p:sp>
                                                        <p:nvSpPr>
                                                          <p:cNvPr id="107650" name="Line 256">
                                                            <a:extLst>
                                                              <a:ext uri="{FF2B5EF4-FFF2-40B4-BE49-F238E27FC236}">
                                                                <a16:creationId xmlns:a16="http://schemas.microsoft.com/office/drawing/2014/main" id="{CFB95F19-FD26-8CAA-FA48-5207692FDCD4}"/>
                                                              </a:ext>
                                                            </a:extLst>
                                                          </p:cNvPr>
                                                          <p:cNvSpPr>
                                                            <a:spLocks noChangeShapeType="1"/>
                                                          </p:cNvSpPr>
                                                          <p:nvPr/>
                                                        </p:nvSpPr>
                                                        <p:spPr bwMode="auto">
                                                          <a:xfrm>
                                                            <a:off x="4963" y="3702"/>
                                                            <a:ext cx="1" cy="850"/>
                                                          </a:xfrm>
                                                          <a:prstGeom prst="line">
                                                            <a:avLst/>
                                                          </a:prstGeom>
                                                          <a:noFill/>
                                                          <a:ln w="9525">
                                                            <a:solidFill>
                                                              <a:srgbClr val="000000"/>
                                                            </a:solidFill>
                                                            <a:round/>
                                                            <a:headEnd/>
                                                            <a:tailEnd/>
                                                          </a:ln>
                                                          <a:extLst>
                                                            <a:ext uri="{909E8E84-426E-40DD-AFC4-6F175D3DCCD1}">
                                                              <a14:hiddenFill xmlns:a14="http://schemas.microsoft.com/office/drawing/2010/main">
                                                                <a:noFill/>
                                                              </a14:hiddenFill>
                                                            </a:ext>
                                                          </a:extLst>
                                                        </p:spPr>
                                                        <p:txBody>
                                                          <a:bodyPr/>
                                                          <a:lstStyle/>
                                                          <a:p>
                                                            <a:endParaRPr lang="zh-CN" altLang="en-US"/>
                                                          </a:p>
                                                        </p:txBody>
                                                      </p:sp>
                                                      <p:sp>
                                                        <p:nvSpPr>
                                                          <p:cNvPr id="107651" name="Line 257">
                                                            <a:extLst>
                                                              <a:ext uri="{FF2B5EF4-FFF2-40B4-BE49-F238E27FC236}">
                                                                <a16:creationId xmlns:a16="http://schemas.microsoft.com/office/drawing/2014/main" id="{48895472-D5FE-FFC9-12D3-99A5B6016A65}"/>
                                                              </a:ext>
                                                            </a:extLst>
                                                          </p:cNvPr>
                                                          <p:cNvSpPr>
                                                            <a:spLocks noChangeShapeType="1"/>
                                                          </p:cNvSpPr>
                                                          <p:nvPr/>
                                                        </p:nvSpPr>
                                                        <p:spPr bwMode="auto">
                                                          <a:xfrm>
                                                            <a:off x="5246" y="3702"/>
                                                            <a:ext cx="1" cy="850"/>
                                                          </a:xfrm>
                                                          <a:prstGeom prst="line">
                                                            <a:avLst/>
                                                          </a:prstGeom>
                                                          <a:noFill/>
                                                          <a:ln w="9525">
                                                            <a:solidFill>
                                                              <a:srgbClr val="000000"/>
                                                            </a:solidFill>
                                                            <a:round/>
                                                            <a:headEnd/>
                                                            <a:tailEnd/>
                                                          </a:ln>
                                                          <a:extLst>
                                                            <a:ext uri="{909E8E84-426E-40DD-AFC4-6F175D3DCCD1}">
                                                              <a14:hiddenFill xmlns:a14="http://schemas.microsoft.com/office/drawing/2010/main">
                                                                <a:noFill/>
                                                              </a14:hiddenFill>
                                                            </a:ext>
                                                          </a:extLst>
                                                        </p:spPr>
                                                        <p:txBody>
                                                          <a:bodyPr/>
                                                          <a:lstStyle/>
                                                          <a:p>
                                                            <a:endParaRPr lang="zh-CN" altLang="en-US"/>
                                                          </a:p>
                                                        </p:txBody>
                                                      </p:sp>
                                                      <p:sp>
                                                        <p:nvSpPr>
                                                          <p:cNvPr id="107652" name="Line 258">
                                                            <a:extLst>
                                                              <a:ext uri="{FF2B5EF4-FFF2-40B4-BE49-F238E27FC236}">
                                                                <a16:creationId xmlns:a16="http://schemas.microsoft.com/office/drawing/2014/main" id="{D2079F20-FC02-0D0C-E149-8109944A6EBC}"/>
                                                              </a:ext>
                                                            </a:extLst>
                                                          </p:cNvPr>
                                                          <p:cNvSpPr>
                                                            <a:spLocks noChangeShapeType="1"/>
                                                          </p:cNvSpPr>
                                                          <p:nvPr/>
                                                        </p:nvSpPr>
                                                        <p:spPr bwMode="auto">
                                                          <a:xfrm>
                                                            <a:off x="5530" y="3702"/>
                                                            <a:ext cx="1" cy="850"/>
                                                          </a:xfrm>
                                                          <a:prstGeom prst="line">
                                                            <a:avLst/>
                                                          </a:prstGeom>
                                                          <a:noFill/>
                                                          <a:ln w="9525">
                                                            <a:solidFill>
                                                              <a:srgbClr val="000000"/>
                                                            </a:solidFill>
                                                            <a:round/>
                                                            <a:headEnd/>
                                                            <a:tailEnd/>
                                                          </a:ln>
                                                          <a:extLst>
                                                            <a:ext uri="{909E8E84-426E-40DD-AFC4-6F175D3DCCD1}">
                                                              <a14:hiddenFill xmlns:a14="http://schemas.microsoft.com/office/drawing/2010/main">
                                                                <a:noFill/>
                                                              </a14:hiddenFill>
                                                            </a:ext>
                                                          </a:extLst>
                                                        </p:spPr>
                                                        <p:txBody>
                                                          <a:bodyPr/>
                                                          <a:lstStyle/>
                                                          <a:p>
                                                            <a:endParaRPr lang="zh-CN" altLang="en-US"/>
                                                          </a:p>
                                                        </p:txBody>
                                                      </p:sp>
                                                    </p:grpSp>
                                                    <p:sp>
                                                      <p:nvSpPr>
                                                        <p:cNvPr id="107644" name="Text Box 259">
                                                          <a:extLst>
                                                            <a:ext uri="{FF2B5EF4-FFF2-40B4-BE49-F238E27FC236}">
                                                              <a16:creationId xmlns:a16="http://schemas.microsoft.com/office/drawing/2014/main" id="{49A02DD0-F3FF-B226-40F3-2D2F4211956C}"/>
                                                            </a:ext>
                                                          </a:extLst>
                                                        </p:cNvPr>
                                                        <p:cNvSpPr txBox="1">
                                                          <a:spLocks noChangeArrowheads="1"/>
                                                        </p:cNvSpPr>
                                                        <p:nvPr/>
                                                      </p:nvSpPr>
                                                      <p:spPr bwMode="auto">
                                                        <a:xfrm>
                                                          <a:off x="2070" y="3216"/>
                                                          <a:ext cx="179" cy="283"/>
                                                        </a:xfrm>
                                                        <a:prstGeom prst="rect">
                                                          <a:avLst/>
                                                        </a:prstGeom>
                                                        <a:solidFill>
                                                          <a:srgbClr val="FFFFFF">
                                                            <a:alpha val="0"/>
                                                          </a:srgbClr>
                                                        </a:solidFill>
                                                        <a:ln>
                                                          <a:noFill/>
                                                        </a:ln>
                                                        <a:extLst>
                                                          <a:ext uri="{91240B29-F687-4F45-9708-019B960494DF}">
                                                            <a14:hiddenLine xmlns:a14="http://schemas.microsoft.com/office/drawing/2010/main" w="9525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miter lim="800000"/>
                                                              <a:headEnd/>
                                                              <a:tailEnd/>
                                                            </a14:hiddenLine>
                                                          </a:ext>
                                                        </a:extLst>
                                                      </p:spPr>
                                                      <p:txBody>
                                                        <a:bodyPr lIns="0" tIns="0" rIns="0" bIns="0"/>
                                                        <a:lstStyle>
                                                          <a:lvl1pPr latinLnBrk="1">
                                                            <a:spcBef>
                                                              <a:spcPct val="20000"/>
                                                            </a:spcBef>
                                                            <a:buChar char="•"/>
                                                            <a:defRPr kumimoji="1" sz="3200">
                                                              <a:solidFill>
                                                                <a:schemeClr val="tx1"/>
                                                              </a:solidFill>
                                                              <a:latin typeface="黑体" panose="02010609060101010101" pitchFamily="49" charset="-122"/>
                                                              <a:ea typeface="黑体" panose="02010609060101010101" pitchFamily="49" charset="-122"/>
                                                              <a:cs typeface="黑体" panose="02010609060101010101" pitchFamily="49" charset="-122"/>
                                                            </a:defRPr>
                                                          </a:lvl1pPr>
                                                          <a:lvl2pPr marL="742950" indent="-285750" latinLnBrk="1">
                                                            <a:spcBef>
                                                              <a:spcPct val="20000"/>
                                                            </a:spcBef>
                                                            <a:buChar char="•"/>
                                                            <a:defRPr kumimoji="1" sz="2000">
                                                              <a:solidFill>
                                                                <a:schemeClr val="tx1"/>
                                                              </a:solidFill>
                                                              <a:latin typeface="-윤체M" panose="020B0604020202020204" pitchFamily="34" charset="0"/>
                                                              <a:ea typeface="黑体" panose="02010609060101010101" pitchFamily="49" charset="-122"/>
                                                              <a:cs typeface="黑体" panose="02010609060101010101" pitchFamily="49" charset="-122"/>
                                                            </a:defRPr>
                                                          </a:lvl2pPr>
                                                          <a:lvl3pPr marL="1143000" indent="-228600" latinLnBrk="1">
                                                            <a:spcBef>
                                                              <a:spcPct val="20000"/>
                                                            </a:spcBef>
                                                            <a:buChar char="•"/>
                                                            <a:defRPr kumimoji="1">
                                                              <a:solidFill>
                                                                <a:schemeClr val="tx1"/>
                                                              </a:solidFill>
                                                              <a:latin typeface="-윤체M" panose="020B0604020202020204" pitchFamily="34" charset="0"/>
                                                              <a:ea typeface="黑体" panose="02010609060101010101" pitchFamily="49" charset="-122"/>
                                                              <a:cs typeface="黑体" panose="02010609060101010101" pitchFamily="49" charset="-122"/>
                                                            </a:defRPr>
                                                          </a:lvl3pPr>
                                                          <a:lvl4pPr marL="1600200" indent="-228600" latinLnBrk="1">
                                                            <a:spcBef>
                                                              <a:spcPct val="20000"/>
                                                            </a:spcBef>
                                                            <a:buChar char="•"/>
                                                            <a:defRPr kumimoji="1" sz="1600">
                                                              <a:solidFill>
                                                                <a:schemeClr val="tx1"/>
                                                              </a:solidFill>
                                                              <a:latin typeface="-윤체M" panose="020B0604020202020204" pitchFamily="34" charset="0"/>
                                                              <a:ea typeface="黑体" panose="02010609060101010101" pitchFamily="49" charset="-122"/>
                                                              <a:cs typeface="黑体" panose="02010609060101010101" pitchFamily="49" charset="-122"/>
                                                            </a:defRPr>
                                                          </a:lvl4pPr>
                                                          <a:lvl5pPr marL="2057400" indent="-228600" latinLnBrk="1">
                                                            <a:spcBef>
                                                              <a:spcPct val="20000"/>
                                                            </a:spcBef>
                                                            <a:buChar char="•"/>
                                                            <a:defRPr kumimoji="1" sz="1400">
                                                              <a:solidFill>
                                                                <a:schemeClr val="tx1"/>
                                                              </a:solidFill>
                                                              <a:latin typeface="-윤체M" panose="020B0604020202020204" pitchFamily="34" charset="0"/>
                                                              <a:ea typeface="黑体" panose="02010609060101010101" pitchFamily="49" charset="-122"/>
                                                              <a:cs typeface="黑体" panose="02010609060101010101" pitchFamily="49" charset="-122"/>
                                                            </a:defRPr>
                                                          </a:lvl5pPr>
                                                          <a:lvl6pPr marL="2514600" indent="-228600" eaLnBrk="0" fontAlgn="base" latinLnBrk="1" hangingPunct="0">
                                                            <a:spcBef>
                                                              <a:spcPct val="20000"/>
                                                            </a:spcBef>
                                                            <a:spcAft>
                                                              <a:spcPct val="0"/>
                                                            </a:spcAft>
                                                            <a:buChar char="•"/>
                                                            <a:defRPr kumimoji="1" sz="1400">
                                                              <a:solidFill>
                                                                <a:schemeClr val="tx1"/>
                                                              </a:solidFill>
                                                              <a:latin typeface="-윤체M" panose="020B0604020202020204" pitchFamily="34" charset="0"/>
                                                              <a:ea typeface="黑体" panose="02010609060101010101" pitchFamily="49" charset="-122"/>
                                                              <a:cs typeface="黑体" panose="02010609060101010101" pitchFamily="49" charset="-122"/>
                                                            </a:defRPr>
                                                          </a:lvl6pPr>
                                                          <a:lvl7pPr marL="2971800" indent="-228600" eaLnBrk="0" fontAlgn="base" latinLnBrk="1" hangingPunct="0">
                                                            <a:spcBef>
                                                              <a:spcPct val="20000"/>
                                                            </a:spcBef>
                                                            <a:spcAft>
                                                              <a:spcPct val="0"/>
                                                            </a:spcAft>
                                                            <a:buChar char="•"/>
                                                            <a:defRPr kumimoji="1" sz="1400">
                                                              <a:solidFill>
                                                                <a:schemeClr val="tx1"/>
                                                              </a:solidFill>
                                                              <a:latin typeface="-윤체M" panose="020B0604020202020204" pitchFamily="34" charset="0"/>
                                                              <a:ea typeface="黑体" panose="02010609060101010101" pitchFamily="49" charset="-122"/>
                                                              <a:cs typeface="黑体" panose="02010609060101010101" pitchFamily="49" charset="-122"/>
                                                            </a:defRPr>
                                                          </a:lvl7pPr>
                                                          <a:lvl8pPr marL="3429000" indent="-228600" eaLnBrk="0" fontAlgn="base" latinLnBrk="1" hangingPunct="0">
                                                            <a:spcBef>
                                                              <a:spcPct val="20000"/>
                                                            </a:spcBef>
                                                            <a:spcAft>
                                                              <a:spcPct val="0"/>
                                                            </a:spcAft>
                                                            <a:buChar char="•"/>
                                                            <a:defRPr kumimoji="1" sz="1400">
                                                              <a:solidFill>
                                                                <a:schemeClr val="tx1"/>
                                                              </a:solidFill>
                                                              <a:latin typeface="-윤체M" panose="020B0604020202020204" pitchFamily="34" charset="0"/>
                                                              <a:ea typeface="黑体" panose="02010609060101010101" pitchFamily="49" charset="-122"/>
                                                              <a:cs typeface="黑体" panose="02010609060101010101" pitchFamily="49" charset="-122"/>
                                                            </a:defRPr>
                                                          </a:lvl8pPr>
                                                          <a:lvl9pPr marL="3886200" indent="-228600" eaLnBrk="0" fontAlgn="base" latinLnBrk="1" hangingPunct="0">
                                                            <a:spcBef>
                                                              <a:spcPct val="20000"/>
                                                            </a:spcBef>
                                                            <a:spcAft>
                                                              <a:spcPct val="0"/>
                                                            </a:spcAft>
                                                            <a:buChar char="•"/>
                                                            <a:defRPr kumimoji="1" sz="1400">
                                                              <a:solidFill>
                                                                <a:schemeClr val="tx1"/>
                                                              </a:solidFill>
                                                              <a:latin typeface="-윤체M" panose="020B0604020202020204" pitchFamily="34" charset="0"/>
                                                              <a:ea typeface="黑体" panose="02010609060101010101" pitchFamily="49" charset="-122"/>
                                                              <a:cs typeface="黑体" panose="02010609060101010101" pitchFamily="49" charset="-122"/>
                                                            </a:defRPr>
                                                          </a:lvl9pPr>
                                                        </a:lstStyle>
                                                        <a:p>
                                                          <a:pPr algn="just" eaLnBrk="1" hangingPunct="1">
                                                            <a:spcBef>
                                                              <a:spcPct val="0"/>
                                                            </a:spcBef>
                                                            <a:buFontTx/>
                                                            <a:buNone/>
                                                          </a:pPr>
                                                          <a:r>
                                                            <a:rPr lang="en-US" altLang="zh-CN" sz="1000" i="0">
                                                              <a:latin typeface="Times New Roman" panose="02020603050405020304" pitchFamily="18" charset="0"/>
                                                              <a:ea typeface="宋体" panose="02010600030101010101" pitchFamily="2" charset="-122"/>
                                                            </a:rPr>
                                                            <a:t>X</a:t>
                                                          </a:r>
                                                          <a:endParaRPr lang="en-US" altLang="zh-CN" sz="2800" i="0">
                                                            <a:latin typeface="Gulim" panose="020B0600000101010101" pitchFamily="34" charset="-127"/>
                                                            <a:ea typeface="Gulim" panose="020B0600000101010101" pitchFamily="34" charset="-127"/>
                                                          </a:endParaRPr>
                                                        </a:p>
                                                      </p:txBody>
                                                    </p:sp>
                                                  </p:grpSp>
                                                  <p:sp>
                                                    <p:nvSpPr>
                                                      <p:cNvPr id="107642" name="Text Box 260">
                                                        <a:extLst>
                                                          <a:ext uri="{FF2B5EF4-FFF2-40B4-BE49-F238E27FC236}">
                                                            <a16:creationId xmlns:a16="http://schemas.microsoft.com/office/drawing/2014/main" id="{C2C701E7-6419-8FB5-F25E-695A27EED640}"/>
                                                          </a:ext>
                                                        </a:extLst>
                                                      </p:cNvPr>
                                                      <p:cNvSpPr txBox="1">
                                                        <a:spLocks noChangeArrowheads="1"/>
                                                      </p:cNvSpPr>
                                                      <p:nvPr/>
                                                    </p:nvSpPr>
                                                    <p:spPr bwMode="auto">
                                                      <a:xfrm>
                                                        <a:off x="2250" y="4356"/>
                                                        <a:ext cx="179" cy="283"/>
                                                      </a:xfrm>
                                                      <a:prstGeom prst="rect">
                                                        <a:avLst/>
                                                      </a:prstGeom>
                                                      <a:solidFill>
                                                        <a:srgbClr val="FFFFFF">
                                                          <a:alpha val="0"/>
                                                        </a:srgbClr>
                                                      </a:solidFill>
                                                      <a:ln>
                                                        <a:noFill/>
                                                      </a:ln>
                                                      <a:extLst>
                                                        <a:ext uri="{91240B29-F687-4F45-9708-019B960494DF}">
                                                          <a14:hiddenLine xmlns:a14="http://schemas.microsoft.com/office/drawing/2010/main" w="9525">
                                                            <a:solidFill>
                                                              <a:srgbClr val="000000"/>
                                                            </a:solidFill>
                                                            <a:miter lim="800000"/>
                                                            <a:headEnd/>
                                                            <a:tailEnd/>
                                                          </a14:hiddenLine>
                                                        </a:ext>
                                                      </a:extLst>
                                                    </p:spPr>
                                                    <p:txBody>
                                                      <a:bodyPr lIns="0" tIns="0" rIns="0" bIns="0"/>
                                                      <a:lstStyle>
                                                        <a:lvl1pPr latinLnBrk="1">
                                                          <a:spcBef>
                                                            <a:spcPct val="20000"/>
                                                          </a:spcBef>
                                                          <a:buChar char="•"/>
                                                          <a:defRPr kumimoji="1" sz="320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黑体" panose="02010609060101010101" pitchFamily="49" charset="-122"/>
                                                            <a:ea typeface="黑体" panose="02010609060101010101" pitchFamily="49" charset="-122"/>
                                                            <a:cs typeface="黑体" panose="02010609060101010101" pitchFamily="49" charset="-122"/>
                                                          </a:defRPr>
                                                        </a:lvl1pPr>
                                                        <a:lvl2pPr marL="742950" indent="-285750" latinLnBrk="1">
                                                          <a:spcBef>
                                                            <a:spcPct val="20000"/>
                                                          </a:spcBef>
                                                          <a:buChar char="•"/>
                                                          <a:defRPr kumimoji="1" sz="200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-윤체M" panose="020B0604020202020204" pitchFamily="34" charset="0"/>
                                                            <a:ea typeface="黑体" panose="02010609060101010101" pitchFamily="49" charset="-122"/>
                                                            <a:cs typeface="黑体" panose="02010609060101010101" pitchFamily="49" charset="-122"/>
                                                          </a:defRPr>
                                                        </a:lvl2pPr>
                                                        <a:lvl3pPr marL="1143000" indent="-228600" latinLnBrk="1">
                                                          <a:spcBef>
                                                            <a:spcPct val="20000"/>
                                                          </a:spcBef>
                                                          <a:buChar char="•"/>
                                                          <a:defRPr kumimoji="1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-윤체M" panose="020B0604020202020204" pitchFamily="34" charset="0"/>
                                                            <a:ea typeface="黑体" panose="02010609060101010101" pitchFamily="49" charset="-122"/>
                                                            <a:cs typeface="黑体" panose="02010609060101010101" pitchFamily="49" charset="-122"/>
                                                          </a:defRPr>
                                                        </a:lvl3pPr>
                                                        <a:lvl4pPr marL="1600200" indent="-228600" latinLnBrk="1">
                                                          <a:spcBef>
                                                            <a:spcPct val="20000"/>
                                                          </a:spcBef>
                                                          <a:buChar char="•"/>
                                                          <a:defRPr kumimoji="1" sz="160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-윤체M" panose="020B0604020202020204" pitchFamily="34" charset="0"/>
                                                            <a:ea typeface="黑体" panose="02010609060101010101" pitchFamily="49" charset="-122"/>
                                                            <a:cs typeface="黑体" panose="02010609060101010101" pitchFamily="49" charset="-122"/>
                                                          </a:defRPr>
                                                        </a:lvl4pPr>
                                                        <a:lvl5pPr marL="2057400" indent="-228600" latinLnBrk="1">
                                                          <a:spcBef>
                                                            <a:spcPct val="20000"/>
                                                          </a:spcBef>
                                                          <a:buChar char="•"/>
                                                          <a:defRPr kumimoji="1" sz="140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-윤체M" panose="020B0604020202020204" pitchFamily="34" charset="0"/>
                                                            <a:ea typeface="黑体" panose="02010609060101010101" pitchFamily="49" charset="-122"/>
                                                            <a:cs typeface="黑体" panose="02010609060101010101" pitchFamily="49" charset="-122"/>
                                                          </a:defRPr>
                                                        </a:lvl5pPr>
                                                        <a:lvl6pPr marL="2514600" indent="-228600" eaLnBrk="0" fontAlgn="base" latinLnBrk="1" hangingPunct="0">
                                                          <a:spcBef>
                                                            <a:spcPct val="20000"/>
                                                          </a:spcBef>
                                                          <a:spcAft>
                                                            <a:spcPct val="0"/>
                                                          </a:spcAft>
                                                          <a:buChar char="•"/>
                                                          <a:defRPr kumimoji="1" sz="140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-윤체M" panose="020B0604020202020204" pitchFamily="34" charset="0"/>
                                                            <a:ea typeface="黑体" panose="02010609060101010101" pitchFamily="49" charset="-122"/>
                                                            <a:cs typeface="黑体" panose="02010609060101010101" pitchFamily="49" charset="-122"/>
                                                          </a:defRPr>
                                                        </a:lvl6pPr>
                                                        <a:lvl7pPr marL="2971800" indent="-228600" eaLnBrk="0" fontAlgn="base" latinLnBrk="1" hangingPunct="0">
                                                          <a:spcBef>
                                                            <a:spcPct val="20000"/>
                                                          </a:spcBef>
                                                          <a:spcAft>
                                                            <a:spcPct val="0"/>
                                                          </a:spcAft>
                                                          <a:buChar char="•"/>
                                                          <a:defRPr kumimoji="1" sz="140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-윤체M" panose="020B0604020202020204" pitchFamily="34" charset="0"/>
                                                            <a:ea typeface="黑体" panose="02010609060101010101" pitchFamily="49" charset="-122"/>
                                                            <a:cs typeface="黑体" panose="02010609060101010101" pitchFamily="49" charset="-122"/>
                                                          </a:defRPr>
                                                        </a:lvl7pPr>
                                                        <a:lvl8pPr marL="3429000" indent="-228600" eaLnBrk="0" fontAlgn="base" latinLnBrk="1" hangingPunct="0">
                                                          <a:spcBef>
                                                            <a:spcPct val="20000"/>
                                                          </a:spcBef>
                                                          <a:spcAft>
                                                            <a:spcPct val="0"/>
                                                          </a:spcAft>
                                                          <a:buChar char="•"/>
                                                          <a:defRPr kumimoji="1" sz="140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-윤체M" panose="020B0604020202020204" pitchFamily="34" charset="0"/>
                                                            <a:ea typeface="黑体" panose="02010609060101010101" pitchFamily="49" charset="-122"/>
                                                            <a:cs typeface="黑体" panose="02010609060101010101" pitchFamily="49" charset="-122"/>
                                                          </a:defRPr>
                                                        </a:lvl8pPr>
                                                        <a:lvl9pPr marL="3886200" indent="-228600" eaLnBrk="0" fontAlgn="base" latinLnBrk="1" hangingPunct="0">
                                                          <a:spcBef>
                                                            <a:spcPct val="20000"/>
                                                          </a:spcBef>
                                                          <a:spcAft>
                                                            <a:spcPct val="0"/>
                                                          </a:spcAft>
                                                          <a:buChar char="•"/>
                                                          <a:defRPr kumimoji="1" sz="140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-윤체M" panose="020B0604020202020204" pitchFamily="34" charset="0"/>
                                                            <a:ea typeface="黑体" panose="02010609060101010101" pitchFamily="49" charset="-122"/>
                                                            <a:cs typeface="黑体" panose="02010609060101010101" pitchFamily="49" charset="-122"/>
                                                          </a:defRPr>
                                                        </a:lvl9pPr>
                                                      </a:lstStyle>
                                                      <a:p>
                                                        <a:pPr algn="just" eaLnBrk="1" hangingPunct="1">
                                                          <a:spcBef>
                                                            <a:spcPct val="0"/>
                                                          </a:spcBef>
                                                          <a:buFontTx/>
                                                          <a:buNone/>
                                                        </a:pPr>
                                                        <a:r>
                                                          <a:rPr lang="en-US" altLang="zh-CN" sz="1000" i="0">
                                                            <a:latin typeface="Times New Roman" panose="02020603050405020304" pitchFamily="18" charset="0"/>
                                                            <a:ea typeface="宋体" panose="02010600030101010101" pitchFamily="2" charset="-122"/>
                                                          </a:rPr>
                                                          <a:t>O</a:t>
                                                        </a:r>
                                                        <a:endParaRPr lang="en-US" altLang="zh-CN" sz="2800" i="0">
                                                          <a:latin typeface="Gulim" panose="020B0600000101010101" pitchFamily="34" charset="-127"/>
                                                          <a:ea typeface="Gulim" panose="020B0600000101010101" pitchFamily="34" charset="-127"/>
                                                        </a:endParaRPr>
                                                      </a:p>
                                                    </p:txBody>
                                                  </p:sp>
                                                </p:grpSp>
                                                <p:sp>
                                                  <p:nvSpPr>
                                                    <p:cNvPr id="107640" name="Text Box 261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13C7EAB8-21B4-6AEE-B1FF-ACC38DCC2ACC}"/>
                                                        </a:ext>
                                                      </a:extLst>
                                                    </p:cNvPr>
                                                    <p:cNvSpPr txBox="1">
                                                      <a:spLocks noChangeArrowheads="1"/>
                                                    </p:cNvSpPr>
                                                    <p:nvPr/>
                                                  </p:nvSpPr>
                                                  <p:spPr bwMode="auto">
                                                    <a:xfrm>
                                                      <a:off x="2461" y="5651"/>
                                                      <a:ext cx="179" cy="283"/>
                                                    </a:xfrm>
                                                    <a:prstGeom prst="rect">
                                                      <a:avLst/>
                                                    </a:prstGeom>
                                                    <a:solidFill>
                                                      <a:srgbClr val="FFFFFF">
                                                        <a:alpha val="0"/>
                                                      </a:srgbClr>
                                                    </a:solidFill>
                                                    <a:ln>
                                                      <a:noFill/>
                                                    </a:ln>
                                                    <a:extLst>
                                                      <a:ext uri="{91240B29-F687-4F45-9708-019B960494DF}">
                                                        <a14:hiddenLine xmlns:a14="http://schemas.microsoft.com/office/drawing/2010/main" w="9525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miter lim="800000"/>
                                                          <a:headEnd/>
                                                          <a:tailEnd/>
                                                        </a14:hiddenLine>
                                                      </a:ext>
                                                    </a:extLst>
                                                  </p:spPr>
                                                  <p:txBody>
                                                    <a:bodyPr lIns="0" tIns="0" rIns="0" bIns="0"/>
                                                    <a:lstStyle>
                                                      <a:lvl1pPr latinLnBrk="1">
                                                        <a:spcBef>
                                                          <a:spcPct val="20000"/>
                                                        </a:spcBef>
                                                        <a:buChar char="•"/>
                                                        <a:defRPr kumimoji="1" sz="320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黑体" panose="02010609060101010101" pitchFamily="49" charset="-122"/>
                                                          <a:ea typeface="黑体" panose="02010609060101010101" pitchFamily="49" charset="-122"/>
                                                          <a:cs typeface="黑体" panose="02010609060101010101" pitchFamily="49" charset="-122"/>
                                                        </a:defRPr>
                                                      </a:lvl1pPr>
                                                      <a:lvl2pPr marL="742950" indent="-285750" latinLnBrk="1">
                                                        <a:spcBef>
                                                          <a:spcPct val="20000"/>
                                                        </a:spcBef>
                                                        <a:buChar char="•"/>
                                                        <a:defRPr kumimoji="1" sz="200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-윤체M" panose="020B0604020202020204" pitchFamily="34" charset="0"/>
                                                          <a:ea typeface="黑体" panose="02010609060101010101" pitchFamily="49" charset="-122"/>
                                                          <a:cs typeface="黑体" panose="02010609060101010101" pitchFamily="49" charset="-122"/>
                                                        </a:defRPr>
                                                      </a:lvl2pPr>
                                                      <a:lvl3pPr marL="1143000" indent="-228600" latinLnBrk="1">
                                                        <a:spcBef>
                                                          <a:spcPct val="20000"/>
                                                        </a:spcBef>
                                                        <a:buChar char="•"/>
                                                        <a:defRPr kumimoji="1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-윤체M" panose="020B0604020202020204" pitchFamily="34" charset="0"/>
                                                          <a:ea typeface="黑体" panose="02010609060101010101" pitchFamily="49" charset="-122"/>
                                                          <a:cs typeface="黑体" panose="02010609060101010101" pitchFamily="49" charset="-122"/>
                                                        </a:defRPr>
                                                      </a:lvl3pPr>
                                                      <a:lvl4pPr marL="1600200" indent="-228600" latinLnBrk="1">
                                                        <a:spcBef>
                                                          <a:spcPct val="20000"/>
                                                        </a:spcBef>
                                                        <a:buChar char="•"/>
                                                        <a:defRPr kumimoji="1" sz="160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-윤체M" panose="020B0604020202020204" pitchFamily="34" charset="0"/>
                                                          <a:ea typeface="黑体" panose="02010609060101010101" pitchFamily="49" charset="-122"/>
                                                          <a:cs typeface="黑体" panose="02010609060101010101" pitchFamily="49" charset="-122"/>
                                                        </a:defRPr>
                                                      </a:lvl4pPr>
                                                      <a:lvl5pPr marL="2057400" indent="-228600" latinLnBrk="1">
                                                        <a:spcBef>
                                                          <a:spcPct val="20000"/>
                                                        </a:spcBef>
                                                        <a:buChar char="•"/>
                                                        <a:defRPr kumimoji="1" sz="140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-윤체M" panose="020B0604020202020204" pitchFamily="34" charset="0"/>
                                                          <a:ea typeface="黑体" panose="02010609060101010101" pitchFamily="49" charset="-122"/>
                                                          <a:cs typeface="黑体" panose="02010609060101010101" pitchFamily="49" charset="-122"/>
                                                        </a:defRPr>
                                                      </a:lvl5pPr>
                                                      <a:lvl6pPr marL="2514600" indent="-228600" eaLnBrk="0" fontAlgn="base" latinLnBrk="1" hangingPunct="0">
                                                        <a:spcBef>
                                                          <a:spcPct val="20000"/>
                                                        </a:spcBef>
                                                        <a:spcAft>
                                                          <a:spcPct val="0"/>
                                                        </a:spcAft>
                                                        <a:buChar char="•"/>
                                                        <a:defRPr kumimoji="1" sz="140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-윤체M" panose="020B0604020202020204" pitchFamily="34" charset="0"/>
                                                          <a:ea typeface="黑体" panose="02010609060101010101" pitchFamily="49" charset="-122"/>
                                                          <a:cs typeface="黑体" panose="02010609060101010101" pitchFamily="49" charset="-122"/>
                                                        </a:defRPr>
                                                      </a:lvl6pPr>
                                                      <a:lvl7pPr marL="2971800" indent="-228600" eaLnBrk="0" fontAlgn="base" latinLnBrk="1" hangingPunct="0">
                                                        <a:spcBef>
                                                          <a:spcPct val="20000"/>
                                                        </a:spcBef>
                                                        <a:spcAft>
                                                          <a:spcPct val="0"/>
                                                        </a:spcAft>
                                                        <a:buChar char="•"/>
                                                        <a:defRPr kumimoji="1" sz="140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-윤체M" panose="020B0604020202020204" pitchFamily="34" charset="0"/>
                                                          <a:ea typeface="黑体" panose="02010609060101010101" pitchFamily="49" charset="-122"/>
                                                          <a:cs typeface="黑体" panose="02010609060101010101" pitchFamily="49" charset="-122"/>
                                                        </a:defRPr>
                                                      </a:lvl7pPr>
                                                      <a:lvl8pPr marL="3429000" indent="-228600" eaLnBrk="0" fontAlgn="base" latinLnBrk="1" hangingPunct="0">
                                                        <a:spcBef>
                                                          <a:spcPct val="20000"/>
                                                        </a:spcBef>
                                                        <a:spcAft>
                                                          <a:spcPct val="0"/>
                                                        </a:spcAft>
                                                        <a:buChar char="•"/>
                                                        <a:defRPr kumimoji="1" sz="140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-윤체M" panose="020B0604020202020204" pitchFamily="34" charset="0"/>
                                                          <a:ea typeface="黑体" panose="02010609060101010101" pitchFamily="49" charset="-122"/>
                                                          <a:cs typeface="黑体" panose="02010609060101010101" pitchFamily="49" charset="-122"/>
                                                        </a:defRPr>
                                                      </a:lvl8pPr>
                                                      <a:lvl9pPr marL="3886200" indent="-228600" eaLnBrk="0" fontAlgn="base" latinLnBrk="1" hangingPunct="0">
                                                        <a:spcBef>
                                                          <a:spcPct val="20000"/>
                                                        </a:spcBef>
                                                        <a:spcAft>
                                                          <a:spcPct val="0"/>
                                                        </a:spcAft>
                                                        <a:buChar char="•"/>
                                                        <a:defRPr kumimoji="1" sz="140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-윤체M" panose="020B0604020202020204" pitchFamily="34" charset="0"/>
                                                          <a:ea typeface="黑体" panose="02010609060101010101" pitchFamily="49" charset="-122"/>
                                                          <a:cs typeface="黑体" panose="02010609060101010101" pitchFamily="49" charset="-122"/>
                                                        </a:defRPr>
                                                      </a:lvl9pPr>
                                                    </a:lstStyle>
                                                    <a:p>
                                                      <a:pPr algn="just" eaLnBrk="1" hangingPunct="1">
                                                        <a:spcBef>
                                                          <a:spcPct val="0"/>
                                                        </a:spcBef>
                                                        <a:buFontTx/>
                                                        <a:buNone/>
                                                      </a:pPr>
                                                      <a:r>
                                                        <a:rPr lang="en-US" altLang="zh-CN" sz="1000" i="0">
                                                          <a:latin typeface="Times New Roman" panose="02020603050405020304" pitchFamily="18" charset="0"/>
                                                          <a:ea typeface="宋体" panose="02010600030101010101" pitchFamily="2" charset="-122"/>
                                                        </a:rPr>
                                                        <a:t>X</a:t>
                                                      </a:r>
                                                      <a:endParaRPr lang="en-US" altLang="zh-CN" sz="2800" i="0">
                                                        <a:latin typeface="Gulim" panose="020B0600000101010101" pitchFamily="34" charset="-127"/>
                                                        <a:ea typeface="Gulim" panose="020B0600000101010101" pitchFamily="34" charset="-127"/>
                                                      </a:endParaRPr>
                                                    </a:p>
                                                  </p:txBody>
                                                </p:sp>
                                              </p:grpSp>
                                              <p:sp>
                                                <p:nvSpPr>
                                                  <p:cNvPr id="107638" name="Text Box 262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4EFB5EEE-6B10-6CAB-5752-2789E33807A4}"/>
                                                      </a:ext>
                                                    </a:extLst>
                                                  </p:cNvPr>
                                                  <p:cNvSpPr txBox="1">
                                                    <a:spLocks noChangeArrowheads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2460" y="8036"/>
                                                    <a:ext cx="179" cy="283"/>
                                                  </a:xfrm>
                                                  <a:prstGeom prst="rect">
                                                    <a:avLst/>
                                                  </a:prstGeom>
                                                  <a:solidFill>
                                                    <a:srgbClr val="FFFFFF">
                                                      <a:alpha val="0"/>
                                                    </a:srgbClr>
                                                  </a:solidFill>
                                                  <a:ln>
                                                    <a:noFill/>
                                                  </a:ln>
                                                  <a:extLst>
                                                    <a:ext uri="{91240B29-F687-4F45-9708-019B960494DF}">
                                                      <a14:hiddenLine xmlns:a14="http://schemas.microsoft.com/office/drawing/2010/main" w="9525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miter lim="800000"/>
                                                        <a:headEnd/>
                                                        <a:tailEnd/>
                                                      </a14:hiddenLine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 lIns="0" tIns="0" rIns="0" bIns="0"/>
                                                  <a:lstStyle>
                                                    <a:lvl1pPr latinLnBrk="1">
                                                      <a:spcBef>
                                                        <a:spcPct val="20000"/>
                                                      </a:spcBef>
                                                      <a:buChar char="•"/>
                                                      <a:defRPr kumimoji="1" sz="32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黑体" panose="02010609060101010101" pitchFamily="49" charset="-122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1pPr>
                                                    <a:lvl2pPr marL="742950" indent="-285750" latinLnBrk="1">
                                                      <a:spcBef>
                                                        <a:spcPct val="20000"/>
                                                      </a:spcBef>
                                                      <a:buChar char="•"/>
                                                      <a:defRPr kumimoji="1" sz="20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2pPr>
                                                    <a:lvl3pPr marL="1143000" indent="-228600" latinLnBrk="1">
                                                      <a:spcBef>
                                                        <a:spcPct val="20000"/>
                                                      </a:spcBef>
                                                      <a:buChar char="•"/>
                                                      <a:defRPr kumimoji="1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3pPr>
                                                    <a:lvl4pPr marL="1600200" indent="-228600" latinLnBrk="1">
                                                      <a:spcBef>
                                                        <a:spcPct val="20000"/>
                                                      </a:spcBef>
                                                      <a:buChar char="•"/>
                                                      <a:defRPr kumimoji="1" sz="16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4pPr>
                                                    <a:lvl5pPr marL="2057400" indent="-228600" latinLnBrk="1">
                                                      <a:spcBef>
                                                        <a:spcPct val="20000"/>
                                                      </a:spcBef>
                                                      <a:buChar char="•"/>
                                                      <a:defRPr kumimoji="1" sz="14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5pPr>
                                                    <a:lvl6pPr marL="2514600" indent="-228600" eaLnBrk="0" fontAlgn="base" latinLnBrk="1" hangingPunct="0">
                                                      <a:spcBef>
                                                        <a:spcPct val="20000"/>
                                                      </a:spcBef>
                                                      <a:spcAft>
                                                        <a:spcPct val="0"/>
                                                      </a:spcAft>
                                                      <a:buChar char="•"/>
                                                      <a:defRPr kumimoji="1" sz="14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6pPr>
                                                    <a:lvl7pPr marL="2971800" indent="-228600" eaLnBrk="0" fontAlgn="base" latinLnBrk="1" hangingPunct="0">
                                                      <a:spcBef>
                                                        <a:spcPct val="20000"/>
                                                      </a:spcBef>
                                                      <a:spcAft>
                                                        <a:spcPct val="0"/>
                                                      </a:spcAft>
                                                      <a:buChar char="•"/>
                                                      <a:defRPr kumimoji="1" sz="14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7pPr>
                                                    <a:lvl8pPr marL="3429000" indent="-228600" eaLnBrk="0" fontAlgn="base" latinLnBrk="1" hangingPunct="0">
                                                      <a:spcBef>
                                                        <a:spcPct val="20000"/>
                                                      </a:spcBef>
                                                      <a:spcAft>
                                                        <a:spcPct val="0"/>
                                                      </a:spcAft>
                                                      <a:buChar char="•"/>
                                                      <a:defRPr kumimoji="1" sz="14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8pPr>
                                                    <a:lvl9pPr marL="3886200" indent="-228600" eaLnBrk="0" fontAlgn="base" latinLnBrk="1" hangingPunct="0">
                                                      <a:spcBef>
                                                        <a:spcPct val="20000"/>
                                                      </a:spcBef>
                                                      <a:spcAft>
                                                        <a:spcPct val="0"/>
                                                      </a:spcAft>
                                                      <a:buChar char="•"/>
                                                      <a:defRPr kumimoji="1" sz="14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9pPr>
                                                  </a:lstStyle>
                                                  <a:p>
                                                    <a:pPr algn="just" eaLnBrk="1" hangingPunct="1">
                                                      <a:spcBef>
                                                        <a:spcPct val="0"/>
                                                      </a:spcBef>
                                                      <a:buFontTx/>
                                                      <a:buNone/>
                                                    </a:pPr>
                                                    <a:r>
                                                      <a:rPr lang="en-US" altLang="zh-CN" sz="1000" i="0">
                                                        <a:latin typeface="Times New Roman" panose="02020603050405020304" pitchFamily="18" charset="0"/>
                                                        <a:ea typeface="宋体" panose="02010600030101010101" pitchFamily="2" charset="-122"/>
                                                      </a:rPr>
                                                      <a:t>X</a:t>
                                                    </a:r>
                                                    <a:endParaRPr lang="en-US" altLang="zh-CN" sz="2800" i="0">
                                                      <a:latin typeface="Gulim" panose="020B0600000101010101" pitchFamily="34" charset="-127"/>
                                                      <a:ea typeface="Gulim" panose="020B0600000101010101" pitchFamily="34" charset="-127"/>
                                                    </a:endParaRPr>
                                                  </a:p>
                                                </p:txBody>
                                              </p:sp>
                                            </p:grpSp>
                                            <p:sp>
                                              <p:nvSpPr>
                                                <p:cNvPr id="107636" name="Text Box 263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7E381374-BEDD-77C8-F3BD-EA03471AA125}"/>
                                                    </a:ext>
                                                  </a:extLst>
                                                </p:cNvPr>
                                                <p:cNvSpPr txBox="1">
                                                  <a:spLocks noChangeArrowheads="1"/>
                                                </p:cNvSpPr>
                                                <p:nvPr/>
                                              </p:nvSpPr>
                                              <p:spPr bwMode="auto">
                                                <a:xfrm>
                                                  <a:off x="2251" y="8037"/>
                                                  <a:ext cx="179" cy="283"/>
                                                </a:xfrm>
                                                <a:prstGeom prst="rect">
                                                  <a:avLst/>
                                                </a:prstGeom>
                                                <a:solidFill>
                                                  <a:srgbClr val="FFFFFF">
                                                    <a:alpha val="0"/>
                                                  </a:srgbClr>
                                                </a:solidFill>
                                                <a:ln>
                                                  <a:noFill/>
                                                </a:ln>
                                                <a:extLst>
                                                  <a:ext uri="{91240B29-F687-4F45-9708-019B960494DF}">
                                                    <a14:hiddenLine xmlns:a14="http://schemas.microsoft.com/office/drawing/2010/main"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miter lim="800000"/>
                                                      <a:headEnd/>
                                                      <a:tailEnd/>
                                                    </a14:hiddenLine>
                                                  </a:ext>
                                                </a:extLst>
                                              </p:spPr>
                                              <p:txBody>
                                                <a:bodyPr lIns="0" tIns="0" rIns="0" bIns="0"/>
                                                <a:lstStyle>
                                                  <a:lvl1pPr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32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黑体" panose="02010609060101010101" pitchFamily="49" charset="-122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1pPr>
                                                  <a:lvl2pPr marL="742950" indent="-28575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20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2pPr>
                                                  <a:lvl3pPr marL="11430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3pPr>
                                                  <a:lvl4pPr marL="16002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6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4pPr>
                                                  <a:lvl5pPr marL="20574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5pPr>
                                                  <a:lvl6pPr marL="25146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6pPr>
                                                  <a:lvl7pPr marL="29718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7pPr>
                                                  <a:lvl8pPr marL="34290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8pPr>
                                                  <a:lvl9pPr marL="38862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9pPr>
                                                </a:lstStyle>
                                                <a:p>
                                                  <a:pPr algn="just" eaLnBrk="1" hangingPunct="1">
                                                    <a:spcBef>
                                                      <a:spcPct val="0"/>
                                                    </a:spcBef>
                                                    <a:buFontTx/>
                                                    <a:buNone/>
                                                  </a:pPr>
                                                  <a:r>
                                                    <a:rPr lang="en-US" altLang="zh-CN" sz="1000" i="0">
                                                      <a:latin typeface="Times New Roman" panose="02020603050405020304" pitchFamily="18" charset="0"/>
                                                      <a:ea typeface="宋体" panose="02010600030101010101" pitchFamily="2" charset="-122"/>
                                                    </a:rPr>
                                                    <a:t>O</a:t>
                                                  </a:r>
                                                  <a:endParaRPr lang="en-US" altLang="zh-CN" sz="2800" i="0">
                                                    <a:latin typeface="Gulim" panose="020B0600000101010101" pitchFamily="34" charset="-127"/>
                                                    <a:ea typeface="Gulim" panose="020B0600000101010101" pitchFamily="34" charset="-127"/>
                                                  </a:endParaRPr>
                                                </a:p>
                                              </p:txBody>
                                            </p:sp>
                                          </p:grpSp>
                                          <p:sp>
                                            <p:nvSpPr>
                                              <p:cNvPr id="107634" name="Text Box 264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87E5AFD4-BFEE-D1BE-46BC-E77B7CDC036F}"/>
                                                  </a:ext>
                                                </a:extLst>
                                              </p:cNvPr>
                                              <p:cNvSpPr txBox="1">
                                                <a:spLocks noChangeArrowheads="1"/>
                                              </p:cNvSpPr>
                                              <p:nvPr/>
                                            </p:nvSpPr>
                                            <p:spPr bwMode="auto">
                                              <a:xfrm>
                                                <a:off x="2251" y="8274"/>
                                                <a:ext cx="179" cy="283"/>
                                              </a:xfrm>
                                              <a:prstGeom prst="rect">
                                                <a:avLst/>
                                              </a:prstGeom>
                                              <a:solidFill>
                                                <a:srgbClr val="FFFFFF">
                                                  <a:alpha val="0"/>
                                                </a:srgbClr>
                                              </a:solidFill>
                                              <a:ln>
                                                <a:noFill/>
                                              </a:ln>
                                              <a:extLst>
                                                <a:ext uri="{91240B29-F687-4F45-9708-019B960494DF}">
                                                  <a14:hiddenLine xmlns:a14="http://schemas.microsoft.com/office/drawing/2010/main" w="9525">
                                                    <a:solidFill>
                                                      <a:srgbClr val="000000"/>
                                                    </a:solidFill>
                                                    <a:miter lim="800000"/>
                                                    <a:headEnd/>
                                                    <a:tailEnd/>
                                                  </a14:hiddenLine>
                                                </a:ext>
                                              </a:extLst>
                                            </p:spPr>
                                            <p:txBody>
                                              <a:bodyPr lIns="0" tIns="0" rIns="0" bIns="0"/>
                                              <a:lstStyle>
                                                <a:lvl1pPr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32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黑体" panose="02010609060101010101" pitchFamily="49" charset="-122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1pPr>
                                                <a:lvl2pPr marL="742950" indent="-28575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20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2pPr>
                                                <a:lvl3pPr marL="1143000" indent="-22860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3pPr>
                                                <a:lvl4pPr marL="1600200" indent="-22860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16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4pPr>
                                                <a:lvl5pPr marL="2057400" indent="-22860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5pPr>
                                                <a:lvl6pPr marL="25146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6pPr>
                                                <a:lvl7pPr marL="29718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7pPr>
                                                <a:lvl8pPr marL="34290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8pPr>
                                                <a:lvl9pPr marL="38862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9pPr>
                                              </a:lstStyle>
                                              <a:p>
                                                <a:pPr algn="just" eaLnBrk="1" hangingPunct="1">
                                                  <a:spcBef>
                                                    <a:spcPct val="0"/>
                                                  </a:spcBef>
                                                  <a:buFontTx/>
                                                  <a:buNone/>
                                                </a:pPr>
                                                <a:r>
                                                  <a:rPr lang="en-US" altLang="zh-CN" sz="1000" i="0">
                                                    <a:latin typeface="Times New Roman" panose="02020603050405020304" pitchFamily="18" charset="0"/>
                                                    <a:ea typeface="宋体" panose="02010600030101010101" pitchFamily="2" charset="-122"/>
                                                  </a:rPr>
                                                  <a:t>O</a:t>
                                                </a:r>
                                                <a:endParaRPr lang="en-US" altLang="zh-CN" sz="2800" i="0">
                                                  <a:latin typeface="Gulim" panose="020B0600000101010101" pitchFamily="34" charset="-127"/>
                                                  <a:ea typeface="Gulim" panose="020B0600000101010101" pitchFamily="34" charset="-127"/>
                                                </a:endParaRPr>
                                              </a:p>
                                            </p:txBody>
                                          </p:sp>
                                        </p:grpSp>
                                        <p:grpSp>
                                          <p:nvGrpSpPr>
                                            <p:cNvPr id="107583" name="Group 265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68CB607B-94E8-3948-DF21-8FEE55AEA204}"/>
                                                </a:ext>
                                              </a:extLst>
                                            </p:cNvPr>
                                            <p:cNvGrpSpPr>
                                              <a:grpSpLocks/>
                                            </p:cNvGrpSpPr>
                                            <p:nvPr/>
                                          </p:nvGrpSpPr>
                                          <p:grpSpPr bwMode="auto">
                                            <a:xfrm>
                                              <a:off x="2895" y="7829"/>
                                              <a:ext cx="680" cy="727"/>
                                              <a:chOff x="2895" y="7829"/>
                                              <a:chExt cx="680" cy="727"/>
                                            </a:xfrm>
                                          </p:grpSpPr>
                                          <p:grpSp>
                                            <p:nvGrpSpPr>
                                              <p:cNvPr id="107607" name="Group 266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59E5D68E-2ED6-AB42-5100-5778CCB2B513}"/>
                                                  </a:ext>
                                                </a:extLst>
                                              </p:cNvPr>
                                              <p:cNvGrpSpPr>
                                                <a:grpSpLocks/>
                                              </p:cNvGrpSpPr>
                                              <p:nvPr/>
                                            </p:nvGrpSpPr>
                                            <p:grpSpPr bwMode="auto">
                                              <a:xfrm>
                                                <a:off x="2895" y="7829"/>
                                                <a:ext cx="680" cy="727"/>
                                                <a:chOff x="2895" y="7829"/>
                                                <a:chExt cx="680" cy="727"/>
                                              </a:xfrm>
                                            </p:grpSpPr>
                                            <p:grpSp>
                                              <p:nvGrpSpPr>
                                                <p:cNvPr id="107609" name="Group 267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7FC5A848-CCCC-33BD-7256-E61E18E10C45}"/>
                                                    </a:ext>
                                                  </a:extLst>
                                                </p:cNvPr>
                                                <p:cNvGrpSpPr>
                                                  <a:grpSpLocks/>
                                                </p:cNvGrpSpPr>
                                                <p:nvPr/>
                                              </p:nvGrpSpPr>
                                              <p:grpSpPr bwMode="auto">
                                                <a:xfrm>
                                                  <a:off x="2895" y="7829"/>
                                                  <a:ext cx="680" cy="727"/>
                                                  <a:chOff x="2895" y="7829"/>
                                                  <a:chExt cx="680" cy="727"/>
                                                </a:xfrm>
                                              </p:grpSpPr>
                                              <p:grpSp>
                                                <p:nvGrpSpPr>
                                                  <p:cNvPr id="107611" name="Group 268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FA60A4FA-A00A-9FD6-02B5-62FF215B8B8C}"/>
                                                      </a:ext>
                                                    </a:extLst>
                                                  </p:cNvPr>
                                                  <p:cNvGrpSpPr>
                                                    <a:grpSpLocks/>
                                                  </p:cNvGrpSpPr>
                                                  <p:nvPr/>
                                                </p:nvGrpSpPr>
                                                <p:grpSpPr bwMode="auto">
                                                  <a:xfrm>
                                                    <a:off x="2895" y="7829"/>
                                                    <a:ext cx="680" cy="727"/>
                                                    <a:chOff x="2895" y="7829"/>
                                                    <a:chExt cx="680" cy="727"/>
                                                  </a:xfrm>
                                                </p:grpSpPr>
                                                <p:grpSp>
                                                  <p:nvGrpSpPr>
                                                    <p:cNvPr id="107613" name="Group 269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9AA10B6D-02EC-BDBA-0D0A-0813665E6CF7}"/>
                                                        </a:ext>
                                                      </a:extLst>
                                                    </p:cNvPr>
                                                    <p:cNvGrpSpPr>
                                                      <a:grpSpLocks/>
                                                    </p:cNvGrpSpPr>
                                                    <p:nvPr/>
                                                  </p:nvGrpSpPr>
                                                  <p:grpSpPr bwMode="auto">
                                                    <a:xfrm>
                                                      <a:off x="2895" y="7829"/>
                                                      <a:ext cx="680" cy="727"/>
                                                      <a:chOff x="2895" y="7829"/>
                                                      <a:chExt cx="680" cy="727"/>
                                                    </a:xfrm>
                                                  </p:grpSpPr>
                                                  <p:grpSp>
                                                    <p:nvGrpSpPr>
                                                      <p:cNvPr id="107615" name="Group 270">
                                                        <a:extLst>
                                                          <a:ext uri="{FF2B5EF4-FFF2-40B4-BE49-F238E27FC236}">
                                                            <a16:creationId xmlns:a16="http://schemas.microsoft.com/office/drawing/2014/main" id="{50BB0F9A-768B-75DD-0EFA-27860FEF4CB2}"/>
                                                          </a:ext>
                                                        </a:extLst>
                                                      </p:cNvPr>
                                                      <p:cNvGrpSpPr>
                                                        <a:grpSpLocks/>
                                                      </p:cNvGrpSpPr>
                                                      <p:nvPr/>
                                                    </p:nvGrpSpPr>
                                                    <p:grpSpPr bwMode="auto">
                                                      <a:xfrm>
                                                        <a:off x="2895" y="7829"/>
                                                        <a:ext cx="680" cy="727"/>
                                                        <a:chOff x="2895" y="7829"/>
                                                        <a:chExt cx="680" cy="727"/>
                                                      </a:xfrm>
                                                    </p:grpSpPr>
                                                    <p:grpSp>
                                                      <p:nvGrpSpPr>
                                                        <p:cNvPr id="107617" name="Group 271">
                                                          <a:extLst>
                                                            <a:ext uri="{FF2B5EF4-FFF2-40B4-BE49-F238E27FC236}">
                                                              <a16:creationId xmlns:a16="http://schemas.microsoft.com/office/drawing/2014/main" id="{653F97DD-0776-01A2-A761-CA7523E100E3}"/>
                                                            </a:ext>
                                                          </a:extLst>
                                                        </p:cNvPr>
                                                        <p:cNvGrpSpPr>
                                                          <a:grpSpLocks/>
                                                        </p:cNvGrpSpPr>
                                                        <p:nvPr/>
                                                      </p:nvGrpSpPr>
                                                      <p:grpSpPr bwMode="auto">
                                                        <a:xfrm>
                                                          <a:off x="2895" y="7829"/>
                                                          <a:ext cx="680" cy="713"/>
                                                          <a:chOff x="3775" y="5659"/>
                                                          <a:chExt cx="680" cy="713"/>
                                                        </a:xfrm>
                                                      </p:grpSpPr>
                                                      <p:grpSp>
                                                        <p:nvGrpSpPr>
                                                          <p:cNvPr id="107619" name="Group 272">
                                                            <a:extLst>
                                                              <a:ext uri="{FF2B5EF4-FFF2-40B4-BE49-F238E27FC236}">
                                                                <a16:creationId xmlns:a16="http://schemas.microsoft.com/office/drawing/2014/main" id="{6E7B97DA-DA17-9F6D-DAB0-F8531A69E869}"/>
                                                              </a:ext>
                                                            </a:extLst>
                                                          </p:cNvPr>
                                                          <p:cNvGrpSpPr>
                                                            <a:grpSpLocks/>
                                                          </p:cNvGrpSpPr>
                                                          <p:nvPr/>
                                                        </p:nvGrpSpPr>
                                                        <p:grpSpPr bwMode="auto">
                                                          <a:xfrm>
                                                            <a:off x="3775" y="5659"/>
                                                            <a:ext cx="680" cy="713"/>
                                                            <a:chOff x="1980" y="4356"/>
                                                            <a:chExt cx="680" cy="713"/>
                                                          </a:xfrm>
                                                        </p:grpSpPr>
                                                        <p:grpSp>
                                                          <p:nvGrpSpPr>
                                                            <p:cNvPr id="107621" name="Group 273">
                                                              <a:extLst>
                                                                <a:ext uri="{FF2B5EF4-FFF2-40B4-BE49-F238E27FC236}">
                                                                  <a16:creationId xmlns:a16="http://schemas.microsoft.com/office/drawing/2014/main" id="{24F434D9-6F29-9C31-CDA8-140B7ABFE876}"/>
                                                                </a:ext>
                                                              </a:extLst>
                                                            </p:cNvPr>
                                                            <p:cNvGrpSpPr>
                                                              <a:grpSpLocks/>
                                                            </p:cNvGrpSpPr>
                                                            <p:nvPr/>
                                                          </p:nvGrpSpPr>
                                                          <p:grpSpPr bwMode="auto">
                                                            <a:xfrm>
                                                              <a:off x="1980" y="4363"/>
                                                              <a:ext cx="680" cy="706"/>
                                                              <a:chOff x="2028" y="3216"/>
                                                              <a:chExt cx="680" cy="706"/>
                                                            </a:xfrm>
                                                          </p:grpSpPr>
                                                          <p:grpSp>
                                                            <p:nvGrpSpPr>
                                                              <p:cNvPr id="107623" name="Group 274">
                                                                <a:extLst>
                                                                  <a:ext uri="{FF2B5EF4-FFF2-40B4-BE49-F238E27FC236}">
                                                                    <a16:creationId xmlns:a16="http://schemas.microsoft.com/office/drawing/2014/main" id="{0F686576-DF49-657A-02F0-5A3B2D898005}"/>
                                                                  </a:ext>
                                                                </a:extLst>
                                                              </p:cNvPr>
                                                              <p:cNvGrpSpPr>
                                                                <a:grpSpLocks/>
                                                              </p:cNvGrpSpPr>
                                                              <p:nvPr/>
                                                            </p:nvGrpSpPr>
                                                            <p:grpSpPr bwMode="auto">
                                                              <a:xfrm>
                                                                <a:off x="2028" y="3242"/>
                                                                <a:ext cx="680" cy="680"/>
                                                                <a:chOff x="4679" y="3702"/>
                                                                <a:chExt cx="852" cy="850"/>
                                                              </a:xfrm>
                                                            </p:grpSpPr>
                                                            <p:sp>
                                                              <p:nvSpPr>
                                                                <p:cNvPr id="107625" name="Line 275">
                                                                  <a:extLst>
                                                                    <a:ext uri="{FF2B5EF4-FFF2-40B4-BE49-F238E27FC236}">
                                                                      <a16:creationId xmlns:a16="http://schemas.microsoft.com/office/drawing/2014/main" id="{82B6CF13-B8C7-0179-F3A6-A911793C09EB}"/>
                                                                    </a:ext>
                                                                  </a:extLst>
                                                                </p:cNvPr>
                                                                <p:cNvSpPr>
                                                                  <a:spLocks noChangeShapeType="1"/>
                                                                </p:cNvSpPr>
                                                                <p:nvPr/>
                                                              </p:nvSpPr>
                                                              <p:spPr bwMode="auto">
                                                                <a:xfrm>
                                                                  <a:off x="4680" y="3702"/>
                                                                  <a:ext cx="850" cy="1"/>
                                                                </a:xfrm>
                                                                <a:prstGeom prst="line">
                                                                  <a:avLst/>
                                                                </a:prstGeom>
                                                                <a:noFill/>
                                                                <a:ln w="9525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round/>
                                                                  <a:headEnd/>
                                                                  <a:tailEnd/>
                                                                </a:ln>
                                                                <a:extLst>
                                                                  <a:ext uri="{909E8E84-426E-40DD-AFC4-6F175D3DCCD1}">
                                                                    <a14:hiddenFill xmlns:a14="http://schemas.microsoft.com/office/drawing/2010/main">
                                                                      <a:noFill/>
                                                                    </a14:hiddenFill>
                                                                  </a:ext>
                                                                </a:extLst>
                                                              </p:spPr>
                                                              <p:txBody>
                                                                <a:bodyPr/>
                                                                <a:lstStyle/>
                                                                <a:p>
                                                                  <a:endParaRPr lang="zh-CN" altLang="en-US"/>
                                                                </a:p>
                                                              </p:txBody>
                                                            </p:sp>
                                                            <p:sp>
                                                              <p:nvSpPr>
                                                                <p:cNvPr id="107626" name="Line 276">
                                                                  <a:extLst>
                                                                    <a:ext uri="{FF2B5EF4-FFF2-40B4-BE49-F238E27FC236}">
                                                                      <a16:creationId xmlns:a16="http://schemas.microsoft.com/office/drawing/2014/main" id="{20D8A9DF-98A8-2B8D-8C8E-521B9AFA6C6E}"/>
                                                                    </a:ext>
                                                                  </a:extLst>
                                                                </p:cNvPr>
                                                                <p:cNvSpPr>
                                                                  <a:spLocks noChangeShapeType="1"/>
                                                                </p:cNvSpPr>
                                                                <p:nvPr/>
                                                              </p:nvSpPr>
                                                              <p:spPr bwMode="auto">
                                                                <a:xfrm>
                                                                  <a:off x="4680" y="3984"/>
                                                                  <a:ext cx="850" cy="1"/>
                                                                </a:xfrm>
                                                                <a:prstGeom prst="line">
                                                                  <a:avLst/>
                                                                </a:prstGeom>
                                                                <a:noFill/>
                                                                <a:ln w="9525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round/>
                                                                  <a:headEnd/>
                                                                  <a:tailEnd/>
                                                                </a:ln>
                                                                <a:extLst>
                                                                  <a:ext uri="{909E8E84-426E-40DD-AFC4-6F175D3DCCD1}">
                                                                    <a14:hiddenFill xmlns:a14="http://schemas.microsoft.com/office/drawing/2010/main">
                                                                      <a:noFill/>
                                                                    </a14:hiddenFill>
                                                                  </a:ext>
                                                                </a:extLst>
                                                              </p:spPr>
                                                              <p:txBody>
                                                                <a:bodyPr/>
                                                                <a:lstStyle/>
                                                                <a:p>
                                                                  <a:endParaRPr lang="zh-CN" altLang="en-US"/>
                                                                </a:p>
                                                              </p:txBody>
                                                            </p:sp>
                                                            <p:sp>
                                                              <p:nvSpPr>
                                                                <p:cNvPr id="107627" name="Line 277">
                                                                  <a:extLst>
                                                                    <a:ext uri="{FF2B5EF4-FFF2-40B4-BE49-F238E27FC236}">
                                                                      <a16:creationId xmlns:a16="http://schemas.microsoft.com/office/drawing/2014/main" id="{BF8977BC-A2FC-1F70-BAA6-31485FC7A5B6}"/>
                                                                    </a:ext>
                                                                  </a:extLst>
                                                                </p:cNvPr>
                                                                <p:cNvSpPr>
                                                                  <a:spLocks noChangeShapeType="1"/>
                                                                </p:cNvSpPr>
                                                                <p:nvPr/>
                                                              </p:nvSpPr>
                                                              <p:spPr bwMode="auto">
                                                                <a:xfrm>
                                                                  <a:off x="4680" y="4268"/>
                                                                  <a:ext cx="850" cy="1"/>
                                                                </a:xfrm>
                                                                <a:prstGeom prst="line">
                                                                  <a:avLst/>
                                                                </a:prstGeom>
                                                                <a:noFill/>
                                                                <a:ln w="9525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round/>
                                                                  <a:headEnd/>
                                                                  <a:tailEnd/>
                                                                </a:ln>
                                                                <a:extLst>
                                                                  <a:ext uri="{909E8E84-426E-40DD-AFC4-6F175D3DCCD1}">
                                                                    <a14:hiddenFill xmlns:a14="http://schemas.microsoft.com/office/drawing/2010/main">
                                                                      <a:noFill/>
                                                                    </a14:hiddenFill>
                                                                  </a:ext>
                                                                </a:extLst>
                                                              </p:spPr>
                                                              <p:txBody>
                                                                <a:bodyPr/>
                                                                <a:lstStyle/>
                                                                <a:p>
                                                                  <a:endParaRPr lang="zh-CN" altLang="en-US"/>
                                                                </a:p>
                                                              </p:txBody>
                                                            </p:sp>
                                                            <p:sp>
                                                              <p:nvSpPr>
                                                                <p:cNvPr id="107628" name="Line 278">
                                                                  <a:extLst>
                                                                    <a:ext uri="{FF2B5EF4-FFF2-40B4-BE49-F238E27FC236}">
                                                                      <a16:creationId xmlns:a16="http://schemas.microsoft.com/office/drawing/2014/main" id="{27902BD4-696B-49B4-022A-2DCCA379148D}"/>
                                                                    </a:ext>
                                                                  </a:extLst>
                                                                </p:cNvPr>
                                                                <p:cNvSpPr>
                                                                  <a:spLocks noChangeShapeType="1"/>
                                                                </p:cNvSpPr>
                                                                <p:nvPr/>
                                                              </p:nvSpPr>
                                                              <p:spPr bwMode="auto">
                                                                <a:xfrm>
                                                                  <a:off x="4680" y="4551"/>
                                                                  <a:ext cx="850" cy="1"/>
                                                                </a:xfrm>
                                                                <a:prstGeom prst="line">
                                                                  <a:avLst/>
                                                                </a:prstGeom>
                                                                <a:noFill/>
                                                                <a:ln w="9525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round/>
                                                                  <a:headEnd/>
                                                                  <a:tailEnd/>
                                                                </a:ln>
                                                                <a:extLst>
                                                                  <a:ext uri="{909E8E84-426E-40DD-AFC4-6F175D3DCCD1}">
                                                                    <a14:hiddenFill xmlns:a14="http://schemas.microsoft.com/office/drawing/2010/main">
                                                                      <a:noFill/>
                                                                    </a14:hiddenFill>
                                                                  </a:ext>
                                                                </a:extLst>
                                                              </p:spPr>
                                                              <p:txBody>
                                                                <a:bodyPr/>
                                                                <a:lstStyle/>
                                                                <a:p>
                                                                  <a:endParaRPr lang="zh-CN" altLang="en-US"/>
                                                                </a:p>
                                                              </p:txBody>
                                                            </p:sp>
                                                            <p:sp>
                                                              <p:nvSpPr>
                                                                <p:cNvPr id="107629" name="Line 279">
                                                                  <a:extLst>
                                                                    <a:ext uri="{FF2B5EF4-FFF2-40B4-BE49-F238E27FC236}">
                                                                      <a16:creationId xmlns:a16="http://schemas.microsoft.com/office/drawing/2014/main" id="{110AE8FC-91B4-94A5-998B-D2C0B184537F}"/>
                                                                    </a:ext>
                                                                  </a:extLst>
                                                                </p:cNvPr>
                                                                <p:cNvSpPr>
                                                                  <a:spLocks noChangeShapeType="1"/>
                                                                </p:cNvSpPr>
                                                                <p:nvPr/>
                                                              </p:nvSpPr>
                                                              <p:spPr bwMode="auto">
                                                                <a:xfrm>
                                                                  <a:off x="4679" y="3702"/>
                                                                  <a:ext cx="1" cy="850"/>
                                                                </a:xfrm>
                                                                <a:prstGeom prst="line">
                                                                  <a:avLst/>
                                                                </a:prstGeom>
                                                                <a:noFill/>
                                                                <a:ln w="9525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round/>
                                                                  <a:headEnd/>
                                                                  <a:tailEnd/>
                                                                </a:ln>
                                                                <a:extLst>
                                                                  <a:ext uri="{909E8E84-426E-40DD-AFC4-6F175D3DCCD1}">
                                                                    <a14:hiddenFill xmlns:a14="http://schemas.microsoft.com/office/drawing/2010/main">
                                                                      <a:noFill/>
                                                                    </a14:hiddenFill>
                                                                  </a:ext>
                                                                </a:extLst>
                                                              </p:spPr>
                                                              <p:txBody>
                                                                <a:bodyPr/>
                                                                <a:lstStyle/>
                                                                <a:p>
                                                                  <a:endParaRPr lang="zh-CN" altLang="en-US"/>
                                                                </a:p>
                                                              </p:txBody>
                                                            </p:sp>
                                                            <p:sp>
                                                              <p:nvSpPr>
                                                                <p:cNvPr id="107630" name="Line 280">
                                                                  <a:extLst>
                                                                    <a:ext uri="{FF2B5EF4-FFF2-40B4-BE49-F238E27FC236}">
                                                                      <a16:creationId xmlns:a16="http://schemas.microsoft.com/office/drawing/2014/main" id="{34CE5392-6EA6-B53B-9A01-12A868A4E615}"/>
                                                                    </a:ext>
                                                                  </a:extLst>
                                                                </p:cNvPr>
                                                                <p:cNvSpPr>
                                                                  <a:spLocks noChangeShapeType="1"/>
                                                                </p:cNvSpPr>
                                                                <p:nvPr/>
                                                              </p:nvSpPr>
                                                              <p:spPr bwMode="auto">
                                                                <a:xfrm>
                                                                  <a:off x="4963" y="3702"/>
                                                                  <a:ext cx="1" cy="850"/>
                                                                </a:xfrm>
                                                                <a:prstGeom prst="line">
                                                                  <a:avLst/>
                                                                </a:prstGeom>
                                                                <a:noFill/>
                                                                <a:ln w="9525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round/>
                                                                  <a:headEnd/>
                                                                  <a:tailEnd/>
                                                                </a:ln>
                                                                <a:extLst>
                                                                  <a:ext uri="{909E8E84-426E-40DD-AFC4-6F175D3DCCD1}">
                                                                    <a14:hiddenFill xmlns:a14="http://schemas.microsoft.com/office/drawing/2010/main">
                                                                      <a:noFill/>
                                                                    </a14:hiddenFill>
                                                                  </a:ext>
                                                                </a:extLst>
                                                              </p:spPr>
                                                              <p:txBody>
                                                                <a:bodyPr/>
                                                                <a:lstStyle/>
                                                                <a:p>
                                                                  <a:endParaRPr lang="zh-CN" altLang="en-US"/>
                                                                </a:p>
                                                              </p:txBody>
                                                            </p:sp>
                                                            <p:sp>
                                                              <p:nvSpPr>
                                                                <p:cNvPr id="107631" name="Line 281">
                                                                  <a:extLst>
                                                                    <a:ext uri="{FF2B5EF4-FFF2-40B4-BE49-F238E27FC236}">
                                                                      <a16:creationId xmlns:a16="http://schemas.microsoft.com/office/drawing/2014/main" id="{E638079C-6D7A-904E-CC90-EF2C9A78B676}"/>
                                                                    </a:ext>
                                                                  </a:extLst>
                                                                </p:cNvPr>
                                                                <p:cNvSpPr>
                                                                  <a:spLocks noChangeShapeType="1"/>
                                                                </p:cNvSpPr>
                                                                <p:nvPr/>
                                                              </p:nvSpPr>
                                                              <p:spPr bwMode="auto">
                                                                <a:xfrm>
                                                                  <a:off x="5246" y="3702"/>
                                                                  <a:ext cx="1" cy="850"/>
                                                                </a:xfrm>
                                                                <a:prstGeom prst="line">
                                                                  <a:avLst/>
                                                                </a:prstGeom>
                                                                <a:noFill/>
                                                                <a:ln w="9525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round/>
                                                                  <a:headEnd/>
                                                                  <a:tailEnd/>
                                                                </a:ln>
                                                                <a:extLst>
                                                                  <a:ext uri="{909E8E84-426E-40DD-AFC4-6F175D3DCCD1}">
                                                                    <a14:hiddenFill xmlns:a14="http://schemas.microsoft.com/office/drawing/2010/main">
                                                                      <a:noFill/>
                                                                    </a14:hiddenFill>
                                                                  </a:ext>
                                                                </a:extLst>
                                                              </p:spPr>
                                                              <p:txBody>
                                                                <a:bodyPr/>
                                                                <a:lstStyle/>
                                                                <a:p>
                                                                  <a:endParaRPr lang="zh-CN" altLang="en-US"/>
                                                                </a:p>
                                                              </p:txBody>
                                                            </p:sp>
                                                            <p:sp>
                                                              <p:nvSpPr>
                                                                <p:cNvPr id="107632" name="Line 282">
                                                                  <a:extLst>
                                                                    <a:ext uri="{FF2B5EF4-FFF2-40B4-BE49-F238E27FC236}">
                                                                      <a16:creationId xmlns:a16="http://schemas.microsoft.com/office/drawing/2014/main" id="{6A418552-AF46-D5E1-C2DC-62D67D52E14B}"/>
                                                                    </a:ext>
                                                                  </a:extLst>
                                                                </p:cNvPr>
                                                                <p:cNvSpPr>
                                                                  <a:spLocks noChangeShapeType="1"/>
                                                                </p:cNvSpPr>
                                                                <p:nvPr/>
                                                              </p:nvSpPr>
                                                              <p:spPr bwMode="auto">
                                                                <a:xfrm>
                                                                  <a:off x="5530" y="3702"/>
                                                                  <a:ext cx="1" cy="850"/>
                                                                </a:xfrm>
                                                                <a:prstGeom prst="line">
                                                                  <a:avLst/>
                                                                </a:prstGeom>
                                                                <a:noFill/>
                                                                <a:ln w="9525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round/>
                                                                  <a:headEnd/>
                                                                  <a:tailEnd/>
                                                                </a:ln>
                                                                <a:extLst>
                                                                  <a:ext uri="{909E8E84-426E-40DD-AFC4-6F175D3DCCD1}">
                                                                    <a14:hiddenFill xmlns:a14="http://schemas.microsoft.com/office/drawing/2010/main">
                                                                      <a:noFill/>
                                                                    </a14:hiddenFill>
                                                                  </a:ext>
                                                                </a:extLst>
                                                              </p:spPr>
                                                              <p:txBody>
                                                                <a:bodyPr/>
                                                                <a:lstStyle/>
                                                                <a:p>
                                                                  <a:endParaRPr lang="zh-CN" altLang="en-US"/>
                                                                </a:p>
                                                              </p:txBody>
                                                            </p:sp>
                                                          </p:grpSp>
                                                          <p:sp>
                                                            <p:nvSpPr>
                                                              <p:cNvPr id="107624" name="Text Box 283">
                                                                <a:extLst>
                                                                  <a:ext uri="{FF2B5EF4-FFF2-40B4-BE49-F238E27FC236}">
                                                                    <a16:creationId xmlns:a16="http://schemas.microsoft.com/office/drawing/2014/main" id="{0C7B3EAB-1AED-7991-34F7-325CB87CAF2E}"/>
                                                                  </a:ext>
                                                                </a:extLst>
                                                              </p:cNvPr>
                                                              <p:cNvSpPr txBox="1">
                                                                <a:spLocks noChangeArrowheads="1"/>
                                                              </p:cNvSpPr>
                                                              <p:nvPr/>
                                                            </p:nvSpPr>
                                                            <p:spPr bwMode="auto">
                                                              <a:xfrm>
                                                                <a:off x="2070" y="3216"/>
                                                                <a:ext cx="179" cy="283"/>
                                                              </a:xfrm>
                                                              <a:prstGeom prst="rect">
                                                                <a:avLst/>
                                                              </a:prstGeom>
                                                              <a:solidFill>
                                                                <a:srgbClr val="FFFFFF">
                                                                  <a:alpha val="0"/>
                                                                </a:srgbClr>
                                                              </a:solidFill>
                                                              <a:ln>
                                                                <a:noFill/>
                                                              </a:ln>
                                                              <a:extLst>
                                                                <a:ext uri="{91240B29-F687-4F45-9708-019B960494DF}">
                                                                  <a14:hiddenLine xmlns:a14="http://schemas.microsoft.com/office/drawing/2010/main" w="9525">
                                                                    <a:solidFill>
                                                                      <a:srgbClr val="000000"/>
                                                                    </a:solidFill>
                                                                    <a:miter lim="800000"/>
                                                                    <a:headEnd/>
                                                                    <a:tailEnd/>
                                                                  </a14:hiddenLine>
                                                                </a:ext>
                                                              </a:extLst>
                                                            </p:spPr>
                                                            <p:txBody>
                                                              <a:bodyPr lIns="0" tIns="0" rIns="0" bIns="0"/>
                                                              <a:lstStyle>
                                                                <a:lvl1pPr latinLnBrk="1">
                                                                  <a:spcBef>
                                                                    <a:spcPct val="20000"/>
                                                                  </a:spcBef>
                                                                  <a:buChar char="•"/>
                                                                  <a:defRPr kumimoji="1" sz="3200">
                                                                    <a:solidFill>
                                                                      <a:schemeClr val="tx1"/>
                                                                    </a:solidFill>
                                                                    <a:latin typeface="黑体" panose="02010609060101010101" pitchFamily="49" charset="-122"/>
                                                                    <a:ea typeface="黑体" panose="02010609060101010101" pitchFamily="49" charset="-122"/>
                                                                    <a:cs typeface="黑体" panose="02010609060101010101" pitchFamily="49" charset="-122"/>
                                                                  </a:defRPr>
                                                                </a:lvl1pPr>
                                                                <a:lvl2pPr marL="742950" indent="-285750" latinLnBrk="1">
                                                                  <a:spcBef>
                                                                    <a:spcPct val="20000"/>
                                                                  </a:spcBef>
                                                                  <a:buChar char="•"/>
                                                                  <a:defRPr kumimoji="1" sz="2000">
                                                                    <a:solidFill>
                                                                      <a:schemeClr val="tx1"/>
                                                                    </a:solidFill>
                                                                    <a:latin typeface="-윤체M" panose="020B0604020202020204" pitchFamily="34" charset="0"/>
                                                                    <a:ea typeface="黑体" panose="02010609060101010101" pitchFamily="49" charset="-122"/>
                                                                    <a:cs typeface="黑体" panose="02010609060101010101" pitchFamily="49" charset="-122"/>
                                                                  </a:defRPr>
                                                                </a:lvl2pPr>
                                                                <a:lvl3pPr marL="1143000" indent="-228600" latinLnBrk="1">
                                                                  <a:spcBef>
                                                                    <a:spcPct val="20000"/>
                                                                  </a:spcBef>
                                                                  <a:buChar char="•"/>
                                                                  <a:defRPr kumimoji="1">
                                                                    <a:solidFill>
                                                                      <a:schemeClr val="tx1"/>
                                                                    </a:solidFill>
                                                                    <a:latin typeface="-윤체M" panose="020B0604020202020204" pitchFamily="34" charset="0"/>
                                                                    <a:ea typeface="黑体" panose="02010609060101010101" pitchFamily="49" charset="-122"/>
                                                                    <a:cs typeface="黑体" panose="02010609060101010101" pitchFamily="49" charset="-122"/>
                                                                  </a:defRPr>
                                                                </a:lvl3pPr>
                                                                <a:lvl4pPr marL="1600200" indent="-228600" latinLnBrk="1">
                                                                  <a:spcBef>
                                                                    <a:spcPct val="20000"/>
                                                                  </a:spcBef>
                                                                  <a:buChar char="•"/>
                                                                  <a:defRPr kumimoji="1" sz="1600">
                                                                    <a:solidFill>
                                                                      <a:schemeClr val="tx1"/>
                                                                    </a:solidFill>
                                                                    <a:latin typeface="-윤체M" panose="020B0604020202020204" pitchFamily="34" charset="0"/>
                                                                    <a:ea typeface="黑体" panose="02010609060101010101" pitchFamily="49" charset="-122"/>
                                                                    <a:cs typeface="黑体" panose="02010609060101010101" pitchFamily="49" charset="-122"/>
                                                                  </a:defRPr>
                                                                </a:lvl4pPr>
                                                                <a:lvl5pPr marL="2057400" indent="-228600" latinLnBrk="1">
                                                                  <a:spcBef>
                                                                    <a:spcPct val="20000"/>
                                                                  </a:spcBef>
                                                                  <a:buChar char="•"/>
                                                                  <a:defRPr kumimoji="1" sz="1400">
                                                                    <a:solidFill>
                                                                      <a:schemeClr val="tx1"/>
                                                                    </a:solidFill>
                                                                    <a:latin typeface="-윤체M" panose="020B0604020202020204" pitchFamily="34" charset="0"/>
                                                                    <a:ea typeface="黑体" panose="02010609060101010101" pitchFamily="49" charset="-122"/>
                                                                    <a:cs typeface="黑体" panose="02010609060101010101" pitchFamily="49" charset="-122"/>
                                                                  </a:defRPr>
                                                                </a:lvl5pPr>
                                                                <a:lvl6pPr marL="2514600" indent="-228600" eaLnBrk="0" fontAlgn="base" latinLnBrk="1" hangingPunct="0">
                                                                  <a:spcBef>
                                                                    <a:spcPct val="20000"/>
                                                                  </a:spcBef>
                                                                  <a:spcAft>
                                                                    <a:spcPct val="0"/>
                                                                  </a:spcAft>
                                                                  <a:buChar char="•"/>
                                                                  <a:defRPr kumimoji="1" sz="1400">
                                                                    <a:solidFill>
                                                                      <a:schemeClr val="tx1"/>
                                                                    </a:solidFill>
                                                                    <a:latin typeface="-윤체M" panose="020B0604020202020204" pitchFamily="34" charset="0"/>
                                                                    <a:ea typeface="黑体" panose="02010609060101010101" pitchFamily="49" charset="-122"/>
                                                                    <a:cs typeface="黑体" panose="02010609060101010101" pitchFamily="49" charset="-122"/>
                                                                  </a:defRPr>
                                                                </a:lvl6pPr>
                                                                <a:lvl7pPr marL="2971800" indent="-228600" eaLnBrk="0" fontAlgn="base" latinLnBrk="1" hangingPunct="0">
                                                                  <a:spcBef>
                                                                    <a:spcPct val="20000"/>
                                                                  </a:spcBef>
                                                                  <a:spcAft>
                                                                    <a:spcPct val="0"/>
                                                                  </a:spcAft>
                                                                  <a:buChar char="•"/>
                                                                  <a:defRPr kumimoji="1" sz="1400">
                                                                    <a:solidFill>
                                                                      <a:schemeClr val="tx1"/>
                                                                    </a:solidFill>
                                                                    <a:latin typeface="-윤체M" panose="020B0604020202020204" pitchFamily="34" charset="0"/>
                                                                    <a:ea typeface="黑体" panose="02010609060101010101" pitchFamily="49" charset="-122"/>
                                                                    <a:cs typeface="黑体" panose="02010609060101010101" pitchFamily="49" charset="-122"/>
                                                                  </a:defRPr>
                                                                </a:lvl7pPr>
                                                                <a:lvl8pPr marL="3429000" indent="-228600" eaLnBrk="0" fontAlgn="base" latinLnBrk="1" hangingPunct="0">
                                                                  <a:spcBef>
                                                                    <a:spcPct val="20000"/>
                                                                  </a:spcBef>
                                                                  <a:spcAft>
                                                                    <a:spcPct val="0"/>
                                                                  </a:spcAft>
                                                                  <a:buChar char="•"/>
                                                                  <a:defRPr kumimoji="1" sz="1400">
                                                                    <a:solidFill>
                                                                      <a:schemeClr val="tx1"/>
                                                                    </a:solidFill>
                                                                    <a:latin typeface="-윤체M" panose="020B0604020202020204" pitchFamily="34" charset="0"/>
                                                                    <a:ea typeface="黑体" panose="02010609060101010101" pitchFamily="49" charset="-122"/>
                                                                    <a:cs typeface="黑体" panose="02010609060101010101" pitchFamily="49" charset="-122"/>
                                                                  </a:defRPr>
                                                                </a:lvl8pPr>
                                                                <a:lvl9pPr marL="3886200" indent="-228600" eaLnBrk="0" fontAlgn="base" latinLnBrk="1" hangingPunct="0">
                                                                  <a:spcBef>
                                                                    <a:spcPct val="20000"/>
                                                                  </a:spcBef>
                                                                  <a:spcAft>
                                                                    <a:spcPct val="0"/>
                                                                  </a:spcAft>
                                                                  <a:buChar char="•"/>
                                                                  <a:defRPr kumimoji="1" sz="1400">
                                                                    <a:solidFill>
                                                                      <a:schemeClr val="tx1"/>
                                                                    </a:solidFill>
                                                                    <a:latin typeface="-윤체M" panose="020B0604020202020204" pitchFamily="34" charset="0"/>
                                                                    <a:ea typeface="黑体" panose="02010609060101010101" pitchFamily="49" charset="-122"/>
                                                                    <a:cs typeface="黑体" panose="02010609060101010101" pitchFamily="49" charset="-122"/>
                                                                  </a:defRPr>
                                                                </a:lvl9pPr>
                                                              </a:lstStyle>
                                                              <a:p>
                                                                <a:pPr algn="just" eaLnBrk="1" hangingPunct="1">
                                                                  <a:spcBef>
                                                                    <a:spcPct val="0"/>
                                                                  </a:spcBef>
                                                                  <a:buFontTx/>
                                                                  <a:buNone/>
                                                                </a:pPr>
                                                                <a:r>
                                                                  <a:rPr lang="en-US" altLang="zh-CN" sz="1000" i="0">
                                                                    <a:latin typeface="Times New Roman" panose="02020603050405020304" pitchFamily="18" charset="0"/>
                                                                    <a:ea typeface="宋体" panose="02010600030101010101" pitchFamily="2" charset="-122"/>
                                                                  </a:rPr>
                                                                  <a:t>X</a:t>
                                                                </a:r>
                                                                <a:endParaRPr lang="en-US" altLang="zh-CN" sz="2800" i="0">
                                                                  <a:latin typeface="Gulim" panose="020B0600000101010101" pitchFamily="34" charset="-127"/>
                                                                  <a:ea typeface="Gulim" panose="020B0600000101010101" pitchFamily="34" charset="-127"/>
                                                                </a:endParaRPr>
                                                              </a:p>
                                                            </p:txBody>
                                                          </p:sp>
                                                        </p:grpSp>
                                                        <p:sp>
                                                          <p:nvSpPr>
                                                            <p:cNvPr id="107622" name="Text Box 284">
                                                              <a:extLst>
                                                                <a:ext uri="{FF2B5EF4-FFF2-40B4-BE49-F238E27FC236}">
                                                                  <a16:creationId xmlns:a16="http://schemas.microsoft.com/office/drawing/2014/main" id="{B667AD71-114C-8D43-44EF-7F5F1584AAE4}"/>
                                                                </a:ext>
                                                              </a:extLst>
                                                            </p:cNvPr>
                                                            <p:cNvSpPr txBox="1">
                                                              <a:spLocks noChangeArrowheads="1"/>
                                                            </p:cNvSpPr>
                                                            <p:nvPr/>
                                                          </p:nvSpPr>
                                                          <p:spPr bwMode="auto">
                                                            <a:xfrm>
                                                              <a:off x="2250" y="4356"/>
                                                              <a:ext cx="179" cy="283"/>
                                                            </a:xfrm>
                                                            <a:prstGeom prst="rect">
                                                              <a:avLst/>
                                                            </a:prstGeom>
                                                            <a:solidFill>
                                                              <a:srgbClr val="FFFFFF">
                                                                <a:alpha val="0"/>
                                                              </a:srgbClr>
                                                            </a:solidFill>
                                                            <a:ln>
                                                              <a:noFill/>
                                                            </a:ln>
                                                            <a:extLst>
                                                              <a:ext uri="{91240B29-F687-4F45-9708-019B960494DF}">
                                                                <a14:hiddenLine xmlns:a14="http://schemas.microsoft.com/office/drawing/2010/main" w="9525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miter lim="800000"/>
                                                                  <a:headEnd/>
                                                                  <a:tailEnd/>
                                                                </a14:hiddenLine>
                                                              </a:ext>
                                                            </a:extLst>
                                                          </p:spPr>
                                                          <p:txBody>
                                                            <a:bodyPr lIns="0" tIns="0" rIns="0" bIns="0"/>
                                                            <a:lstStyle>
                                                              <a:lvl1pPr latinLnBrk="1">
                                                                <a:spcBef>
                                                                  <a:spcPct val="20000"/>
                                                                </a:spcBef>
                                                                <a:buChar char="•"/>
                                                                <a:defRPr kumimoji="1" sz="3200">
                                                                  <a:solidFill>
                                                                    <a:schemeClr val="tx1"/>
                                                                  </a:solidFill>
                                                                  <a:latin typeface="黑体" panose="02010609060101010101" pitchFamily="49" charset="-122"/>
                                                                  <a:ea typeface="黑体" panose="02010609060101010101" pitchFamily="49" charset="-122"/>
                                                                  <a:cs typeface="黑体" panose="02010609060101010101" pitchFamily="49" charset="-122"/>
                                                                </a:defRPr>
                                                              </a:lvl1pPr>
                                                              <a:lvl2pPr marL="742950" indent="-285750" latinLnBrk="1">
                                                                <a:spcBef>
                                                                  <a:spcPct val="20000"/>
                                                                </a:spcBef>
                                                                <a:buChar char="•"/>
                                                                <a:defRPr kumimoji="1" sz="2000">
                                                                  <a:solidFill>
                                                                    <a:schemeClr val="tx1"/>
                                                                  </a:solidFill>
                                                                  <a:latin typeface="-윤체M" panose="020B0604020202020204" pitchFamily="34" charset="0"/>
                                                                  <a:ea typeface="黑体" panose="02010609060101010101" pitchFamily="49" charset="-122"/>
                                                                  <a:cs typeface="黑体" panose="02010609060101010101" pitchFamily="49" charset="-122"/>
                                                                </a:defRPr>
                                                              </a:lvl2pPr>
                                                              <a:lvl3pPr marL="1143000" indent="-228600" latinLnBrk="1">
                                                                <a:spcBef>
                                                                  <a:spcPct val="20000"/>
                                                                </a:spcBef>
                                                                <a:buChar char="•"/>
                                                                <a:defRPr kumimoji="1">
                                                                  <a:solidFill>
                                                                    <a:schemeClr val="tx1"/>
                                                                  </a:solidFill>
                                                                  <a:latin typeface="-윤체M" panose="020B0604020202020204" pitchFamily="34" charset="0"/>
                                                                  <a:ea typeface="黑体" panose="02010609060101010101" pitchFamily="49" charset="-122"/>
                                                                  <a:cs typeface="黑体" panose="02010609060101010101" pitchFamily="49" charset="-122"/>
                                                                </a:defRPr>
                                                              </a:lvl3pPr>
                                                              <a:lvl4pPr marL="1600200" indent="-228600" latinLnBrk="1">
                                                                <a:spcBef>
                                                                  <a:spcPct val="20000"/>
                                                                </a:spcBef>
                                                                <a:buChar char="•"/>
                                                                <a:defRPr kumimoji="1" sz="1600">
                                                                  <a:solidFill>
                                                                    <a:schemeClr val="tx1"/>
                                                                  </a:solidFill>
                                                                  <a:latin typeface="-윤체M" panose="020B0604020202020204" pitchFamily="34" charset="0"/>
                                                                  <a:ea typeface="黑体" panose="02010609060101010101" pitchFamily="49" charset="-122"/>
                                                                  <a:cs typeface="黑体" panose="02010609060101010101" pitchFamily="49" charset="-122"/>
                                                                </a:defRPr>
                                                              </a:lvl4pPr>
                                                              <a:lvl5pPr marL="2057400" indent="-228600" latinLnBrk="1">
                                                                <a:spcBef>
                                                                  <a:spcPct val="20000"/>
                                                                </a:spcBef>
                                                                <a:buChar char="•"/>
                                                                <a:defRPr kumimoji="1" sz="1400">
                                                                  <a:solidFill>
                                                                    <a:schemeClr val="tx1"/>
                                                                  </a:solidFill>
                                                                  <a:latin typeface="-윤체M" panose="020B0604020202020204" pitchFamily="34" charset="0"/>
                                                                  <a:ea typeface="黑体" panose="02010609060101010101" pitchFamily="49" charset="-122"/>
                                                                  <a:cs typeface="黑体" panose="02010609060101010101" pitchFamily="49" charset="-122"/>
                                                                </a:defRPr>
                                                              </a:lvl5pPr>
                                                              <a:lvl6pPr marL="2514600" indent="-228600" eaLnBrk="0" fontAlgn="base" latinLnBrk="1" hangingPunct="0">
                                                                <a:spcBef>
                                                                  <a:spcPct val="20000"/>
                                                                </a:spcBef>
                                                                <a:spcAft>
                                                                  <a:spcPct val="0"/>
                                                                </a:spcAft>
                                                                <a:buChar char="•"/>
                                                                <a:defRPr kumimoji="1" sz="1400">
                                                                  <a:solidFill>
                                                                    <a:schemeClr val="tx1"/>
                                                                  </a:solidFill>
                                                                  <a:latin typeface="-윤체M" panose="020B0604020202020204" pitchFamily="34" charset="0"/>
                                                                  <a:ea typeface="黑体" panose="02010609060101010101" pitchFamily="49" charset="-122"/>
                                                                  <a:cs typeface="黑体" panose="02010609060101010101" pitchFamily="49" charset="-122"/>
                                                                </a:defRPr>
                                                              </a:lvl6pPr>
                                                              <a:lvl7pPr marL="2971800" indent="-228600" eaLnBrk="0" fontAlgn="base" latinLnBrk="1" hangingPunct="0">
                                                                <a:spcBef>
                                                                  <a:spcPct val="20000"/>
                                                                </a:spcBef>
                                                                <a:spcAft>
                                                                  <a:spcPct val="0"/>
                                                                </a:spcAft>
                                                                <a:buChar char="•"/>
                                                                <a:defRPr kumimoji="1" sz="1400">
                                                                  <a:solidFill>
                                                                    <a:schemeClr val="tx1"/>
                                                                  </a:solidFill>
                                                                  <a:latin typeface="-윤체M" panose="020B0604020202020204" pitchFamily="34" charset="0"/>
                                                                  <a:ea typeface="黑体" panose="02010609060101010101" pitchFamily="49" charset="-122"/>
                                                                  <a:cs typeface="黑体" panose="02010609060101010101" pitchFamily="49" charset="-122"/>
                                                                </a:defRPr>
                                                              </a:lvl7pPr>
                                                              <a:lvl8pPr marL="3429000" indent="-228600" eaLnBrk="0" fontAlgn="base" latinLnBrk="1" hangingPunct="0">
                                                                <a:spcBef>
                                                                  <a:spcPct val="20000"/>
                                                                </a:spcBef>
                                                                <a:spcAft>
                                                                  <a:spcPct val="0"/>
                                                                </a:spcAft>
                                                                <a:buChar char="•"/>
                                                                <a:defRPr kumimoji="1" sz="1400">
                                                                  <a:solidFill>
                                                                    <a:schemeClr val="tx1"/>
                                                                  </a:solidFill>
                                                                  <a:latin typeface="-윤체M" panose="020B0604020202020204" pitchFamily="34" charset="0"/>
                                                                  <a:ea typeface="黑体" panose="02010609060101010101" pitchFamily="49" charset="-122"/>
                                                                  <a:cs typeface="黑体" panose="02010609060101010101" pitchFamily="49" charset="-122"/>
                                                                </a:defRPr>
                                                              </a:lvl8pPr>
                                                              <a:lvl9pPr marL="3886200" indent="-228600" eaLnBrk="0" fontAlgn="base" latinLnBrk="1" hangingPunct="0">
                                                                <a:spcBef>
                                                                  <a:spcPct val="20000"/>
                                                                </a:spcBef>
                                                                <a:spcAft>
                                                                  <a:spcPct val="0"/>
                                                                </a:spcAft>
                                                                <a:buChar char="•"/>
                                                                <a:defRPr kumimoji="1" sz="1400">
                                                                  <a:solidFill>
                                                                    <a:schemeClr val="tx1"/>
                                                                  </a:solidFill>
                                                                  <a:latin typeface="-윤체M" panose="020B0604020202020204" pitchFamily="34" charset="0"/>
                                                                  <a:ea typeface="黑体" panose="02010609060101010101" pitchFamily="49" charset="-122"/>
                                                                  <a:cs typeface="黑体" panose="02010609060101010101" pitchFamily="49" charset="-122"/>
                                                                </a:defRPr>
                                                              </a:lvl9pPr>
                                                            </a:lstStyle>
                                                            <a:p>
                                                              <a:pPr algn="just" eaLnBrk="1" hangingPunct="1">
                                                                <a:spcBef>
                                                                  <a:spcPct val="0"/>
                                                                </a:spcBef>
                                                                <a:buFontTx/>
                                                                <a:buNone/>
                                                              </a:pPr>
                                                              <a:r>
                                                                <a:rPr lang="en-US" altLang="zh-CN" sz="1000" i="0">
                                                                  <a:latin typeface="Times New Roman" panose="02020603050405020304" pitchFamily="18" charset="0"/>
                                                                  <a:ea typeface="宋体" panose="02010600030101010101" pitchFamily="2" charset="-122"/>
                                                                </a:rPr>
                                                                <a:t>O</a:t>
                                                              </a:r>
                                                              <a:endParaRPr lang="en-US" altLang="zh-CN" sz="2800" i="0">
                                                                <a:latin typeface="Gulim" panose="020B0600000101010101" pitchFamily="34" charset="-127"/>
                                                                <a:ea typeface="Gulim" panose="020B0600000101010101" pitchFamily="34" charset="-127"/>
                                                              </a:endParaRPr>
                                                            </a:p>
                                                          </p:txBody>
                                                        </p:sp>
                                                      </p:grpSp>
                                                      <p:sp>
                                                        <p:nvSpPr>
                                                          <p:cNvPr id="107620" name="Text Box 285">
                                                            <a:extLst>
                                                              <a:ext uri="{FF2B5EF4-FFF2-40B4-BE49-F238E27FC236}">
                                                                <a16:creationId xmlns:a16="http://schemas.microsoft.com/office/drawing/2014/main" id="{CFF899B4-5E2D-0AD1-9ABC-13394A1A756C}"/>
                                                              </a:ext>
                                                            </a:extLst>
                                                          </p:cNvPr>
                                                          <p:cNvSpPr txBox="1">
                                                            <a:spLocks noChangeArrowheads="1"/>
                                                          </p:cNvSpPr>
                                                          <p:nvPr/>
                                                        </p:nvSpPr>
                                                        <p:spPr bwMode="auto">
                                                          <a:xfrm>
                                                            <a:off x="3795" y="5882"/>
                                                            <a:ext cx="179" cy="283"/>
                                                          </a:xfrm>
                                                          <a:prstGeom prst="rect">
                                                            <a:avLst/>
                                                          </a:prstGeom>
                                                          <a:solidFill>
                                                            <a:srgbClr val="FFFFFF">
                                                              <a:alpha val="0"/>
                                                            </a:srgbClr>
                                                          </a:solidFill>
                                                          <a:ln>
                                                            <a:noFill/>
                                                          </a:ln>
                                                          <a:extLst>
                                                            <a:ext uri="{91240B29-F687-4F45-9708-019B960494DF}">
                                                              <a14:hiddenLine xmlns:a14="http://schemas.microsoft.com/office/drawing/2010/main" w="9525">
                                                                <a:solidFill>
                                                                  <a:srgbClr val="000000"/>
                                                                </a:solidFill>
                                                                <a:miter lim="800000"/>
                                                                <a:headEnd/>
                                                                <a:tailEnd/>
                                                              </a14:hiddenLine>
                                                            </a:ext>
                                                          </a:extLst>
                                                        </p:spPr>
                                                        <p:txBody>
                                                          <a:bodyPr lIns="0" tIns="0" rIns="0" bIns="0"/>
                                                          <a:lstStyle>
                                                            <a:lvl1pPr latinLnBrk="1">
                                                              <a:spcBef>
                                                                <a:spcPct val="20000"/>
                                                              </a:spcBef>
                                                              <a:buChar char="•"/>
                                                              <a:defRPr kumimoji="1" sz="3200">
                                                                <a:solidFill>
                                                                  <a:schemeClr val="tx1"/>
                                                                </a:solidFill>
                                                                <a:latin typeface="黑体" panose="02010609060101010101" pitchFamily="49" charset="-122"/>
                                                                <a:ea typeface="黑体" panose="02010609060101010101" pitchFamily="49" charset="-122"/>
                                                                <a:cs typeface="黑体" panose="02010609060101010101" pitchFamily="49" charset="-122"/>
                                                              </a:defRPr>
                                                            </a:lvl1pPr>
                                                            <a:lvl2pPr marL="742950" indent="-285750" latinLnBrk="1">
                                                              <a:spcBef>
                                                                <a:spcPct val="20000"/>
                                                              </a:spcBef>
                                                              <a:buChar char="•"/>
                                                              <a:defRPr kumimoji="1" sz="2000">
                                                                <a:solidFill>
                                                                  <a:schemeClr val="tx1"/>
                                                                </a:solidFill>
                                                                <a:latin typeface="-윤체M" panose="020B0604020202020204" pitchFamily="34" charset="0"/>
                                                                <a:ea typeface="黑体" panose="02010609060101010101" pitchFamily="49" charset="-122"/>
                                                                <a:cs typeface="黑体" panose="02010609060101010101" pitchFamily="49" charset="-122"/>
                                                              </a:defRPr>
                                                            </a:lvl2pPr>
                                                            <a:lvl3pPr marL="1143000" indent="-228600" latinLnBrk="1">
                                                              <a:spcBef>
                                                                <a:spcPct val="20000"/>
                                                              </a:spcBef>
                                                              <a:buChar char="•"/>
                                                              <a:defRPr kumimoji="1">
                                                                <a:solidFill>
                                                                  <a:schemeClr val="tx1"/>
                                                                </a:solidFill>
                                                                <a:latin typeface="-윤체M" panose="020B0604020202020204" pitchFamily="34" charset="0"/>
                                                                <a:ea typeface="黑体" panose="02010609060101010101" pitchFamily="49" charset="-122"/>
                                                                <a:cs typeface="黑体" panose="02010609060101010101" pitchFamily="49" charset="-122"/>
                                                              </a:defRPr>
                                                            </a:lvl3pPr>
                                                            <a:lvl4pPr marL="1600200" indent="-228600" latinLnBrk="1">
                                                              <a:spcBef>
                                                                <a:spcPct val="20000"/>
                                                              </a:spcBef>
                                                              <a:buChar char="•"/>
                                                              <a:defRPr kumimoji="1" sz="1600">
                                                                <a:solidFill>
                                                                  <a:schemeClr val="tx1"/>
                                                                </a:solidFill>
                                                                <a:latin typeface="-윤체M" panose="020B0604020202020204" pitchFamily="34" charset="0"/>
                                                                <a:ea typeface="黑体" panose="02010609060101010101" pitchFamily="49" charset="-122"/>
                                                                <a:cs typeface="黑体" panose="02010609060101010101" pitchFamily="49" charset="-122"/>
                                                              </a:defRPr>
                                                            </a:lvl4pPr>
                                                            <a:lvl5pPr marL="2057400" indent="-228600" latinLnBrk="1">
                                                              <a:spcBef>
                                                                <a:spcPct val="20000"/>
                                                              </a:spcBef>
                                                              <a:buChar char="•"/>
                                                              <a:defRPr kumimoji="1" sz="1400">
                                                                <a:solidFill>
                                                                  <a:schemeClr val="tx1"/>
                                                                </a:solidFill>
                                                                <a:latin typeface="-윤체M" panose="020B0604020202020204" pitchFamily="34" charset="0"/>
                                                                <a:ea typeface="黑体" panose="02010609060101010101" pitchFamily="49" charset="-122"/>
                                                                <a:cs typeface="黑体" panose="02010609060101010101" pitchFamily="49" charset="-122"/>
                                                              </a:defRPr>
                                                            </a:lvl5pPr>
                                                            <a:lvl6pPr marL="2514600" indent="-228600" eaLnBrk="0" fontAlgn="base" latinLnBrk="1" hangingPunct="0">
                                                              <a:spcBef>
                                                                <a:spcPct val="20000"/>
                                                              </a:spcBef>
                                                              <a:spcAft>
                                                                <a:spcPct val="0"/>
                                                              </a:spcAft>
                                                              <a:buChar char="•"/>
                                                              <a:defRPr kumimoji="1" sz="1400">
                                                                <a:solidFill>
                                                                  <a:schemeClr val="tx1"/>
                                                                </a:solidFill>
                                                                <a:latin typeface="-윤체M" panose="020B0604020202020204" pitchFamily="34" charset="0"/>
                                                                <a:ea typeface="黑体" panose="02010609060101010101" pitchFamily="49" charset="-122"/>
                                                                <a:cs typeface="黑体" panose="02010609060101010101" pitchFamily="49" charset="-122"/>
                                                              </a:defRPr>
                                                            </a:lvl6pPr>
                                                            <a:lvl7pPr marL="2971800" indent="-228600" eaLnBrk="0" fontAlgn="base" latinLnBrk="1" hangingPunct="0">
                                                              <a:spcBef>
                                                                <a:spcPct val="20000"/>
                                                              </a:spcBef>
                                                              <a:spcAft>
                                                                <a:spcPct val="0"/>
                                                              </a:spcAft>
                                                              <a:buChar char="•"/>
                                                              <a:defRPr kumimoji="1" sz="1400">
                                                                <a:solidFill>
                                                                  <a:schemeClr val="tx1"/>
                                                                </a:solidFill>
                                                                <a:latin typeface="-윤체M" panose="020B0604020202020204" pitchFamily="34" charset="0"/>
                                                                <a:ea typeface="黑体" panose="02010609060101010101" pitchFamily="49" charset="-122"/>
                                                                <a:cs typeface="黑体" panose="02010609060101010101" pitchFamily="49" charset="-122"/>
                                                              </a:defRPr>
                                                            </a:lvl7pPr>
                                                            <a:lvl8pPr marL="3429000" indent="-228600" eaLnBrk="0" fontAlgn="base" latinLnBrk="1" hangingPunct="0">
                                                              <a:spcBef>
                                                                <a:spcPct val="20000"/>
                                                              </a:spcBef>
                                                              <a:spcAft>
                                                                <a:spcPct val="0"/>
                                                              </a:spcAft>
                                                              <a:buChar char="•"/>
                                                              <a:defRPr kumimoji="1" sz="1400">
                                                                <a:solidFill>
                                                                  <a:schemeClr val="tx1"/>
                                                                </a:solidFill>
                                                                <a:latin typeface="-윤체M" panose="020B0604020202020204" pitchFamily="34" charset="0"/>
                                                                <a:ea typeface="黑体" panose="02010609060101010101" pitchFamily="49" charset="-122"/>
                                                                <a:cs typeface="黑体" panose="02010609060101010101" pitchFamily="49" charset="-122"/>
                                                              </a:defRPr>
                                                            </a:lvl8pPr>
                                                            <a:lvl9pPr marL="3886200" indent="-228600" eaLnBrk="0" fontAlgn="base" latinLnBrk="1" hangingPunct="0">
                                                              <a:spcBef>
                                                                <a:spcPct val="20000"/>
                                                              </a:spcBef>
                                                              <a:spcAft>
                                                                <a:spcPct val="0"/>
                                                              </a:spcAft>
                                                              <a:buChar char="•"/>
                                                              <a:defRPr kumimoji="1" sz="1400">
                                                                <a:solidFill>
                                                                  <a:schemeClr val="tx1"/>
                                                                </a:solidFill>
                                                                <a:latin typeface="-윤체M" panose="020B0604020202020204" pitchFamily="34" charset="0"/>
                                                                <a:ea typeface="黑体" panose="02010609060101010101" pitchFamily="49" charset="-122"/>
                                                                <a:cs typeface="黑体" panose="02010609060101010101" pitchFamily="49" charset="-122"/>
                                                              </a:defRPr>
                                                            </a:lvl9pPr>
                                                          </a:lstStyle>
                                                          <a:p>
                                                            <a:pPr algn="just" eaLnBrk="1" hangingPunct="1">
                                                              <a:spcBef>
                                                                <a:spcPct val="0"/>
                                                              </a:spcBef>
                                                              <a:buFontTx/>
                                                              <a:buNone/>
                                                            </a:pPr>
                                                            <a:r>
                                                              <a:rPr lang="en-US" altLang="zh-CN" sz="1000" i="0">
                                                                <a:latin typeface="Times New Roman" panose="02020603050405020304" pitchFamily="18" charset="0"/>
                                                                <a:ea typeface="宋体" panose="02010600030101010101" pitchFamily="2" charset="-122"/>
                                                              </a:rPr>
                                                              <a:t>O</a:t>
                                                            </a:r>
                                                            <a:endParaRPr lang="en-US" altLang="zh-CN" sz="2800" i="0">
                                                              <a:latin typeface="Gulim" panose="020B0600000101010101" pitchFamily="34" charset="-127"/>
                                                              <a:ea typeface="Gulim" panose="020B0600000101010101" pitchFamily="34" charset="-127"/>
                                                            </a:endParaRPr>
                                                          </a:p>
                                                        </p:txBody>
                                                      </p:sp>
                                                    </p:grpSp>
                                                    <p:sp>
                                                      <p:nvSpPr>
                                                        <p:cNvPr id="107618" name="Text Box 286">
                                                          <a:extLst>
                                                            <a:ext uri="{FF2B5EF4-FFF2-40B4-BE49-F238E27FC236}">
                                                              <a16:creationId xmlns:a16="http://schemas.microsoft.com/office/drawing/2014/main" id="{F8943AA3-2E4B-ABFF-509A-1D5E9CF6286C}"/>
                                                            </a:ext>
                                                          </a:extLst>
                                                        </p:cNvPr>
                                                        <p:cNvSpPr txBox="1">
                                                          <a:spLocks noChangeArrowheads="1"/>
                                                        </p:cNvSpPr>
                                                        <p:nvPr/>
                                                      </p:nvSpPr>
                                                      <p:spPr bwMode="auto">
                                                        <a:xfrm>
                                                          <a:off x="2941" y="8273"/>
                                                          <a:ext cx="179" cy="283"/>
                                                        </a:xfrm>
                                                        <a:prstGeom prst="rect">
                                                          <a:avLst/>
                                                        </a:prstGeom>
                                                        <a:solidFill>
                                                          <a:srgbClr val="FFFFFF">
                                                            <a:alpha val="0"/>
                                                          </a:srgbClr>
                                                        </a:solidFill>
                                                        <a:ln>
                                                          <a:noFill/>
                                                        </a:ln>
                                                        <a:extLst>
                                                          <a:ext uri="{91240B29-F687-4F45-9708-019B960494DF}">
                                                            <a14:hiddenLine xmlns:a14="http://schemas.microsoft.com/office/drawing/2010/main" w="9525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miter lim="800000"/>
                                                              <a:headEnd/>
                                                              <a:tailEnd/>
                                                            </a14:hiddenLine>
                                                          </a:ext>
                                                        </a:extLst>
                                                      </p:spPr>
                                                      <p:txBody>
                                                        <a:bodyPr lIns="0" tIns="0" rIns="0" bIns="0"/>
                                                        <a:lstStyle>
                                                          <a:lvl1pPr latinLnBrk="1">
                                                            <a:spcBef>
                                                              <a:spcPct val="20000"/>
                                                            </a:spcBef>
                                                            <a:buChar char="•"/>
                                                            <a:defRPr kumimoji="1" sz="3200">
                                                              <a:solidFill>
                                                                <a:schemeClr val="tx1"/>
                                                              </a:solidFill>
                                                              <a:latin typeface="黑体" panose="02010609060101010101" pitchFamily="49" charset="-122"/>
                                                              <a:ea typeface="黑体" panose="02010609060101010101" pitchFamily="49" charset="-122"/>
                                                              <a:cs typeface="黑体" panose="02010609060101010101" pitchFamily="49" charset="-122"/>
                                                            </a:defRPr>
                                                          </a:lvl1pPr>
                                                          <a:lvl2pPr marL="742950" indent="-285750" latinLnBrk="1">
                                                            <a:spcBef>
                                                              <a:spcPct val="20000"/>
                                                            </a:spcBef>
                                                            <a:buChar char="•"/>
                                                            <a:defRPr kumimoji="1" sz="2000">
                                                              <a:solidFill>
                                                                <a:schemeClr val="tx1"/>
                                                              </a:solidFill>
                                                              <a:latin typeface="-윤체M" panose="020B0604020202020204" pitchFamily="34" charset="0"/>
                                                              <a:ea typeface="黑体" panose="02010609060101010101" pitchFamily="49" charset="-122"/>
                                                              <a:cs typeface="黑体" panose="02010609060101010101" pitchFamily="49" charset="-122"/>
                                                            </a:defRPr>
                                                          </a:lvl2pPr>
                                                          <a:lvl3pPr marL="1143000" indent="-228600" latinLnBrk="1">
                                                            <a:spcBef>
                                                              <a:spcPct val="20000"/>
                                                            </a:spcBef>
                                                            <a:buChar char="•"/>
                                                            <a:defRPr kumimoji="1">
                                                              <a:solidFill>
                                                                <a:schemeClr val="tx1"/>
                                                              </a:solidFill>
                                                              <a:latin typeface="-윤체M" panose="020B0604020202020204" pitchFamily="34" charset="0"/>
                                                              <a:ea typeface="黑体" panose="02010609060101010101" pitchFamily="49" charset="-122"/>
                                                              <a:cs typeface="黑体" panose="02010609060101010101" pitchFamily="49" charset="-122"/>
                                                            </a:defRPr>
                                                          </a:lvl3pPr>
                                                          <a:lvl4pPr marL="1600200" indent="-228600" latinLnBrk="1">
                                                            <a:spcBef>
                                                              <a:spcPct val="20000"/>
                                                            </a:spcBef>
                                                            <a:buChar char="•"/>
                                                            <a:defRPr kumimoji="1" sz="1600">
                                                              <a:solidFill>
                                                                <a:schemeClr val="tx1"/>
                                                              </a:solidFill>
                                                              <a:latin typeface="-윤체M" panose="020B0604020202020204" pitchFamily="34" charset="0"/>
                                                              <a:ea typeface="黑体" panose="02010609060101010101" pitchFamily="49" charset="-122"/>
                                                              <a:cs typeface="黑体" panose="02010609060101010101" pitchFamily="49" charset="-122"/>
                                                            </a:defRPr>
                                                          </a:lvl4pPr>
                                                          <a:lvl5pPr marL="2057400" indent="-228600" latinLnBrk="1">
                                                            <a:spcBef>
                                                              <a:spcPct val="20000"/>
                                                            </a:spcBef>
                                                            <a:buChar char="•"/>
                                                            <a:defRPr kumimoji="1" sz="1400">
                                                              <a:solidFill>
                                                                <a:schemeClr val="tx1"/>
                                                              </a:solidFill>
                                                              <a:latin typeface="-윤체M" panose="020B0604020202020204" pitchFamily="34" charset="0"/>
                                                              <a:ea typeface="黑体" panose="02010609060101010101" pitchFamily="49" charset="-122"/>
                                                              <a:cs typeface="黑体" panose="02010609060101010101" pitchFamily="49" charset="-122"/>
                                                            </a:defRPr>
                                                          </a:lvl5pPr>
                                                          <a:lvl6pPr marL="2514600" indent="-228600" eaLnBrk="0" fontAlgn="base" latinLnBrk="1" hangingPunct="0">
                                                            <a:spcBef>
                                                              <a:spcPct val="20000"/>
                                                            </a:spcBef>
                                                            <a:spcAft>
                                                              <a:spcPct val="0"/>
                                                            </a:spcAft>
                                                            <a:buChar char="•"/>
                                                            <a:defRPr kumimoji="1" sz="1400">
                                                              <a:solidFill>
                                                                <a:schemeClr val="tx1"/>
                                                              </a:solidFill>
                                                              <a:latin typeface="-윤체M" panose="020B0604020202020204" pitchFamily="34" charset="0"/>
                                                              <a:ea typeface="黑体" panose="02010609060101010101" pitchFamily="49" charset="-122"/>
                                                              <a:cs typeface="黑体" panose="02010609060101010101" pitchFamily="49" charset="-122"/>
                                                            </a:defRPr>
                                                          </a:lvl6pPr>
                                                          <a:lvl7pPr marL="2971800" indent="-228600" eaLnBrk="0" fontAlgn="base" latinLnBrk="1" hangingPunct="0">
                                                            <a:spcBef>
                                                              <a:spcPct val="20000"/>
                                                            </a:spcBef>
                                                            <a:spcAft>
                                                              <a:spcPct val="0"/>
                                                            </a:spcAft>
                                                            <a:buChar char="•"/>
                                                            <a:defRPr kumimoji="1" sz="1400">
                                                              <a:solidFill>
                                                                <a:schemeClr val="tx1"/>
                                                              </a:solidFill>
                                                              <a:latin typeface="-윤체M" panose="020B0604020202020204" pitchFamily="34" charset="0"/>
                                                              <a:ea typeface="黑体" panose="02010609060101010101" pitchFamily="49" charset="-122"/>
                                                              <a:cs typeface="黑体" panose="02010609060101010101" pitchFamily="49" charset="-122"/>
                                                            </a:defRPr>
                                                          </a:lvl7pPr>
                                                          <a:lvl8pPr marL="3429000" indent="-228600" eaLnBrk="0" fontAlgn="base" latinLnBrk="1" hangingPunct="0">
                                                            <a:spcBef>
                                                              <a:spcPct val="20000"/>
                                                            </a:spcBef>
                                                            <a:spcAft>
                                                              <a:spcPct val="0"/>
                                                            </a:spcAft>
                                                            <a:buChar char="•"/>
                                                            <a:defRPr kumimoji="1" sz="1400">
                                                              <a:solidFill>
                                                                <a:schemeClr val="tx1"/>
                                                              </a:solidFill>
                                                              <a:latin typeface="-윤체M" panose="020B0604020202020204" pitchFamily="34" charset="0"/>
                                                              <a:ea typeface="黑体" panose="02010609060101010101" pitchFamily="49" charset="-122"/>
                                                              <a:cs typeface="黑体" panose="02010609060101010101" pitchFamily="49" charset="-122"/>
                                                            </a:defRPr>
                                                          </a:lvl8pPr>
                                                          <a:lvl9pPr marL="3886200" indent="-228600" eaLnBrk="0" fontAlgn="base" latinLnBrk="1" hangingPunct="0">
                                                            <a:spcBef>
                                                              <a:spcPct val="20000"/>
                                                            </a:spcBef>
                                                            <a:spcAft>
                                                              <a:spcPct val="0"/>
                                                            </a:spcAft>
                                                            <a:buChar char="•"/>
                                                            <a:defRPr kumimoji="1" sz="1400">
                                                              <a:solidFill>
                                                                <a:schemeClr val="tx1"/>
                                                              </a:solidFill>
                                                              <a:latin typeface="-윤체M" panose="020B0604020202020204" pitchFamily="34" charset="0"/>
                                                              <a:ea typeface="黑体" panose="02010609060101010101" pitchFamily="49" charset="-122"/>
                                                              <a:cs typeface="黑体" panose="02010609060101010101" pitchFamily="49" charset="-122"/>
                                                            </a:defRPr>
                                                          </a:lvl9pPr>
                                                        </a:lstStyle>
                                                        <a:p>
                                                          <a:pPr algn="just" eaLnBrk="1" hangingPunct="1">
                                                            <a:spcBef>
                                                              <a:spcPct val="0"/>
                                                            </a:spcBef>
                                                            <a:buFontTx/>
                                                            <a:buNone/>
                                                          </a:pPr>
                                                          <a:r>
                                                            <a:rPr lang="en-US" altLang="zh-CN" sz="1000" i="0">
                                                              <a:latin typeface="Times New Roman" panose="02020603050405020304" pitchFamily="18" charset="0"/>
                                                              <a:ea typeface="宋体" panose="02010600030101010101" pitchFamily="2" charset="-122"/>
                                                            </a:rPr>
                                                            <a:t>X</a:t>
                                                          </a:r>
                                                          <a:endParaRPr lang="en-US" altLang="zh-CN" sz="2800" i="0">
                                                            <a:latin typeface="Gulim" panose="020B0600000101010101" pitchFamily="34" charset="-127"/>
                                                            <a:ea typeface="Gulim" panose="020B0600000101010101" pitchFamily="34" charset="-127"/>
                                                          </a:endParaRPr>
                                                        </a:p>
                                                      </p:txBody>
                                                    </p:sp>
                                                  </p:grpSp>
                                                  <p:sp>
                                                    <p:nvSpPr>
                                                      <p:cNvPr id="107616" name="Text Box 287">
                                                        <a:extLst>
                                                          <a:ext uri="{FF2B5EF4-FFF2-40B4-BE49-F238E27FC236}">
                                                            <a16:creationId xmlns:a16="http://schemas.microsoft.com/office/drawing/2014/main" id="{E326F3FA-8B8D-D890-1BA6-1C45523C60D8}"/>
                                                          </a:ext>
                                                        </a:extLst>
                                                      </p:cNvPr>
                                                      <p:cNvSpPr txBox="1">
                                                        <a:spLocks noChangeArrowheads="1"/>
                                                      </p:cNvSpPr>
                                                      <p:nvPr/>
                                                    </p:nvSpPr>
                                                    <p:spPr bwMode="auto">
                                                      <a:xfrm>
                                                        <a:off x="3151" y="8273"/>
                                                        <a:ext cx="179" cy="283"/>
                                                      </a:xfrm>
                                                      <a:prstGeom prst="rect">
                                                        <a:avLst/>
                                                      </a:prstGeom>
                                                      <a:solidFill>
                                                        <a:srgbClr val="FFFFFF">
                                                          <a:alpha val="0"/>
                                                        </a:srgbClr>
                                                      </a:solidFill>
                                                      <a:ln>
                                                        <a:noFill/>
                                                      </a:ln>
                                                      <a:extLst>
                                                        <a:ext uri="{91240B29-F687-4F45-9708-019B960494DF}">
                                                          <a14:hiddenLine xmlns:a14="http://schemas.microsoft.com/office/drawing/2010/main" w="9525">
                                                            <a:solidFill>
                                                              <a:srgbClr val="000000"/>
                                                            </a:solidFill>
                                                            <a:miter lim="800000"/>
                                                            <a:headEnd/>
                                                            <a:tailEnd/>
                                                          </a14:hiddenLine>
                                                        </a:ext>
                                                      </a:extLst>
                                                    </p:spPr>
                                                    <p:txBody>
                                                      <a:bodyPr lIns="0" tIns="0" rIns="0" bIns="0"/>
                                                      <a:lstStyle>
                                                        <a:lvl1pPr latinLnBrk="1">
                                                          <a:spcBef>
                                                            <a:spcPct val="20000"/>
                                                          </a:spcBef>
                                                          <a:buChar char="•"/>
                                                          <a:defRPr kumimoji="1" sz="320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黑体" panose="02010609060101010101" pitchFamily="49" charset="-122"/>
                                                            <a:ea typeface="黑体" panose="02010609060101010101" pitchFamily="49" charset="-122"/>
                                                            <a:cs typeface="黑体" panose="02010609060101010101" pitchFamily="49" charset="-122"/>
                                                          </a:defRPr>
                                                        </a:lvl1pPr>
                                                        <a:lvl2pPr marL="742950" indent="-285750" latinLnBrk="1">
                                                          <a:spcBef>
                                                            <a:spcPct val="20000"/>
                                                          </a:spcBef>
                                                          <a:buChar char="•"/>
                                                          <a:defRPr kumimoji="1" sz="200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-윤체M" panose="020B0604020202020204" pitchFamily="34" charset="0"/>
                                                            <a:ea typeface="黑体" panose="02010609060101010101" pitchFamily="49" charset="-122"/>
                                                            <a:cs typeface="黑体" panose="02010609060101010101" pitchFamily="49" charset="-122"/>
                                                          </a:defRPr>
                                                        </a:lvl2pPr>
                                                        <a:lvl3pPr marL="1143000" indent="-228600" latinLnBrk="1">
                                                          <a:spcBef>
                                                            <a:spcPct val="20000"/>
                                                          </a:spcBef>
                                                          <a:buChar char="•"/>
                                                          <a:defRPr kumimoji="1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-윤체M" panose="020B0604020202020204" pitchFamily="34" charset="0"/>
                                                            <a:ea typeface="黑体" panose="02010609060101010101" pitchFamily="49" charset="-122"/>
                                                            <a:cs typeface="黑体" panose="02010609060101010101" pitchFamily="49" charset="-122"/>
                                                          </a:defRPr>
                                                        </a:lvl3pPr>
                                                        <a:lvl4pPr marL="1600200" indent="-228600" latinLnBrk="1">
                                                          <a:spcBef>
                                                            <a:spcPct val="20000"/>
                                                          </a:spcBef>
                                                          <a:buChar char="•"/>
                                                          <a:defRPr kumimoji="1" sz="160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-윤체M" panose="020B0604020202020204" pitchFamily="34" charset="0"/>
                                                            <a:ea typeface="黑体" panose="02010609060101010101" pitchFamily="49" charset="-122"/>
                                                            <a:cs typeface="黑体" panose="02010609060101010101" pitchFamily="49" charset="-122"/>
                                                          </a:defRPr>
                                                        </a:lvl4pPr>
                                                        <a:lvl5pPr marL="2057400" indent="-228600" latinLnBrk="1">
                                                          <a:spcBef>
                                                            <a:spcPct val="20000"/>
                                                          </a:spcBef>
                                                          <a:buChar char="•"/>
                                                          <a:defRPr kumimoji="1" sz="140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-윤체M" panose="020B0604020202020204" pitchFamily="34" charset="0"/>
                                                            <a:ea typeface="黑体" panose="02010609060101010101" pitchFamily="49" charset="-122"/>
                                                            <a:cs typeface="黑体" panose="02010609060101010101" pitchFamily="49" charset="-122"/>
                                                          </a:defRPr>
                                                        </a:lvl5pPr>
                                                        <a:lvl6pPr marL="2514600" indent="-228600" eaLnBrk="0" fontAlgn="base" latinLnBrk="1" hangingPunct="0">
                                                          <a:spcBef>
                                                            <a:spcPct val="20000"/>
                                                          </a:spcBef>
                                                          <a:spcAft>
                                                            <a:spcPct val="0"/>
                                                          </a:spcAft>
                                                          <a:buChar char="•"/>
                                                          <a:defRPr kumimoji="1" sz="140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-윤체M" panose="020B0604020202020204" pitchFamily="34" charset="0"/>
                                                            <a:ea typeface="黑体" panose="02010609060101010101" pitchFamily="49" charset="-122"/>
                                                            <a:cs typeface="黑体" panose="02010609060101010101" pitchFamily="49" charset="-122"/>
                                                          </a:defRPr>
                                                        </a:lvl6pPr>
                                                        <a:lvl7pPr marL="2971800" indent="-228600" eaLnBrk="0" fontAlgn="base" latinLnBrk="1" hangingPunct="0">
                                                          <a:spcBef>
                                                            <a:spcPct val="20000"/>
                                                          </a:spcBef>
                                                          <a:spcAft>
                                                            <a:spcPct val="0"/>
                                                          </a:spcAft>
                                                          <a:buChar char="•"/>
                                                          <a:defRPr kumimoji="1" sz="140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-윤체M" panose="020B0604020202020204" pitchFamily="34" charset="0"/>
                                                            <a:ea typeface="黑体" panose="02010609060101010101" pitchFamily="49" charset="-122"/>
                                                            <a:cs typeface="黑体" panose="02010609060101010101" pitchFamily="49" charset="-122"/>
                                                          </a:defRPr>
                                                        </a:lvl7pPr>
                                                        <a:lvl8pPr marL="3429000" indent="-228600" eaLnBrk="0" fontAlgn="base" latinLnBrk="1" hangingPunct="0">
                                                          <a:spcBef>
                                                            <a:spcPct val="20000"/>
                                                          </a:spcBef>
                                                          <a:spcAft>
                                                            <a:spcPct val="0"/>
                                                          </a:spcAft>
                                                          <a:buChar char="•"/>
                                                          <a:defRPr kumimoji="1" sz="140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-윤체M" panose="020B0604020202020204" pitchFamily="34" charset="0"/>
                                                            <a:ea typeface="黑体" panose="02010609060101010101" pitchFamily="49" charset="-122"/>
                                                            <a:cs typeface="黑体" panose="02010609060101010101" pitchFamily="49" charset="-122"/>
                                                          </a:defRPr>
                                                        </a:lvl8pPr>
                                                        <a:lvl9pPr marL="3886200" indent="-228600" eaLnBrk="0" fontAlgn="base" latinLnBrk="1" hangingPunct="0">
                                                          <a:spcBef>
                                                            <a:spcPct val="20000"/>
                                                          </a:spcBef>
                                                          <a:spcAft>
                                                            <a:spcPct val="0"/>
                                                          </a:spcAft>
                                                          <a:buChar char="•"/>
                                                          <a:defRPr kumimoji="1" sz="140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-윤체M" panose="020B0604020202020204" pitchFamily="34" charset="0"/>
                                                            <a:ea typeface="黑体" panose="02010609060101010101" pitchFamily="49" charset="-122"/>
                                                            <a:cs typeface="黑体" panose="02010609060101010101" pitchFamily="49" charset="-122"/>
                                                          </a:defRPr>
                                                        </a:lvl9pPr>
                                                      </a:lstStyle>
                                                      <a:p>
                                                        <a:pPr algn="just" eaLnBrk="1" hangingPunct="1">
                                                          <a:spcBef>
                                                            <a:spcPct val="0"/>
                                                          </a:spcBef>
                                                          <a:buFontTx/>
                                                          <a:buNone/>
                                                        </a:pPr>
                                                        <a:r>
                                                          <a:rPr lang="en-US" altLang="zh-CN" sz="1000" i="0">
                                                            <a:latin typeface="Times New Roman" panose="02020603050405020304" pitchFamily="18" charset="0"/>
                                                            <a:ea typeface="宋体" panose="02010600030101010101" pitchFamily="2" charset="-122"/>
                                                          </a:rPr>
                                                          <a:t>X</a:t>
                                                        </a:r>
                                                        <a:endParaRPr lang="en-US" altLang="zh-CN" sz="2800" i="0">
                                                          <a:latin typeface="Gulim" panose="020B0600000101010101" pitchFamily="34" charset="-127"/>
                                                          <a:ea typeface="Gulim" panose="020B0600000101010101" pitchFamily="34" charset="-127"/>
                                                        </a:endParaRPr>
                                                      </a:p>
                                                    </p:txBody>
                                                  </p:sp>
                                                </p:grpSp>
                                                <p:sp>
                                                  <p:nvSpPr>
                                                    <p:cNvPr id="107614" name="Text Box 288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8E567CD7-A390-1A08-241D-4E7BCAC1EB58}"/>
                                                        </a:ext>
                                                      </a:extLst>
                                                    </p:cNvPr>
                                                    <p:cNvSpPr txBox="1">
                                                      <a:spLocks noChangeArrowheads="1"/>
                                                    </p:cNvSpPr>
                                                    <p:nvPr/>
                                                  </p:nvSpPr>
                                                  <p:spPr bwMode="auto">
                                                    <a:xfrm>
                                                      <a:off x="3375" y="7835"/>
                                                      <a:ext cx="179" cy="283"/>
                                                    </a:xfrm>
                                                    <a:prstGeom prst="rect">
                                                      <a:avLst/>
                                                    </a:prstGeom>
                                                    <a:solidFill>
                                                      <a:srgbClr val="FFFFFF">
                                                        <a:alpha val="0"/>
                                                      </a:srgbClr>
                                                    </a:solidFill>
                                                    <a:ln>
                                                      <a:noFill/>
                                                    </a:ln>
                                                    <a:extLst>
                                                      <a:ext uri="{91240B29-F687-4F45-9708-019B960494DF}">
                                                        <a14:hiddenLine xmlns:a14="http://schemas.microsoft.com/office/drawing/2010/main" w="9525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miter lim="800000"/>
                                                          <a:headEnd/>
                                                          <a:tailEnd/>
                                                        </a14:hiddenLine>
                                                      </a:ext>
                                                    </a:extLst>
                                                  </p:spPr>
                                                  <p:txBody>
                                                    <a:bodyPr lIns="0" tIns="0" rIns="0" bIns="0"/>
                                                    <a:lstStyle>
                                                      <a:lvl1pPr latinLnBrk="1">
                                                        <a:spcBef>
                                                          <a:spcPct val="20000"/>
                                                        </a:spcBef>
                                                        <a:buChar char="•"/>
                                                        <a:defRPr kumimoji="1" sz="320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黑体" panose="02010609060101010101" pitchFamily="49" charset="-122"/>
                                                          <a:ea typeface="黑体" panose="02010609060101010101" pitchFamily="49" charset="-122"/>
                                                          <a:cs typeface="黑体" panose="02010609060101010101" pitchFamily="49" charset="-122"/>
                                                        </a:defRPr>
                                                      </a:lvl1pPr>
                                                      <a:lvl2pPr marL="742950" indent="-285750" latinLnBrk="1">
                                                        <a:spcBef>
                                                          <a:spcPct val="20000"/>
                                                        </a:spcBef>
                                                        <a:buChar char="•"/>
                                                        <a:defRPr kumimoji="1" sz="200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-윤체M" panose="020B0604020202020204" pitchFamily="34" charset="0"/>
                                                          <a:ea typeface="黑体" panose="02010609060101010101" pitchFamily="49" charset="-122"/>
                                                          <a:cs typeface="黑体" panose="02010609060101010101" pitchFamily="49" charset="-122"/>
                                                        </a:defRPr>
                                                      </a:lvl2pPr>
                                                      <a:lvl3pPr marL="1143000" indent="-228600" latinLnBrk="1">
                                                        <a:spcBef>
                                                          <a:spcPct val="20000"/>
                                                        </a:spcBef>
                                                        <a:buChar char="•"/>
                                                        <a:defRPr kumimoji="1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-윤체M" panose="020B0604020202020204" pitchFamily="34" charset="0"/>
                                                          <a:ea typeface="黑体" panose="02010609060101010101" pitchFamily="49" charset="-122"/>
                                                          <a:cs typeface="黑体" panose="02010609060101010101" pitchFamily="49" charset="-122"/>
                                                        </a:defRPr>
                                                      </a:lvl3pPr>
                                                      <a:lvl4pPr marL="1600200" indent="-228600" latinLnBrk="1">
                                                        <a:spcBef>
                                                          <a:spcPct val="20000"/>
                                                        </a:spcBef>
                                                        <a:buChar char="•"/>
                                                        <a:defRPr kumimoji="1" sz="160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-윤체M" panose="020B0604020202020204" pitchFamily="34" charset="0"/>
                                                          <a:ea typeface="黑体" panose="02010609060101010101" pitchFamily="49" charset="-122"/>
                                                          <a:cs typeface="黑体" panose="02010609060101010101" pitchFamily="49" charset="-122"/>
                                                        </a:defRPr>
                                                      </a:lvl4pPr>
                                                      <a:lvl5pPr marL="2057400" indent="-228600" latinLnBrk="1">
                                                        <a:spcBef>
                                                          <a:spcPct val="20000"/>
                                                        </a:spcBef>
                                                        <a:buChar char="•"/>
                                                        <a:defRPr kumimoji="1" sz="140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-윤체M" panose="020B0604020202020204" pitchFamily="34" charset="0"/>
                                                          <a:ea typeface="黑体" panose="02010609060101010101" pitchFamily="49" charset="-122"/>
                                                          <a:cs typeface="黑体" panose="02010609060101010101" pitchFamily="49" charset="-122"/>
                                                        </a:defRPr>
                                                      </a:lvl5pPr>
                                                      <a:lvl6pPr marL="2514600" indent="-228600" eaLnBrk="0" fontAlgn="base" latinLnBrk="1" hangingPunct="0">
                                                        <a:spcBef>
                                                          <a:spcPct val="20000"/>
                                                        </a:spcBef>
                                                        <a:spcAft>
                                                          <a:spcPct val="0"/>
                                                        </a:spcAft>
                                                        <a:buChar char="•"/>
                                                        <a:defRPr kumimoji="1" sz="140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-윤체M" panose="020B0604020202020204" pitchFamily="34" charset="0"/>
                                                          <a:ea typeface="黑体" panose="02010609060101010101" pitchFamily="49" charset="-122"/>
                                                          <a:cs typeface="黑体" panose="02010609060101010101" pitchFamily="49" charset="-122"/>
                                                        </a:defRPr>
                                                      </a:lvl6pPr>
                                                      <a:lvl7pPr marL="2971800" indent="-228600" eaLnBrk="0" fontAlgn="base" latinLnBrk="1" hangingPunct="0">
                                                        <a:spcBef>
                                                          <a:spcPct val="20000"/>
                                                        </a:spcBef>
                                                        <a:spcAft>
                                                          <a:spcPct val="0"/>
                                                        </a:spcAft>
                                                        <a:buChar char="•"/>
                                                        <a:defRPr kumimoji="1" sz="140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-윤체M" panose="020B0604020202020204" pitchFamily="34" charset="0"/>
                                                          <a:ea typeface="黑体" panose="02010609060101010101" pitchFamily="49" charset="-122"/>
                                                          <a:cs typeface="黑体" panose="02010609060101010101" pitchFamily="49" charset="-122"/>
                                                        </a:defRPr>
                                                      </a:lvl7pPr>
                                                      <a:lvl8pPr marL="3429000" indent="-228600" eaLnBrk="0" fontAlgn="base" latinLnBrk="1" hangingPunct="0">
                                                        <a:spcBef>
                                                          <a:spcPct val="20000"/>
                                                        </a:spcBef>
                                                        <a:spcAft>
                                                          <a:spcPct val="0"/>
                                                        </a:spcAft>
                                                        <a:buChar char="•"/>
                                                        <a:defRPr kumimoji="1" sz="140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-윤체M" panose="020B0604020202020204" pitchFamily="34" charset="0"/>
                                                          <a:ea typeface="黑体" panose="02010609060101010101" pitchFamily="49" charset="-122"/>
                                                          <a:cs typeface="黑体" panose="02010609060101010101" pitchFamily="49" charset="-122"/>
                                                        </a:defRPr>
                                                      </a:lvl8pPr>
                                                      <a:lvl9pPr marL="3886200" indent="-228600" eaLnBrk="0" fontAlgn="base" latinLnBrk="1" hangingPunct="0">
                                                        <a:spcBef>
                                                          <a:spcPct val="20000"/>
                                                        </a:spcBef>
                                                        <a:spcAft>
                                                          <a:spcPct val="0"/>
                                                        </a:spcAft>
                                                        <a:buChar char="•"/>
                                                        <a:defRPr kumimoji="1" sz="140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-윤체M" panose="020B0604020202020204" pitchFamily="34" charset="0"/>
                                                          <a:ea typeface="黑体" panose="02010609060101010101" pitchFamily="49" charset="-122"/>
                                                          <a:cs typeface="黑体" panose="02010609060101010101" pitchFamily="49" charset="-122"/>
                                                        </a:defRPr>
                                                      </a:lvl9pPr>
                                                    </a:lstStyle>
                                                    <a:p>
                                                      <a:pPr algn="just" eaLnBrk="1" hangingPunct="1">
                                                        <a:spcBef>
                                                          <a:spcPct val="0"/>
                                                        </a:spcBef>
                                                        <a:buFontTx/>
                                                        <a:buNone/>
                                                      </a:pPr>
                                                      <a:r>
                                                        <a:rPr lang="en-US" altLang="zh-CN" sz="1000" i="0">
                                                          <a:latin typeface="Times New Roman" panose="02020603050405020304" pitchFamily="18" charset="0"/>
                                                          <a:ea typeface="宋体" panose="02010600030101010101" pitchFamily="2" charset="-122"/>
                                                        </a:rPr>
                                                        <a:t>X</a:t>
                                                      </a:r>
                                                      <a:endParaRPr lang="en-US" altLang="zh-CN" sz="2800" i="0">
                                                        <a:latin typeface="Gulim" panose="020B0600000101010101" pitchFamily="34" charset="-127"/>
                                                        <a:ea typeface="Gulim" panose="020B0600000101010101" pitchFamily="34" charset="-127"/>
                                                      </a:endParaRPr>
                                                    </a:p>
                                                  </p:txBody>
                                                </p:sp>
                                              </p:grpSp>
                                              <p:sp>
                                                <p:nvSpPr>
                                                  <p:cNvPr id="107612" name="Text Box 289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63DB6A1D-F591-78BA-BAFC-65C3F4818EE0}"/>
                                                      </a:ext>
                                                    </a:extLst>
                                                  </p:cNvPr>
                                                  <p:cNvSpPr txBox="1">
                                                    <a:spLocks noChangeArrowheads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3391" y="8051"/>
                                                    <a:ext cx="179" cy="283"/>
                                                  </a:xfrm>
                                                  <a:prstGeom prst="rect">
                                                    <a:avLst/>
                                                  </a:prstGeom>
                                                  <a:solidFill>
                                                    <a:srgbClr val="FFFFFF">
                                                      <a:alpha val="0"/>
                                                    </a:srgbClr>
                                                  </a:solidFill>
                                                  <a:ln>
                                                    <a:noFill/>
                                                  </a:ln>
                                                  <a:extLst>
                                                    <a:ext uri="{91240B29-F687-4F45-9708-019B960494DF}">
                                                      <a14:hiddenLine xmlns:a14="http://schemas.microsoft.com/office/drawing/2010/main" w="9525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miter lim="800000"/>
                                                        <a:headEnd/>
                                                        <a:tailEnd/>
                                                      </a14:hiddenLine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 lIns="0" tIns="0" rIns="0" bIns="0"/>
                                                  <a:lstStyle>
                                                    <a:lvl1pPr latinLnBrk="1">
                                                      <a:spcBef>
                                                        <a:spcPct val="20000"/>
                                                      </a:spcBef>
                                                      <a:buChar char="•"/>
                                                      <a:defRPr kumimoji="1" sz="32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黑体" panose="02010609060101010101" pitchFamily="49" charset="-122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1pPr>
                                                    <a:lvl2pPr marL="742950" indent="-285750" latinLnBrk="1">
                                                      <a:spcBef>
                                                        <a:spcPct val="20000"/>
                                                      </a:spcBef>
                                                      <a:buChar char="•"/>
                                                      <a:defRPr kumimoji="1" sz="20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2pPr>
                                                    <a:lvl3pPr marL="1143000" indent="-228600" latinLnBrk="1">
                                                      <a:spcBef>
                                                        <a:spcPct val="20000"/>
                                                      </a:spcBef>
                                                      <a:buChar char="•"/>
                                                      <a:defRPr kumimoji="1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3pPr>
                                                    <a:lvl4pPr marL="1600200" indent="-228600" latinLnBrk="1">
                                                      <a:spcBef>
                                                        <a:spcPct val="20000"/>
                                                      </a:spcBef>
                                                      <a:buChar char="•"/>
                                                      <a:defRPr kumimoji="1" sz="16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4pPr>
                                                    <a:lvl5pPr marL="2057400" indent="-228600" latinLnBrk="1">
                                                      <a:spcBef>
                                                        <a:spcPct val="20000"/>
                                                      </a:spcBef>
                                                      <a:buChar char="•"/>
                                                      <a:defRPr kumimoji="1" sz="14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5pPr>
                                                    <a:lvl6pPr marL="2514600" indent="-228600" eaLnBrk="0" fontAlgn="base" latinLnBrk="1" hangingPunct="0">
                                                      <a:spcBef>
                                                        <a:spcPct val="20000"/>
                                                      </a:spcBef>
                                                      <a:spcAft>
                                                        <a:spcPct val="0"/>
                                                      </a:spcAft>
                                                      <a:buChar char="•"/>
                                                      <a:defRPr kumimoji="1" sz="14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6pPr>
                                                    <a:lvl7pPr marL="2971800" indent="-228600" eaLnBrk="0" fontAlgn="base" latinLnBrk="1" hangingPunct="0">
                                                      <a:spcBef>
                                                        <a:spcPct val="20000"/>
                                                      </a:spcBef>
                                                      <a:spcAft>
                                                        <a:spcPct val="0"/>
                                                      </a:spcAft>
                                                      <a:buChar char="•"/>
                                                      <a:defRPr kumimoji="1" sz="14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7pPr>
                                                    <a:lvl8pPr marL="3429000" indent="-228600" eaLnBrk="0" fontAlgn="base" latinLnBrk="1" hangingPunct="0">
                                                      <a:spcBef>
                                                        <a:spcPct val="20000"/>
                                                      </a:spcBef>
                                                      <a:spcAft>
                                                        <a:spcPct val="0"/>
                                                      </a:spcAft>
                                                      <a:buChar char="•"/>
                                                      <a:defRPr kumimoji="1" sz="14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8pPr>
                                                    <a:lvl9pPr marL="3886200" indent="-228600" eaLnBrk="0" fontAlgn="base" latinLnBrk="1" hangingPunct="0">
                                                      <a:spcBef>
                                                        <a:spcPct val="20000"/>
                                                      </a:spcBef>
                                                      <a:spcAft>
                                                        <a:spcPct val="0"/>
                                                      </a:spcAft>
                                                      <a:buChar char="•"/>
                                                      <a:defRPr kumimoji="1" sz="14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9pPr>
                                                  </a:lstStyle>
                                                  <a:p>
                                                    <a:pPr algn="just" eaLnBrk="1" hangingPunct="1">
                                                      <a:spcBef>
                                                        <a:spcPct val="0"/>
                                                      </a:spcBef>
                                                      <a:buFontTx/>
                                                      <a:buNone/>
                                                    </a:pPr>
                                                    <a:r>
                                                      <a:rPr lang="en-US" altLang="zh-CN" sz="1000" i="0">
                                                        <a:latin typeface="Times New Roman" panose="02020603050405020304" pitchFamily="18" charset="0"/>
                                                        <a:ea typeface="宋体" panose="02010600030101010101" pitchFamily="2" charset="-122"/>
                                                      </a:rPr>
                                                      <a:t>X</a:t>
                                                    </a:r>
                                                    <a:endParaRPr lang="en-US" altLang="zh-CN" sz="2800" i="0">
                                                      <a:latin typeface="Gulim" panose="020B0600000101010101" pitchFamily="34" charset="-127"/>
                                                      <a:ea typeface="Gulim" panose="020B0600000101010101" pitchFamily="34" charset="-127"/>
                                                    </a:endParaRPr>
                                                  </a:p>
                                                </p:txBody>
                                              </p:sp>
                                            </p:grpSp>
                                            <p:sp>
                                              <p:nvSpPr>
                                                <p:cNvPr id="107610" name="Text Box 290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B6B586E0-AF6B-6538-E69A-8B91E838E987}"/>
                                                    </a:ext>
                                                  </a:extLst>
                                                </p:cNvPr>
                                                <p:cNvSpPr txBox="1">
                                                  <a:spLocks noChangeArrowheads="1"/>
                                                </p:cNvSpPr>
                                                <p:nvPr/>
                                              </p:nvSpPr>
                                              <p:spPr bwMode="auto">
                                                <a:xfrm>
                                                  <a:off x="3166" y="8051"/>
                                                  <a:ext cx="179" cy="283"/>
                                                </a:xfrm>
                                                <a:prstGeom prst="rect">
                                                  <a:avLst/>
                                                </a:prstGeom>
                                                <a:solidFill>
                                                  <a:srgbClr val="FFFFFF">
                                                    <a:alpha val="0"/>
                                                  </a:srgbClr>
                                                </a:solidFill>
                                                <a:ln>
                                                  <a:noFill/>
                                                </a:ln>
                                                <a:extLst>
                                                  <a:ext uri="{91240B29-F687-4F45-9708-019B960494DF}">
                                                    <a14:hiddenLine xmlns:a14="http://schemas.microsoft.com/office/drawing/2010/main"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miter lim="800000"/>
                                                      <a:headEnd/>
                                                      <a:tailEnd/>
                                                    </a14:hiddenLine>
                                                  </a:ext>
                                                </a:extLst>
                                              </p:spPr>
                                              <p:txBody>
                                                <a:bodyPr lIns="0" tIns="0" rIns="0" bIns="0"/>
                                                <a:lstStyle>
                                                  <a:lvl1pPr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32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黑体" panose="02010609060101010101" pitchFamily="49" charset="-122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1pPr>
                                                  <a:lvl2pPr marL="742950" indent="-28575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20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2pPr>
                                                  <a:lvl3pPr marL="11430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3pPr>
                                                  <a:lvl4pPr marL="16002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6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4pPr>
                                                  <a:lvl5pPr marL="20574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5pPr>
                                                  <a:lvl6pPr marL="25146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6pPr>
                                                  <a:lvl7pPr marL="29718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7pPr>
                                                  <a:lvl8pPr marL="34290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8pPr>
                                                  <a:lvl9pPr marL="38862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9pPr>
                                                </a:lstStyle>
                                                <a:p>
                                                  <a:pPr algn="just" eaLnBrk="1" hangingPunct="1">
                                                    <a:spcBef>
                                                      <a:spcPct val="0"/>
                                                    </a:spcBef>
                                                    <a:buFontTx/>
                                                    <a:buNone/>
                                                  </a:pPr>
                                                  <a:r>
                                                    <a:rPr lang="en-US" altLang="zh-CN" sz="1000" i="0">
                                                      <a:latin typeface="Times New Roman" panose="02020603050405020304" pitchFamily="18" charset="0"/>
                                                      <a:ea typeface="宋体" panose="02010600030101010101" pitchFamily="2" charset="-122"/>
                                                    </a:rPr>
                                                    <a:t>O</a:t>
                                                  </a:r>
                                                  <a:endParaRPr lang="en-US" altLang="zh-CN" sz="2800" i="0">
                                                    <a:latin typeface="Gulim" panose="020B0600000101010101" pitchFamily="34" charset="-127"/>
                                                    <a:ea typeface="Gulim" panose="020B0600000101010101" pitchFamily="34" charset="-127"/>
                                                  </a:endParaRPr>
                                                </a:p>
                                              </p:txBody>
                                            </p:sp>
                                          </p:grpSp>
                                          <p:sp>
                                            <p:nvSpPr>
                                              <p:cNvPr id="107608" name="Text Box 291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0187FE9D-94EC-E7C3-DDF4-9A9D5A467227}"/>
                                                  </a:ext>
                                                </a:extLst>
                                              </p:cNvPr>
                                              <p:cNvSpPr txBox="1">
                                                <a:spLocks noChangeArrowheads="1"/>
                                              </p:cNvSpPr>
                                              <p:nvPr/>
                                            </p:nvSpPr>
                                            <p:spPr bwMode="auto">
                                              <a:xfrm>
                                                <a:off x="3376" y="8273"/>
                                                <a:ext cx="179" cy="283"/>
                                              </a:xfrm>
                                              <a:prstGeom prst="rect">
                                                <a:avLst/>
                                              </a:prstGeom>
                                              <a:solidFill>
                                                <a:srgbClr val="FFFFFF">
                                                  <a:alpha val="0"/>
                                                </a:srgbClr>
                                              </a:solidFill>
                                              <a:ln>
                                                <a:noFill/>
                                              </a:ln>
                                              <a:extLst>
                                                <a:ext uri="{91240B29-F687-4F45-9708-019B960494DF}">
                                                  <a14:hiddenLine xmlns:a14="http://schemas.microsoft.com/office/drawing/2010/main" w="9525">
                                                    <a:solidFill>
                                                      <a:srgbClr val="000000"/>
                                                    </a:solidFill>
                                                    <a:miter lim="800000"/>
                                                    <a:headEnd/>
                                                    <a:tailEnd/>
                                                  </a14:hiddenLine>
                                                </a:ext>
                                              </a:extLst>
                                            </p:spPr>
                                            <p:txBody>
                                              <a:bodyPr lIns="0" tIns="0" rIns="0" bIns="0"/>
                                              <a:lstStyle>
                                                <a:lvl1pPr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32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黑体" panose="02010609060101010101" pitchFamily="49" charset="-122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1pPr>
                                                <a:lvl2pPr marL="742950" indent="-28575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20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2pPr>
                                                <a:lvl3pPr marL="1143000" indent="-22860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3pPr>
                                                <a:lvl4pPr marL="1600200" indent="-22860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16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4pPr>
                                                <a:lvl5pPr marL="2057400" indent="-22860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5pPr>
                                                <a:lvl6pPr marL="25146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6pPr>
                                                <a:lvl7pPr marL="29718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7pPr>
                                                <a:lvl8pPr marL="34290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8pPr>
                                                <a:lvl9pPr marL="38862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9pPr>
                                              </a:lstStyle>
                                              <a:p>
                                                <a:pPr algn="just" eaLnBrk="1" hangingPunct="1">
                                                  <a:spcBef>
                                                    <a:spcPct val="0"/>
                                                  </a:spcBef>
                                                  <a:buFontTx/>
                                                  <a:buNone/>
                                                </a:pPr>
                                                <a:r>
                                                  <a:rPr lang="en-US" altLang="zh-CN" sz="1000" i="0">
                                                    <a:latin typeface="Times New Roman" panose="02020603050405020304" pitchFamily="18" charset="0"/>
                                                    <a:ea typeface="宋体" panose="02010600030101010101" pitchFamily="2" charset="-122"/>
                                                  </a:rPr>
                                                  <a:t>O</a:t>
                                                </a:r>
                                                <a:endParaRPr lang="en-US" altLang="zh-CN" sz="2800" i="0">
                                                  <a:latin typeface="Gulim" panose="020B0600000101010101" pitchFamily="34" charset="-127"/>
                                                  <a:ea typeface="Gulim" panose="020B0600000101010101" pitchFamily="34" charset="-127"/>
                                                </a:endParaRPr>
                                              </a:p>
                                            </p:txBody>
                                          </p:sp>
                                        </p:grpSp>
                                        <p:grpSp>
                                          <p:nvGrpSpPr>
                                            <p:cNvPr id="107584" name="Group 292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F1A1AD30-DBC2-40F6-6420-121292EBCF68}"/>
                                                </a:ext>
                                              </a:extLst>
                                            </p:cNvPr>
                                            <p:cNvGrpSpPr>
                                              <a:grpSpLocks/>
                                            </p:cNvGrpSpPr>
                                            <p:nvPr/>
                                          </p:nvGrpSpPr>
                                          <p:grpSpPr bwMode="auto">
                                            <a:xfrm>
                                              <a:off x="3805" y="7829"/>
                                              <a:ext cx="680" cy="736"/>
                                              <a:chOff x="3805" y="7829"/>
                                              <a:chExt cx="680" cy="736"/>
                                            </a:xfrm>
                                          </p:grpSpPr>
                                          <p:grpSp>
                                            <p:nvGrpSpPr>
                                              <p:cNvPr id="107585" name="Group 293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CCB3CE80-3EFD-F48A-8D24-1304C940089B}"/>
                                                  </a:ext>
                                                </a:extLst>
                                              </p:cNvPr>
                                              <p:cNvGrpSpPr>
                                                <a:grpSpLocks/>
                                              </p:cNvGrpSpPr>
                                              <p:nvPr/>
                                            </p:nvGrpSpPr>
                                            <p:grpSpPr bwMode="auto">
                                              <a:xfrm>
                                                <a:off x="3805" y="7829"/>
                                                <a:ext cx="680" cy="727"/>
                                                <a:chOff x="3805" y="7829"/>
                                                <a:chExt cx="680" cy="727"/>
                                              </a:xfrm>
                                            </p:grpSpPr>
                                            <p:sp>
                                              <p:nvSpPr>
                                                <p:cNvPr id="107587" name="Text Box 294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DFCD7C0F-1DC5-5D6A-442B-08EA571546E8}"/>
                                                    </a:ext>
                                                  </a:extLst>
                                                </p:cNvPr>
                                                <p:cNvSpPr txBox="1">
                                                  <a:spLocks noChangeArrowheads="1"/>
                                                </p:cNvSpPr>
                                                <p:nvPr/>
                                              </p:nvSpPr>
                                              <p:spPr bwMode="auto">
                                                <a:xfrm>
                                                  <a:off x="4276" y="7836"/>
                                                  <a:ext cx="179" cy="283"/>
                                                </a:xfrm>
                                                <a:prstGeom prst="rect">
                                                  <a:avLst/>
                                                </a:prstGeom>
                                                <a:solidFill>
                                                  <a:srgbClr val="FFFFFF">
                                                    <a:alpha val="0"/>
                                                  </a:srgbClr>
                                                </a:solidFill>
                                                <a:ln>
                                                  <a:noFill/>
                                                </a:ln>
                                                <a:extLst>
                                                  <a:ext uri="{91240B29-F687-4F45-9708-019B960494DF}">
                                                    <a14:hiddenLine xmlns:a14="http://schemas.microsoft.com/office/drawing/2010/main"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miter lim="800000"/>
                                                      <a:headEnd/>
                                                      <a:tailEnd/>
                                                    </a14:hiddenLine>
                                                  </a:ext>
                                                </a:extLst>
                                              </p:spPr>
                                              <p:txBody>
                                                <a:bodyPr lIns="0" tIns="0" rIns="0" bIns="0"/>
                                                <a:lstStyle>
                                                  <a:lvl1pPr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32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黑体" panose="02010609060101010101" pitchFamily="49" charset="-122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1pPr>
                                                  <a:lvl2pPr marL="742950" indent="-28575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20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2pPr>
                                                  <a:lvl3pPr marL="11430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3pPr>
                                                  <a:lvl4pPr marL="16002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6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4pPr>
                                                  <a:lvl5pPr marL="2057400" indent="-228600" latinLnBrk="1">
                                                    <a:spcBef>
                                                      <a:spcPct val="20000"/>
                                                    </a:spcBef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5pPr>
                                                  <a:lvl6pPr marL="25146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6pPr>
                                                  <a:lvl7pPr marL="29718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7pPr>
                                                  <a:lvl8pPr marL="34290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8pPr>
                                                  <a:lvl9pPr marL="3886200" indent="-228600" eaLnBrk="0" fontAlgn="base" latinLnBrk="1" hangingPunct="0">
                                                    <a:spcBef>
                                                      <a:spcPct val="20000"/>
                                                    </a:spcBef>
                                                    <a:spcAft>
                                                      <a:spcPct val="0"/>
                                                    </a:spcAft>
                                                    <a:buChar char="•"/>
                                                    <a:defRPr kumimoji="1" sz="140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-윤체M" panose="020B0604020202020204" pitchFamily="34" charset="0"/>
                                                      <a:ea typeface="黑体" panose="02010609060101010101" pitchFamily="49" charset="-122"/>
                                                      <a:cs typeface="黑体" panose="02010609060101010101" pitchFamily="49" charset="-122"/>
                                                    </a:defRPr>
                                                  </a:lvl9pPr>
                                                </a:lstStyle>
                                                <a:p>
                                                  <a:pPr algn="just" eaLnBrk="1" hangingPunct="1">
                                                    <a:spcBef>
                                                      <a:spcPct val="0"/>
                                                    </a:spcBef>
                                                    <a:buFontTx/>
                                                    <a:buNone/>
                                                  </a:pPr>
                                                  <a:r>
                                                    <a:rPr lang="en-US" altLang="zh-CN" sz="1000" i="0">
                                                      <a:latin typeface="Times New Roman" panose="02020603050405020304" pitchFamily="18" charset="0"/>
                                                      <a:ea typeface="宋体" panose="02010600030101010101" pitchFamily="2" charset="-122"/>
                                                    </a:rPr>
                                                    <a:t>X</a:t>
                                                  </a:r>
                                                  <a:endParaRPr lang="en-US" altLang="zh-CN" sz="2800" i="0">
                                                    <a:latin typeface="Gulim" panose="020B0600000101010101" pitchFamily="34" charset="-127"/>
                                                    <a:ea typeface="Gulim" panose="020B0600000101010101" pitchFamily="34" charset="-127"/>
                                                  </a:endParaRPr>
                                                </a:p>
                                              </p:txBody>
                                            </p:sp>
                                            <p:grpSp>
                                              <p:nvGrpSpPr>
                                                <p:cNvPr id="107588" name="Group 295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AC290531-9F1F-CF18-E7C5-FAE6720CFBE9}"/>
                                                    </a:ext>
                                                  </a:extLst>
                                                </p:cNvPr>
                                                <p:cNvGrpSpPr>
                                                  <a:grpSpLocks/>
                                                </p:cNvGrpSpPr>
                                                <p:nvPr/>
                                              </p:nvGrpSpPr>
                                              <p:grpSpPr bwMode="auto">
                                                <a:xfrm>
                                                  <a:off x="3805" y="7829"/>
                                                  <a:ext cx="680" cy="727"/>
                                                  <a:chOff x="3805" y="7829"/>
                                                  <a:chExt cx="680" cy="727"/>
                                                </a:xfrm>
                                              </p:grpSpPr>
                                              <p:grpSp>
                                                <p:nvGrpSpPr>
                                                  <p:cNvPr id="107589" name="Group 296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14B769EF-E33C-C407-688B-F645EE74B038}"/>
                                                      </a:ext>
                                                    </a:extLst>
                                                  </p:cNvPr>
                                                  <p:cNvGrpSpPr>
                                                    <a:grpSpLocks/>
                                                  </p:cNvGrpSpPr>
                                                  <p:nvPr/>
                                                </p:nvGrpSpPr>
                                                <p:grpSpPr bwMode="auto">
                                                  <a:xfrm>
                                                    <a:off x="3805" y="7829"/>
                                                    <a:ext cx="680" cy="727"/>
                                                    <a:chOff x="3805" y="7829"/>
                                                    <a:chExt cx="680" cy="727"/>
                                                  </a:xfrm>
                                                </p:grpSpPr>
                                                <p:grpSp>
                                                  <p:nvGrpSpPr>
                                                    <p:cNvPr id="107591" name="Group 297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EFFB22A9-38E8-781B-8E5C-4AE748B2A8B2}"/>
                                                        </a:ext>
                                                      </a:extLst>
                                                    </p:cNvPr>
                                                    <p:cNvGrpSpPr>
                                                      <a:grpSpLocks/>
                                                    </p:cNvGrpSpPr>
                                                    <p:nvPr/>
                                                  </p:nvGrpSpPr>
                                                  <p:grpSpPr bwMode="auto">
                                                    <a:xfrm>
                                                      <a:off x="3805" y="7829"/>
                                                      <a:ext cx="680" cy="713"/>
                                                      <a:chOff x="2875" y="5652"/>
                                                      <a:chExt cx="680" cy="713"/>
                                                    </a:xfrm>
                                                  </p:grpSpPr>
                                                  <p:grpSp>
                                                    <p:nvGrpSpPr>
                                                      <p:cNvPr id="107593" name="Group 298">
                                                        <a:extLst>
                                                          <a:ext uri="{FF2B5EF4-FFF2-40B4-BE49-F238E27FC236}">
                                                            <a16:creationId xmlns:a16="http://schemas.microsoft.com/office/drawing/2014/main" id="{E2703F4B-1A22-BE14-97D2-7AB51509CAD1}"/>
                                                          </a:ext>
                                                        </a:extLst>
                                                      </p:cNvPr>
                                                      <p:cNvGrpSpPr>
                                                        <a:grpSpLocks/>
                                                      </p:cNvGrpSpPr>
                                                      <p:nvPr/>
                                                    </p:nvGrpSpPr>
                                                    <p:grpSpPr bwMode="auto">
                                                      <a:xfrm>
                                                        <a:off x="2875" y="5652"/>
                                                        <a:ext cx="680" cy="713"/>
                                                        <a:chOff x="1980" y="4356"/>
                                                        <a:chExt cx="680" cy="713"/>
                                                      </a:xfrm>
                                                    </p:grpSpPr>
                                                    <p:grpSp>
                                                      <p:nvGrpSpPr>
                                                        <p:cNvPr id="107595" name="Group 299">
                                                          <a:extLst>
                                                            <a:ext uri="{FF2B5EF4-FFF2-40B4-BE49-F238E27FC236}">
                                                              <a16:creationId xmlns:a16="http://schemas.microsoft.com/office/drawing/2014/main" id="{2F6AC15C-4616-FF32-7DC5-AFDF5E1E292D}"/>
                                                            </a:ext>
                                                          </a:extLst>
                                                        </p:cNvPr>
                                                        <p:cNvGrpSpPr>
                                                          <a:grpSpLocks/>
                                                        </p:cNvGrpSpPr>
                                                        <p:nvPr/>
                                                      </p:nvGrpSpPr>
                                                      <p:grpSpPr bwMode="auto">
                                                        <a:xfrm>
                                                          <a:off x="1980" y="4363"/>
                                                          <a:ext cx="680" cy="706"/>
                                                          <a:chOff x="2028" y="3216"/>
                                                          <a:chExt cx="680" cy="706"/>
                                                        </a:xfrm>
                                                      </p:grpSpPr>
                                                      <p:grpSp>
                                                        <p:nvGrpSpPr>
                                                          <p:cNvPr id="107597" name="Group 300">
                                                            <a:extLst>
                                                              <a:ext uri="{FF2B5EF4-FFF2-40B4-BE49-F238E27FC236}">
                                                                <a16:creationId xmlns:a16="http://schemas.microsoft.com/office/drawing/2014/main" id="{759120B3-23EC-5DA4-588B-FB83D41AE2B3}"/>
                                                              </a:ext>
                                                            </a:extLst>
                                                          </p:cNvPr>
                                                          <p:cNvGrpSpPr>
                                                            <a:grpSpLocks/>
                                                          </p:cNvGrpSpPr>
                                                          <p:nvPr/>
                                                        </p:nvGrpSpPr>
                                                        <p:grpSpPr bwMode="auto">
                                                          <a:xfrm>
                                                            <a:off x="2028" y="3242"/>
                                                            <a:ext cx="680" cy="680"/>
                                                            <a:chOff x="4679" y="3702"/>
                                                            <a:chExt cx="852" cy="850"/>
                                                          </a:xfrm>
                                                        </p:grpSpPr>
                                                        <p:sp>
                                                          <p:nvSpPr>
                                                            <p:cNvPr id="107599" name="Line 301">
                                                              <a:extLst>
                                                                <a:ext uri="{FF2B5EF4-FFF2-40B4-BE49-F238E27FC236}">
                                                                  <a16:creationId xmlns:a16="http://schemas.microsoft.com/office/drawing/2014/main" id="{577AD89F-4C1E-A47D-E698-83ADC1186219}"/>
                                                                </a:ext>
                                                              </a:extLst>
                                                            </p:cNvPr>
                                                            <p:cNvSpPr>
                                                              <a:spLocks noChangeShapeType="1"/>
                                                            </p:cNvSpPr>
                                                            <p:nvPr/>
                                                          </p:nvSpPr>
                                                          <p:spPr bwMode="auto">
                                                            <a:xfrm>
                                                              <a:off x="4680" y="3702"/>
                                                              <a:ext cx="850" cy="1"/>
                                                            </a:xfrm>
                                                            <a:prstGeom prst="line">
                                                              <a:avLst/>
                                                            </a:prstGeom>
                                                            <a:noFill/>
                                                            <a:ln w="9525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round/>
                                                              <a:headEnd/>
                                                              <a:tailEnd/>
                                                            </a:ln>
                                                            <a:extLst>
                                                              <a:ext uri="{909E8E84-426E-40DD-AFC4-6F175D3DCCD1}">
                                                                <a14:hiddenFill xmlns:a14="http://schemas.microsoft.com/office/drawing/2010/main">
                                                                  <a:noFill/>
                                                                </a14:hiddenFill>
                                                              </a:ext>
                                                            </a:extLst>
                                                          </p:spPr>
                                                          <p:txBody>
                                                            <a:bodyPr/>
                                                            <a:lstStyle/>
                                                            <a:p>
                                                              <a:endParaRPr lang="zh-CN" altLang="en-US"/>
                                                            </a:p>
                                                          </p:txBody>
                                                        </p:sp>
                                                        <p:sp>
                                                          <p:nvSpPr>
                                                            <p:cNvPr id="107600" name="Line 302">
                                                              <a:extLst>
                                                                <a:ext uri="{FF2B5EF4-FFF2-40B4-BE49-F238E27FC236}">
                                                                  <a16:creationId xmlns:a16="http://schemas.microsoft.com/office/drawing/2014/main" id="{4A524F50-FD8C-03D0-B562-99351C060755}"/>
                                                                </a:ext>
                                                              </a:extLst>
                                                            </p:cNvPr>
                                                            <p:cNvSpPr>
                                                              <a:spLocks noChangeShapeType="1"/>
                                                            </p:cNvSpPr>
                                                            <p:nvPr/>
                                                          </p:nvSpPr>
                                                          <p:spPr bwMode="auto">
                                                            <a:xfrm>
                                                              <a:off x="4680" y="3984"/>
                                                              <a:ext cx="850" cy="1"/>
                                                            </a:xfrm>
                                                            <a:prstGeom prst="line">
                                                              <a:avLst/>
                                                            </a:prstGeom>
                                                            <a:noFill/>
                                                            <a:ln w="9525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round/>
                                                              <a:headEnd/>
                                                              <a:tailEnd/>
                                                            </a:ln>
                                                            <a:extLst>
                                                              <a:ext uri="{909E8E84-426E-40DD-AFC4-6F175D3DCCD1}">
                                                                <a14:hiddenFill xmlns:a14="http://schemas.microsoft.com/office/drawing/2010/main">
                                                                  <a:noFill/>
                                                                </a14:hiddenFill>
                                                              </a:ext>
                                                            </a:extLst>
                                                          </p:spPr>
                                                          <p:txBody>
                                                            <a:bodyPr/>
                                                            <a:lstStyle/>
                                                            <a:p>
                                                              <a:endParaRPr lang="zh-CN" altLang="en-US"/>
                                                            </a:p>
                                                          </p:txBody>
                                                        </p:sp>
                                                        <p:sp>
                                                          <p:nvSpPr>
                                                            <p:cNvPr id="107601" name="Line 303">
                                                              <a:extLst>
                                                                <a:ext uri="{FF2B5EF4-FFF2-40B4-BE49-F238E27FC236}">
                                                                  <a16:creationId xmlns:a16="http://schemas.microsoft.com/office/drawing/2014/main" id="{954C03EF-6DA5-A915-D1B5-5A3B745FB2FE}"/>
                                                                </a:ext>
                                                              </a:extLst>
                                                            </p:cNvPr>
                                                            <p:cNvSpPr>
                                                              <a:spLocks noChangeShapeType="1"/>
                                                            </p:cNvSpPr>
                                                            <p:nvPr/>
                                                          </p:nvSpPr>
                                                          <p:spPr bwMode="auto">
                                                            <a:xfrm>
                                                              <a:off x="4680" y="4268"/>
                                                              <a:ext cx="850" cy="1"/>
                                                            </a:xfrm>
                                                            <a:prstGeom prst="line">
                                                              <a:avLst/>
                                                            </a:prstGeom>
                                                            <a:noFill/>
                                                            <a:ln w="9525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round/>
                                                              <a:headEnd/>
                                                              <a:tailEnd/>
                                                            </a:ln>
                                                            <a:extLst>
                                                              <a:ext uri="{909E8E84-426E-40DD-AFC4-6F175D3DCCD1}">
                                                                <a14:hiddenFill xmlns:a14="http://schemas.microsoft.com/office/drawing/2010/main">
                                                                  <a:noFill/>
                                                                </a14:hiddenFill>
                                                              </a:ext>
                                                            </a:extLst>
                                                          </p:spPr>
                                                          <p:txBody>
                                                            <a:bodyPr/>
                                                            <a:lstStyle/>
                                                            <a:p>
                                                              <a:endParaRPr lang="zh-CN" altLang="en-US"/>
                                                            </a:p>
                                                          </p:txBody>
                                                        </p:sp>
                                                        <p:sp>
                                                          <p:nvSpPr>
                                                            <p:cNvPr id="107602" name="Line 304">
                                                              <a:extLst>
                                                                <a:ext uri="{FF2B5EF4-FFF2-40B4-BE49-F238E27FC236}">
                                                                  <a16:creationId xmlns:a16="http://schemas.microsoft.com/office/drawing/2014/main" id="{BD1FD948-4137-683C-9110-49F44CD3187D}"/>
                                                                </a:ext>
                                                              </a:extLst>
                                                            </p:cNvPr>
                                                            <p:cNvSpPr>
                                                              <a:spLocks noChangeShapeType="1"/>
                                                            </p:cNvSpPr>
                                                            <p:nvPr/>
                                                          </p:nvSpPr>
                                                          <p:spPr bwMode="auto">
                                                            <a:xfrm>
                                                              <a:off x="4680" y="4551"/>
                                                              <a:ext cx="850" cy="1"/>
                                                            </a:xfrm>
                                                            <a:prstGeom prst="line">
                                                              <a:avLst/>
                                                            </a:prstGeom>
                                                            <a:noFill/>
                                                            <a:ln w="9525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round/>
                                                              <a:headEnd/>
                                                              <a:tailEnd/>
                                                            </a:ln>
                                                            <a:extLst>
                                                              <a:ext uri="{909E8E84-426E-40DD-AFC4-6F175D3DCCD1}">
                                                                <a14:hiddenFill xmlns:a14="http://schemas.microsoft.com/office/drawing/2010/main">
                                                                  <a:noFill/>
                                                                </a14:hiddenFill>
                                                              </a:ext>
                                                            </a:extLst>
                                                          </p:spPr>
                                                          <p:txBody>
                                                            <a:bodyPr/>
                                                            <a:lstStyle/>
                                                            <a:p>
                                                              <a:endParaRPr lang="zh-CN" altLang="en-US"/>
                                                            </a:p>
                                                          </p:txBody>
                                                        </p:sp>
                                                        <p:sp>
                                                          <p:nvSpPr>
                                                            <p:cNvPr id="107603" name="Line 305">
                                                              <a:extLst>
                                                                <a:ext uri="{FF2B5EF4-FFF2-40B4-BE49-F238E27FC236}">
                                                                  <a16:creationId xmlns:a16="http://schemas.microsoft.com/office/drawing/2014/main" id="{763CD7E6-93D3-0916-9A6D-631785883EA0}"/>
                                                                </a:ext>
                                                              </a:extLst>
                                                            </p:cNvPr>
                                                            <p:cNvSpPr>
                                                              <a:spLocks noChangeShapeType="1"/>
                                                            </p:cNvSpPr>
                                                            <p:nvPr/>
                                                          </p:nvSpPr>
                                                          <p:spPr bwMode="auto">
                                                            <a:xfrm>
                                                              <a:off x="4679" y="3702"/>
                                                              <a:ext cx="1" cy="850"/>
                                                            </a:xfrm>
                                                            <a:prstGeom prst="line">
                                                              <a:avLst/>
                                                            </a:prstGeom>
                                                            <a:noFill/>
                                                            <a:ln w="9525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round/>
                                                              <a:headEnd/>
                                                              <a:tailEnd/>
                                                            </a:ln>
                                                            <a:extLst>
                                                              <a:ext uri="{909E8E84-426E-40DD-AFC4-6F175D3DCCD1}">
                                                                <a14:hiddenFill xmlns:a14="http://schemas.microsoft.com/office/drawing/2010/main">
                                                                  <a:noFill/>
                                                                </a14:hiddenFill>
                                                              </a:ext>
                                                            </a:extLst>
                                                          </p:spPr>
                                                          <p:txBody>
                                                            <a:bodyPr/>
                                                            <a:lstStyle/>
                                                            <a:p>
                                                              <a:endParaRPr lang="zh-CN" altLang="en-US"/>
                                                            </a:p>
                                                          </p:txBody>
                                                        </p:sp>
                                                        <p:sp>
                                                          <p:nvSpPr>
                                                            <p:cNvPr id="107604" name="Line 306">
                                                              <a:extLst>
                                                                <a:ext uri="{FF2B5EF4-FFF2-40B4-BE49-F238E27FC236}">
                                                                  <a16:creationId xmlns:a16="http://schemas.microsoft.com/office/drawing/2014/main" id="{205EDAA8-22BD-B38D-96C8-30C0CEB0EC7B}"/>
                                                                </a:ext>
                                                              </a:extLst>
                                                            </p:cNvPr>
                                                            <p:cNvSpPr>
                                                              <a:spLocks noChangeShapeType="1"/>
                                                            </p:cNvSpPr>
                                                            <p:nvPr/>
                                                          </p:nvSpPr>
                                                          <p:spPr bwMode="auto">
                                                            <a:xfrm>
                                                              <a:off x="4963" y="3702"/>
                                                              <a:ext cx="1" cy="850"/>
                                                            </a:xfrm>
                                                            <a:prstGeom prst="line">
                                                              <a:avLst/>
                                                            </a:prstGeom>
                                                            <a:noFill/>
                                                            <a:ln w="9525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round/>
                                                              <a:headEnd/>
                                                              <a:tailEnd/>
                                                            </a:ln>
                                                            <a:extLst>
                                                              <a:ext uri="{909E8E84-426E-40DD-AFC4-6F175D3DCCD1}">
                                                                <a14:hiddenFill xmlns:a14="http://schemas.microsoft.com/office/drawing/2010/main">
                                                                  <a:noFill/>
                                                                </a14:hiddenFill>
                                                              </a:ext>
                                                            </a:extLst>
                                                          </p:spPr>
                                                          <p:txBody>
                                                            <a:bodyPr/>
                                                            <a:lstStyle/>
                                                            <a:p>
                                                              <a:endParaRPr lang="zh-CN" altLang="en-US"/>
                                                            </a:p>
                                                          </p:txBody>
                                                        </p:sp>
                                                        <p:sp>
                                                          <p:nvSpPr>
                                                            <p:cNvPr id="107605" name="Line 307">
                                                              <a:extLst>
                                                                <a:ext uri="{FF2B5EF4-FFF2-40B4-BE49-F238E27FC236}">
                                                                  <a16:creationId xmlns:a16="http://schemas.microsoft.com/office/drawing/2014/main" id="{6EDC4236-3DF3-C6F3-0427-C6B868C67EA9}"/>
                                                                </a:ext>
                                                              </a:extLst>
                                                            </p:cNvPr>
                                                            <p:cNvSpPr>
                                                              <a:spLocks noChangeShapeType="1"/>
                                                            </p:cNvSpPr>
                                                            <p:nvPr/>
                                                          </p:nvSpPr>
                                                          <p:spPr bwMode="auto">
                                                            <a:xfrm>
                                                              <a:off x="5246" y="3702"/>
                                                              <a:ext cx="1" cy="850"/>
                                                            </a:xfrm>
                                                            <a:prstGeom prst="line">
                                                              <a:avLst/>
                                                            </a:prstGeom>
                                                            <a:noFill/>
                                                            <a:ln w="9525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round/>
                                                              <a:headEnd/>
                                                              <a:tailEnd/>
                                                            </a:ln>
                                                            <a:extLst>
                                                              <a:ext uri="{909E8E84-426E-40DD-AFC4-6F175D3DCCD1}">
                                                                <a14:hiddenFill xmlns:a14="http://schemas.microsoft.com/office/drawing/2010/main">
                                                                  <a:noFill/>
                                                                </a14:hiddenFill>
                                                              </a:ext>
                                                            </a:extLst>
                                                          </p:spPr>
                                                          <p:txBody>
                                                            <a:bodyPr/>
                                                            <a:lstStyle/>
                                                            <a:p>
                                                              <a:endParaRPr lang="zh-CN" altLang="en-US"/>
                                                            </a:p>
                                                          </p:txBody>
                                                        </p:sp>
                                                        <p:sp>
                                                          <p:nvSpPr>
                                                            <p:cNvPr id="107606" name="Line 308">
                                                              <a:extLst>
                                                                <a:ext uri="{FF2B5EF4-FFF2-40B4-BE49-F238E27FC236}">
                                                                  <a16:creationId xmlns:a16="http://schemas.microsoft.com/office/drawing/2014/main" id="{DBFBBD29-2675-057F-910F-635C1841E4D1}"/>
                                                                </a:ext>
                                                              </a:extLst>
                                                            </p:cNvPr>
                                                            <p:cNvSpPr>
                                                              <a:spLocks noChangeShapeType="1"/>
                                                            </p:cNvSpPr>
                                                            <p:nvPr/>
                                                          </p:nvSpPr>
                                                          <p:spPr bwMode="auto">
                                                            <a:xfrm>
                                                              <a:off x="5530" y="3702"/>
                                                              <a:ext cx="1" cy="850"/>
                                                            </a:xfrm>
                                                            <a:prstGeom prst="line">
                                                              <a:avLst/>
                                                            </a:prstGeom>
                                                            <a:noFill/>
                                                            <a:ln w="9525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round/>
                                                              <a:headEnd/>
                                                              <a:tailEnd/>
                                                            </a:ln>
                                                            <a:extLst>
                                                              <a:ext uri="{909E8E84-426E-40DD-AFC4-6F175D3DCCD1}">
                                                                <a14:hiddenFill xmlns:a14="http://schemas.microsoft.com/office/drawing/2010/main">
                                                                  <a:noFill/>
                                                                </a14:hiddenFill>
                                                              </a:ext>
                                                            </a:extLst>
                                                          </p:spPr>
                                                          <p:txBody>
                                                            <a:bodyPr/>
                                                            <a:lstStyle/>
                                                            <a:p>
                                                              <a:endParaRPr lang="zh-CN" altLang="en-US"/>
                                                            </a:p>
                                                          </p:txBody>
                                                        </p:sp>
                                                      </p:grpSp>
                                                      <p:sp>
                                                        <p:nvSpPr>
                                                          <p:cNvPr id="107598" name="Text Box 309">
                                                            <a:extLst>
                                                              <a:ext uri="{FF2B5EF4-FFF2-40B4-BE49-F238E27FC236}">
                                                                <a16:creationId xmlns:a16="http://schemas.microsoft.com/office/drawing/2014/main" id="{79662718-4B17-A7A4-7782-BABC94DFC21B}"/>
                                                              </a:ext>
                                                            </a:extLst>
                                                          </p:cNvPr>
                                                          <p:cNvSpPr txBox="1">
                                                            <a:spLocks noChangeArrowheads="1"/>
                                                          </p:cNvSpPr>
                                                          <p:nvPr/>
                                                        </p:nvSpPr>
                                                        <p:spPr bwMode="auto">
                                                          <a:xfrm>
                                                            <a:off x="2070" y="3216"/>
                                                            <a:ext cx="179" cy="283"/>
                                                          </a:xfrm>
                                                          <a:prstGeom prst="rect">
                                                            <a:avLst/>
                                                          </a:prstGeom>
                                                          <a:solidFill>
                                                            <a:srgbClr val="FFFFFF">
                                                              <a:alpha val="0"/>
                                                            </a:srgbClr>
                                                          </a:solidFill>
                                                          <a:ln>
                                                            <a:noFill/>
                                                          </a:ln>
                                                          <a:extLst>
                                                            <a:ext uri="{91240B29-F687-4F45-9708-019B960494DF}">
                                                              <a14:hiddenLine xmlns:a14="http://schemas.microsoft.com/office/drawing/2010/main" w="9525">
                                                                <a:solidFill>
                                                                  <a:srgbClr val="000000"/>
                                                                </a:solidFill>
                                                                <a:miter lim="800000"/>
                                                                <a:headEnd/>
                                                                <a:tailEnd/>
                                                              </a14:hiddenLine>
                                                            </a:ext>
                                                          </a:extLst>
                                                        </p:spPr>
                                                        <p:txBody>
                                                          <a:bodyPr lIns="0" tIns="0" rIns="0" bIns="0"/>
                                                          <a:lstStyle>
                                                            <a:lvl1pPr latinLnBrk="1">
                                                              <a:spcBef>
                                                                <a:spcPct val="20000"/>
                                                              </a:spcBef>
                                                              <a:buChar char="•"/>
                                                              <a:defRPr kumimoji="1" sz="3200">
                                                                <a:solidFill>
                                                                  <a:schemeClr val="tx1"/>
                                                                </a:solidFill>
                                                                <a:latin typeface="黑体" panose="02010609060101010101" pitchFamily="49" charset="-122"/>
                                                                <a:ea typeface="黑体" panose="02010609060101010101" pitchFamily="49" charset="-122"/>
                                                                <a:cs typeface="黑体" panose="02010609060101010101" pitchFamily="49" charset="-122"/>
                                                              </a:defRPr>
                                                            </a:lvl1pPr>
                                                            <a:lvl2pPr marL="742950" indent="-285750" latinLnBrk="1">
                                                              <a:spcBef>
                                                                <a:spcPct val="20000"/>
                                                              </a:spcBef>
                                                              <a:buChar char="•"/>
                                                              <a:defRPr kumimoji="1" sz="2000">
                                                                <a:solidFill>
                                                                  <a:schemeClr val="tx1"/>
                                                                </a:solidFill>
                                                                <a:latin typeface="-윤체M" panose="020B0604020202020204" pitchFamily="34" charset="0"/>
                                                                <a:ea typeface="黑体" panose="02010609060101010101" pitchFamily="49" charset="-122"/>
                                                                <a:cs typeface="黑体" panose="02010609060101010101" pitchFamily="49" charset="-122"/>
                                                              </a:defRPr>
                                                            </a:lvl2pPr>
                                                            <a:lvl3pPr marL="1143000" indent="-228600" latinLnBrk="1">
                                                              <a:spcBef>
                                                                <a:spcPct val="20000"/>
                                                              </a:spcBef>
                                                              <a:buChar char="•"/>
                                                              <a:defRPr kumimoji="1">
                                                                <a:solidFill>
                                                                  <a:schemeClr val="tx1"/>
                                                                </a:solidFill>
                                                                <a:latin typeface="-윤체M" panose="020B0604020202020204" pitchFamily="34" charset="0"/>
                                                                <a:ea typeface="黑体" panose="02010609060101010101" pitchFamily="49" charset="-122"/>
                                                                <a:cs typeface="黑体" panose="02010609060101010101" pitchFamily="49" charset="-122"/>
                                                              </a:defRPr>
                                                            </a:lvl3pPr>
                                                            <a:lvl4pPr marL="1600200" indent="-228600" latinLnBrk="1">
                                                              <a:spcBef>
                                                                <a:spcPct val="20000"/>
                                                              </a:spcBef>
                                                              <a:buChar char="•"/>
                                                              <a:defRPr kumimoji="1" sz="1600">
                                                                <a:solidFill>
                                                                  <a:schemeClr val="tx1"/>
                                                                </a:solidFill>
                                                                <a:latin typeface="-윤체M" panose="020B0604020202020204" pitchFamily="34" charset="0"/>
                                                                <a:ea typeface="黑体" panose="02010609060101010101" pitchFamily="49" charset="-122"/>
                                                                <a:cs typeface="黑体" panose="02010609060101010101" pitchFamily="49" charset="-122"/>
                                                              </a:defRPr>
                                                            </a:lvl4pPr>
                                                            <a:lvl5pPr marL="2057400" indent="-228600" latinLnBrk="1">
                                                              <a:spcBef>
                                                                <a:spcPct val="20000"/>
                                                              </a:spcBef>
                                                              <a:buChar char="•"/>
                                                              <a:defRPr kumimoji="1" sz="1400">
                                                                <a:solidFill>
                                                                  <a:schemeClr val="tx1"/>
                                                                </a:solidFill>
                                                                <a:latin typeface="-윤체M" panose="020B0604020202020204" pitchFamily="34" charset="0"/>
                                                                <a:ea typeface="黑体" panose="02010609060101010101" pitchFamily="49" charset="-122"/>
                                                                <a:cs typeface="黑体" panose="02010609060101010101" pitchFamily="49" charset="-122"/>
                                                              </a:defRPr>
                                                            </a:lvl5pPr>
                                                            <a:lvl6pPr marL="2514600" indent="-228600" eaLnBrk="0" fontAlgn="base" latinLnBrk="1" hangingPunct="0">
                                                              <a:spcBef>
                                                                <a:spcPct val="20000"/>
                                                              </a:spcBef>
                                                              <a:spcAft>
                                                                <a:spcPct val="0"/>
                                                              </a:spcAft>
                                                              <a:buChar char="•"/>
                                                              <a:defRPr kumimoji="1" sz="1400">
                                                                <a:solidFill>
                                                                  <a:schemeClr val="tx1"/>
                                                                </a:solidFill>
                                                                <a:latin typeface="-윤체M" panose="020B0604020202020204" pitchFamily="34" charset="0"/>
                                                                <a:ea typeface="黑体" panose="02010609060101010101" pitchFamily="49" charset="-122"/>
                                                                <a:cs typeface="黑体" panose="02010609060101010101" pitchFamily="49" charset="-122"/>
                                                              </a:defRPr>
                                                            </a:lvl6pPr>
                                                            <a:lvl7pPr marL="2971800" indent="-228600" eaLnBrk="0" fontAlgn="base" latinLnBrk="1" hangingPunct="0">
                                                              <a:spcBef>
                                                                <a:spcPct val="20000"/>
                                                              </a:spcBef>
                                                              <a:spcAft>
                                                                <a:spcPct val="0"/>
                                                              </a:spcAft>
                                                              <a:buChar char="•"/>
                                                              <a:defRPr kumimoji="1" sz="1400">
                                                                <a:solidFill>
                                                                  <a:schemeClr val="tx1"/>
                                                                </a:solidFill>
                                                                <a:latin typeface="-윤체M" panose="020B0604020202020204" pitchFamily="34" charset="0"/>
                                                                <a:ea typeface="黑体" panose="02010609060101010101" pitchFamily="49" charset="-122"/>
                                                                <a:cs typeface="黑体" panose="02010609060101010101" pitchFamily="49" charset="-122"/>
                                                              </a:defRPr>
                                                            </a:lvl7pPr>
                                                            <a:lvl8pPr marL="3429000" indent="-228600" eaLnBrk="0" fontAlgn="base" latinLnBrk="1" hangingPunct="0">
                                                              <a:spcBef>
                                                                <a:spcPct val="20000"/>
                                                              </a:spcBef>
                                                              <a:spcAft>
                                                                <a:spcPct val="0"/>
                                                              </a:spcAft>
                                                              <a:buChar char="•"/>
                                                              <a:defRPr kumimoji="1" sz="1400">
                                                                <a:solidFill>
                                                                  <a:schemeClr val="tx1"/>
                                                                </a:solidFill>
                                                                <a:latin typeface="-윤체M" panose="020B0604020202020204" pitchFamily="34" charset="0"/>
                                                                <a:ea typeface="黑体" panose="02010609060101010101" pitchFamily="49" charset="-122"/>
                                                                <a:cs typeface="黑体" panose="02010609060101010101" pitchFamily="49" charset="-122"/>
                                                              </a:defRPr>
                                                            </a:lvl8pPr>
                                                            <a:lvl9pPr marL="3886200" indent="-228600" eaLnBrk="0" fontAlgn="base" latinLnBrk="1" hangingPunct="0">
                                                              <a:spcBef>
                                                                <a:spcPct val="20000"/>
                                                              </a:spcBef>
                                                              <a:spcAft>
                                                                <a:spcPct val="0"/>
                                                              </a:spcAft>
                                                              <a:buChar char="•"/>
                                                              <a:defRPr kumimoji="1" sz="1400">
                                                                <a:solidFill>
                                                                  <a:schemeClr val="tx1"/>
                                                                </a:solidFill>
                                                                <a:latin typeface="-윤체M" panose="020B0604020202020204" pitchFamily="34" charset="0"/>
                                                                <a:ea typeface="黑体" panose="02010609060101010101" pitchFamily="49" charset="-122"/>
                                                                <a:cs typeface="黑体" panose="02010609060101010101" pitchFamily="49" charset="-122"/>
                                                              </a:defRPr>
                                                            </a:lvl9pPr>
                                                          </a:lstStyle>
                                                          <a:p>
                                                            <a:pPr algn="just" eaLnBrk="1" hangingPunct="1">
                                                              <a:spcBef>
                                                                <a:spcPct val="0"/>
                                                              </a:spcBef>
                                                              <a:buFontTx/>
                                                              <a:buNone/>
                                                            </a:pPr>
                                                            <a:r>
                                                              <a:rPr lang="en-US" altLang="zh-CN" sz="1000" i="0">
                                                                <a:latin typeface="Times New Roman" panose="02020603050405020304" pitchFamily="18" charset="0"/>
                                                                <a:ea typeface="宋体" panose="02010600030101010101" pitchFamily="2" charset="-122"/>
                                                              </a:rPr>
                                                              <a:t>X</a:t>
                                                            </a:r>
                                                            <a:endParaRPr lang="en-US" altLang="zh-CN" sz="2800" i="0">
                                                              <a:latin typeface="Gulim" panose="020B0600000101010101" pitchFamily="34" charset="-127"/>
                                                              <a:ea typeface="Gulim" panose="020B0600000101010101" pitchFamily="34" charset="-127"/>
                                                            </a:endParaRPr>
                                                          </a:p>
                                                        </p:txBody>
                                                      </p:sp>
                                                    </p:grpSp>
                                                    <p:sp>
                                                      <p:nvSpPr>
                                                        <p:cNvPr id="107596" name="Text Box 310">
                                                          <a:extLst>
                                                            <a:ext uri="{FF2B5EF4-FFF2-40B4-BE49-F238E27FC236}">
                                                              <a16:creationId xmlns:a16="http://schemas.microsoft.com/office/drawing/2014/main" id="{6DAA2B9E-A23C-FA70-47FD-3F5EE4BFBA40}"/>
                                                            </a:ext>
                                                          </a:extLst>
                                                        </p:cNvPr>
                                                        <p:cNvSpPr txBox="1">
                                                          <a:spLocks noChangeArrowheads="1"/>
                                                        </p:cNvSpPr>
                                                        <p:nvPr/>
                                                      </p:nvSpPr>
                                                      <p:spPr bwMode="auto">
                                                        <a:xfrm>
                                                          <a:off x="2250" y="4356"/>
                                                          <a:ext cx="179" cy="283"/>
                                                        </a:xfrm>
                                                        <a:prstGeom prst="rect">
                                                          <a:avLst/>
                                                        </a:prstGeom>
                                                        <a:solidFill>
                                                          <a:srgbClr val="FFFFFF">
                                                            <a:alpha val="0"/>
                                                          </a:srgbClr>
                                                        </a:solidFill>
                                                        <a:ln>
                                                          <a:noFill/>
                                                        </a:ln>
                                                        <a:extLst>
                                                          <a:ext uri="{91240B29-F687-4F45-9708-019B960494DF}">
                                                            <a14:hiddenLine xmlns:a14="http://schemas.microsoft.com/office/drawing/2010/main" w="9525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miter lim="800000"/>
                                                              <a:headEnd/>
                                                              <a:tailEnd/>
                                                            </a14:hiddenLine>
                                                          </a:ext>
                                                        </a:extLst>
                                                      </p:spPr>
                                                      <p:txBody>
                                                        <a:bodyPr lIns="0" tIns="0" rIns="0" bIns="0"/>
                                                        <a:lstStyle>
                                                          <a:lvl1pPr latinLnBrk="1">
                                                            <a:spcBef>
                                                              <a:spcPct val="20000"/>
                                                            </a:spcBef>
                                                            <a:buChar char="•"/>
                                                            <a:defRPr kumimoji="1" sz="3200">
                                                              <a:solidFill>
                                                                <a:schemeClr val="tx1"/>
                                                              </a:solidFill>
                                                              <a:latin typeface="黑体" panose="02010609060101010101" pitchFamily="49" charset="-122"/>
                                                              <a:ea typeface="黑体" panose="02010609060101010101" pitchFamily="49" charset="-122"/>
                                                              <a:cs typeface="黑体" panose="02010609060101010101" pitchFamily="49" charset="-122"/>
                                                            </a:defRPr>
                                                          </a:lvl1pPr>
                                                          <a:lvl2pPr marL="742950" indent="-285750" latinLnBrk="1">
                                                            <a:spcBef>
                                                              <a:spcPct val="20000"/>
                                                            </a:spcBef>
                                                            <a:buChar char="•"/>
                                                            <a:defRPr kumimoji="1" sz="2000">
                                                              <a:solidFill>
                                                                <a:schemeClr val="tx1"/>
                                                              </a:solidFill>
                                                              <a:latin typeface="-윤체M" panose="020B0604020202020204" pitchFamily="34" charset="0"/>
                                                              <a:ea typeface="黑体" panose="02010609060101010101" pitchFamily="49" charset="-122"/>
                                                              <a:cs typeface="黑体" panose="02010609060101010101" pitchFamily="49" charset="-122"/>
                                                            </a:defRPr>
                                                          </a:lvl2pPr>
                                                          <a:lvl3pPr marL="1143000" indent="-228600" latinLnBrk="1">
                                                            <a:spcBef>
                                                              <a:spcPct val="20000"/>
                                                            </a:spcBef>
                                                            <a:buChar char="•"/>
                                                            <a:defRPr kumimoji="1">
                                                              <a:solidFill>
                                                                <a:schemeClr val="tx1"/>
                                                              </a:solidFill>
                                                              <a:latin typeface="-윤체M" panose="020B0604020202020204" pitchFamily="34" charset="0"/>
                                                              <a:ea typeface="黑体" panose="02010609060101010101" pitchFamily="49" charset="-122"/>
                                                              <a:cs typeface="黑体" panose="02010609060101010101" pitchFamily="49" charset="-122"/>
                                                            </a:defRPr>
                                                          </a:lvl3pPr>
                                                          <a:lvl4pPr marL="1600200" indent="-228600" latinLnBrk="1">
                                                            <a:spcBef>
                                                              <a:spcPct val="20000"/>
                                                            </a:spcBef>
                                                            <a:buChar char="•"/>
                                                            <a:defRPr kumimoji="1" sz="1600">
                                                              <a:solidFill>
                                                                <a:schemeClr val="tx1"/>
                                                              </a:solidFill>
                                                              <a:latin typeface="-윤체M" panose="020B0604020202020204" pitchFamily="34" charset="0"/>
                                                              <a:ea typeface="黑体" panose="02010609060101010101" pitchFamily="49" charset="-122"/>
                                                              <a:cs typeface="黑体" panose="02010609060101010101" pitchFamily="49" charset="-122"/>
                                                            </a:defRPr>
                                                          </a:lvl4pPr>
                                                          <a:lvl5pPr marL="2057400" indent="-228600" latinLnBrk="1">
                                                            <a:spcBef>
                                                              <a:spcPct val="20000"/>
                                                            </a:spcBef>
                                                            <a:buChar char="•"/>
                                                            <a:defRPr kumimoji="1" sz="1400">
                                                              <a:solidFill>
                                                                <a:schemeClr val="tx1"/>
                                                              </a:solidFill>
                                                              <a:latin typeface="-윤체M" panose="020B0604020202020204" pitchFamily="34" charset="0"/>
                                                              <a:ea typeface="黑体" panose="02010609060101010101" pitchFamily="49" charset="-122"/>
                                                              <a:cs typeface="黑体" panose="02010609060101010101" pitchFamily="49" charset="-122"/>
                                                            </a:defRPr>
                                                          </a:lvl5pPr>
                                                          <a:lvl6pPr marL="2514600" indent="-228600" eaLnBrk="0" fontAlgn="base" latinLnBrk="1" hangingPunct="0">
                                                            <a:spcBef>
                                                              <a:spcPct val="20000"/>
                                                            </a:spcBef>
                                                            <a:spcAft>
                                                              <a:spcPct val="0"/>
                                                            </a:spcAft>
                                                            <a:buChar char="•"/>
                                                            <a:defRPr kumimoji="1" sz="1400">
                                                              <a:solidFill>
                                                                <a:schemeClr val="tx1"/>
                                                              </a:solidFill>
                                                              <a:latin typeface="-윤체M" panose="020B0604020202020204" pitchFamily="34" charset="0"/>
                                                              <a:ea typeface="黑体" panose="02010609060101010101" pitchFamily="49" charset="-122"/>
                                                              <a:cs typeface="黑体" panose="02010609060101010101" pitchFamily="49" charset="-122"/>
                                                            </a:defRPr>
                                                          </a:lvl6pPr>
                                                          <a:lvl7pPr marL="2971800" indent="-228600" eaLnBrk="0" fontAlgn="base" latinLnBrk="1" hangingPunct="0">
                                                            <a:spcBef>
                                                              <a:spcPct val="20000"/>
                                                            </a:spcBef>
                                                            <a:spcAft>
                                                              <a:spcPct val="0"/>
                                                            </a:spcAft>
                                                            <a:buChar char="•"/>
                                                            <a:defRPr kumimoji="1" sz="1400">
                                                              <a:solidFill>
                                                                <a:schemeClr val="tx1"/>
                                                              </a:solidFill>
                                                              <a:latin typeface="-윤체M" panose="020B0604020202020204" pitchFamily="34" charset="0"/>
                                                              <a:ea typeface="黑体" panose="02010609060101010101" pitchFamily="49" charset="-122"/>
                                                              <a:cs typeface="黑体" panose="02010609060101010101" pitchFamily="49" charset="-122"/>
                                                            </a:defRPr>
                                                          </a:lvl7pPr>
                                                          <a:lvl8pPr marL="3429000" indent="-228600" eaLnBrk="0" fontAlgn="base" latinLnBrk="1" hangingPunct="0">
                                                            <a:spcBef>
                                                              <a:spcPct val="20000"/>
                                                            </a:spcBef>
                                                            <a:spcAft>
                                                              <a:spcPct val="0"/>
                                                            </a:spcAft>
                                                            <a:buChar char="•"/>
                                                            <a:defRPr kumimoji="1" sz="1400">
                                                              <a:solidFill>
                                                                <a:schemeClr val="tx1"/>
                                                              </a:solidFill>
                                                              <a:latin typeface="-윤체M" panose="020B0604020202020204" pitchFamily="34" charset="0"/>
                                                              <a:ea typeface="黑体" panose="02010609060101010101" pitchFamily="49" charset="-122"/>
                                                              <a:cs typeface="黑体" panose="02010609060101010101" pitchFamily="49" charset="-122"/>
                                                            </a:defRPr>
                                                          </a:lvl8pPr>
                                                          <a:lvl9pPr marL="3886200" indent="-228600" eaLnBrk="0" fontAlgn="base" latinLnBrk="1" hangingPunct="0">
                                                            <a:spcBef>
                                                              <a:spcPct val="20000"/>
                                                            </a:spcBef>
                                                            <a:spcAft>
                                                              <a:spcPct val="0"/>
                                                            </a:spcAft>
                                                            <a:buChar char="•"/>
                                                            <a:defRPr kumimoji="1" sz="1400">
                                                              <a:solidFill>
                                                                <a:schemeClr val="tx1"/>
                                                              </a:solidFill>
                                                              <a:latin typeface="-윤체M" panose="020B0604020202020204" pitchFamily="34" charset="0"/>
                                                              <a:ea typeface="黑体" panose="02010609060101010101" pitchFamily="49" charset="-122"/>
                                                              <a:cs typeface="黑体" panose="02010609060101010101" pitchFamily="49" charset="-122"/>
                                                            </a:defRPr>
                                                          </a:lvl9pPr>
                                                        </a:lstStyle>
                                                        <a:p>
                                                          <a:pPr algn="just" eaLnBrk="1" hangingPunct="1">
                                                            <a:spcBef>
                                                              <a:spcPct val="0"/>
                                                            </a:spcBef>
                                                            <a:buFontTx/>
                                                            <a:buNone/>
                                                          </a:pPr>
                                                          <a:r>
                                                            <a:rPr lang="en-US" altLang="zh-CN" sz="1000" i="0">
                                                              <a:latin typeface="Times New Roman" panose="02020603050405020304" pitchFamily="18" charset="0"/>
                                                              <a:ea typeface="宋体" panose="02010600030101010101" pitchFamily="2" charset="-122"/>
                                                            </a:rPr>
                                                            <a:t>O</a:t>
                                                          </a:r>
                                                          <a:endParaRPr lang="en-US" altLang="zh-CN" sz="2800" i="0">
                                                            <a:latin typeface="Gulim" panose="020B0600000101010101" pitchFamily="34" charset="-127"/>
                                                            <a:ea typeface="Gulim" panose="020B0600000101010101" pitchFamily="34" charset="-127"/>
                                                          </a:endParaRPr>
                                                        </a:p>
                                                      </p:txBody>
                                                    </p:sp>
                                                  </p:grpSp>
                                                  <p:sp>
                                                    <p:nvSpPr>
                                                      <p:cNvPr id="107594" name="Text Box 311">
                                                        <a:extLst>
                                                          <a:ext uri="{FF2B5EF4-FFF2-40B4-BE49-F238E27FC236}">
                                                            <a16:creationId xmlns:a16="http://schemas.microsoft.com/office/drawing/2014/main" id="{5695D729-77C9-C6A3-5B27-DB9EF96FCEB4}"/>
                                                          </a:ext>
                                                        </a:extLst>
                                                      </p:cNvPr>
                                                      <p:cNvSpPr txBox="1">
                                                        <a:spLocks noChangeArrowheads="1"/>
                                                      </p:cNvSpPr>
                                                      <p:nvPr/>
                                                    </p:nvSpPr>
                                                    <p:spPr bwMode="auto">
                                                      <a:xfrm>
                                                        <a:off x="3120" y="5883"/>
                                                        <a:ext cx="179" cy="283"/>
                                                      </a:xfrm>
                                                      <a:prstGeom prst="rect">
                                                        <a:avLst/>
                                                      </a:prstGeom>
                                                      <a:solidFill>
                                                        <a:srgbClr val="FFFFFF">
                                                          <a:alpha val="0"/>
                                                        </a:srgbClr>
                                                      </a:solidFill>
                                                      <a:ln>
                                                        <a:noFill/>
                                                      </a:ln>
                                                      <a:extLst>
                                                        <a:ext uri="{91240B29-F687-4F45-9708-019B960494DF}">
                                                          <a14:hiddenLine xmlns:a14="http://schemas.microsoft.com/office/drawing/2010/main" w="9525">
                                                            <a:solidFill>
                                                              <a:srgbClr val="000000"/>
                                                            </a:solidFill>
                                                            <a:miter lim="800000"/>
                                                            <a:headEnd/>
                                                            <a:tailEnd/>
                                                          </a14:hiddenLine>
                                                        </a:ext>
                                                      </a:extLst>
                                                    </p:spPr>
                                                    <p:txBody>
                                                      <a:bodyPr lIns="0" tIns="0" rIns="0" bIns="0"/>
                                                      <a:lstStyle>
                                                        <a:lvl1pPr latinLnBrk="1">
                                                          <a:spcBef>
                                                            <a:spcPct val="20000"/>
                                                          </a:spcBef>
                                                          <a:buChar char="•"/>
                                                          <a:defRPr kumimoji="1" sz="320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黑体" panose="02010609060101010101" pitchFamily="49" charset="-122"/>
                                                            <a:ea typeface="黑体" panose="02010609060101010101" pitchFamily="49" charset="-122"/>
                                                            <a:cs typeface="黑体" panose="02010609060101010101" pitchFamily="49" charset="-122"/>
                                                          </a:defRPr>
                                                        </a:lvl1pPr>
                                                        <a:lvl2pPr marL="742950" indent="-285750" latinLnBrk="1">
                                                          <a:spcBef>
                                                            <a:spcPct val="20000"/>
                                                          </a:spcBef>
                                                          <a:buChar char="•"/>
                                                          <a:defRPr kumimoji="1" sz="200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-윤체M" panose="020B0604020202020204" pitchFamily="34" charset="0"/>
                                                            <a:ea typeface="黑体" panose="02010609060101010101" pitchFamily="49" charset="-122"/>
                                                            <a:cs typeface="黑体" panose="02010609060101010101" pitchFamily="49" charset="-122"/>
                                                          </a:defRPr>
                                                        </a:lvl2pPr>
                                                        <a:lvl3pPr marL="1143000" indent="-228600" latinLnBrk="1">
                                                          <a:spcBef>
                                                            <a:spcPct val="20000"/>
                                                          </a:spcBef>
                                                          <a:buChar char="•"/>
                                                          <a:defRPr kumimoji="1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-윤체M" panose="020B0604020202020204" pitchFamily="34" charset="0"/>
                                                            <a:ea typeface="黑体" panose="02010609060101010101" pitchFamily="49" charset="-122"/>
                                                            <a:cs typeface="黑体" panose="02010609060101010101" pitchFamily="49" charset="-122"/>
                                                          </a:defRPr>
                                                        </a:lvl3pPr>
                                                        <a:lvl4pPr marL="1600200" indent="-228600" latinLnBrk="1">
                                                          <a:spcBef>
                                                            <a:spcPct val="20000"/>
                                                          </a:spcBef>
                                                          <a:buChar char="•"/>
                                                          <a:defRPr kumimoji="1" sz="160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-윤체M" panose="020B0604020202020204" pitchFamily="34" charset="0"/>
                                                            <a:ea typeface="黑体" panose="02010609060101010101" pitchFamily="49" charset="-122"/>
                                                            <a:cs typeface="黑体" panose="02010609060101010101" pitchFamily="49" charset="-122"/>
                                                          </a:defRPr>
                                                        </a:lvl4pPr>
                                                        <a:lvl5pPr marL="2057400" indent="-228600" latinLnBrk="1">
                                                          <a:spcBef>
                                                            <a:spcPct val="20000"/>
                                                          </a:spcBef>
                                                          <a:buChar char="•"/>
                                                          <a:defRPr kumimoji="1" sz="140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-윤체M" panose="020B0604020202020204" pitchFamily="34" charset="0"/>
                                                            <a:ea typeface="黑体" panose="02010609060101010101" pitchFamily="49" charset="-122"/>
                                                            <a:cs typeface="黑体" panose="02010609060101010101" pitchFamily="49" charset="-122"/>
                                                          </a:defRPr>
                                                        </a:lvl5pPr>
                                                        <a:lvl6pPr marL="2514600" indent="-228600" eaLnBrk="0" fontAlgn="base" latinLnBrk="1" hangingPunct="0">
                                                          <a:spcBef>
                                                            <a:spcPct val="20000"/>
                                                          </a:spcBef>
                                                          <a:spcAft>
                                                            <a:spcPct val="0"/>
                                                          </a:spcAft>
                                                          <a:buChar char="•"/>
                                                          <a:defRPr kumimoji="1" sz="140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-윤체M" panose="020B0604020202020204" pitchFamily="34" charset="0"/>
                                                            <a:ea typeface="黑体" panose="02010609060101010101" pitchFamily="49" charset="-122"/>
                                                            <a:cs typeface="黑体" panose="02010609060101010101" pitchFamily="49" charset="-122"/>
                                                          </a:defRPr>
                                                        </a:lvl6pPr>
                                                        <a:lvl7pPr marL="2971800" indent="-228600" eaLnBrk="0" fontAlgn="base" latinLnBrk="1" hangingPunct="0">
                                                          <a:spcBef>
                                                            <a:spcPct val="20000"/>
                                                          </a:spcBef>
                                                          <a:spcAft>
                                                            <a:spcPct val="0"/>
                                                          </a:spcAft>
                                                          <a:buChar char="•"/>
                                                          <a:defRPr kumimoji="1" sz="140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-윤체M" panose="020B0604020202020204" pitchFamily="34" charset="0"/>
                                                            <a:ea typeface="黑体" panose="02010609060101010101" pitchFamily="49" charset="-122"/>
                                                            <a:cs typeface="黑体" panose="02010609060101010101" pitchFamily="49" charset="-122"/>
                                                          </a:defRPr>
                                                        </a:lvl7pPr>
                                                        <a:lvl8pPr marL="3429000" indent="-228600" eaLnBrk="0" fontAlgn="base" latinLnBrk="1" hangingPunct="0">
                                                          <a:spcBef>
                                                            <a:spcPct val="20000"/>
                                                          </a:spcBef>
                                                          <a:spcAft>
                                                            <a:spcPct val="0"/>
                                                          </a:spcAft>
                                                          <a:buChar char="•"/>
                                                          <a:defRPr kumimoji="1" sz="140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-윤체M" panose="020B0604020202020204" pitchFamily="34" charset="0"/>
                                                            <a:ea typeface="黑体" panose="02010609060101010101" pitchFamily="49" charset="-122"/>
                                                            <a:cs typeface="黑体" panose="02010609060101010101" pitchFamily="49" charset="-122"/>
                                                          </a:defRPr>
                                                        </a:lvl8pPr>
                                                        <a:lvl9pPr marL="3886200" indent="-228600" eaLnBrk="0" fontAlgn="base" latinLnBrk="1" hangingPunct="0">
                                                          <a:spcBef>
                                                            <a:spcPct val="20000"/>
                                                          </a:spcBef>
                                                          <a:spcAft>
                                                            <a:spcPct val="0"/>
                                                          </a:spcAft>
                                                          <a:buChar char="•"/>
                                                          <a:defRPr kumimoji="1" sz="140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-윤체M" panose="020B0604020202020204" pitchFamily="34" charset="0"/>
                                                            <a:ea typeface="黑体" panose="02010609060101010101" pitchFamily="49" charset="-122"/>
                                                            <a:cs typeface="黑体" panose="02010609060101010101" pitchFamily="49" charset="-122"/>
                                                          </a:defRPr>
                                                        </a:lvl9pPr>
                                                      </a:lstStyle>
                                                      <a:p>
                                                        <a:pPr algn="just" eaLnBrk="1" hangingPunct="1">
                                                          <a:spcBef>
                                                            <a:spcPct val="0"/>
                                                          </a:spcBef>
                                                          <a:buFontTx/>
                                                          <a:buNone/>
                                                        </a:pPr>
                                                        <a:r>
                                                          <a:rPr lang="en-US" altLang="zh-CN" sz="1000" i="0">
                                                            <a:latin typeface="Times New Roman" panose="02020603050405020304" pitchFamily="18" charset="0"/>
                                                            <a:ea typeface="宋体" panose="02010600030101010101" pitchFamily="2" charset="-122"/>
                                                          </a:rPr>
                                                          <a:t>X</a:t>
                                                        </a:r>
                                                        <a:endParaRPr lang="en-US" altLang="zh-CN" sz="2800" i="0">
                                                          <a:latin typeface="Gulim" panose="020B0600000101010101" pitchFamily="34" charset="-127"/>
                                                          <a:ea typeface="Gulim" panose="020B0600000101010101" pitchFamily="34" charset="-127"/>
                                                        </a:endParaRPr>
                                                      </a:p>
                                                    </p:txBody>
                                                  </p:sp>
                                                </p:grpSp>
                                                <p:sp>
                                                  <p:nvSpPr>
                                                    <p:cNvPr id="107592" name="Text Box 312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1DFB9186-27EF-7838-A430-F17E836096EB}"/>
                                                        </a:ext>
                                                      </a:extLst>
                                                    </p:cNvPr>
                                                    <p:cNvSpPr txBox="1">
                                                      <a:spLocks noChangeArrowheads="1"/>
                                                    </p:cNvSpPr>
                                                    <p:nvPr/>
                                                  </p:nvSpPr>
                                                  <p:spPr bwMode="auto">
                                                    <a:xfrm>
                                                      <a:off x="4291" y="8273"/>
                                                      <a:ext cx="179" cy="283"/>
                                                    </a:xfrm>
                                                    <a:prstGeom prst="rect">
                                                      <a:avLst/>
                                                    </a:prstGeom>
                                                    <a:solidFill>
                                                      <a:srgbClr val="FFFFFF">
                                                        <a:alpha val="0"/>
                                                      </a:srgbClr>
                                                    </a:solidFill>
                                                    <a:ln>
                                                      <a:noFill/>
                                                    </a:ln>
                                                    <a:extLst>
                                                      <a:ext uri="{91240B29-F687-4F45-9708-019B960494DF}">
                                                        <a14:hiddenLine xmlns:a14="http://schemas.microsoft.com/office/drawing/2010/main" w="9525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miter lim="800000"/>
                                                          <a:headEnd/>
                                                          <a:tailEnd/>
                                                        </a14:hiddenLine>
                                                      </a:ext>
                                                    </a:extLst>
                                                  </p:spPr>
                                                  <p:txBody>
                                                    <a:bodyPr lIns="0" tIns="0" rIns="0" bIns="0"/>
                                                    <a:lstStyle>
                                                      <a:lvl1pPr latinLnBrk="1">
                                                        <a:spcBef>
                                                          <a:spcPct val="20000"/>
                                                        </a:spcBef>
                                                        <a:buChar char="•"/>
                                                        <a:defRPr kumimoji="1" sz="320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黑体" panose="02010609060101010101" pitchFamily="49" charset="-122"/>
                                                          <a:ea typeface="黑体" panose="02010609060101010101" pitchFamily="49" charset="-122"/>
                                                          <a:cs typeface="黑体" panose="02010609060101010101" pitchFamily="49" charset="-122"/>
                                                        </a:defRPr>
                                                      </a:lvl1pPr>
                                                      <a:lvl2pPr marL="742950" indent="-285750" latinLnBrk="1">
                                                        <a:spcBef>
                                                          <a:spcPct val="20000"/>
                                                        </a:spcBef>
                                                        <a:buChar char="•"/>
                                                        <a:defRPr kumimoji="1" sz="200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-윤체M" panose="020B0604020202020204" pitchFamily="34" charset="0"/>
                                                          <a:ea typeface="黑体" panose="02010609060101010101" pitchFamily="49" charset="-122"/>
                                                          <a:cs typeface="黑体" panose="02010609060101010101" pitchFamily="49" charset="-122"/>
                                                        </a:defRPr>
                                                      </a:lvl2pPr>
                                                      <a:lvl3pPr marL="1143000" indent="-228600" latinLnBrk="1">
                                                        <a:spcBef>
                                                          <a:spcPct val="20000"/>
                                                        </a:spcBef>
                                                        <a:buChar char="•"/>
                                                        <a:defRPr kumimoji="1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-윤체M" panose="020B0604020202020204" pitchFamily="34" charset="0"/>
                                                          <a:ea typeface="黑体" panose="02010609060101010101" pitchFamily="49" charset="-122"/>
                                                          <a:cs typeface="黑体" panose="02010609060101010101" pitchFamily="49" charset="-122"/>
                                                        </a:defRPr>
                                                      </a:lvl3pPr>
                                                      <a:lvl4pPr marL="1600200" indent="-228600" latinLnBrk="1">
                                                        <a:spcBef>
                                                          <a:spcPct val="20000"/>
                                                        </a:spcBef>
                                                        <a:buChar char="•"/>
                                                        <a:defRPr kumimoji="1" sz="160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-윤체M" panose="020B0604020202020204" pitchFamily="34" charset="0"/>
                                                          <a:ea typeface="黑体" panose="02010609060101010101" pitchFamily="49" charset="-122"/>
                                                          <a:cs typeface="黑体" panose="02010609060101010101" pitchFamily="49" charset="-122"/>
                                                        </a:defRPr>
                                                      </a:lvl4pPr>
                                                      <a:lvl5pPr marL="2057400" indent="-228600" latinLnBrk="1">
                                                        <a:spcBef>
                                                          <a:spcPct val="20000"/>
                                                        </a:spcBef>
                                                        <a:buChar char="•"/>
                                                        <a:defRPr kumimoji="1" sz="140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-윤체M" panose="020B0604020202020204" pitchFamily="34" charset="0"/>
                                                          <a:ea typeface="黑体" panose="02010609060101010101" pitchFamily="49" charset="-122"/>
                                                          <a:cs typeface="黑体" panose="02010609060101010101" pitchFamily="49" charset="-122"/>
                                                        </a:defRPr>
                                                      </a:lvl5pPr>
                                                      <a:lvl6pPr marL="2514600" indent="-228600" eaLnBrk="0" fontAlgn="base" latinLnBrk="1" hangingPunct="0">
                                                        <a:spcBef>
                                                          <a:spcPct val="20000"/>
                                                        </a:spcBef>
                                                        <a:spcAft>
                                                          <a:spcPct val="0"/>
                                                        </a:spcAft>
                                                        <a:buChar char="•"/>
                                                        <a:defRPr kumimoji="1" sz="140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-윤체M" panose="020B0604020202020204" pitchFamily="34" charset="0"/>
                                                          <a:ea typeface="黑体" panose="02010609060101010101" pitchFamily="49" charset="-122"/>
                                                          <a:cs typeface="黑体" panose="02010609060101010101" pitchFamily="49" charset="-122"/>
                                                        </a:defRPr>
                                                      </a:lvl6pPr>
                                                      <a:lvl7pPr marL="2971800" indent="-228600" eaLnBrk="0" fontAlgn="base" latinLnBrk="1" hangingPunct="0">
                                                        <a:spcBef>
                                                          <a:spcPct val="20000"/>
                                                        </a:spcBef>
                                                        <a:spcAft>
                                                          <a:spcPct val="0"/>
                                                        </a:spcAft>
                                                        <a:buChar char="•"/>
                                                        <a:defRPr kumimoji="1" sz="140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-윤체M" panose="020B0604020202020204" pitchFamily="34" charset="0"/>
                                                          <a:ea typeface="黑体" panose="02010609060101010101" pitchFamily="49" charset="-122"/>
                                                          <a:cs typeface="黑体" panose="02010609060101010101" pitchFamily="49" charset="-122"/>
                                                        </a:defRPr>
                                                      </a:lvl7pPr>
                                                      <a:lvl8pPr marL="3429000" indent="-228600" eaLnBrk="0" fontAlgn="base" latinLnBrk="1" hangingPunct="0">
                                                        <a:spcBef>
                                                          <a:spcPct val="20000"/>
                                                        </a:spcBef>
                                                        <a:spcAft>
                                                          <a:spcPct val="0"/>
                                                        </a:spcAft>
                                                        <a:buChar char="•"/>
                                                        <a:defRPr kumimoji="1" sz="140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-윤체M" panose="020B0604020202020204" pitchFamily="34" charset="0"/>
                                                          <a:ea typeface="黑体" panose="02010609060101010101" pitchFamily="49" charset="-122"/>
                                                          <a:cs typeface="黑体" panose="02010609060101010101" pitchFamily="49" charset="-122"/>
                                                        </a:defRPr>
                                                      </a:lvl8pPr>
                                                      <a:lvl9pPr marL="3886200" indent="-228600" eaLnBrk="0" fontAlgn="base" latinLnBrk="1" hangingPunct="0">
                                                        <a:spcBef>
                                                          <a:spcPct val="20000"/>
                                                        </a:spcBef>
                                                        <a:spcAft>
                                                          <a:spcPct val="0"/>
                                                        </a:spcAft>
                                                        <a:buChar char="•"/>
                                                        <a:defRPr kumimoji="1" sz="140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-윤체M" panose="020B0604020202020204" pitchFamily="34" charset="0"/>
                                                          <a:ea typeface="黑体" panose="02010609060101010101" pitchFamily="49" charset="-122"/>
                                                          <a:cs typeface="黑体" panose="02010609060101010101" pitchFamily="49" charset="-122"/>
                                                        </a:defRPr>
                                                      </a:lvl9pPr>
                                                    </a:lstStyle>
                                                    <a:p>
                                                      <a:pPr algn="just" eaLnBrk="1" hangingPunct="1">
                                                        <a:spcBef>
                                                          <a:spcPct val="0"/>
                                                        </a:spcBef>
                                                        <a:buFontTx/>
                                                        <a:buNone/>
                                                      </a:pPr>
                                                      <a:r>
                                                        <a:rPr lang="en-US" altLang="zh-CN" sz="1000" i="0">
                                                          <a:latin typeface="Times New Roman" panose="02020603050405020304" pitchFamily="18" charset="0"/>
                                                          <a:ea typeface="宋体" panose="02010600030101010101" pitchFamily="2" charset="-122"/>
                                                        </a:rPr>
                                                        <a:t>O</a:t>
                                                      </a:r>
                                                      <a:endParaRPr lang="en-US" altLang="zh-CN" sz="2800" i="0">
                                                        <a:latin typeface="Gulim" panose="020B0600000101010101" pitchFamily="34" charset="-127"/>
                                                        <a:ea typeface="Gulim" panose="020B0600000101010101" pitchFamily="34" charset="-127"/>
                                                      </a:endParaRPr>
                                                    </a:p>
                                                  </p:txBody>
                                                </p:sp>
                                              </p:grpSp>
                                              <p:sp>
                                                <p:nvSpPr>
                                                  <p:cNvPr id="107590" name="Text Box 313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D6E78F5C-ADB2-87D6-663A-E66D1B849523}"/>
                                                      </a:ext>
                                                    </a:extLst>
                                                  </p:cNvPr>
                                                  <p:cNvSpPr txBox="1">
                                                    <a:spLocks noChangeArrowheads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4050" y="8273"/>
                                                    <a:ext cx="179" cy="283"/>
                                                  </a:xfrm>
                                                  <a:prstGeom prst="rect">
                                                    <a:avLst/>
                                                  </a:prstGeom>
                                                  <a:solidFill>
                                                    <a:srgbClr val="FFFFFF">
                                                      <a:alpha val="0"/>
                                                    </a:srgbClr>
                                                  </a:solidFill>
                                                  <a:ln>
                                                    <a:noFill/>
                                                  </a:ln>
                                                  <a:extLst>
                                                    <a:ext uri="{91240B29-F687-4F45-9708-019B960494DF}">
                                                      <a14:hiddenLine xmlns:a14="http://schemas.microsoft.com/office/drawing/2010/main" w="9525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miter lim="800000"/>
                                                        <a:headEnd/>
                                                        <a:tailEnd/>
                                                      </a14:hiddenLine>
                                                    </a:ext>
                                                  </a:extLst>
                                                </p:spPr>
                                                <p:txBody>
                                                  <a:bodyPr lIns="0" tIns="0" rIns="0" bIns="0"/>
                                                  <a:lstStyle>
                                                    <a:lvl1pPr latinLnBrk="1">
                                                      <a:spcBef>
                                                        <a:spcPct val="20000"/>
                                                      </a:spcBef>
                                                      <a:buChar char="•"/>
                                                      <a:defRPr kumimoji="1" sz="32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黑体" panose="02010609060101010101" pitchFamily="49" charset="-122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1pPr>
                                                    <a:lvl2pPr marL="742950" indent="-285750" latinLnBrk="1">
                                                      <a:spcBef>
                                                        <a:spcPct val="20000"/>
                                                      </a:spcBef>
                                                      <a:buChar char="•"/>
                                                      <a:defRPr kumimoji="1" sz="20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2pPr>
                                                    <a:lvl3pPr marL="1143000" indent="-228600" latinLnBrk="1">
                                                      <a:spcBef>
                                                        <a:spcPct val="20000"/>
                                                      </a:spcBef>
                                                      <a:buChar char="•"/>
                                                      <a:defRPr kumimoji="1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3pPr>
                                                    <a:lvl4pPr marL="1600200" indent="-228600" latinLnBrk="1">
                                                      <a:spcBef>
                                                        <a:spcPct val="20000"/>
                                                      </a:spcBef>
                                                      <a:buChar char="•"/>
                                                      <a:defRPr kumimoji="1" sz="16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4pPr>
                                                    <a:lvl5pPr marL="2057400" indent="-228600" latinLnBrk="1">
                                                      <a:spcBef>
                                                        <a:spcPct val="20000"/>
                                                      </a:spcBef>
                                                      <a:buChar char="•"/>
                                                      <a:defRPr kumimoji="1" sz="14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5pPr>
                                                    <a:lvl6pPr marL="2514600" indent="-228600" eaLnBrk="0" fontAlgn="base" latinLnBrk="1" hangingPunct="0">
                                                      <a:spcBef>
                                                        <a:spcPct val="20000"/>
                                                      </a:spcBef>
                                                      <a:spcAft>
                                                        <a:spcPct val="0"/>
                                                      </a:spcAft>
                                                      <a:buChar char="•"/>
                                                      <a:defRPr kumimoji="1" sz="14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6pPr>
                                                    <a:lvl7pPr marL="2971800" indent="-228600" eaLnBrk="0" fontAlgn="base" latinLnBrk="1" hangingPunct="0">
                                                      <a:spcBef>
                                                        <a:spcPct val="20000"/>
                                                      </a:spcBef>
                                                      <a:spcAft>
                                                        <a:spcPct val="0"/>
                                                      </a:spcAft>
                                                      <a:buChar char="•"/>
                                                      <a:defRPr kumimoji="1" sz="14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7pPr>
                                                    <a:lvl8pPr marL="3429000" indent="-228600" eaLnBrk="0" fontAlgn="base" latinLnBrk="1" hangingPunct="0">
                                                      <a:spcBef>
                                                        <a:spcPct val="20000"/>
                                                      </a:spcBef>
                                                      <a:spcAft>
                                                        <a:spcPct val="0"/>
                                                      </a:spcAft>
                                                      <a:buChar char="•"/>
                                                      <a:defRPr kumimoji="1" sz="14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8pPr>
                                                    <a:lvl9pPr marL="3886200" indent="-228600" eaLnBrk="0" fontAlgn="base" latinLnBrk="1" hangingPunct="0">
                                                      <a:spcBef>
                                                        <a:spcPct val="20000"/>
                                                      </a:spcBef>
                                                      <a:spcAft>
                                                        <a:spcPct val="0"/>
                                                      </a:spcAft>
                                                      <a:buChar char="•"/>
                                                      <a:defRPr kumimoji="1" sz="14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-윤체M" panose="020B0604020202020204" pitchFamily="34" charset="0"/>
                                                        <a:ea typeface="黑体" panose="02010609060101010101" pitchFamily="49" charset="-122"/>
                                                        <a:cs typeface="黑体" panose="02010609060101010101" pitchFamily="49" charset="-122"/>
                                                      </a:defRPr>
                                                    </a:lvl9pPr>
                                                  </a:lstStyle>
                                                  <a:p>
                                                    <a:pPr algn="just" eaLnBrk="1" hangingPunct="1">
                                                      <a:spcBef>
                                                        <a:spcPct val="0"/>
                                                      </a:spcBef>
                                                      <a:buFontTx/>
                                                      <a:buNone/>
                                                    </a:pPr>
                                                    <a:r>
                                                      <a:rPr lang="en-US" altLang="zh-CN" sz="1000" i="0">
                                                        <a:latin typeface="Times New Roman" panose="02020603050405020304" pitchFamily="18" charset="0"/>
                                                        <a:ea typeface="宋体" panose="02010600030101010101" pitchFamily="2" charset="-122"/>
                                                      </a:rPr>
                                                      <a:t>O</a:t>
                                                    </a:r>
                                                    <a:endParaRPr lang="en-US" altLang="zh-CN" sz="2800" i="0">
                                                      <a:latin typeface="Gulim" panose="020B0600000101010101" pitchFamily="34" charset="-127"/>
                                                      <a:ea typeface="Gulim" panose="020B0600000101010101" pitchFamily="34" charset="-127"/>
                                                    </a:endParaRPr>
                                                  </a:p>
                                                </p:txBody>
                                              </p:sp>
                                            </p:grpSp>
                                          </p:grpSp>
                                          <p:sp>
                                            <p:nvSpPr>
                                              <p:cNvPr id="107586" name="Text Box 314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44DA7F77-EC8E-A054-CCBA-ED563A753CAC}"/>
                                                  </a:ext>
                                                </a:extLst>
                                              </p:cNvPr>
                                              <p:cNvSpPr txBox="1">
                                                <a:spLocks noChangeArrowheads="1"/>
                                              </p:cNvSpPr>
                                              <p:nvPr/>
                                            </p:nvSpPr>
                                            <p:spPr bwMode="auto">
                                              <a:xfrm>
                                                <a:off x="3825" y="8282"/>
                                                <a:ext cx="179" cy="283"/>
                                              </a:xfrm>
                                              <a:prstGeom prst="rect">
                                                <a:avLst/>
                                              </a:prstGeom>
                                              <a:solidFill>
                                                <a:srgbClr val="FFFFFF">
                                                  <a:alpha val="0"/>
                                                </a:srgbClr>
                                              </a:solidFill>
                                              <a:ln>
                                                <a:noFill/>
                                              </a:ln>
                                              <a:extLst>
                                                <a:ext uri="{91240B29-F687-4F45-9708-019B960494DF}">
                                                  <a14:hiddenLine xmlns:a14="http://schemas.microsoft.com/office/drawing/2010/main" w="9525">
                                                    <a:solidFill>
                                                      <a:srgbClr val="000000"/>
                                                    </a:solidFill>
                                                    <a:miter lim="800000"/>
                                                    <a:headEnd/>
                                                    <a:tailEnd/>
                                                  </a14:hiddenLine>
                                                </a:ext>
                                              </a:extLst>
                                            </p:spPr>
                                            <p:txBody>
                                              <a:bodyPr lIns="0" tIns="0" rIns="0" bIns="0"/>
                                              <a:lstStyle>
                                                <a:lvl1pPr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32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黑体" panose="02010609060101010101" pitchFamily="49" charset="-122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1pPr>
                                                <a:lvl2pPr marL="742950" indent="-28575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20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2pPr>
                                                <a:lvl3pPr marL="1143000" indent="-22860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3pPr>
                                                <a:lvl4pPr marL="1600200" indent="-22860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16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4pPr>
                                                <a:lvl5pPr marL="2057400" indent="-228600" latinLnBrk="1">
                                                  <a:spcBef>
                                                    <a:spcPct val="20000"/>
                                                  </a:spcBef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5pPr>
                                                <a:lvl6pPr marL="25146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6pPr>
                                                <a:lvl7pPr marL="29718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7pPr>
                                                <a:lvl8pPr marL="34290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8pPr>
                                                <a:lvl9pPr marL="3886200" indent="-228600" eaLnBrk="0" fontAlgn="base" latinLnBrk="1" hangingPunct="0">
                                                  <a:spcBef>
                                                    <a:spcPct val="20000"/>
                                                  </a:spcBef>
                                                  <a:spcAft>
                                                    <a:spcPct val="0"/>
                                                  </a:spcAft>
                                                  <a:buChar char="•"/>
                                                  <a:defRPr kumimoji="1" sz="140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-윤체M" panose="020B0604020202020204" pitchFamily="34" charset="0"/>
                                                    <a:ea typeface="黑体" panose="02010609060101010101" pitchFamily="49" charset="-122"/>
                                                    <a:cs typeface="黑体" panose="02010609060101010101" pitchFamily="49" charset="-122"/>
                                                  </a:defRPr>
                                                </a:lvl9pPr>
                                              </a:lstStyle>
                                              <a:p>
                                                <a:pPr algn="just" eaLnBrk="1" hangingPunct="1">
                                                  <a:spcBef>
                                                    <a:spcPct val="0"/>
                                                  </a:spcBef>
                                                  <a:buFontTx/>
                                                  <a:buNone/>
                                                </a:pPr>
                                                <a:r>
                                                  <a:rPr lang="en-US" altLang="zh-CN" sz="1000" i="0">
                                                    <a:latin typeface="Times New Roman" panose="02020603050405020304" pitchFamily="18" charset="0"/>
                                                    <a:ea typeface="宋体" panose="02010600030101010101" pitchFamily="2" charset="-122"/>
                                                  </a:rPr>
                                                  <a:t>X</a:t>
                                                </a:r>
                                                <a:endParaRPr lang="en-US" altLang="zh-CN" sz="2800" i="0">
                                                  <a:latin typeface="Gulim" panose="020B0600000101010101" pitchFamily="34" charset="-127"/>
                                                  <a:ea typeface="Gulim" panose="020B0600000101010101" pitchFamily="34" charset="-127"/>
                                                </a:endParaRPr>
                                              </a:p>
                                            </p:txBody>
                                          </p:sp>
                                        </p:grpSp>
                                      </p:grpSp>
                                    </p:grpSp>
                                  </p:grpSp>
                                </p:grpSp>
                              </p:grpSp>
                            </p:grpSp>
                          </p:grpSp>
                          <p:sp>
                            <p:nvSpPr>
                              <p:cNvPr id="107546" name="Line 315">
                                <a:extLst>
                                  <a:ext uri="{FF2B5EF4-FFF2-40B4-BE49-F238E27FC236}">
                                    <a16:creationId xmlns:a16="http://schemas.microsoft.com/office/drawing/2014/main" id="{A423BDA2-11EC-5635-8236-1D1F478AB17C}"/>
                                  </a:ext>
                                </a:extLst>
                              </p:cNvPr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5130" y="7368"/>
                                <a:ext cx="0" cy="468"/>
                              </a:xfrm>
                              <a:prstGeom prst="line">
                                <a:avLst/>
                              </a:prstGeom>
                              <a:noFill/>
                              <a:ln w="9525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107547" name="Text Box 316">
                                <a:extLst>
                                  <a:ext uri="{FF2B5EF4-FFF2-40B4-BE49-F238E27FC236}">
                                    <a16:creationId xmlns:a16="http://schemas.microsoft.com/office/drawing/2014/main" id="{76F99B8C-2B68-A5A5-FBFF-F676785D5534}"/>
                                  </a:ext>
                                </a:extLst>
                              </p:cNvPr>
                              <p:cNvSpPr txBox="1"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5040" y="7836"/>
                                <a:ext cx="360" cy="312"/>
                              </a:xfrm>
                              <a:prstGeom prst="rect">
                                <a:avLst/>
                              </a:prstGeom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 lIns="0" tIns="0" rIns="0" bIns="0"/>
                              <a:lstStyle>
                                <a:lvl1pPr latinLnBrk="1">
                                  <a:spcBef>
                                    <a:spcPct val="20000"/>
                                  </a:spcBef>
                                  <a:buChar char="•"/>
                                  <a:defRPr kumimoji="1" sz="3200">
                                    <a:solidFill>
                                      <a:schemeClr val="tx1"/>
                                    </a:solidFill>
                                    <a:latin typeface="黑体" panose="02010609060101010101" pitchFamily="49" charset="-122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defRPr>
                                </a:lvl1pPr>
                                <a:lvl2pPr marL="742950" indent="-285750" latinLnBrk="1">
                                  <a:spcBef>
                                    <a:spcPct val="20000"/>
                                  </a:spcBef>
                                  <a:buChar char="•"/>
                                  <a:defRPr kumimoji="1" sz="2000">
                                    <a:solidFill>
                                      <a:schemeClr val="tx1"/>
                                    </a:solidFill>
                                    <a:latin typeface="-윤체M" panose="020B0604020202020204" pitchFamily="34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defRPr>
                                </a:lvl2pPr>
                                <a:lvl3pPr marL="1143000" indent="-228600" latinLnBrk="1">
                                  <a:spcBef>
                                    <a:spcPct val="20000"/>
                                  </a:spcBef>
                                  <a:buChar char="•"/>
                                  <a:defRPr kumimoji="1">
                                    <a:solidFill>
                                      <a:schemeClr val="tx1"/>
                                    </a:solidFill>
                                    <a:latin typeface="-윤체M" panose="020B0604020202020204" pitchFamily="34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defRPr>
                                </a:lvl3pPr>
                                <a:lvl4pPr marL="1600200" indent="-228600" latinLnBrk="1">
                                  <a:spcBef>
                                    <a:spcPct val="20000"/>
                                  </a:spcBef>
                                  <a:buChar char="•"/>
                                  <a:defRPr kumimoji="1" sz="1600">
                                    <a:solidFill>
                                      <a:schemeClr val="tx1"/>
                                    </a:solidFill>
                                    <a:latin typeface="-윤체M" panose="020B0604020202020204" pitchFamily="34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defRPr>
                                </a:lvl4pPr>
                                <a:lvl5pPr marL="2057400" indent="-228600" latinLnBrk="1">
                                  <a:spcBef>
                                    <a:spcPct val="20000"/>
                                  </a:spcBef>
                                  <a:buChar char="•"/>
                                  <a:defRPr kumimoji="1" sz="1400">
                                    <a:solidFill>
                                      <a:schemeClr val="tx1"/>
                                    </a:solidFill>
                                    <a:latin typeface="-윤체M" panose="020B0604020202020204" pitchFamily="34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defRPr>
                                </a:lvl5pPr>
                                <a:lvl6pPr marL="2514600" indent="-228600" eaLnBrk="0" fontAlgn="base" latinLnBrk="1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•"/>
                                  <a:defRPr kumimoji="1" sz="1400">
                                    <a:solidFill>
                                      <a:schemeClr val="tx1"/>
                                    </a:solidFill>
                                    <a:latin typeface="-윤체M" panose="020B0604020202020204" pitchFamily="34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defRPr>
                                </a:lvl6pPr>
                                <a:lvl7pPr marL="2971800" indent="-228600" eaLnBrk="0" fontAlgn="base" latinLnBrk="1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•"/>
                                  <a:defRPr kumimoji="1" sz="1400">
                                    <a:solidFill>
                                      <a:schemeClr val="tx1"/>
                                    </a:solidFill>
                                    <a:latin typeface="-윤체M" panose="020B0604020202020204" pitchFamily="34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defRPr>
                                </a:lvl7pPr>
                                <a:lvl8pPr marL="3429000" indent="-228600" eaLnBrk="0" fontAlgn="base" latinLnBrk="1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•"/>
                                  <a:defRPr kumimoji="1" sz="1400">
                                    <a:solidFill>
                                      <a:schemeClr val="tx1"/>
                                    </a:solidFill>
                                    <a:latin typeface="-윤체M" panose="020B0604020202020204" pitchFamily="34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defRPr>
                                </a:lvl8pPr>
                                <a:lvl9pPr marL="3886200" indent="-228600" eaLnBrk="0" fontAlgn="base" latinLnBrk="1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•"/>
                                  <a:defRPr kumimoji="1" sz="1400">
                                    <a:solidFill>
                                      <a:schemeClr val="tx1"/>
                                    </a:solidFill>
                                    <a:latin typeface="-윤체M" panose="020B0604020202020204" pitchFamily="34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defRPr>
                                </a:lvl9pPr>
                              </a:lstStyle>
                              <a:p>
                                <a:pPr algn="just" eaLnBrk="1" hangingPunct="1">
                                  <a:spcBef>
                                    <a:spcPct val="0"/>
                                  </a:spcBef>
                                  <a:buFontTx/>
                                  <a:buNone/>
                                </a:pPr>
                                <a:r>
                                  <a:rPr lang="en-US" altLang="zh-CN" sz="1800" i="0">
                                    <a:latin typeface="Times New Roman" panose="02020603050405020304" pitchFamily="18" charset="0"/>
                                    <a:ea typeface="宋体" panose="02010600030101010101" pitchFamily="2" charset="-122"/>
                                  </a:rPr>
                                  <a:t>…</a:t>
                                </a:r>
                                <a:endParaRPr lang="en-US" altLang="zh-CN" sz="1800" i="0">
                                  <a:latin typeface="Gulim" panose="020B0600000101010101" pitchFamily="34" charset="-127"/>
                                  <a:ea typeface="Gulim" panose="020B0600000101010101" pitchFamily="34" charset="-127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107544" name="Text Box 317">
                              <a:extLst>
                                <a:ext uri="{FF2B5EF4-FFF2-40B4-BE49-F238E27FC236}">
                                  <a16:creationId xmlns:a16="http://schemas.microsoft.com/office/drawing/2014/main" id="{3C028570-9F2C-3465-44DE-0E41E6791DC0}"/>
                                </a:ext>
                              </a:extLst>
                            </p:cNvPr>
                            <p:cNvSpPr txBox="1"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1800" y="1596"/>
                              <a:ext cx="1260" cy="468"/>
                            </a:xfrm>
                            <a:prstGeom prst="rect">
                              <a:avLst/>
                            </a:prstGeom>
                            <a:solidFill>
                              <a:srgbClr val="FFFFFF">
                                <a:alpha val="0"/>
                              </a:srgbClr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>
                              <a:lvl1pPr latinLnBrk="1">
                                <a:spcBef>
                                  <a:spcPct val="20000"/>
                                </a:spcBef>
                                <a:buChar char="•"/>
                                <a:defRPr kumimoji="1" sz="3200">
                                  <a:solidFill>
                                    <a:schemeClr val="tx1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defRPr>
                              </a:lvl1pPr>
                              <a:lvl2pPr marL="742950" indent="-285750" latinLnBrk="1">
                                <a:spcBef>
                                  <a:spcPct val="20000"/>
                                </a:spcBef>
                                <a:buChar char="•"/>
                                <a:defRPr kumimoji="1" sz="2000">
                                  <a:solidFill>
                                    <a:schemeClr val="tx1"/>
                                  </a:solidFill>
                                  <a:latin typeface="-윤체M" panose="020B0604020202020204" pitchFamily="34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defRPr>
                              </a:lvl2pPr>
                              <a:lvl3pPr marL="1143000" indent="-228600" latinLnBrk="1">
                                <a:spcBef>
                                  <a:spcPct val="20000"/>
                                </a:spcBef>
                                <a:buChar char="•"/>
                                <a:defRPr kumimoji="1">
                                  <a:solidFill>
                                    <a:schemeClr val="tx1"/>
                                  </a:solidFill>
                                  <a:latin typeface="-윤체M" panose="020B0604020202020204" pitchFamily="34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defRPr>
                              </a:lvl3pPr>
                              <a:lvl4pPr marL="1600200" indent="-228600" latinLnBrk="1">
                                <a:spcBef>
                                  <a:spcPct val="20000"/>
                                </a:spcBef>
                                <a:buChar char="•"/>
                                <a:defRPr kumimoji="1" sz="1600">
                                  <a:solidFill>
                                    <a:schemeClr val="tx1"/>
                                  </a:solidFill>
                                  <a:latin typeface="-윤체M" panose="020B0604020202020204" pitchFamily="34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defRPr>
                              </a:lvl4pPr>
                              <a:lvl5pPr marL="2057400" indent="-228600" latinLnBrk="1">
                                <a:spcBef>
                                  <a:spcPct val="20000"/>
                                </a:spcBef>
                                <a:buChar char="•"/>
                                <a:defRPr kumimoji="1" sz="1400">
                                  <a:solidFill>
                                    <a:schemeClr val="tx1"/>
                                  </a:solidFill>
                                  <a:latin typeface="-윤체M" panose="020B0604020202020204" pitchFamily="34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defRPr>
                              </a:lvl5pPr>
                              <a:lvl6pPr marL="2514600" indent="-228600" eaLnBrk="0" fontAlgn="base" latinLnBrk="1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Char char="•"/>
                                <a:defRPr kumimoji="1" sz="1400">
                                  <a:solidFill>
                                    <a:schemeClr val="tx1"/>
                                  </a:solidFill>
                                  <a:latin typeface="-윤체M" panose="020B0604020202020204" pitchFamily="34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defRPr>
                              </a:lvl6pPr>
                              <a:lvl7pPr marL="2971800" indent="-228600" eaLnBrk="0" fontAlgn="base" latinLnBrk="1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Char char="•"/>
                                <a:defRPr kumimoji="1" sz="1400">
                                  <a:solidFill>
                                    <a:schemeClr val="tx1"/>
                                  </a:solidFill>
                                  <a:latin typeface="-윤체M" panose="020B0604020202020204" pitchFamily="34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defRPr>
                              </a:lvl7pPr>
                              <a:lvl8pPr marL="3429000" indent="-228600" eaLnBrk="0" fontAlgn="base" latinLnBrk="1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Char char="•"/>
                                <a:defRPr kumimoji="1" sz="1400">
                                  <a:solidFill>
                                    <a:schemeClr val="tx1"/>
                                  </a:solidFill>
                                  <a:latin typeface="-윤체M" panose="020B0604020202020204" pitchFamily="34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defRPr>
                              </a:lvl8pPr>
                              <a:lvl9pPr marL="3886200" indent="-228600" eaLnBrk="0" fontAlgn="base" latinLnBrk="1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Char char="•"/>
                                <a:defRPr kumimoji="1" sz="1400">
                                  <a:solidFill>
                                    <a:schemeClr val="tx1"/>
                                  </a:solidFill>
                                  <a:latin typeface="-윤체M" panose="020B0604020202020204" pitchFamily="34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defRPr>
                              </a:lvl9pPr>
                            </a:lstStyle>
                            <a:p>
                              <a:pPr algn="just" eaLnBrk="1" hangingPunct="1">
                                <a:spcBef>
                                  <a:spcPct val="0"/>
                                </a:spcBef>
                                <a:buFontTx/>
                                <a:buNone/>
                              </a:pPr>
                              <a:r>
                                <a:rPr lang="en-US" altLang="zh-CN" sz="1400" b="1" i="0"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</a:rPr>
                                <a:t>MAX(X)</a:t>
                              </a:r>
                              <a:endParaRPr lang="en-US" altLang="zh-CN" sz="1400" b="1" i="0">
                                <a:latin typeface="Gulim" panose="020B0600000101010101" pitchFamily="34" charset="-127"/>
                                <a:ea typeface="Gulim" panose="020B0600000101010101" pitchFamily="34" charset="-127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07542" name="Text Box 318">
                            <a:extLst>
                              <a:ext uri="{FF2B5EF4-FFF2-40B4-BE49-F238E27FC236}">
                                <a16:creationId xmlns:a16="http://schemas.microsoft.com/office/drawing/2014/main" id="{41899E50-1223-B379-90E0-2980F814AC4A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740" y="3171"/>
                            <a:ext cx="1260" cy="468"/>
                          </a:xfrm>
                          <a:prstGeom prst="rect">
                            <a:avLst/>
                          </a:prstGeom>
                          <a:solidFill>
                            <a:srgbClr val="FFFFFF">
                              <a:alpha val="0"/>
                            </a:srgbClr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>
                            <a:lvl1pPr latinLnBrk="1">
                              <a:spcBef>
                                <a:spcPct val="20000"/>
                              </a:spcBef>
                              <a:buChar char="•"/>
                              <a:defRPr kumimoji="1" sz="3200">
                                <a:solidFill>
                                  <a:schemeClr val="tx1"/>
                                </a:solidFill>
                                <a:latin typeface="黑体" panose="02010609060101010101" pitchFamily="49" charset="-122"/>
                                <a:ea typeface="黑体" panose="02010609060101010101" pitchFamily="49" charset="-122"/>
                                <a:cs typeface="黑体" panose="02010609060101010101" pitchFamily="49" charset="-122"/>
                              </a:defRPr>
                            </a:lvl1pPr>
                            <a:lvl2pPr marL="742950" indent="-285750" latinLnBrk="1">
                              <a:spcBef>
                                <a:spcPct val="20000"/>
                              </a:spcBef>
                              <a:buChar char="•"/>
                              <a:defRPr kumimoji="1" sz="2000">
                                <a:solidFill>
                                  <a:schemeClr val="tx1"/>
                                </a:solidFill>
                                <a:latin typeface="-윤체M" panose="020B0604020202020204" pitchFamily="34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defRPr>
                            </a:lvl2pPr>
                            <a:lvl3pPr marL="1143000" indent="-228600" latinLnBrk="1">
                              <a:spcBef>
                                <a:spcPct val="20000"/>
                              </a:spcBef>
                              <a:buChar char="•"/>
                              <a:defRPr kumimoji="1">
                                <a:solidFill>
                                  <a:schemeClr val="tx1"/>
                                </a:solidFill>
                                <a:latin typeface="-윤체M" panose="020B0604020202020204" pitchFamily="34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defRPr>
                            </a:lvl3pPr>
                            <a:lvl4pPr marL="1600200" indent="-228600" latinLnBrk="1">
                              <a:spcBef>
                                <a:spcPct val="20000"/>
                              </a:spcBef>
                              <a:buChar char="•"/>
                              <a:defRPr kumimoji="1" sz="1600">
                                <a:solidFill>
                                  <a:schemeClr val="tx1"/>
                                </a:solidFill>
                                <a:latin typeface="-윤체M" panose="020B0604020202020204" pitchFamily="34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defRPr>
                            </a:lvl4pPr>
                            <a:lvl5pPr marL="2057400" indent="-228600" latinLnBrk="1">
                              <a:spcBef>
                                <a:spcPct val="20000"/>
                              </a:spcBef>
                              <a:buChar char="•"/>
                              <a:defRPr kumimoji="1" sz="1400">
                                <a:solidFill>
                                  <a:schemeClr val="tx1"/>
                                </a:solidFill>
                                <a:latin typeface="-윤체M" panose="020B0604020202020204" pitchFamily="34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defRPr>
                            </a:lvl5pPr>
                            <a:lvl6pPr marL="25146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har char="•"/>
                              <a:defRPr kumimoji="1" sz="1400">
                                <a:solidFill>
                                  <a:schemeClr val="tx1"/>
                                </a:solidFill>
                                <a:latin typeface="-윤체M" panose="020B0604020202020204" pitchFamily="34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defRPr>
                            </a:lvl6pPr>
                            <a:lvl7pPr marL="29718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har char="•"/>
                              <a:defRPr kumimoji="1" sz="1400">
                                <a:solidFill>
                                  <a:schemeClr val="tx1"/>
                                </a:solidFill>
                                <a:latin typeface="-윤체M" panose="020B0604020202020204" pitchFamily="34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defRPr>
                            </a:lvl7pPr>
                            <a:lvl8pPr marL="34290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har char="•"/>
                              <a:defRPr kumimoji="1" sz="1400">
                                <a:solidFill>
                                  <a:schemeClr val="tx1"/>
                                </a:solidFill>
                                <a:latin typeface="-윤체M" panose="020B0604020202020204" pitchFamily="34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defRPr>
                            </a:lvl8pPr>
                            <a:lvl9pPr marL="38862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har char="•"/>
                              <a:defRPr kumimoji="1" sz="1400">
                                <a:solidFill>
                                  <a:schemeClr val="tx1"/>
                                </a:solidFill>
                                <a:latin typeface="-윤체M" panose="020B0604020202020204" pitchFamily="34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defRPr>
                            </a:lvl9pPr>
                          </a:lstStyle>
                          <a:p>
                            <a:pPr algn="just" eaLnBrk="1" hangingPunct="1">
                              <a:spcBef>
                                <a:spcPct val="0"/>
                              </a:spcBef>
                              <a:buFontTx/>
                              <a:buNone/>
                            </a:pPr>
                            <a:r>
                              <a:rPr lang="en-US" altLang="zh-CN" sz="1400" b="1" i="0">
                                <a:latin typeface="Times New Roman" panose="02020603050405020304" pitchFamily="18" charset="0"/>
                                <a:ea typeface="宋体" panose="02010600030101010101" pitchFamily="2" charset="-122"/>
                              </a:rPr>
                              <a:t>MIN(O)</a:t>
                            </a:r>
                            <a:endParaRPr lang="en-US" altLang="zh-CN" sz="1400" b="1" i="0">
                              <a:latin typeface="Gulim" panose="020B0600000101010101" pitchFamily="34" charset="-127"/>
                              <a:ea typeface="Gulim" panose="020B0600000101010101" pitchFamily="34" charset="-127"/>
                            </a:endParaRPr>
                          </a:p>
                        </p:txBody>
                      </p:sp>
                    </p:grpSp>
                    <p:sp>
                      <p:nvSpPr>
                        <p:cNvPr id="107540" name="Text Box 319">
                          <a:extLst>
                            <a:ext uri="{FF2B5EF4-FFF2-40B4-BE49-F238E27FC236}">
                              <a16:creationId xmlns:a16="http://schemas.microsoft.com/office/drawing/2014/main" id="{5D254638-61AC-39ED-7496-1C9908039DDF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665" y="4515"/>
                          <a:ext cx="1260" cy="468"/>
                        </a:xfrm>
                        <a:prstGeom prst="rect">
                          <a:avLst/>
                        </a:prstGeom>
                        <a:solidFill>
                          <a:srgbClr val="FFFFFF">
                            <a:alpha val="0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>
                          <a:lvl1pPr latinLnBrk="1">
                            <a:spcBef>
                              <a:spcPct val="20000"/>
                            </a:spcBef>
                            <a:buChar char="•"/>
                            <a:defRPr kumimoji="1" sz="3200">
                              <a:solidFill>
                                <a:schemeClr val="tx1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  <a:cs typeface="黑体" panose="02010609060101010101" pitchFamily="49" charset="-122"/>
                            </a:defRPr>
                          </a:lvl1pPr>
                          <a:lvl2pPr marL="742950" indent="-285750" latinLnBrk="1">
                            <a:spcBef>
                              <a:spcPct val="20000"/>
                            </a:spcBef>
                            <a:buChar char="•"/>
                            <a:defRPr kumimoji="1" sz="2000">
                              <a:solidFill>
                                <a:schemeClr val="tx1"/>
                              </a:solidFill>
                              <a:latin typeface="-윤체M" panose="020B0604020202020204" pitchFamily="34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defRPr>
                          </a:lvl2pPr>
                          <a:lvl3pPr marL="1143000" indent="-228600" latinLnBrk="1">
                            <a:spcBef>
                              <a:spcPct val="20000"/>
                            </a:spcBef>
                            <a:buChar char="•"/>
                            <a:defRPr kumimoji="1">
                              <a:solidFill>
                                <a:schemeClr val="tx1"/>
                              </a:solidFill>
                              <a:latin typeface="-윤체M" panose="020B0604020202020204" pitchFamily="34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defRPr>
                          </a:lvl3pPr>
                          <a:lvl4pPr marL="1600200" indent="-228600" latinLnBrk="1">
                            <a:spcBef>
                              <a:spcPct val="20000"/>
                            </a:spcBef>
                            <a:buChar char="•"/>
                            <a:defRPr kumimoji="1" sz="1600">
                              <a:solidFill>
                                <a:schemeClr val="tx1"/>
                              </a:solidFill>
                              <a:latin typeface="-윤체M" panose="020B0604020202020204" pitchFamily="34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defRPr>
                          </a:lvl4pPr>
                          <a:lvl5pPr marL="2057400" indent="-228600" latinLnBrk="1">
                            <a:spcBef>
                              <a:spcPct val="20000"/>
                            </a:spcBef>
                            <a:buChar char="•"/>
                            <a:defRPr kumimoji="1" sz="1400">
                              <a:solidFill>
                                <a:schemeClr val="tx1"/>
                              </a:solidFill>
                              <a:latin typeface="-윤체M" panose="020B0604020202020204" pitchFamily="34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defRPr>
                          </a:lvl5pPr>
                          <a:lvl6pPr marL="2514600" indent="-228600" eaLnBrk="0" fontAlgn="base" latinLnBrk="1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•"/>
                            <a:defRPr kumimoji="1" sz="1400">
                              <a:solidFill>
                                <a:schemeClr val="tx1"/>
                              </a:solidFill>
                              <a:latin typeface="-윤체M" panose="020B0604020202020204" pitchFamily="34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defRPr>
                          </a:lvl6pPr>
                          <a:lvl7pPr marL="2971800" indent="-228600" eaLnBrk="0" fontAlgn="base" latinLnBrk="1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•"/>
                            <a:defRPr kumimoji="1" sz="1400">
                              <a:solidFill>
                                <a:schemeClr val="tx1"/>
                              </a:solidFill>
                              <a:latin typeface="-윤체M" panose="020B0604020202020204" pitchFamily="34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defRPr>
                          </a:lvl7pPr>
                          <a:lvl8pPr marL="3429000" indent="-228600" eaLnBrk="0" fontAlgn="base" latinLnBrk="1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•"/>
                            <a:defRPr kumimoji="1" sz="1400">
                              <a:solidFill>
                                <a:schemeClr val="tx1"/>
                              </a:solidFill>
                              <a:latin typeface="-윤체M" panose="020B0604020202020204" pitchFamily="34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defRPr>
                          </a:lvl8pPr>
                          <a:lvl9pPr marL="3886200" indent="-228600" eaLnBrk="0" fontAlgn="base" latinLnBrk="1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•"/>
                            <a:defRPr kumimoji="1" sz="1400">
                              <a:solidFill>
                                <a:schemeClr val="tx1"/>
                              </a:solidFill>
                              <a:latin typeface="-윤체M" panose="020B0604020202020204" pitchFamily="34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defRPr>
                          </a:lvl9pPr>
                        </a:lstStyle>
                        <a:p>
                          <a:pPr algn="just" eaLnBrk="1" hangingPunct="1">
                            <a:spcBef>
                              <a:spcPct val="0"/>
                            </a:spcBef>
                            <a:buFontTx/>
                            <a:buNone/>
                          </a:pPr>
                          <a:r>
                            <a:rPr lang="en-US" altLang="zh-CN" sz="1400" b="1" i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MAX(X)</a:t>
                          </a:r>
                          <a:endParaRPr lang="en-US" altLang="zh-CN" sz="1400" b="1" i="0">
                            <a:latin typeface="Gulim" panose="020B0600000101010101" pitchFamily="34" charset="-127"/>
                            <a:ea typeface="Gulim" panose="020B0600000101010101" pitchFamily="34" charset="-127"/>
                          </a:endParaRPr>
                        </a:p>
                      </p:txBody>
                    </p:sp>
                  </p:grpSp>
                  <p:sp>
                    <p:nvSpPr>
                      <p:cNvPr id="107538" name="Text Box 320">
                        <a:extLst>
                          <a:ext uri="{FF2B5EF4-FFF2-40B4-BE49-F238E27FC236}">
                            <a16:creationId xmlns:a16="http://schemas.microsoft.com/office/drawing/2014/main" id="{1BD4A907-FAE7-73A4-BE05-654D445C3F35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725" y="5808"/>
                        <a:ext cx="1080" cy="468"/>
                      </a:xfrm>
                      <a:prstGeom prst="rect">
                        <a:avLst/>
                      </a:prstGeom>
                      <a:solidFill>
                        <a:srgbClr val="FFFFFF">
                          <a:alpha val="0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algn="just"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r>
                          <a:rPr lang="en-US" altLang="zh-CN" sz="1200" b="1" i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MIN(O)</a:t>
                        </a:r>
                        <a:endParaRPr lang="en-US" altLang="zh-CN" sz="1200" b="1" i="0">
                          <a:latin typeface="Gulim" panose="020B0600000101010101" pitchFamily="34" charset="-127"/>
                          <a:ea typeface="Gulim" panose="020B0600000101010101" pitchFamily="34" charset="-127"/>
                        </a:endParaRPr>
                      </a:p>
                    </p:txBody>
                  </p:sp>
                </p:grpSp>
                <p:sp>
                  <p:nvSpPr>
                    <p:cNvPr id="107536" name="Text Box 321">
                      <a:extLst>
                        <a:ext uri="{FF2B5EF4-FFF2-40B4-BE49-F238E27FC236}">
                          <a16:creationId xmlns:a16="http://schemas.microsoft.com/office/drawing/2014/main" id="{A18B41FA-9674-74CB-EB45-31A96D8B3C35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65" y="7992"/>
                      <a:ext cx="1440" cy="468"/>
                    </a:xfrm>
                    <a:prstGeom prst="rect">
                      <a:avLst/>
                    </a:prstGeom>
                    <a:solidFill>
                      <a:srgbClr val="FFFFFF">
                        <a:alpha val="0"/>
                      </a:srgb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har char="•"/>
                        <a:defRPr kumimoji="1" sz="3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har char="•"/>
                        <a:defRPr kumimoji="1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har char="•"/>
                        <a:defRPr kumimoji="1" sz="16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har char="•"/>
                        <a:defRPr kumimoji="1" sz="14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14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14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14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1400">
                          <a:solidFill>
                            <a:schemeClr val="tx1"/>
                          </a:solidFill>
                          <a:latin typeface="-윤체M" panose="020B060402020202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9pPr>
                    </a:lstStyle>
                    <a:p>
                      <a:pPr algn="just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zh-CN" sz="1000" b="1" i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TERMINAL</a:t>
                      </a:r>
                      <a:endParaRPr lang="en-US" altLang="zh-CN" sz="1000" b="1" i="0">
                        <a:latin typeface="Gulim" panose="020B0600000101010101" pitchFamily="34" charset="-127"/>
                        <a:ea typeface="Gulim" panose="020B0600000101010101" pitchFamily="34" charset="-127"/>
                      </a:endParaRPr>
                    </a:p>
                  </p:txBody>
                </p:sp>
              </p:grpSp>
              <p:sp>
                <p:nvSpPr>
                  <p:cNvPr id="107534" name="Text Box 322">
                    <a:extLst>
                      <a:ext uri="{FF2B5EF4-FFF2-40B4-BE49-F238E27FC236}">
                        <a16:creationId xmlns:a16="http://schemas.microsoft.com/office/drawing/2014/main" id="{8E006916-A983-1328-9543-D451D2EEED5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00" y="8616"/>
                    <a:ext cx="720" cy="468"/>
                  </a:xfrm>
                  <a:prstGeom prst="rect">
                    <a:avLst/>
                  </a:prstGeom>
                  <a:solidFill>
                    <a:srgbClr val="FFFFFF">
                      <a:alpha val="0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har char="•"/>
                      <a:defRPr kumimoji="1" sz="2000">
                        <a:solidFill>
                          <a:schemeClr val="tx1"/>
                        </a:solidFill>
                        <a:latin typeface="-윤체M" panose="020B0604020202020204" pitchFamily="34" charset="0"/>
                        <a:ea typeface="黑体" panose="02010609060101010101" pitchFamily="49" charset="-122"/>
                        <a:cs typeface="黑体" panose="02010609060101010101" pitchFamily="49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har char="•"/>
                      <a:defRPr kumimoji="1">
                        <a:solidFill>
                          <a:schemeClr val="tx1"/>
                        </a:solidFill>
                        <a:latin typeface="-윤체M" panose="020B0604020202020204" pitchFamily="34" charset="0"/>
                        <a:ea typeface="黑体" panose="02010609060101010101" pitchFamily="49" charset="-122"/>
                        <a:cs typeface="黑体" panose="02010609060101010101" pitchFamily="49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har char="•"/>
                      <a:defRPr kumimoji="1" sz="1600">
                        <a:solidFill>
                          <a:schemeClr val="tx1"/>
                        </a:solidFill>
                        <a:latin typeface="-윤체M" panose="020B0604020202020204" pitchFamily="34" charset="0"/>
                        <a:ea typeface="黑体" panose="02010609060101010101" pitchFamily="49" charset="-122"/>
                        <a:cs typeface="黑体" panose="02010609060101010101" pitchFamily="49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har char="•"/>
                      <a:defRPr kumimoji="1" sz="1400">
                        <a:solidFill>
                          <a:schemeClr val="tx1"/>
                        </a:solidFill>
                        <a:latin typeface="-윤체M" panose="020B0604020202020204" pitchFamily="34" charset="0"/>
                        <a:ea typeface="黑体" panose="02010609060101010101" pitchFamily="49" charset="-122"/>
                        <a:cs typeface="黑体" panose="02010609060101010101" pitchFamily="49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1400">
                        <a:solidFill>
                          <a:schemeClr val="tx1"/>
                        </a:solidFill>
                        <a:latin typeface="-윤체M" panose="020B0604020202020204" pitchFamily="34" charset="0"/>
                        <a:ea typeface="黑体" panose="02010609060101010101" pitchFamily="49" charset="-122"/>
                        <a:cs typeface="黑体" panose="02010609060101010101" pitchFamily="49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1400">
                        <a:solidFill>
                          <a:schemeClr val="tx1"/>
                        </a:solidFill>
                        <a:latin typeface="-윤체M" panose="020B0604020202020204" pitchFamily="34" charset="0"/>
                        <a:ea typeface="黑体" panose="02010609060101010101" pitchFamily="49" charset="-122"/>
                        <a:cs typeface="黑体" panose="02010609060101010101" pitchFamily="49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1400">
                        <a:solidFill>
                          <a:schemeClr val="tx1"/>
                        </a:solidFill>
                        <a:latin typeface="-윤체M" panose="020B0604020202020204" pitchFamily="34" charset="0"/>
                        <a:ea typeface="黑体" panose="02010609060101010101" pitchFamily="49" charset="-122"/>
                        <a:cs typeface="黑体" panose="02010609060101010101" pitchFamily="49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1400">
                        <a:solidFill>
                          <a:schemeClr val="tx1"/>
                        </a:solidFill>
                        <a:latin typeface="-윤체M" panose="020B0604020202020204" pitchFamily="34" charset="0"/>
                        <a:ea typeface="黑体" panose="02010609060101010101" pitchFamily="49" charset="-122"/>
                        <a:cs typeface="黑体" panose="02010609060101010101" pitchFamily="49" charset="-122"/>
                      </a:defRPr>
                    </a:lvl9pPr>
                  </a:lstStyle>
                  <a:p>
                    <a:pPr algn="just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zh-CN" altLang="en-US" sz="1600" i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效用</a:t>
                    </a:r>
                    <a:endParaRPr lang="zh-CN" altLang="en-US" sz="1600" i="0">
                      <a:latin typeface="Gulim" panose="020B0600000101010101" pitchFamily="34" charset="-127"/>
                      <a:ea typeface="Gulim" panose="020B0600000101010101" pitchFamily="34" charset="-127"/>
                    </a:endParaRPr>
                  </a:p>
                </p:txBody>
              </p:sp>
            </p:grpSp>
            <p:sp>
              <p:nvSpPr>
                <p:cNvPr id="107532" name="Text Box 323">
                  <a:extLst>
                    <a:ext uri="{FF2B5EF4-FFF2-40B4-BE49-F238E27FC236}">
                      <a16:creationId xmlns:a16="http://schemas.microsoft.com/office/drawing/2014/main" id="{624163FA-B60A-C924-A2F6-702C206680C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10" y="8757"/>
                  <a:ext cx="360" cy="312"/>
                </a:xfrm>
                <a:prstGeom prst="rect">
                  <a:avLst/>
                </a:prstGeom>
                <a:solidFill>
                  <a:srgbClr val="FFFFFF">
                    <a:alpha val="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latinLnBrk="1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har char="•"/>
                    <a:defRPr kumimoji="1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har char="•"/>
                    <a:defRPr kumimoji="1" sz="16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 i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-1</a:t>
                  </a:r>
                  <a:endParaRPr lang="en-US" altLang="zh-CN" sz="2000" i="0">
                    <a:latin typeface="Gulim" panose="020B0600000101010101" pitchFamily="34" charset="-127"/>
                    <a:ea typeface="Gulim" panose="020B0600000101010101" pitchFamily="34" charset="-127"/>
                  </a:endParaRPr>
                </a:p>
              </p:txBody>
            </p:sp>
          </p:grpSp>
          <p:sp>
            <p:nvSpPr>
              <p:cNvPr id="107530" name="Text Box 324">
                <a:extLst>
                  <a:ext uri="{FF2B5EF4-FFF2-40B4-BE49-F238E27FC236}">
                    <a16:creationId xmlns:a16="http://schemas.microsoft.com/office/drawing/2014/main" id="{FCBD580B-0F81-C213-4983-4A592CD951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0" y="8772"/>
                <a:ext cx="360" cy="312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i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2000" i="0">
                  <a:latin typeface="Gulim" panose="020B0600000101010101" pitchFamily="34" charset="-127"/>
                  <a:ea typeface="Gulim" panose="020B0600000101010101" pitchFamily="34" charset="-127"/>
                </a:endParaRPr>
              </a:p>
            </p:txBody>
          </p:sp>
        </p:grpSp>
        <p:sp>
          <p:nvSpPr>
            <p:cNvPr id="107528" name="Text Box 325">
              <a:extLst>
                <a:ext uri="{FF2B5EF4-FFF2-40B4-BE49-F238E27FC236}">
                  <a16:creationId xmlns:a16="http://schemas.microsoft.com/office/drawing/2014/main" id="{404D5541-8389-EF76-9D83-87349C2332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0" y="8772"/>
              <a:ext cx="360" cy="3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i="0">
                  <a:latin typeface="Times New Roman" panose="02020603050405020304" pitchFamily="18" charset="0"/>
                  <a:ea typeface="宋体" panose="02010600030101010101" pitchFamily="2" charset="-122"/>
                </a:rPr>
                <a:t>+1</a:t>
              </a:r>
              <a:endParaRPr lang="en-US" altLang="zh-CN" sz="1600" i="0">
                <a:latin typeface="Gulim" panose="020B0600000101010101" pitchFamily="34" charset="-127"/>
                <a:ea typeface="Gulim" panose="020B0600000101010101" pitchFamily="34" charset="-127"/>
              </a:endParaRPr>
            </a:p>
          </p:txBody>
        </p:sp>
      </p:grpSp>
      <p:sp>
        <p:nvSpPr>
          <p:cNvPr id="107526" name="矩形 1">
            <a:extLst>
              <a:ext uri="{FF2B5EF4-FFF2-40B4-BE49-F238E27FC236}">
                <a16:creationId xmlns:a16="http://schemas.microsoft.com/office/drawing/2014/main" id="{C3880B71-58F5-39A2-79E9-1FDFDA8D6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0363" y="3176588"/>
            <a:ext cx="4572000" cy="319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latinLnBrk="0">
              <a:lnSpc>
                <a:spcPct val="120000"/>
              </a:lnSpc>
              <a:spcBef>
                <a:spcPct val="0"/>
              </a:spcBef>
            </a:pPr>
            <a:r>
              <a:rPr lang="en-US" altLang="zh-CN" sz="2400" i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MAX</a:t>
            </a:r>
            <a:r>
              <a:rPr lang="zh-CN" altLang="en-US" sz="2400" i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先行，可在初始状态的</a:t>
            </a:r>
            <a:r>
              <a:rPr lang="en-US" altLang="zh-CN" sz="2400" i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en-US" sz="2400" i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个空格中任意放一个</a:t>
            </a:r>
            <a:r>
              <a:rPr lang="en-US" altLang="zh-CN" sz="2400" i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X </a:t>
            </a:r>
          </a:p>
          <a:p>
            <a:pPr latinLnBrk="0">
              <a:lnSpc>
                <a:spcPct val="120000"/>
              </a:lnSpc>
              <a:spcBef>
                <a:spcPct val="0"/>
              </a:spcBef>
            </a:pPr>
            <a:r>
              <a:rPr lang="en-US" altLang="zh-CN" sz="2400" i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MAX </a:t>
            </a:r>
            <a:r>
              <a:rPr lang="zh-CN" altLang="en-US" sz="2400" i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希望游戏终局得分高、</a:t>
            </a:r>
            <a:r>
              <a:rPr lang="en-US" altLang="zh-CN" sz="2400" i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MIN </a:t>
            </a:r>
            <a:r>
              <a:rPr lang="zh-CN" altLang="en-US" sz="2400" i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希望游戏终局得分低 </a:t>
            </a:r>
          </a:p>
          <a:p>
            <a:pPr latinLnBrk="0">
              <a:lnSpc>
                <a:spcPct val="120000"/>
              </a:lnSpc>
              <a:spcBef>
                <a:spcPct val="0"/>
              </a:spcBef>
            </a:pPr>
            <a:r>
              <a:rPr lang="zh-CN" altLang="en-US" sz="2400" i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所形成游戏树的叶结点有</a:t>
            </a:r>
            <a:r>
              <a:rPr lang="en-US" altLang="zh-CN" sz="2400" i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9!=362,880, </a:t>
            </a:r>
            <a:r>
              <a:rPr lang="zh-CN" altLang="en-US" sz="2400" i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国际象棋的叶子节点数为</a:t>
            </a:r>
            <a:r>
              <a:rPr lang="en-US" altLang="zh-CN" sz="2400" i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sz="2400" i="0" baseline="3000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40</a:t>
            </a:r>
            <a:r>
              <a:rPr lang="en-US" altLang="zh-CN" sz="1800" i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灯片编号占位符 3">
            <a:extLst>
              <a:ext uri="{FF2B5EF4-FFF2-40B4-BE49-F238E27FC236}">
                <a16:creationId xmlns:a16="http://schemas.microsoft.com/office/drawing/2014/main" id="{9C0354FC-F501-B748-4F14-CA5B283736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C6AD3E-4A00-254E-A48E-24D7E273BBC3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71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57058" name="Rectangle 2">
            <a:extLst>
              <a:ext uri="{FF2B5EF4-FFF2-40B4-BE49-F238E27FC236}">
                <a16:creationId xmlns:a16="http://schemas.microsoft.com/office/drawing/2014/main" id="{78237A60-7DE7-ECE6-27C1-3CF946520E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731838"/>
          </a:xfrm>
        </p:spPr>
        <p:txBody>
          <a:bodyPr/>
          <a:lstStyle/>
          <a:p>
            <a:pPr algn="ctr" eaLnBrk="1" hangingPunct="1"/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2.4.1 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极大极小决策</a:t>
            </a:r>
            <a:endParaRPr lang="en-US" altLang="zh-CN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57059" name="Rectangle 3">
            <a:extLst>
              <a:ext uri="{FF2B5EF4-FFF2-40B4-BE49-F238E27FC236}">
                <a16:creationId xmlns:a16="http://schemas.microsoft.com/office/drawing/2014/main" id="{7D56E313-9D36-B413-A0E8-F1EFA373D1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484313"/>
            <a:ext cx="7772400" cy="4464967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博弈搜索中，最优解是导致取胜的终止状态的一系列招数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在井字棋搜索树中，因为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MAX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先行，所以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MAX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的任务是利用搜索树确定最佳招数，但是另一方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MIN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也有发言权</a:t>
            </a:r>
          </a:p>
          <a:p>
            <a:pPr eaLnBrk="1" latinLnBrk="0" hangingPunct="1"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因此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MAX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制定取胜策略时必须不断地考虑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MIN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应对条件下如何取胜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即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MAX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初始状态下应该采取什么招数，然后是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MIN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应对造成的状态下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MAX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采取的招数，接着继续考虑下一步应对后的招数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...</a:t>
            </a:r>
          </a:p>
        </p:txBody>
      </p:sp>
      <p:sp>
        <p:nvSpPr>
          <p:cNvPr id="109573" name="Text Box 4">
            <a:extLst>
              <a:ext uri="{FF2B5EF4-FFF2-40B4-BE49-F238E27FC236}">
                <a16:creationId xmlns:a16="http://schemas.microsoft.com/office/drawing/2014/main" id="{6301D2D8-4FF0-720B-AD6C-A57BDBD64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7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7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7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7059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灯片编号占位符 4">
            <a:extLst>
              <a:ext uri="{FF2B5EF4-FFF2-40B4-BE49-F238E27FC236}">
                <a16:creationId xmlns:a16="http://schemas.microsoft.com/office/drawing/2014/main" id="{A423A917-FF32-7432-52E8-E0FED05D3E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F46716-DD2C-EA4B-9278-3CBB416182C8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72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59106" name="Rectangle 2">
            <a:extLst>
              <a:ext uri="{FF2B5EF4-FFF2-40B4-BE49-F238E27FC236}">
                <a16:creationId xmlns:a16="http://schemas.microsoft.com/office/drawing/2014/main" id="{5B5CE1CA-1709-0B64-811A-A481A2CB72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731838"/>
          </a:xfrm>
        </p:spPr>
        <p:txBody>
          <a:bodyPr/>
          <a:lstStyle/>
          <a:p>
            <a:pPr algn="ctr" eaLnBrk="1" hangingPunct="1"/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极大极小值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(2)</a:t>
            </a:r>
          </a:p>
        </p:txBody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CBA1CF3A-4E67-BCD0-5570-7DDFD33C9C0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98500" y="1484313"/>
            <a:ext cx="7761288" cy="4624387"/>
          </a:xfrm>
        </p:spPr>
        <p:txBody>
          <a:bodyPr/>
          <a:lstStyle/>
          <a:p>
            <a:pPr eaLnBrk="1" latinLnBrk="0" hangingPunct="1">
              <a:lnSpc>
                <a:spcPct val="105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如果博弈双方都按照最优策略进行，那么一个节点的极大极小值就是对应状态的效用值</a:t>
            </a:r>
            <a:r>
              <a:rPr lang="en-US" altLang="zh-CN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对应</a:t>
            </a:r>
            <a:r>
              <a:rPr lang="en-US" altLang="zh-CN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MAX)</a:t>
            </a:r>
          </a:p>
          <a:p>
            <a:pPr eaLnBrk="1" latinLnBrk="0" hangingPunct="1">
              <a:lnSpc>
                <a:spcPct val="105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对于某个节点，极大极小函数如下定义</a:t>
            </a:r>
          </a:p>
          <a:p>
            <a:pPr eaLnBrk="1" latinLnBrk="0" hangingPunct="1">
              <a:lnSpc>
                <a:spcPct val="105000"/>
              </a:lnSpc>
            </a:pPr>
            <a:endParaRPr lang="en-US" altLang="zh-CN" sz="28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eaLnBrk="1" latinLnBrk="0" hangingPunct="1">
              <a:lnSpc>
                <a:spcPct val="105000"/>
              </a:lnSpc>
            </a:pPr>
            <a:endParaRPr lang="en-US" altLang="zh-CN" sz="28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eaLnBrk="1" latinLnBrk="0" hangingPunct="1">
              <a:lnSpc>
                <a:spcPct val="105000"/>
              </a:lnSpc>
            </a:pPr>
            <a:endParaRPr lang="en-US" altLang="zh-CN" sz="28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eaLnBrk="1" latinLnBrk="0" hangingPunct="1">
              <a:lnSpc>
                <a:spcPct val="10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MAX</a:t>
            </a:r>
            <a:r>
              <a:rPr lang="zh-CN" altLang="en-US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优先选择有极大值的状态 ，</a:t>
            </a:r>
            <a:r>
              <a:rPr lang="en-US" altLang="zh-CN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MIN</a:t>
            </a:r>
            <a:r>
              <a:rPr lang="zh-CN" altLang="en-US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则选择有极小值的状态</a:t>
            </a:r>
            <a:endParaRPr lang="en-US" altLang="zh-CN" sz="28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1621" name="Text Box 4">
            <a:extLst>
              <a:ext uri="{FF2B5EF4-FFF2-40B4-BE49-F238E27FC236}">
                <a16:creationId xmlns:a16="http://schemas.microsoft.com/office/drawing/2014/main" id="{8E0909DF-9A9D-F6D2-2146-C458AF3CE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5528772-45C3-B659-004B-844F1DC64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422234"/>
            <a:ext cx="8265988" cy="1658547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灯片编号占位符 3">
            <a:extLst>
              <a:ext uri="{FF2B5EF4-FFF2-40B4-BE49-F238E27FC236}">
                <a16:creationId xmlns:a16="http://schemas.microsoft.com/office/drawing/2014/main" id="{472EC572-62FB-5004-9D77-ED85C3A9E6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200B041-1266-6F49-B8AA-E9A3690C73EA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73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60130" name="Rectangle 2">
            <a:extLst>
              <a:ext uri="{FF2B5EF4-FFF2-40B4-BE49-F238E27FC236}">
                <a16:creationId xmlns:a16="http://schemas.microsoft.com/office/drawing/2014/main" id="{0749D8F6-B004-4EE8-B8E0-B9FF886212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731838"/>
          </a:xfrm>
        </p:spPr>
        <p:txBody>
          <a:bodyPr/>
          <a:lstStyle/>
          <a:p>
            <a:pPr algn="ctr" eaLnBrk="1" hangingPunct="1"/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极大极小值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(3)</a:t>
            </a:r>
          </a:p>
        </p:txBody>
      </p:sp>
      <p:sp>
        <p:nvSpPr>
          <p:cNvPr id="113668" name="Text Box 3">
            <a:extLst>
              <a:ext uri="{FF2B5EF4-FFF2-40B4-BE49-F238E27FC236}">
                <a16:creationId xmlns:a16="http://schemas.microsoft.com/office/drawing/2014/main" id="{5F260433-BF4D-F716-B509-A216484B8A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13669" name="组合 2">
            <a:extLst>
              <a:ext uri="{FF2B5EF4-FFF2-40B4-BE49-F238E27FC236}">
                <a16:creationId xmlns:a16="http://schemas.microsoft.com/office/drawing/2014/main" id="{53793515-C8C9-01AA-FF59-397157D4BD61}"/>
              </a:ext>
            </a:extLst>
          </p:cNvPr>
          <p:cNvGrpSpPr>
            <a:grpSpLocks/>
          </p:cNvGrpSpPr>
          <p:nvPr/>
        </p:nvGrpSpPr>
        <p:grpSpPr bwMode="auto">
          <a:xfrm>
            <a:off x="1277938" y="1614488"/>
            <a:ext cx="8964612" cy="3849687"/>
            <a:chOff x="665957" y="1628775"/>
            <a:chExt cx="8964612" cy="3850454"/>
          </a:xfrm>
        </p:grpSpPr>
        <p:sp>
          <p:nvSpPr>
            <p:cNvPr id="113675" name="Text Box 4">
              <a:extLst>
                <a:ext uri="{FF2B5EF4-FFF2-40B4-BE49-F238E27FC236}">
                  <a16:creationId xmlns:a16="http://schemas.microsoft.com/office/drawing/2014/main" id="{7A4C544F-C118-250E-444E-6B9BC478DD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957" y="4956009"/>
              <a:ext cx="896461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dirty="0">
                  <a:latin typeface="Gulim" panose="020B0600000101010101" pitchFamily="34" charset="-127"/>
                  <a:ea typeface="Gulim" panose="020B0600000101010101" pitchFamily="34" charset="-127"/>
                </a:rPr>
                <a:t>    </a:t>
              </a:r>
              <a:r>
                <a:rPr lang="en-US" altLang="zh-CN" sz="2000" i="0" dirty="0">
                  <a:latin typeface="Gulim" panose="020B0600000101010101" pitchFamily="34" charset="-127"/>
                  <a:ea typeface="Gulim" panose="020B0600000101010101" pitchFamily="34" charset="-127"/>
                </a:rPr>
                <a:t>3     </a:t>
              </a:r>
              <a:r>
                <a:rPr lang="zh-CN" altLang="en-US" sz="2000" i="0" dirty="0">
                  <a:latin typeface="Gulim" panose="020B0600000101010101" pitchFamily="34" charset="-127"/>
                  <a:ea typeface="Gulim" panose="020B0600000101010101" pitchFamily="34" charset="-127"/>
                </a:rPr>
                <a:t>    </a:t>
              </a:r>
              <a:r>
                <a:rPr lang="en-US" altLang="zh-CN" sz="2000" i="0" dirty="0">
                  <a:latin typeface="Gulim" panose="020B0600000101010101" pitchFamily="34" charset="-127"/>
                  <a:ea typeface="Gulim" panose="020B0600000101010101" pitchFamily="34" charset="-127"/>
                </a:rPr>
                <a:t>12   </a:t>
              </a:r>
              <a:r>
                <a:rPr lang="zh-CN" altLang="en-US" sz="2000" i="0" dirty="0">
                  <a:latin typeface="Gulim" panose="020B0600000101010101" pitchFamily="34" charset="-127"/>
                  <a:ea typeface="Gulim" panose="020B0600000101010101" pitchFamily="34" charset="-127"/>
                </a:rPr>
                <a:t>   </a:t>
              </a:r>
              <a:r>
                <a:rPr lang="en-US" altLang="zh-CN" sz="2000" i="0" dirty="0">
                  <a:latin typeface="Gulim" panose="020B0600000101010101" pitchFamily="34" charset="-127"/>
                  <a:ea typeface="Gulim" panose="020B0600000101010101" pitchFamily="34" charset="-127"/>
                </a:rPr>
                <a:t>8     </a:t>
              </a:r>
              <a:r>
                <a:rPr lang="zh-CN" altLang="en-US" sz="2000" i="0" dirty="0">
                  <a:latin typeface="Gulim" panose="020B0600000101010101" pitchFamily="34" charset="-127"/>
                  <a:ea typeface="Gulim" panose="020B0600000101010101" pitchFamily="34" charset="-127"/>
                </a:rPr>
                <a:t>   </a:t>
              </a:r>
              <a:r>
                <a:rPr lang="en-US" altLang="zh-CN" sz="2000" i="0" dirty="0">
                  <a:latin typeface="Gulim" panose="020B0600000101010101" pitchFamily="34" charset="-127"/>
                  <a:ea typeface="Gulim" panose="020B0600000101010101" pitchFamily="34" charset="-127"/>
                </a:rPr>
                <a:t> 2      </a:t>
              </a:r>
              <a:r>
                <a:rPr lang="zh-CN" altLang="en-US" sz="2000" i="0" dirty="0">
                  <a:latin typeface="Gulim" panose="020B0600000101010101" pitchFamily="34" charset="-127"/>
                  <a:ea typeface="Gulim" panose="020B0600000101010101" pitchFamily="34" charset="-127"/>
                </a:rPr>
                <a:t>  </a:t>
              </a:r>
              <a:r>
                <a:rPr lang="en-US" altLang="zh-CN" sz="2000" i="0" dirty="0">
                  <a:latin typeface="Gulim" panose="020B0600000101010101" pitchFamily="34" charset="-127"/>
                  <a:ea typeface="Gulim" panose="020B0600000101010101" pitchFamily="34" charset="-127"/>
                </a:rPr>
                <a:t>4    </a:t>
              </a:r>
              <a:r>
                <a:rPr lang="zh-CN" altLang="en-US" sz="2000" i="0" dirty="0">
                  <a:latin typeface="Gulim" panose="020B0600000101010101" pitchFamily="34" charset="-127"/>
                  <a:ea typeface="Gulim" panose="020B0600000101010101" pitchFamily="34" charset="-127"/>
                </a:rPr>
                <a:t>   </a:t>
              </a:r>
              <a:r>
                <a:rPr lang="en-US" altLang="zh-CN" sz="2000" i="0" dirty="0">
                  <a:latin typeface="Gulim" panose="020B0600000101010101" pitchFamily="34" charset="-127"/>
                  <a:ea typeface="Gulim" panose="020B0600000101010101" pitchFamily="34" charset="-127"/>
                </a:rPr>
                <a:t>6       </a:t>
              </a:r>
              <a:r>
                <a:rPr lang="zh-CN" altLang="en-US" sz="2000" i="0" dirty="0">
                  <a:latin typeface="Gulim" panose="020B0600000101010101" pitchFamily="34" charset="-127"/>
                  <a:ea typeface="Gulim" panose="020B0600000101010101" pitchFamily="34" charset="-127"/>
                </a:rPr>
                <a:t>   </a:t>
              </a:r>
              <a:r>
                <a:rPr lang="en-US" altLang="zh-CN" sz="2000" i="0" dirty="0">
                  <a:latin typeface="Gulim" panose="020B0600000101010101" pitchFamily="34" charset="-127"/>
                  <a:ea typeface="Gulim" panose="020B0600000101010101" pitchFamily="34" charset="-127"/>
                </a:rPr>
                <a:t>14     </a:t>
              </a:r>
              <a:r>
                <a:rPr lang="zh-CN" altLang="en-US" sz="2000" i="0" dirty="0">
                  <a:latin typeface="Gulim" panose="020B0600000101010101" pitchFamily="34" charset="-127"/>
                  <a:ea typeface="Gulim" panose="020B0600000101010101" pitchFamily="34" charset="-127"/>
                </a:rPr>
                <a:t>  </a:t>
              </a:r>
              <a:r>
                <a:rPr lang="en-US" altLang="zh-CN" sz="2000" i="0" dirty="0">
                  <a:latin typeface="Gulim" panose="020B0600000101010101" pitchFamily="34" charset="-127"/>
                  <a:ea typeface="Gulim" panose="020B0600000101010101" pitchFamily="34" charset="-127"/>
                </a:rPr>
                <a:t>5     </a:t>
              </a:r>
              <a:r>
                <a:rPr lang="zh-CN" altLang="en-US" sz="2000" i="0" dirty="0">
                  <a:latin typeface="Gulim" panose="020B0600000101010101" pitchFamily="34" charset="-127"/>
                  <a:ea typeface="Gulim" panose="020B0600000101010101" pitchFamily="34" charset="-127"/>
                </a:rPr>
                <a:t>  </a:t>
              </a:r>
              <a:r>
                <a:rPr lang="en-US" altLang="zh-CN" sz="2000" i="0" dirty="0">
                  <a:latin typeface="Gulim" panose="020B0600000101010101" pitchFamily="34" charset="-127"/>
                  <a:ea typeface="Gulim" panose="020B0600000101010101" pitchFamily="34" charset="-127"/>
                </a:rPr>
                <a:t>2</a:t>
              </a:r>
              <a:endParaRPr lang="en-US" altLang="zh-CN" sz="2800" i="0" dirty="0">
                <a:latin typeface="Gulim" panose="020B0600000101010101" pitchFamily="34" charset="-127"/>
                <a:ea typeface="Gulim" panose="020B0600000101010101" pitchFamily="34" charset="-127"/>
              </a:endParaRPr>
            </a:p>
          </p:txBody>
        </p:sp>
        <p:grpSp>
          <p:nvGrpSpPr>
            <p:cNvPr id="113676" name="Group 5">
              <a:extLst>
                <a:ext uri="{FF2B5EF4-FFF2-40B4-BE49-F238E27FC236}">
                  <a16:creationId xmlns:a16="http://schemas.microsoft.com/office/drawing/2014/main" id="{AF946C39-310B-189A-F485-6CFEA642D1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8888" y="1628775"/>
              <a:ext cx="6985000" cy="3384550"/>
              <a:chOff x="657" y="1026"/>
              <a:chExt cx="4400" cy="2132"/>
            </a:xfrm>
          </p:grpSpPr>
          <p:sp>
            <p:nvSpPr>
              <p:cNvPr id="113677" name="AutoShape 6">
                <a:extLst>
                  <a:ext uri="{FF2B5EF4-FFF2-40B4-BE49-F238E27FC236}">
                    <a16:creationId xmlns:a16="http://schemas.microsoft.com/office/drawing/2014/main" id="{E8460BCD-CCAD-40A3-7DBB-9D8CD35EF4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3" y="1026"/>
                <a:ext cx="317" cy="318"/>
              </a:xfrm>
              <a:prstGeom prst="triangle">
                <a:avLst>
                  <a:gd name="adj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0">
                    <a:latin typeface="Gulim" panose="020B0600000101010101" pitchFamily="34" charset="-127"/>
                    <a:ea typeface="Gulim" panose="020B0600000101010101" pitchFamily="34" charset="-127"/>
                  </a:rPr>
                  <a:t>A</a:t>
                </a:r>
              </a:p>
            </p:txBody>
          </p:sp>
          <p:sp>
            <p:nvSpPr>
              <p:cNvPr id="113678" name="AutoShape 7">
                <a:extLst>
                  <a:ext uri="{FF2B5EF4-FFF2-40B4-BE49-F238E27FC236}">
                    <a16:creationId xmlns:a16="http://schemas.microsoft.com/office/drawing/2014/main" id="{F4BB7C38-C66F-FDC5-AB47-EFA60FB713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7" y="2840"/>
                <a:ext cx="317" cy="318"/>
              </a:xfrm>
              <a:prstGeom prst="triangle">
                <a:avLst>
                  <a:gd name="adj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zh-CN" sz="2800" i="0">
                  <a:latin typeface="Gulim" panose="020B0600000101010101" pitchFamily="34" charset="-127"/>
                  <a:ea typeface="Gulim" panose="020B0600000101010101" pitchFamily="34" charset="-127"/>
                </a:endParaRPr>
              </a:p>
            </p:txBody>
          </p:sp>
          <p:sp>
            <p:nvSpPr>
              <p:cNvPr id="113679" name="AutoShape 8">
                <a:extLst>
                  <a:ext uri="{FF2B5EF4-FFF2-40B4-BE49-F238E27FC236}">
                    <a16:creationId xmlns:a16="http://schemas.microsoft.com/office/drawing/2014/main" id="{80ACA74E-35BB-6763-C0ED-8166317575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1" y="2840"/>
                <a:ext cx="317" cy="318"/>
              </a:xfrm>
              <a:prstGeom prst="triangle">
                <a:avLst>
                  <a:gd name="adj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zh-CN" sz="2800" i="0">
                  <a:latin typeface="Gulim" panose="020B0600000101010101" pitchFamily="34" charset="-127"/>
                  <a:ea typeface="Gulim" panose="020B0600000101010101" pitchFamily="34" charset="-127"/>
                </a:endParaRPr>
              </a:p>
            </p:txBody>
          </p:sp>
          <p:sp>
            <p:nvSpPr>
              <p:cNvPr id="113680" name="AutoShape 9">
                <a:extLst>
                  <a:ext uri="{FF2B5EF4-FFF2-40B4-BE49-F238E27FC236}">
                    <a16:creationId xmlns:a16="http://schemas.microsoft.com/office/drawing/2014/main" id="{DFEE9EC8-D477-5CEF-8E4A-8CCBC5AF50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1" y="1933"/>
                <a:ext cx="363" cy="318"/>
              </a:xfrm>
              <a:prstGeom prst="flowChartMerg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0">
                    <a:latin typeface="Gulim" panose="020B0600000101010101" pitchFamily="34" charset="-127"/>
                    <a:ea typeface="Gulim" panose="020B0600000101010101" pitchFamily="34" charset="-127"/>
                  </a:rPr>
                  <a:t>B</a:t>
                </a:r>
              </a:p>
            </p:txBody>
          </p:sp>
          <p:sp>
            <p:nvSpPr>
              <p:cNvPr id="113681" name="AutoShape 10">
                <a:extLst>
                  <a:ext uri="{FF2B5EF4-FFF2-40B4-BE49-F238E27FC236}">
                    <a16:creationId xmlns:a16="http://schemas.microsoft.com/office/drawing/2014/main" id="{B45CD899-5628-D54A-EB9E-5CFAA1CD31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1" y="1933"/>
                <a:ext cx="363" cy="318"/>
              </a:xfrm>
              <a:prstGeom prst="flowChartMerg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0">
                    <a:latin typeface="Gulim" panose="020B0600000101010101" pitchFamily="34" charset="-127"/>
                    <a:ea typeface="Gulim" panose="020B0600000101010101" pitchFamily="34" charset="-127"/>
                  </a:rPr>
                  <a:t>D</a:t>
                </a:r>
              </a:p>
            </p:txBody>
          </p:sp>
          <p:sp>
            <p:nvSpPr>
              <p:cNvPr id="113682" name="AutoShape 11">
                <a:extLst>
                  <a:ext uri="{FF2B5EF4-FFF2-40B4-BE49-F238E27FC236}">
                    <a16:creationId xmlns:a16="http://schemas.microsoft.com/office/drawing/2014/main" id="{AF10FA73-21AF-FBC9-1C3B-A645E5784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3" y="1933"/>
                <a:ext cx="363" cy="318"/>
              </a:xfrm>
              <a:prstGeom prst="flowChartMerg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0">
                    <a:latin typeface="Gulim" panose="020B0600000101010101" pitchFamily="34" charset="-127"/>
                    <a:ea typeface="Gulim" panose="020B0600000101010101" pitchFamily="34" charset="-127"/>
                  </a:rPr>
                  <a:t>C</a:t>
                </a:r>
              </a:p>
            </p:txBody>
          </p:sp>
          <p:sp>
            <p:nvSpPr>
              <p:cNvPr id="113683" name="AutoShape 12">
                <a:extLst>
                  <a:ext uri="{FF2B5EF4-FFF2-40B4-BE49-F238E27FC236}">
                    <a16:creationId xmlns:a16="http://schemas.microsoft.com/office/drawing/2014/main" id="{5EAA7503-60D7-C327-27BF-38C70CFA94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5" y="2840"/>
                <a:ext cx="317" cy="318"/>
              </a:xfrm>
              <a:prstGeom prst="triangle">
                <a:avLst>
                  <a:gd name="adj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zh-CN" sz="2800" i="0">
                  <a:latin typeface="Gulim" panose="020B0600000101010101" pitchFamily="34" charset="-127"/>
                  <a:ea typeface="Gulim" panose="020B0600000101010101" pitchFamily="34" charset="-127"/>
                </a:endParaRPr>
              </a:p>
            </p:txBody>
          </p:sp>
          <p:sp>
            <p:nvSpPr>
              <p:cNvPr id="113684" name="AutoShape 13">
                <a:extLst>
                  <a:ext uri="{FF2B5EF4-FFF2-40B4-BE49-F238E27FC236}">
                    <a16:creationId xmlns:a16="http://schemas.microsoft.com/office/drawing/2014/main" id="{BABFD0FD-ADEC-DECB-55A1-7DE582B1CD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4" y="2840"/>
                <a:ext cx="317" cy="318"/>
              </a:xfrm>
              <a:prstGeom prst="triangle">
                <a:avLst>
                  <a:gd name="adj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zh-CN" sz="2800" i="0">
                  <a:latin typeface="Gulim" panose="020B0600000101010101" pitchFamily="34" charset="-127"/>
                  <a:ea typeface="Gulim" panose="020B0600000101010101" pitchFamily="34" charset="-127"/>
                </a:endParaRPr>
              </a:p>
            </p:txBody>
          </p:sp>
          <p:sp>
            <p:nvSpPr>
              <p:cNvPr id="113685" name="AutoShape 14">
                <a:extLst>
                  <a:ext uri="{FF2B5EF4-FFF2-40B4-BE49-F238E27FC236}">
                    <a16:creationId xmlns:a16="http://schemas.microsoft.com/office/drawing/2014/main" id="{1DBE4736-B9E5-08FD-013F-57723B061F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3" y="2840"/>
                <a:ext cx="317" cy="318"/>
              </a:xfrm>
              <a:prstGeom prst="triangle">
                <a:avLst>
                  <a:gd name="adj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zh-CN" sz="2800" i="0">
                  <a:latin typeface="Gulim" panose="020B0600000101010101" pitchFamily="34" charset="-127"/>
                  <a:ea typeface="Gulim" panose="020B0600000101010101" pitchFamily="34" charset="-127"/>
                </a:endParaRPr>
              </a:p>
            </p:txBody>
          </p:sp>
          <p:sp>
            <p:nvSpPr>
              <p:cNvPr id="113686" name="AutoShape 15">
                <a:extLst>
                  <a:ext uri="{FF2B5EF4-FFF2-40B4-BE49-F238E27FC236}">
                    <a16:creationId xmlns:a16="http://schemas.microsoft.com/office/drawing/2014/main" id="{8146A796-C178-B2A0-C259-5B123ED500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07" y="2840"/>
                <a:ext cx="317" cy="318"/>
              </a:xfrm>
              <a:prstGeom prst="triangle">
                <a:avLst>
                  <a:gd name="adj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zh-CN" sz="2800" i="0">
                  <a:latin typeface="Gulim" panose="020B0600000101010101" pitchFamily="34" charset="-127"/>
                  <a:ea typeface="Gulim" panose="020B0600000101010101" pitchFamily="34" charset="-127"/>
                </a:endParaRPr>
              </a:p>
            </p:txBody>
          </p:sp>
          <p:sp>
            <p:nvSpPr>
              <p:cNvPr id="113687" name="AutoShape 16">
                <a:extLst>
                  <a:ext uri="{FF2B5EF4-FFF2-40B4-BE49-F238E27FC236}">
                    <a16:creationId xmlns:a16="http://schemas.microsoft.com/office/drawing/2014/main" id="{CE01FCAE-D37C-E1D3-03D2-39634082F5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7" y="2840"/>
                <a:ext cx="317" cy="318"/>
              </a:xfrm>
              <a:prstGeom prst="triangle">
                <a:avLst>
                  <a:gd name="adj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zh-CN" sz="2800" i="0">
                  <a:latin typeface="Gulim" panose="020B0600000101010101" pitchFamily="34" charset="-127"/>
                  <a:ea typeface="Gulim" panose="020B0600000101010101" pitchFamily="34" charset="-127"/>
                </a:endParaRPr>
              </a:p>
            </p:txBody>
          </p:sp>
          <p:sp>
            <p:nvSpPr>
              <p:cNvPr id="113688" name="AutoShape 17">
                <a:extLst>
                  <a:ext uri="{FF2B5EF4-FFF2-40B4-BE49-F238E27FC236}">
                    <a16:creationId xmlns:a16="http://schemas.microsoft.com/office/drawing/2014/main" id="{B4029C2A-CC63-6A9F-71A2-7A6C8CEB00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6" y="2840"/>
                <a:ext cx="317" cy="318"/>
              </a:xfrm>
              <a:prstGeom prst="triangle">
                <a:avLst>
                  <a:gd name="adj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zh-CN" sz="2800" i="0">
                  <a:latin typeface="Gulim" panose="020B0600000101010101" pitchFamily="34" charset="-127"/>
                  <a:ea typeface="Gulim" panose="020B0600000101010101" pitchFamily="34" charset="-127"/>
                </a:endParaRPr>
              </a:p>
            </p:txBody>
          </p:sp>
          <p:sp>
            <p:nvSpPr>
              <p:cNvPr id="113689" name="AutoShape 18">
                <a:extLst>
                  <a:ext uri="{FF2B5EF4-FFF2-40B4-BE49-F238E27FC236}">
                    <a16:creationId xmlns:a16="http://schemas.microsoft.com/office/drawing/2014/main" id="{F5598F1B-3666-5E81-332D-46B1D33B57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0" y="2840"/>
                <a:ext cx="317" cy="318"/>
              </a:xfrm>
              <a:prstGeom prst="triangle">
                <a:avLst>
                  <a:gd name="adj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zh-CN" sz="2800" i="0">
                  <a:latin typeface="Gulim" panose="020B0600000101010101" pitchFamily="34" charset="-127"/>
                  <a:ea typeface="Gulim" panose="020B0600000101010101" pitchFamily="34" charset="-127"/>
                </a:endParaRPr>
              </a:p>
            </p:txBody>
          </p:sp>
          <p:sp>
            <p:nvSpPr>
              <p:cNvPr id="113690" name="Line 19">
                <a:extLst>
                  <a:ext uri="{FF2B5EF4-FFF2-40B4-BE49-F238E27FC236}">
                    <a16:creationId xmlns:a16="http://schemas.microsoft.com/office/drawing/2014/main" id="{F1B0B3BD-D434-FEF7-9C3D-AED85ACC7E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47" y="1344"/>
                <a:ext cx="1542" cy="5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691" name="Line 20">
                <a:extLst>
                  <a:ext uri="{FF2B5EF4-FFF2-40B4-BE49-F238E27FC236}">
                    <a16:creationId xmlns:a16="http://schemas.microsoft.com/office/drawing/2014/main" id="{90F6AF99-A9F2-7870-EB03-00C114A3F2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9" y="1344"/>
                <a:ext cx="0" cy="5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692" name="Line 21">
                <a:extLst>
                  <a:ext uri="{FF2B5EF4-FFF2-40B4-BE49-F238E27FC236}">
                    <a16:creationId xmlns:a16="http://schemas.microsoft.com/office/drawing/2014/main" id="{8BD4FCEC-D88E-E1BF-929F-DAF48400CC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9" y="1344"/>
                <a:ext cx="1633" cy="5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693" name="Line 22">
                <a:extLst>
                  <a:ext uri="{FF2B5EF4-FFF2-40B4-BE49-F238E27FC236}">
                    <a16:creationId xmlns:a16="http://schemas.microsoft.com/office/drawing/2014/main" id="{F3DB7DD3-A100-76D7-3937-223CCEE4F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93" y="2251"/>
                <a:ext cx="499" cy="6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694" name="Line 23">
                <a:extLst>
                  <a:ext uri="{FF2B5EF4-FFF2-40B4-BE49-F238E27FC236}">
                    <a16:creationId xmlns:a16="http://schemas.microsoft.com/office/drawing/2014/main" id="{EC763619-B46E-4A12-E68D-05A1188400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2" y="2251"/>
                <a:ext cx="0" cy="5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695" name="Line 24">
                <a:extLst>
                  <a:ext uri="{FF2B5EF4-FFF2-40B4-BE49-F238E27FC236}">
                    <a16:creationId xmlns:a16="http://schemas.microsoft.com/office/drawing/2014/main" id="{86D5DA07-ABBF-A183-EF31-ED4E9A2E57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2" y="2251"/>
                <a:ext cx="454" cy="6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696" name="Line 25">
                <a:extLst>
                  <a:ext uri="{FF2B5EF4-FFF2-40B4-BE49-F238E27FC236}">
                    <a16:creationId xmlns:a16="http://schemas.microsoft.com/office/drawing/2014/main" id="{2A81A008-60EA-D805-3750-2D0B948ADF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90" y="2251"/>
                <a:ext cx="545" cy="6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697" name="Line 26">
                <a:extLst>
                  <a:ext uri="{FF2B5EF4-FFF2-40B4-BE49-F238E27FC236}">
                    <a16:creationId xmlns:a16="http://schemas.microsoft.com/office/drawing/2014/main" id="{4EEDA008-B66B-3C7F-3F7C-25ED99E1ED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5" y="2251"/>
                <a:ext cx="0" cy="6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698" name="Line 27">
                <a:extLst>
                  <a:ext uri="{FF2B5EF4-FFF2-40B4-BE49-F238E27FC236}">
                    <a16:creationId xmlns:a16="http://schemas.microsoft.com/office/drawing/2014/main" id="{4FC9F325-E2A6-50B5-194D-3A1A03195D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5" y="2251"/>
                <a:ext cx="453" cy="6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699" name="Line 28">
                <a:extLst>
                  <a:ext uri="{FF2B5EF4-FFF2-40B4-BE49-F238E27FC236}">
                    <a16:creationId xmlns:a16="http://schemas.microsoft.com/office/drawing/2014/main" id="{9639CD7B-9B44-5A11-25A9-96DE1FFF1D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23" y="2251"/>
                <a:ext cx="499" cy="6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700" name="Line 29">
                <a:extLst>
                  <a:ext uri="{FF2B5EF4-FFF2-40B4-BE49-F238E27FC236}">
                    <a16:creationId xmlns:a16="http://schemas.microsoft.com/office/drawing/2014/main" id="{E288F222-A8AD-62C7-ED4E-BD592BA3E0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2" y="2251"/>
                <a:ext cx="0" cy="6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701" name="Line 30">
                <a:extLst>
                  <a:ext uri="{FF2B5EF4-FFF2-40B4-BE49-F238E27FC236}">
                    <a16:creationId xmlns:a16="http://schemas.microsoft.com/office/drawing/2014/main" id="{8C7AA54D-78DE-752C-0AB8-F6517778F2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2" y="2251"/>
                <a:ext cx="454" cy="5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702" name="Text Box 31">
                <a:extLst>
                  <a:ext uri="{FF2B5EF4-FFF2-40B4-BE49-F238E27FC236}">
                    <a16:creationId xmlns:a16="http://schemas.microsoft.com/office/drawing/2014/main" id="{3130C0CA-8D6E-B90A-6B2E-80566F9419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3" y="1979"/>
                <a:ext cx="18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000" i="0">
                    <a:latin typeface="Gulim" panose="020B0600000101010101" pitchFamily="34" charset="-127"/>
                    <a:ea typeface="Gulim" panose="020B0600000101010101" pitchFamily="34" charset="-127"/>
                  </a:rPr>
                  <a:t>3</a:t>
                </a:r>
              </a:p>
            </p:txBody>
          </p:sp>
          <p:sp>
            <p:nvSpPr>
              <p:cNvPr id="113703" name="Text Box 32">
                <a:extLst>
                  <a:ext uri="{FF2B5EF4-FFF2-40B4-BE49-F238E27FC236}">
                    <a16:creationId xmlns:a16="http://schemas.microsoft.com/office/drawing/2014/main" id="{40B263D4-1B7D-CB9F-6094-06DAE9CCDE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5" y="1979"/>
                <a:ext cx="18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000" i="0">
                    <a:latin typeface="Gulim" panose="020B0600000101010101" pitchFamily="34" charset="-127"/>
                    <a:ea typeface="Gulim" panose="020B0600000101010101" pitchFamily="34" charset="-127"/>
                  </a:rPr>
                  <a:t>2</a:t>
                </a:r>
              </a:p>
            </p:txBody>
          </p:sp>
          <p:sp>
            <p:nvSpPr>
              <p:cNvPr id="113704" name="Text Box 33">
                <a:extLst>
                  <a:ext uri="{FF2B5EF4-FFF2-40B4-BE49-F238E27FC236}">
                    <a16:creationId xmlns:a16="http://schemas.microsoft.com/office/drawing/2014/main" id="{7FFFEB17-8A32-CD37-3584-A9B29FA197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3" y="1979"/>
                <a:ext cx="18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000" i="0">
                    <a:latin typeface="Gulim" panose="020B0600000101010101" pitchFamily="34" charset="-127"/>
                    <a:ea typeface="Gulim" panose="020B0600000101010101" pitchFamily="34" charset="-127"/>
                  </a:rPr>
                  <a:t>2</a:t>
                </a:r>
              </a:p>
            </p:txBody>
          </p:sp>
          <p:sp>
            <p:nvSpPr>
              <p:cNvPr id="113705" name="Text Box 34">
                <a:extLst>
                  <a:ext uri="{FF2B5EF4-FFF2-40B4-BE49-F238E27FC236}">
                    <a16:creationId xmlns:a16="http://schemas.microsoft.com/office/drawing/2014/main" id="{9DAE7D6C-ACF5-127A-AEE8-278D31F386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5" y="1071"/>
                <a:ext cx="18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000" i="0">
                    <a:latin typeface="Gulim" panose="020B0600000101010101" pitchFamily="34" charset="-127"/>
                    <a:ea typeface="Gulim" panose="020B0600000101010101" pitchFamily="34" charset="-127"/>
                  </a:rPr>
                  <a:t>3</a:t>
                </a:r>
              </a:p>
            </p:txBody>
          </p:sp>
        </p:grpSp>
      </p:grpSp>
      <p:sp>
        <p:nvSpPr>
          <p:cNvPr id="113670" name="Text Box 35">
            <a:extLst>
              <a:ext uri="{FF2B5EF4-FFF2-40B4-BE49-F238E27FC236}">
                <a16:creationId xmlns:a16="http://schemas.microsoft.com/office/drawing/2014/main" id="{188D3C79-A70E-28EA-8F96-BD5CD4EE2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773238"/>
            <a:ext cx="1152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0">
                <a:latin typeface="Times New Roman" panose="02020603050405020304" pitchFamily="18" charset="0"/>
                <a:ea typeface="Gulim" panose="020B0600000101010101" pitchFamily="34" charset="-127"/>
              </a:rPr>
              <a:t>MAX</a:t>
            </a:r>
          </a:p>
        </p:txBody>
      </p:sp>
      <p:sp>
        <p:nvSpPr>
          <p:cNvPr id="113671" name="Text Box 36">
            <a:extLst>
              <a:ext uri="{FF2B5EF4-FFF2-40B4-BE49-F238E27FC236}">
                <a16:creationId xmlns:a16="http://schemas.microsoft.com/office/drawing/2014/main" id="{AD04BF06-5A56-E48D-1186-F674FC605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2894013"/>
            <a:ext cx="1152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0">
                <a:latin typeface="Times New Roman" panose="02020603050405020304" pitchFamily="18" charset="0"/>
                <a:ea typeface="Gulim" panose="020B0600000101010101" pitchFamily="34" charset="-127"/>
              </a:rPr>
              <a:t>MIN</a:t>
            </a:r>
          </a:p>
        </p:txBody>
      </p:sp>
      <p:sp>
        <p:nvSpPr>
          <p:cNvPr id="113672" name="Text Box 37">
            <a:extLst>
              <a:ext uri="{FF2B5EF4-FFF2-40B4-BE49-F238E27FC236}">
                <a16:creationId xmlns:a16="http://schemas.microsoft.com/office/drawing/2014/main" id="{4F3152FC-8671-BA84-60A7-C38E09E10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508500"/>
            <a:ext cx="1152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0">
                <a:latin typeface="Times New Roman" panose="02020603050405020304" pitchFamily="18" charset="0"/>
                <a:ea typeface="Gulim" panose="020B0600000101010101" pitchFamily="34" charset="-127"/>
              </a:rPr>
              <a:t>MAX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EA5EF8-F664-2145-B02D-AC5084F764E5}"/>
              </a:ext>
            </a:extLst>
          </p:cNvPr>
          <p:cNvSpPr/>
          <p:nvPr/>
        </p:nvSpPr>
        <p:spPr>
          <a:xfrm>
            <a:off x="96838" y="3338513"/>
            <a:ext cx="1736725" cy="708025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r>
              <a:rPr lang="zh-CN" altLang="en-US" sz="2000" i="0" dirty="0">
                <a:latin typeface="SimSun" panose="02010600030101010101" pitchFamily="2" charset="-122"/>
                <a:ea typeface="SimSun" panose="02010600030101010101" pitchFamily="2" charset="-122"/>
              </a:rPr>
              <a:t>取其后继节点中之最小者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494B8CE-3F5B-BE57-C273-D499C9351961}"/>
              </a:ext>
            </a:extLst>
          </p:cNvPr>
          <p:cNvSpPr/>
          <p:nvPr/>
        </p:nvSpPr>
        <p:spPr>
          <a:xfrm>
            <a:off x="1762125" y="1698625"/>
            <a:ext cx="1736725" cy="708025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r>
              <a:rPr lang="zh-CN" altLang="en-US" sz="2000" i="0" dirty="0">
                <a:latin typeface="SimSun" panose="02010600030101010101" pitchFamily="2" charset="-122"/>
                <a:ea typeface="SimSun" panose="02010600030101010101" pitchFamily="2" charset="-122"/>
              </a:rPr>
              <a:t>取其后继节点中之最大者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灯片编号占位符 3">
            <a:extLst>
              <a:ext uri="{FF2B5EF4-FFF2-40B4-BE49-F238E27FC236}">
                <a16:creationId xmlns:a16="http://schemas.microsoft.com/office/drawing/2014/main" id="{68DA1F73-CE4D-D033-7359-76349FABE4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31308D-D563-5948-A2CF-3A22125BBB67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74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62178" name="Rectangle 2">
            <a:extLst>
              <a:ext uri="{FF2B5EF4-FFF2-40B4-BE49-F238E27FC236}">
                <a16:creationId xmlns:a16="http://schemas.microsoft.com/office/drawing/2014/main" id="{0A775C6D-E9D6-BF6B-C025-926CDFE83B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731838"/>
          </a:xfrm>
        </p:spPr>
        <p:txBody>
          <a:bodyPr/>
          <a:lstStyle/>
          <a:p>
            <a:pPr algn="ctr" eaLnBrk="1" hangingPunct="1"/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极大极小值算法说明</a:t>
            </a:r>
            <a:endParaRPr lang="en-US" altLang="zh-CN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EF6790F5-0A36-5D70-8990-43492E2155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484313"/>
            <a:ext cx="8424862" cy="5184775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简单的递归算法：按照定义计算每个后继节点的极大极小值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/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搜索是从目标到初始节点的反向推导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算法对博弈树实行了深度优先搜索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如果博弈树的最大深度为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，每个节点的合法招数为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，则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算法的时间复杂度是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O(b</a:t>
            </a:r>
            <a:r>
              <a:rPr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  <a:p>
            <a:pPr lvl="1" eaLnBrk="1" latinLnBrk="0" hangingPunct="1">
              <a:lnSpc>
                <a:spcPct val="11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每次生成全部后继节点的空间复杂度是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O(bm)</a:t>
            </a:r>
          </a:p>
          <a:p>
            <a:pPr lvl="1" eaLnBrk="1" latinLnBrk="0" hangingPunct="1">
              <a:lnSpc>
                <a:spcPct val="110000"/>
              </a:lnSpc>
            </a:pPr>
            <a:r>
              <a:rPr kumimoji="0"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每次只生成一个后继节点的空间复杂度是</a:t>
            </a:r>
            <a:r>
              <a:rPr kumimoji="0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O(m)</a:t>
            </a:r>
          </a:p>
        </p:txBody>
      </p:sp>
      <p:sp>
        <p:nvSpPr>
          <p:cNvPr id="115717" name="Text Box 4">
            <a:extLst>
              <a:ext uri="{FF2B5EF4-FFF2-40B4-BE49-F238E27FC236}">
                <a16:creationId xmlns:a16="http://schemas.microsoft.com/office/drawing/2014/main" id="{61161169-87B0-A665-CD95-9D0C99306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灯片编号占位符 3">
            <a:extLst>
              <a:ext uri="{FF2B5EF4-FFF2-40B4-BE49-F238E27FC236}">
                <a16:creationId xmlns:a16="http://schemas.microsoft.com/office/drawing/2014/main" id="{1CCC1631-C4D7-0C32-50A6-9E61DFF66E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2E85D1-1F65-D844-BC50-AA1FA606992E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75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62178" name="Rectangle 2">
            <a:extLst>
              <a:ext uri="{FF2B5EF4-FFF2-40B4-BE49-F238E27FC236}">
                <a16:creationId xmlns:a16="http://schemas.microsoft.com/office/drawing/2014/main" id="{E4717363-D29B-BDFB-0878-7EF73F900B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731838"/>
          </a:xfrm>
        </p:spPr>
        <p:txBody>
          <a:bodyPr/>
          <a:lstStyle/>
          <a:p>
            <a:pPr algn="ctr" eaLnBrk="1" hangingPunct="1"/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极大极小值算法说明</a:t>
            </a:r>
            <a:endParaRPr lang="en-US" altLang="zh-CN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A8156EE6-55DD-349B-68D5-789016B583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536700"/>
            <a:ext cx="6335713" cy="5184775"/>
          </a:xfrm>
        </p:spPr>
        <p:txBody>
          <a:bodyPr/>
          <a:lstStyle/>
          <a:p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优点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算法是一种简单有效的对抗搜索手段 </a:t>
            </a:r>
          </a:p>
          <a:p>
            <a:pPr lvl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在对手也“尽力而为”前提下，算法可返回最优结果 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缺点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状态数随着棋局步数的数量而指数级增长，如果搜索树极大，则无法在有效时间内返回结果 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改善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使用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alpha-beta 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剪枝算法来减少搜索节点 </a:t>
            </a:r>
          </a:p>
          <a:p>
            <a:pPr lvl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对节点进行采样、而非逐一搜索 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(i.e., MCTS) </a:t>
            </a:r>
          </a:p>
        </p:txBody>
      </p:sp>
      <p:sp>
        <p:nvSpPr>
          <p:cNvPr id="117765" name="Text Box 4">
            <a:extLst>
              <a:ext uri="{FF2B5EF4-FFF2-40B4-BE49-F238E27FC236}">
                <a16:creationId xmlns:a16="http://schemas.microsoft.com/office/drawing/2014/main" id="{CC4B3FBA-F382-F577-C4B5-0D7502C6D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7766" name="矩形 1">
            <a:extLst>
              <a:ext uri="{FF2B5EF4-FFF2-40B4-BE49-F238E27FC236}">
                <a16:creationId xmlns:a16="http://schemas.microsoft.com/office/drawing/2014/main" id="{294678F1-6A8A-787E-2A56-29D434437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3933825"/>
            <a:ext cx="2376487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zh-CN" altLang="en-US" sz="2000">
                <a:ea typeface="宋体" panose="02010600030101010101" pitchFamily="2" charset="-122"/>
              </a:rPr>
              <a:t>枚举当前局面之后每一种下法，然后计算每个后续局面的赢棋概率，选择概率最高的后续局面 </a:t>
            </a:r>
            <a:endParaRPr lang="zh-CN" altLang="en-US" sz="20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pic>
        <p:nvPicPr>
          <p:cNvPr id="117767" name="图片 2">
            <a:extLst>
              <a:ext uri="{FF2B5EF4-FFF2-40B4-BE49-F238E27FC236}">
                <a16:creationId xmlns:a16="http://schemas.microsoft.com/office/drawing/2014/main" id="{8559D4A5-F3D1-5D20-C640-701A559C6A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1989138"/>
            <a:ext cx="2374900" cy="177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灯片编号占位符 3">
            <a:extLst>
              <a:ext uri="{FF2B5EF4-FFF2-40B4-BE49-F238E27FC236}">
                <a16:creationId xmlns:a16="http://schemas.microsoft.com/office/drawing/2014/main" id="{28648DD6-0468-DCD6-EDA2-AB6028995D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E65C0E-3800-F944-8CC1-7843AED0E986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76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64226" name="Rectangle 2">
            <a:extLst>
              <a:ext uri="{FF2B5EF4-FFF2-40B4-BE49-F238E27FC236}">
                <a16:creationId xmlns:a16="http://schemas.microsoft.com/office/drawing/2014/main" id="{BE021F33-85ED-6DAD-BCD9-B89F532F90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731838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2.4.2 </a:t>
            </a:r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-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剪枝</a:t>
            </a:r>
            <a:endParaRPr lang="en-US" altLang="zh-CN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12996" name="Rectangle 3">
            <a:extLst>
              <a:ext uri="{FF2B5EF4-FFF2-40B4-BE49-F238E27FC236}">
                <a16:creationId xmlns:a16="http://schemas.microsoft.com/office/drawing/2014/main" id="{48CBE72A-065F-1E74-4F77-30A6A238F2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484313"/>
            <a:ext cx="7772400" cy="4824412"/>
          </a:xfrm>
        </p:spPr>
        <p:txBody>
          <a:bodyPr/>
          <a:lstStyle/>
          <a:p>
            <a:pPr lvl="1" eaLnBrk="1" hangingPunct="1">
              <a:lnSpc>
                <a:spcPct val="110000"/>
              </a:lnSpc>
            </a:pPr>
            <a:r>
              <a:rPr lang="zh-CN" altLang="en-US" sz="2400">
                <a:latin typeface="黑体" panose="02010609060101010101" pitchFamily="49" charset="-122"/>
                <a:ea typeface="宋体" panose="02010600030101010101" pitchFamily="2" charset="-122"/>
              </a:rPr>
              <a:t>剪掉那些不可能影响最后决策的分支，返回和极大极小值算法同样的结果</a:t>
            </a:r>
          </a:p>
          <a:p>
            <a:pPr lvl="1" eaLnBrk="1" latinLnBrk="0" hangingPunct="1">
              <a:lnSpc>
                <a:spcPct val="110000"/>
              </a:lnSpc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MAX-MIN(n)  </a:t>
            </a:r>
          </a:p>
          <a:p>
            <a:pPr lvl="1" eaLnBrk="1" latinLnBrk="0" hangingPunct="1">
              <a:lnSpc>
                <a:spcPct val="110000"/>
              </a:lnSpc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=  max(min(3,12,8), min(2,x,y), min(14,5,2))</a:t>
            </a:r>
          </a:p>
          <a:p>
            <a:pPr lvl="1" eaLnBrk="1" latinLnBrk="0" hangingPunct="1">
              <a:lnSpc>
                <a:spcPct val="110000"/>
              </a:lnSpc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= max(3,min(2,x,y),2) = max(3,z,2) = 3</a:t>
            </a:r>
          </a:p>
        </p:txBody>
      </p:sp>
      <p:sp>
        <p:nvSpPr>
          <p:cNvPr id="119813" name="Text Box 4">
            <a:extLst>
              <a:ext uri="{FF2B5EF4-FFF2-40B4-BE49-F238E27FC236}">
                <a16:creationId xmlns:a16="http://schemas.microsoft.com/office/drawing/2014/main" id="{E2B010FF-EE8E-CDB3-1C55-9C7FEF9CC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19814" name="图片 2">
            <a:extLst>
              <a:ext uri="{FF2B5EF4-FFF2-40B4-BE49-F238E27FC236}">
                <a16:creationId xmlns:a16="http://schemas.microsoft.com/office/drawing/2014/main" id="{BC317D2C-6AF4-DD4A-8AF3-28149FF2BF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8775" y="3695700"/>
            <a:ext cx="4975225" cy="254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灯片编号占位符 3">
            <a:extLst>
              <a:ext uri="{FF2B5EF4-FFF2-40B4-BE49-F238E27FC236}">
                <a16:creationId xmlns:a16="http://schemas.microsoft.com/office/drawing/2014/main" id="{2E3C1B5D-4803-268D-26E8-FB7FB5887E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6AA0C76-CBE0-CE49-ADBF-08478E02565D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77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72418" name="Rectangle 2">
            <a:extLst>
              <a:ext uri="{FF2B5EF4-FFF2-40B4-BE49-F238E27FC236}">
                <a16:creationId xmlns:a16="http://schemas.microsoft.com/office/drawing/2014/main" id="{E44FF6E9-91E4-6893-BE51-8377C494F6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731838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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-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剪枝的效率</a:t>
            </a:r>
            <a:endParaRPr lang="en-US" altLang="zh-CN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DF4FEC7E-2F74-9401-8BD9-3877411CA1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484313"/>
            <a:ext cx="7772400" cy="4824412"/>
          </a:xfrm>
        </p:spPr>
        <p:txBody>
          <a:bodyPr/>
          <a:lstStyle/>
          <a:p>
            <a:pPr eaLnBrk="1" hangingPunct="1">
              <a:lnSpc>
                <a:spcPct val="115000"/>
              </a:lnSpc>
            </a:pP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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-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剪枝的效率很大程度上取决于检查后继节点的次序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—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应该先检查那些可能最好的后继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如果能够先检查那些最好的后继，则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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-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剪枝算法只需检查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O(b</a:t>
            </a:r>
            <a:r>
              <a:rPr lang="en-US" altLang="zh-CN" baseline="30000"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d/2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)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个节点以决定最佳招数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/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极大极小值算法为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O(b</a:t>
            </a:r>
            <a:r>
              <a:rPr lang="en-US" altLang="zh-CN" baseline="30000"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d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)—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有效分支因子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b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到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b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的平方根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—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效率大大提高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1861" name="Text Box 4">
            <a:extLst>
              <a:ext uri="{FF2B5EF4-FFF2-40B4-BE49-F238E27FC236}">
                <a16:creationId xmlns:a16="http://schemas.microsoft.com/office/drawing/2014/main" id="{C0213CB1-A798-0C53-3D8E-060F3C64C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DD1548BE-5E42-A601-8F01-7E370F3255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11188" y="908050"/>
            <a:ext cx="7993062" cy="5616575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2.5 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  <a:t>局部搜索算法</a:t>
            </a:r>
            <a:br>
              <a:rPr lang="zh-CN" altLang="en-US" sz="4000">
                <a:solidFill>
                  <a:schemeClr val="tx1"/>
                </a:solidFill>
                <a:latin typeface="Times New Roman" panose="02020603050405020304" pitchFamily="18" charset="0"/>
              </a:rPr>
            </a:br>
            <a:br>
              <a:rPr lang="zh-CN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zh-CN" sz="3200">
                <a:solidFill>
                  <a:schemeClr val="tx1"/>
                </a:solidFill>
                <a:latin typeface="Times New Roman" panose="02020603050405020304" pitchFamily="18" charset="0"/>
              </a:rPr>
              <a:t>2.5.1 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局部搜索与最优化</a:t>
            </a:r>
            <a:br>
              <a:rPr lang="zh-CN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zh-CN" sz="3200">
                <a:solidFill>
                  <a:schemeClr val="tx1"/>
                </a:solidFill>
                <a:latin typeface="Times New Roman" panose="02020603050405020304" pitchFamily="18" charset="0"/>
              </a:rPr>
              <a:t>2.5.2 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爬山法搜索</a:t>
            </a:r>
            <a:br>
              <a:rPr lang="zh-CN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zh-CN" sz="3200">
                <a:solidFill>
                  <a:schemeClr val="tx1"/>
                </a:solidFill>
                <a:latin typeface="Times New Roman" panose="02020603050405020304" pitchFamily="18" charset="0"/>
              </a:rPr>
              <a:t>2.5.3 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模拟退火搜索</a:t>
            </a:r>
            <a:br>
              <a:rPr lang="zh-CN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zh-CN" sz="3200">
                <a:solidFill>
                  <a:schemeClr val="tx1"/>
                </a:solidFill>
                <a:latin typeface="Times New Roman" panose="02020603050405020304" pitchFamily="18" charset="0"/>
              </a:rPr>
              <a:t>2.5.4 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遗传算法</a:t>
            </a:r>
            <a:endParaRPr lang="en-US" altLang="zh-CN" sz="4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907" name="Text Box 3">
            <a:extLst>
              <a:ext uri="{FF2B5EF4-FFF2-40B4-BE49-F238E27FC236}">
                <a16:creationId xmlns:a16="http://schemas.microsoft.com/office/drawing/2014/main" id="{B156C44E-3635-7A3B-CA73-5A1F1B914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04813"/>
            <a:ext cx="2484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solidFill>
                  <a:srgbClr val="000000"/>
                </a:solidFill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solidFill>
                  <a:srgbClr val="000000"/>
                </a:solidFill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solidFill>
                <a:srgbClr val="000000"/>
              </a:solidFill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灯片编号占位符 3">
            <a:extLst>
              <a:ext uri="{FF2B5EF4-FFF2-40B4-BE49-F238E27FC236}">
                <a16:creationId xmlns:a16="http://schemas.microsoft.com/office/drawing/2014/main" id="{9F3E5FE4-C9A0-F181-2C08-4031C10D90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D43B9C8-71F2-3945-9E3D-64CB90F1AF0A}" type="slidenum"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79</a:t>
            </a:fld>
            <a:endParaRPr lang="en-US" altLang="zh-CN" sz="1400">
              <a:solidFill>
                <a:srgbClr val="000000"/>
              </a:solidFill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375810" name="Rectangle 2">
            <a:extLst>
              <a:ext uri="{FF2B5EF4-FFF2-40B4-BE49-F238E27FC236}">
                <a16:creationId xmlns:a16="http://schemas.microsoft.com/office/drawing/2014/main" id="{47B240BD-B76E-B9B5-3763-A02024AE62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731838"/>
          </a:xfrm>
        </p:spPr>
        <p:txBody>
          <a:bodyPr/>
          <a:lstStyle/>
          <a:p>
            <a:pPr algn="ctr" eaLnBrk="1" hangingPunct="1"/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</a:rPr>
              <a:t>局部搜索算法</a:t>
            </a:r>
            <a:endParaRPr lang="en-US" altLang="zh-CN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</a:endParaRPr>
          </a:p>
        </p:txBody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C5C83D77-6482-DDBA-CFF8-6EAC6C685B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420813"/>
            <a:ext cx="7772400" cy="482441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宋体" panose="02010600030101010101" pitchFamily="2" charset="-122"/>
              </a:rPr>
              <a:t>与系统地搜索状态空间</a:t>
            </a:r>
            <a:r>
              <a:rPr lang="en-US" altLang="zh-CN">
                <a:latin typeface="微软雅黑" panose="020B0503020204020204" pitchFamily="34" charset="-122"/>
                <a:ea typeface="宋体" panose="02010600030101010101" pitchFamily="2" charset="-122"/>
              </a:rPr>
              <a:t>(</a:t>
            </a:r>
            <a:r>
              <a:rPr lang="zh-CN" altLang="en-US">
                <a:latin typeface="微软雅黑" panose="020B0503020204020204" pitchFamily="34" charset="-122"/>
                <a:ea typeface="宋体" panose="02010600030101010101" pitchFamily="2" charset="-122"/>
              </a:rPr>
              <a:t>保留各种路径</a:t>
            </a:r>
            <a:r>
              <a:rPr lang="en-US" altLang="zh-CN">
                <a:latin typeface="微软雅黑" panose="020B0503020204020204" pitchFamily="34" charset="-122"/>
                <a:ea typeface="宋体" panose="02010600030101010101" pitchFamily="2" charset="-122"/>
              </a:rPr>
              <a:t>)</a:t>
            </a:r>
            <a:r>
              <a:rPr lang="zh-CN" altLang="en-US">
                <a:latin typeface="微软雅黑" panose="020B0503020204020204" pitchFamily="34" charset="-122"/>
                <a:ea typeface="宋体" panose="02010600030101010101" pitchFamily="2" charset="-122"/>
              </a:rPr>
              <a:t>相对，不关心路径的搜索算法就是局部搜索算法</a:t>
            </a:r>
            <a:endParaRPr lang="en-US" altLang="zh-CN" sz="400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125957" name="Text Box 4">
            <a:extLst>
              <a:ext uri="{FF2B5EF4-FFF2-40B4-BE49-F238E27FC236}">
                <a16:creationId xmlns:a16="http://schemas.microsoft.com/office/drawing/2014/main" id="{CD470EC8-AB0B-F83C-EE96-25F007E8C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solidFill>
                  <a:srgbClr val="000000"/>
                </a:solidFill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solidFill>
                  <a:srgbClr val="000000"/>
                </a:solidFill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solidFill>
                <a:srgbClr val="000000"/>
              </a:solidFill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39271" name="Picture 7" descr="技术分享图片">
            <a:extLst>
              <a:ext uri="{FF2B5EF4-FFF2-40B4-BE49-F238E27FC236}">
                <a16:creationId xmlns:a16="http://schemas.microsoft.com/office/drawing/2014/main" id="{D1492791-DD33-0591-DBC0-657B83DC1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3573463"/>
            <a:ext cx="4945063" cy="24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D0D1C63E-1C0B-677D-E07F-A8CD78AE37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25" y="3865563"/>
            <a:ext cx="3605213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6F2809B-DFB1-2B82-41F1-8A832E484B9F}"/>
              </a:ext>
            </a:extLst>
          </p:cNvPr>
          <p:cNvSpPr/>
          <p:nvPr/>
        </p:nvSpPr>
        <p:spPr>
          <a:xfrm>
            <a:off x="6472238" y="5683250"/>
            <a:ext cx="1416050" cy="460375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r>
              <a:rPr lang="zh-CN" altLang="en-US" b="1" i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局部搜索</a:t>
            </a:r>
            <a:endParaRPr lang="zh-CN" altLang="en-US" i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8E3B5D1-A4C4-360F-F8A0-50885262B19D}"/>
              </a:ext>
            </a:extLst>
          </p:cNvPr>
          <p:cNvSpPr/>
          <p:nvPr/>
        </p:nvSpPr>
        <p:spPr>
          <a:xfrm>
            <a:off x="3306763" y="5705475"/>
            <a:ext cx="1722437" cy="461963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r>
              <a:rPr lang="zh-CN" altLang="en-US" b="1" i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启发式搜索</a:t>
            </a:r>
            <a:endParaRPr lang="zh-CN" altLang="en-US" i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F7E8716-C02B-AD12-7B17-38BB72AFAC38}"/>
              </a:ext>
            </a:extLst>
          </p:cNvPr>
          <p:cNvSpPr/>
          <p:nvPr/>
        </p:nvSpPr>
        <p:spPr>
          <a:xfrm>
            <a:off x="622300" y="5691188"/>
            <a:ext cx="1416050" cy="46196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r>
              <a:rPr lang="zh-CN" altLang="en-US" b="1" i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盲目搜索</a:t>
            </a:r>
            <a:endParaRPr lang="zh-CN" altLang="en-US" i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灯片编号占位符 3">
            <a:extLst>
              <a:ext uri="{FF2B5EF4-FFF2-40B4-BE49-F238E27FC236}">
                <a16:creationId xmlns:a16="http://schemas.microsoft.com/office/drawing/2014/main" id="{1FDC3D6C-622B-686D-03F5-6B1A94296E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DDAB7E2-B2F5-1D47-AAC2-553571D0B450}" type="slidenum">
              <a:rPr lang="zh-CN" altLang="en-US" sz="1400">
                <a:solidFill>
                  <a:srgbClr val="0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80</a:t>
            </a:fld>
            <a:endParaRPr lang="en-US" altLang="zh-CN" sz="1400">
              <a:solidFill>
                <a:srgbClr val="00000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651266" name="Rectangle 2">
            <a:extLst>
              <a:ext uri="{FF2B5EF4-FFF2-40B4-BE49-F238E27FC236}">
                <a16:creationId xmlns:a16="http://schemas.microsoft.com/office/drawing/2014/main" id="{F8E900F9-77B8-7613-C797-4CCFE203FE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731838"/>
          </a:xfrm>
        </p:spPr>
        <p:txBody>
          <a:bodyPr/>
          <a:lstStyle/>
          <a:p>
            <a:pPr algn="ctr" eaLnBrk="1" hangingPunct="1"/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局部搜索算法的应用</a:t>
            </a:r>
          </a:p>
        </p:txBody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14E00553-D743-86F3-005C-3FF1E655AC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557338"/>
            <a:ext cx="7772400" cy="47513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参数优化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集成电路设计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工厂场地布局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车间作业调度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自动程序设计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电信网络优化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车辆寻径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文件夹管理</a:t>
            </a:r>
          </a:p>
        </p:txBody>
      </p:sp>
      <p:sp>
        <p:nvSpPr>
          <p:cNvPr id="128005" name="Text Box 4">
            <a:extLst>
              <a:ext uri="{FF2B5EF4-FFF2-40B4-BE49-F238E27FC236}">
                <a16:creationId xmlns:a16="http://schemas.microsoft.com/office/drawing/2014/main" id="{15A04667-83FA-7181-0770-43D2C61EE8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solidFill>
                  <a:srgbClr val="000000"/>
                </a:solidFill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solidFill>
                  <a:srgbClr val="000000"/>
                </a:solidFill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solidFill>
                <a:srgbClr val="000000"/>
              </a:solidFill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28006" name="Picture 7" descr="https://gimg2.baidu.com/image_search/src=http%3A%2F%2Fpic4.zhimg.com%2Fv2-92d7c86ea62898e78fb9da757f7a0b57_b.jpg&amp;refer=http%3A%2F%2Fpic4.zhimg.com&amp;app=2002&amp;size=f9999,10000&amp;q=a80&amp;n=0&amp;g=0n&amp;fmt=jpeg?sec=1639364121&amp;t=f8fd6d6f32933aebad558ac7922aa5ca">
            <a:extLst>
              <a:ext uri="{FF2B5EF4-FFF2-40B4-BE49-F238E27FC236}">
                <a16:creationId xmlns:a16="http://schemas.microsoft.com/office/drawing/2014/main" id="{D67CB429-E46E-4C74-7E42-5F059BEA52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2060575"/>
            <a:ext cx="4819650" cy="272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灯片编号占位符 3">
            <a:extLst>
              <a:ext uri="{FF2B5EF4-FFF2-40B4-BE49-F238E27FC236}">
                <a16:creationId xmlns:a16="http://schemas.microsoft.com/office/drawing/2014/main" id="{0EEDB77E-7C6E-54B2-A2BC-02C51968C3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B2F20DA-B125-BD4B-8A2D-68BCC5E20F7B}" type="slidenum">
              <a:rPr lang="zh-CN" altLang="en-US" sz="1400">
                <a:solidFill>
                  <a:srgbClr val="0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81</a:t>
            </a:fld>
            <a:endParaRPr lang="en-US" altLang="zh-CN" sz="1400">
              <a:solidFill>
                <a:srgbClr val="00000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86402" name="Rectangle 2">
            <a:extLst>
              <a:ext uri="{FF2B5EF4-FFF2-40B4-BE49-F238E27FC236}">
                <a16:creationId xmlns:a16="http://schemas.microsoft.com/office/drawing/2014/main" id="{D422D5E6-E960-F52F-7467-1C782BED1F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731838"/>
          </a:xfrm>
        </p:spPr>
        <p:txBody>
          <a:bodyPr/>
          <a:lstStyle/>
          <a:p>
            <a:pPr algn="ctr" eaLnBrk="1" hangingPunct="1">
              <a:defRPr/>
            </a:pPr>
            <a:r>
              <a:rPr kumimoji="0"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局部搜索算法</a:t>
            </a:r>
            <a:endParaRPr kumimoji="0" lang="en-US" altLang="zh-CN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25309CEF-E7EE-6344-4CAE-16A2232C1C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484313"/>
            <a:ext cx="7772400" cy="4824412"/>
          </a:xfrm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本节简要介绍以下</a:t>
            </a:r>
            <a:r>
              <a:rPr lang="en-US" altLang="zh-CN">
                <a:ea typeface="宋体" panose="02010600030101010101" pitchFamily="2" charset="-122"/>
              </a:rPr>
              <a:t>3</a:t>
            </a:r>
            <a:r>
              <a:rPr lang="zh-CN" altLang="en-US">
                <a:ea typeface="宋体" panose="02010600030101010101" pitchFamily="2" charset="-122"/>
              </a:rPr>
              <a:t>种局部搜索算法 </a:t>
            </a:r>
            <a:r>
              <a:rPr lang="en-US" altLang="zh-CN">
                <a:ea typeface="宋体" panose="02010600030101010101" pitchFamily="2" charset="-122"/>
              </a:rPr>
              <a:t>/ </a:t>
            </a:r>
            <a:r>
              <a:rPr lang="zh-CN" altLang="en-US">
                <a:ea typeface="宋体" panose="02010600030101010101" pitchFamily="2" charset="-122"/>
              </a:rPr>
              <a:t>介绍其算法思想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800">
                <a:latin typeface="黑体" panose="02010609060101010101" pitchFamily="49" charset="-122"/>
                <a:ea typeface="宋体" panose="02010600030101010101" pitchFamily="2" charset="-122"/>
              </a:rPr>
              <a:t>爬山法搜索</a:t>
            </a:r>
          </a:p>
          <a:p>
            <a:pPr lvl="1" eaLnBrk="1" hangingPunct="1"/>
            <a:r>
              <a:rPr lang="zh-CN" altLang="en-US" sz="2800">
                <a:latin typeface="黑体" panose="02010609060101010101" pitchFamily="49" charset="-122"/>
                <a:ea typeface="宋体" panose="02010600030101010101" pitchFamily="2" charset="-122"/>
              </a:rPr>
              <a:t>模拟退火搜索</a:t>
            </a:r>
          </a:p>
          <a:p>
            <a:pPr lvl="1" eaLnBrk="1" hangingPunct="1"/>
            <a:r>
              <a:rPr lang="zh-CN" altLang="en-US" sz="2800">
                <a:latin typeface="黑体" panose="02010609060101010101" pitchFamily="49" charset="-122"/>
                <a:ea typeface="宋体" panose="02010600030101010101" pitchFamily="2" charset="-122"/>
              </a:rPr>
              <a:t>遗传算法</a:t>
            </a:r>
          </a:p>
        </p:txBody>
      </p:sp>
      <p:sp>
        <p:nvSpPr>
          <p:cNvPr id="130053" name="Text Box 4">
            <a:extLst>
              <a:ext uri="{FF2B5EF4-FFF2-40B4-BE49-F238E27FC236}">
                <a16:creationId xmlns:a16="http://schemas.microsoft.com/office/drawing/2014/main" id="{18FD1E32-9A47-06BB-04E3-7DCD3D8E8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solidFill>
                  <a:srgbClr val="000000"/>
                </a:solidFill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solidFill>
                  <a:srgbClr val="000000"/>
                </a:solidFill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solidFill>
                <a:srgbClr val="000000"/>
              </a:solidFill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6" name="Rectangle 2">
            <a:extLst>
              <a:ext uri="{FF2B5EF4-FFF2-40B4-BE49-F238E27FC236}">
                <a16:creationId xmlns:a16="http://schemas.microsoft.com/office/drawing/2014/main" id="{1DA1313E-50B2-4E0F-D9A3-0CF00CD30C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1838" y="469900"/>
            <a:ext cx="7772400" cy="731838"/>
          </a:xfrm>
        </p:spPr>
        <p:txBody>
          <a:bodyPr/>
          <a:lstStyle/>
          <a:p>
            <a:pPr algn="ctr" eaLnBrk="1" hangingPunct="1">
              <a:defRPr/>
            </a:pPr>
            <a:r>
              <a:rPr kumimoji="0"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2.4.2 </a:t>
            </a:r>
            <a:r>
              <a:rPr kumimoji="0"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爬山法搜索</a:t>
            </a:r>
            <a:endParaRPr kumimoji="0" lang="en-US" altLang="zh-CN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DBC64CFE-B3D3-ABAD-9890-54B0CC4151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0863" y="1201738"/>
            <a:ext cx="8135937" cy="5141912"/>
          </a:xfrm>
        </p:spPr>
        <p:txBody>
          <a:bodyPr/>
          <a:lstStyle/>
          <a:p>
            <a:pPr eaLnBrk="1" hangingPunct="1"/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爬山法</a:t>
            </a:r>
            <a:r>
              <a:rPr lang="en-US" altLang="zh-CN" sz="2400">
                <a:latin typeface="微软雅黑" panose="020B0503020204020204" pitchFamily="34" charset="-122"/>
                <a:ea typeface="宋体" panose="02010600030101010101" pitchFamily="2" charset="-122"/>
              </a:rPr>
              <a:t>(hill-climbing)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就是向值增加的方向持续移动（登高过程） </a:t>
            </a:r>
            <a:r>
              <a:rPr lang="en-US" altLang="zh-CN" sz="2400">
                <a:latin typeface="微软雅黑" panose="020B0503020204020204" pitchFamily="34" charset="-122"/>
                <a:ea typeface="宋体" panose="02010600030101010101" pitchFamily="2" charset="-122"/>
              </a:rPr>
              <a:t>/ </a:t>
            </a:r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如果没有比当前状态更好的子状态（到达顶峰），则算法结束</a:t>
            </a:r>
            <a:endParaRPr lang="en-US" altLang="zh-CN" sz="240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132100" name="Text Box 4">
            <a:extLst>
              <a:ext uri="{FF2B5EF4-FFF2-40B4-BE49-F238E27FC236}">
                <a16:creationId xmlns:a16="http://schemas.microsoft.com/office/drawing/2014/main" id="{BF54FD3E-4AB7-7787-193B-B5EDB7BF8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solidFill>
                  <a:srgbClr val="000000"/>
                </a:solidFill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solidFill>
                  <a:srgbClr val="000000"/>
                </a:solidFill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solidFill>
                <a:srgbClr val="000000"/>
              </a:solidFill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6" name="直線單箭頭接點 27">
            <a:extLst>
              <a:ext uri="{FF2B5EF4-FFF2-40B4-BE49-F238E27FC236}">
                <a16:creationId xmlns:a16="http://schemas.microsoft.com/office/drawing/2014/main" id="{01128055-B91A-0002-E414-E399E0033133}"/>
              </a:ext>
            </a:extLst>
          </p:cNvPr>
          <p:cNvCxnSpPr/>
          <p:nvPr/>
        </p:nvCxnSpPr>
        <p:spPr>
          <a:xfrm>
            <a:off x="511175" y="6008688"/>
            <a:ext cx="82804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29">
            <a:extLst>
              <a:ext uri="{FF2B5EF4-FFF2-40B4-BE49-F238E27FC236}">
                <a16:creationId xmlns:a16="http://schemas.microsoft.com/office/drawing/2014/main" id="{1699862E-A0A2-844B-DB18-3BABA4045DF5}"/>
              </a:ext>
            </a:extLst>
          </p:cNvPr>
          <p:cNvCxnSpPr/>
          <p:nvPr/>
        </p:nvCxnSpPr>
        <p:spPr>
          <a:xfrm flipV="1">
            <a:off x="1116013" y="2454275"/>
            <a:ext cx="0" cy="387667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69">
            <a:extLst>
              <a:ext uri="{FF2B5EF4-FFF2-40B4-BE49-F238E27FC236}">
                <a16:creationId xmlns:a16="http://schemas.microsoft.com/office/drawing/2014/main" id="{31DDE231-04C8-2D6D-DBE0-4B51F16E9265}"/>
              </a:ext>
            </a:extLst>
          </p:cNvPr>
          <p:cNvSpPr/>
          <p:nvPr/>
        </p:nvSpPr>
        <p:spPr>
          <a:xfrm>
            <a:off x="1660525" y="5848350"/>
            <a:ext cx="192088" cy="19208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algn="ctr"/>
            <a:endParaRPr lang="zh-TW" altLang="en-US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0" name="直線單箭頭接點 6">
            <a:extLst>
              <a:ext uri="{FF2B5EF4-FFF2-40B4-BE49-F238E27FC236}">
                <a16:creationId xmlns:a16="http://schemas.microsoft.com/office/drawing/2014/main" id="{032CF18B-1C7A-8CD6-286F-80A8386929BC}"/>
              </a:ext>
            </a:extLst>
          </p:cNvPr>
          <p:cNvCxnSpPr/>
          <p:nvPr/>
        </p:nvCxnSpPr>
        <p:spPr>
          <a:xfrm flipH="1">
            <a:off x="5116513" y="4316413"/>
            <a:ext cx="44450" cy="920750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橢圓 69">
            <a:extLst>
              <a:ext uri="{FF2B5EF4-FFF2-40B4-BE49-F238E27FC236}">
                <a16:creationId xmlns:a16="http://schemas.microsoft.com/office/drawing/2014/main" id="{8CFE169B-AB40-19AD-983C-497F1C4A3D4B}"/>
              </a:ext>
            </a:extLst>
          </p:cNvPr>
          <p:cNvSpPr/>
          <p:nvPr/>
        </p:nvSpPr>
        <p:spPr>
          <a:xfrm>
            <a:off x="2089150" y="5857875"/>
            <a:ext cx="192088" cy="19208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algn="ctr"/>
            <a:endParaRPr lang="zh-TW" altLang="en-US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橢圓 69">
            <a:extLst>
              <a:ext uri="{FF2B5EF4-FFF2-40B4-BE49-F238E27FC236}">
                <a16:creationId xmlns:a16="http://schemas.microsoft.com/office/drawing/2014/main" id="{639C1CC2-D2A8-1508-2F56-EF5728FD303C}"/>
              </a:ext>
            </a:extLst>
          </p:cNvPr>
          <p:cNvSpPr/>
          <p:nvPr/>
        </p:nvSpPr>
        <p:spPr>
          <a:xfrm>
            <a:off x="5019675" y="5926138"/>
            <a:ext cx="192088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algn="ctr"/>
            <a:endParaRPr lang="zh-TW" altLang="en-US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任意多边形 14">
            <a:extLst>
              <a:ext uri="{FF2B5EF4-FFF2-40B4-BE49-F238E27FC236}">
                <a16:creationId xmlns:a16="http://schemas.microsoft.com/office/drawing/2014/main" id="{E4B2B986-BED4-A092-76E2-862E1AB857ED}"/>
              </a:ext>
            </a:extLst>
          </p:cNvPr>
          <p:cNvSpPr/>
          <p:nvPr/>
        </p:nvSpPr>
        <p:spPr>
          <a:xfrm>
            <a:off x="1365250" y="2276475"/>
            <a:ext cx="7321550" cy="3584575"/>
          </a:xfrm>
          <a:custGeom>
            <a:avLst/>
            <a:gdLst>
              <a:gd name="connsiteX0" fmla="*/ 0 w 7766333"/>
              <a:gd name="connsiteY0" fmla="*/ 300589 h 2929560"/>
              <a:gd name="connsiteX1" fmla="*/ 393700 w 7766333"/>
              <a:gd name="connsiteY1" fmla="*/ 1075289 h 2929560"/>
              <a:gd name="connsiteX2" fmla="*/ 393700 w 7766333"/>
              <a:gd name="connsiteY2" fmla="*/ 1075289 h 2929560"/>
              <a:gd name="connsiteX3" fmla="*/ 1371600 w 7766333"/>
              <a:gd name="connsiteY3" fmla="*/ 2040489 h 2929560"/>
              <a:gd name="connsiteX4" fmla="*/ 2933700 w 7766333"/>
              <a:gd name="connsiteY4" fmla="*/ 2142089 h 2929560"/>
              <a:gd name="connsiteX5" fmla="*/ 3987800 w 7766333"/>
              <a:gd name="connsiteY5" fmla="*/ 2510389 h 2929560"/>
              <a:gd name="connsiteX6" fmla="*/ 4737100 w 7766333"/>
              <a:gd name="connsiteY6" fmla="*/ 1938889 h 2929560"/>
              <a:gd name="connsiteX7" fmla="*/ 5435600 w 7766333"/>
              <a:gd name="connsiteY7" fmla="*/ 2027789 h 2929560"/>
              <a:gd name="connsiteX8" fmla="*/ 6426200 w 7766333"/>
              <a:gd name="connsiteY8" fmla="*/ 2929489 h 2929560"/>
              <a:gd name="connsiteX9" fmla="*/ 7175500 w 7766333"/>
              <a:gd name="connsiteY9" fmla="*/ 2065889 h 2929560"/>
              <a:gd name="connsiteX10" fmla="*/ 7696200 w 7766333"/>
              <a:gd name="connsiteY10" fmla="*/ 224389 h 2929560"/>
              <a:gd name="connsiteX11" fmla="*/ 7747000 w 7766333"/>
              <a:gd name="connsiteY11" fmla="*/ 97389 h 2929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766333" h="2929560">
                <a:moveTo>
                  <a:pt x="0" y="300589"/>
                </a:moveTo>
                <a:lnTo>
                  <a:pt x="393700" y="1075289"/>
                </a:lnTo>
                <a:lnTo>
                  <a:pt x="393700" y="1075289"/>
                </a:lnTo>
                <a:cubicBezTo>
                  <a:pt x="556683" y="1236156"/>
                  <a:pt x="948267" y="1862689"/>
                  <a:pt x="1371600" y="2040489"/>
                </a:cubicBezTo>
                <a:cubicBezTo>
                  <a:pt x="1794933" y="2218289"/>
                  <a:pt x="2497667" y="2063772"/>
                  <a:pt x="2933700" y="2142089"/>
                </a:cubicBezTo>
                <a:cubicBezTo>
                  <a:pt x="3369733" y="2220406"/>
                  <a:pt x="3687233" y="2544256"/>
                  <a:pt x="3987800" y="2510389"/>
                </a:cubicBezTo>
                <a:cubicBezTo>
                  <a:pt x="4288367" y="2476522"/>
                  <a:pt x="4495800" y="2019322"/>
                  <a:pt x="4737100" y="1938889"/>
                </a:cubicBezTo>
                <a:cubicBezTo>
                  <a:pt x="4978400" y="1858456"/>
                  <a:pt x="5154083" y="1862689"/>
                  <a:pt x="5435600" y="2027789"/>
                </a:cubicBezTo>
                <a:cubicBezTo>
                  <a:pt x="5717117" y="2192889"/>
                  <a:pt x="6136217" y="2923139"/>
                  <a:pt x="6426200" y="2929489"/>
                </a:cubicBezTo>
                <a:cubicBezTo>
                  <a:pt x="6716183" y="2935839"/>
                  <a:pt x="6963833" y="2516739"/>
                  <a:pt x="7175500" y="2065889"/>
                </a:cubicBezTo>
                <a:cubicBezTo>
                  <a:pt x="7387167" y="1615039"/>
                  <a:pt x="7600950" y="552472"/>
                  <a:pt x="7696200" y="224389"/>
                </a:cubicBezTo>
                <a:cubicBezTo>
                  <a:pt x="7791450" y="-103694"/>
                  <a:pt x="7769225" y="-3153"/>
                  <a:pt x="7747000" y="97389"/>
                </a:cubicBezTo>
              </a:path>
            </a:pathLst>
          </a:cu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橢圓 69">
            <a:extLst>
              <a:ext uri="{FF2B5EF4-FFF2-40B4-BE49-F238E27FC236}">
                <a16:creationId xmlns:a16="http://schemas.microsoft.com/office/drawing/2014/main" id="{ACC054FF-C934-D37E-C81E-BA48EEEDBDB6}"/>
              </a:ext>
            </a:extLst>
          </p:cNvPr>
          <p:cNvSpPr/>
          <p:nvPr/>
        </p:nvSpPr>
        <p:spPr>
          <a:xfrm>
            <a:off x="1655763" y="3489325"/>
            <a:ext cx="192087" cy="19208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algn="ctr"/>
            <a:endParaRPr lang="zh-TW" altLang="en-US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橢圓 69">
            <a:extLst>
              <a:ext uri="{FF2B5EF4-FFF2-40B4-BE49-F238E27FC236}">
                <a16:creationId xmlns:a16="http://schemas.microsoft.com/office/drawing/2014/main" id="{5E29F798-5EE0-D488-808F-027A705AB9D1}"/>
              </a:ext>
            </a:extLst>
          </p:cNvPr>
          <p:cNvSpPr/>
          <p:nvPr/>
        </p:nvSpPr>
        <p:spPr>
          <a:xfrm>
            <a:off x="2105025" y="4221163"/>
            <a:ext cx="192088" cy="1920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algn="ctr"/>
            <a:endParaRPr lang="zh-TW" altLang="en-US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橢圓 69">
            <a:extLst>
              <a:ext uri="{FF2B5EF4-FFF2-40B4-BE49-F238E27FC236}">
                <a16:creationId xmlns:a16="http://schemas.microsoft.com/office/drawing/2014/main" id="{3184309F-EACE-8F57-D155-208C638849CF}"/>
              </a:ext>
            </a:extLst>
          </p:cNvPr>
          <p:cNvSpPr/>
          <p:nvPr/>
        </p:nvSpPr>
        <p:spPr>
          <a:xfrm>
            <a:off x="7404100" y="5732463"/>
            <a:ext cx="192088" cy="1920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algn="ctr"/>
            <a:endParaRPr lang="zh-TW" altLang="en-US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橢圓 69">
            <a:extLst>
              <a:ext uri="{FF2B5EF4-FFF2-40B4-BE49-F238E27FC236}">
                <a16:creationId xmlns:a16="http://schemas.microsoft.com/office/drawing/2014/main" id="{E82C05B5-C2DE-C7BD-5392-4A1F3167543E}"/>
              </a:ext>
            </a:extLst>
          </p:cNvPr>
          <p:cNvSpPr/>
          <p:nvPr/>
        </p:nvSpPr>
        <p:spPr>
          <a:xfrm>
            <a:off x="5026025" y="5291138"/>
            <a:ext cx="192088" cy="1920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algn="ctr"/>
            <a:endParaRPr lang="zh-TW" altLang="en-US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2112" name="文本框 20">
            <a:extLst>
              <a:ext uri="{FF2B5EF4-FFF2-40B4-BE49-F238E27FC236}">
                <a16:creationId xmlns:a16="http://schemas.microsoft.com/office/drawing/2014/main" id="{3A3DA02D-1740-2693-F182-DC382ED47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7313" y="5600700"/>
            <a:ext cx="2295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zh-CN" altLang="en-US" sz="2000" b="1" i="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全局最优解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098B86C-05CD-B72D-32BB-D165B41DB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2313" y="5510213"/>
            <a:ext cx="22971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zh-CN" altLang="en-US" sz="2000" b="1" i="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局部最优解</a:t>
            </a:r>
          </a:p>
        </p:txBody>
      </p:sp>
      <p:sp>
        <p:nvSpPr>
          <p:cNvPr id="132114" name="文本框 22">
            <a:extLst>
              <a:ext uri="{FF2B5EF4-FFF2-40B4-BE49-F238E27FC236}">
                <a16:creationId xmlns:a16="http://schemas.microsoft.com/office/drawing/2014/main" id="{9D3A1946-E8EB-8DBB-F7C7-5AF78B1D2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4613" y="4981575"/>
            <a:ext cx="2295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zh-CN" altLang="en-US" sz="2000" b="1" i="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平坦区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1E25B71-ACC4-3AD9-C08F-CDC2783D4C73}"/>
              </a:ext>
            </a:extLst>
          </p:cNvPr>
          <p:cNvSpPr txBox="1"/>
          <p:nvPr/>
        </p:nvSpPr>
        <p:spPr>
          <a:xfrm>
            <a:off x="7840663" y="6097588"/>
            <a:ext cx="2295525" cy="40005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r>
              <a:rPr lang="zh-CN" altLang="en-US" sz="2000" b="1" i="0">
                <a:solidFill>
                  <a:srgbClr val="262699"/>
                </a:solidFill>
                <a:latin typeface="微软雅黑" panose="020B0503020204020204" pitchFamily="34" charset="-122"/>
              </a:rPr>
              <a:t>状态空间</a:t>
            </a:r>
          </a:p>
        </p:txBody>
      </p:sp>
      <p:sp>
        <p:nvSpPr>
          <p:cNvPr id="132116" name="文本框 24">
            <a:extLst>
              <a:ext uri="{FF2B5EF4-FFF2-40B4-BE49-F238E27FC236}">
                <a16:creationId xmlns:a16="http://schemas.microsoft.com/office/drawing/2014/main" id="{828DEC99-00BC-420A-5559-7813DAE15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613" y="6026150"/>
            <a:ext cx="812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zh-CN" altLang="en-US" sz="2000" b="1" i="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当前状态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A235D0B-72F6-BFD6-5FD8-3E67F2301E79}"/>
              </a:ext>
            </a:extLst>
          </p:cNvPr>
          <p:cNvSpPr txBox="1"/>
          <p:nvPr/>
        </p:nvSpPr>
        <p:spPr>
          <a:xfrm>
            <a:off x="669925" y="2541588"/>
            <a:ext cx="517525" cy="132238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r>
              <a:rPr lang="zh-CN" altLang="en-US" sz="2000" b="1" i="0">
                <a:solidFill>
                  <a:srgbClr val="262699"/>
                </a:solidFill>
                <a:latin typeface="微软雅黑" panose="020B0503020204020204" pitchFamily="34" charset="-122"/>
              </a:rPr>
              <a:t>评价函数</a:t>
            </a:r>
          </a:p>
        </p:txBody>
      </p:sp>
      <p:sp>
        <p:nvSpPr>
          <p:cNvPr id="27" name="向右箭號 31">
            <a:extLst>
              <a:ext uri="{FF2B5EF4-FFF2-40B4-BE49-F238E27FC236}">
                <a16:creationId xmlns:a16="http://schemas.microsoft.com/office/drawing/2014/main" id="{66EBB5F2-49EB-4932-2100-3A741CA85948}"/>
              </a:ext>
            </a:extLst>
          </p:cNvPr>
          <p:cNvSpPr/>
          <p:nvPr/>
        </p:nvSpPr>
        <p:spPr>
          <a:xfrm>
            <a:off x="1855788" y="5651500"/>
            <a:ext cx="282575" cy="14922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algn="ctr"/>
            <a:endParaRPr lang="zh-TW" altLang="en-US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EF7AD7D-7B96-B9FA-5C57-369363A59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075" y="6032500"/>
            <a:ext cx="990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zh-CN" altLang="en-US" sz="2000" b="1" i="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最佳子状态</a:t>
            </a:r>
          </a:p>
        </p:txBody>
      </p:sp>
      <p:sp>
        <p:nvSpPr>
          <p:cNvPr id="29" name="橢圓 69">
            <a:extLst>
              <a:ext uri="{FF2B5EF4-FFF2-40B4-BE49-F238E27FC236}">
                <a16:creationId xmlns:a16="http://schemas.microsoft.com/office/drawing/2014/main" id="{871E30F2-C5C1-3073-3AAE-6E0C1DCB87F0}"/>
              </a:ext>
            </a:extLst>
          </p:cNvPr>
          <p:cNvSpPr/>
          <p:nvPr/>
        </p:nvSpPr>
        <p:spPr>
          <a:xfrm>
            <a:off x="1355725" y="5829300"/>
            <a:ext cx="192088" cy="19208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algn="ctr"/>
            <a:endParaRPr lang="zh-TW" altLang="en-US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橢圓 69">
            <a:extLst>
              <a:ext uri="{FF2B5EF4-FFF2-40B4-BE49-F238E27FC236}">
                <a16:creationId xmlns:a16="http://schemas.microsoft.com/office/drawing/2014/main" id="{858A7AA8-B6BA-923F-5A43-94B7C90BEF2B}"/>
              </a:ext>
            </a:extLst>
          </p:cNvPr>
          <p:cNvSpPr/>
          <p:nvPr/>
        </p:nvSpPr>
        <p:spPr>
          <a:xfrm>
            <a:off x="1403350" y="2924175"/>
            <a:ext cx="192088" cy="19208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algn="ctr"/>
            <a:endParaRPr lang="zh-TW" altLang="en-US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1" name="向右箭號 31">
            <a:extLst>
              <a:ext uri="{FF2B5EF4-FFF2-40B4-BE49-F238E27FC236}">
                <a16:creationId xmlns:a16="http://schemas.microsoft.com/office/drawing/2014/main" id="{07E37610-357C-901D-53E3-FC8AD1F056EA}"/>
              </a:ext>
            </a:extLst>
          </p:cNvPr>
          <p:cNvSpPr/>
          <p:nvPr/>
        </p:nvSpPr>
        <p:spPr>
          <a:xfrm rot="10800000">
            <a:off x="1462088" y="5657850"/>
            <a:ext cx="282575" cy="14922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algn="ctr"/>
            <a:endParaRPr lang="zh-TW" altLang="en-US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B43E8AE8-72A2-20AD-0685-1CD6F429C73F}"/>
              </a:ext>
            </a:extLst>
          </p:cNvPr>
          <p:cNvGrpSpPr>
            <a:grpSpLocks/>
          </p:cNvGrpSpPr>
          <p:nvPr/>
        </p:nvGrpSpPr>
        <p:grpSpPr bwMode="auto">
          <a:xfrm>
            <a:off x="1368425" y="5526088"/>
            <a:ext cx="292100" cy="190500"/>
            <a:chOff x="4618831" y="2924944"/>
            <a:chExt cx="292089" cy="191799"/>
          </a:xfrm>
        </p:grpSpPr>
        <p:cxnSp>
          <p:nvCxnSpPr>
            <p:cNvPr id="132132" name="直接连接符 2">
              <a:extLst>
                <a:ext uri="{FF2B5EF4-FFF2-40B4-BE49-F238E27FC236}">
                  <a16:creationId xmlns:a16="http://schemas.microsoft.com/office/drawing/2014/main" id="{63BBF5ED-5C23-F164-CD33-91EE2694CFF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618831" y="2924944"/>
              <a:ext cx="241201" cy="191799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2133" name="直接连接符 4">
              <a:extLst>
                <a:ext uri="{FF2B5EF4-FFF2-40B4-BE49-F238E27FC236}">
                  <a16:creationId xmlns:a16="http://schemas.microsoft.com/office/drawing/2014/main" id="{C6E1918E-CD01-F1FE-0663-F5D18CFDE04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51095" y="2924944"/>
              <a:ext cx="259825" cy="191799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EC4CC032-A43D-7382-60F1-6B1F686D9128}"/>
              </a:ext>
            </a:extLst>
          </p:cNvPr>
          <p:cNvGrpSpPr>
            <a:grpSpLocks/>
          </p:cNvGrpSpPr>
          <p:nvPr/>
        </p:nvGrpSpPr>
        <p:grpSpPr bwMode="auto">
          <a:xfrm>
            <a:off x="1355725" y="2857500"/>
            <a:ext cx="292100" cy="192088"/>
            <a:chOff x="4618831" y="2924944"/>
            <a:chExt cx="292089" cy="191799"/>
          </a:xfrm>
        </p:grpSpPr>
        <p:cxnSp>
          <p:nvCxnSpPr>
            <p:cNvPr id="132130" name="直接连接符 37">
              <a:extLst>
                <a:ext uri="{FF2B5EF4-FFF2-40B4-BE49-F238E27FC236}">
                  <a16:creationId xmlns:a16="http://schemas.microsoft.com/office/drawing/2014/main" id="{384DEEB0-D007-8087-AD4F-C1DC04500AE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618831" y="2924944"/>
              <a:ext cx="241201" cy="191799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2131" name="直接连接符 38">
              <a:extLst>
                <a:ext uri="{FF2B5EF4-FFF2-40B4-BE49-F238E27FC236}">
                  <a16:creationId xmlns:a16="http://schemas.microsoft.com/office/drawing/2014/main" id="{D199E2ED-E738-79D9-8D92-88FC1E34AAB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51095" y="2924944"/>
              <a:ext cx="259825" cy="191799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F7827E1C-37DE-B477-EA32-75315CEFB9CE}"/>
              </a:ext>
            </a:extLst>
          </p:cNvPr>
          <p:cNvGrpSpPr>
            <a:grpSpLocks/>
          </p:cNvGrpSpPr>
          <p:nvPr/>
        </p:nvGrpSpPr>
        <p:grpSpPr bwMode="auto">
          <a:xfrm>
            <a:off x="2200275" y="4019550"/>
            <a:ext cx="261938" cy="225425"/>
            <a:chOff x="4599464" y="3116743"/>
            <a:chExt cx="261859" cy="225005"/>
          </a:xfrm>
        </p:grpSpPr>
        <p:cxnSp>
          <p:nvCxnSpPr>
            <p:cNvPr id="132128" name="直接连接符 47">
              <a:extLst>
                <a:ext uri="{FF2B5EF4-FFF2-40B4-BE49-F238E27FC236}">
                  <a16:creationId xmlns:a16="http://schemas.microsoft.com/office/drawing/2014/main" id="{FC49FA62-6049-DDD4-7F9E-72B59645267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704311" y="3116743"/>
              <a:ext cx="157012" cy="225005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2129" name="直接连接符 48">
              <a:extLst>
                <a:ext uri="{FF2B5EF4-FFF2-40B4-BE49-F238E27FC236}">
                  <a16:creationId xmlns:a16="http://schemas.microsoft.com/office/drawing/2014/main" id="{5A64ED3A-68ED-9456-426D-700BA77B7A1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599464" y="3231162"/>
              <a:ext cx="126825" cy="110586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3" name="矩形 42">
            <a:extLst>
              <a:ext uri="{FF2B5EF4-FFF2-40B4-BE49-F238E27FC236}">
                <a16:creationId xmlns:a16="http://schemas.microsoft.com/office/drawing/2014/main" id="{44CA732E-DD39-CB5F-B417-3216B89A662E}"/>
              </a:ext>
            </a:extLst>
          </p:cNvPr>
          <p:cNvSpPr/>
          <p:nvPr/>
        </p:nvSpPr>
        <p:spPr>
          <a:xfrm>
            <a:off x="3198813" y="2554288"/>
            <a:ext cx="4892675" cy="1384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>
            <a:spAutoFit/>
          </a:bodyPr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eaLnBrk="1" hangingPunct="1"/>
            <a:r>
              <a:rPr lang="zh-CN" altLang="en-US" sz="2800" b="1" i="0">
                <a:latin typeface="华文仿宋" panose="02010600040101010101" pitchFamily="2" charset="-122"/>
                <a:ea typeface="华文仿宋" panose="02010600040101010101" pitchFamily="2" charset="-122"/>
              </a:rPr>
              <a:t>一种局部贪婪搜索，优点在于能很快朝着解的方向进展。缺点在于：</a:t>
            </a:r>
            <a:r>
              <a:rPr lang="zh-CN" altLang="en-US" sz="2800" b="1" i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极易陷入局部最优值</a:t>
            </a:r>
          </a:p>
        </p:txBody>
      </p:sp>
      <p:sp>
        <p:nvSpPr>
          <p:cNvPr id="54" name="橢圓 69">
            <a:extLst>
              <a:ext uri="{FF2B5EF4-FFF2-40B4-BE49-F238E27FC236}">
                <a16:creationId xmlns:a16="http://schemas.microsoft.com/office/drawing/2014/main" id="{BA7F9EB6-27CF-0BCA-C384-F9C564273544}"/>
              </a:ext>
            </a:extLst>
          </p:cNvPr>
          <p:cNvSpPr/>
          <p:nvPr/>
        </p:nvSpPr>
        <p:spPr>
          <a:xfrm>
            <a:off x="7410450" y="5935663"/>
            <a:ext cx="192088" cy="19208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algn="ctr"/>
            <a:endParaRPr lang="zh-TW" altLang="en-US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7" grpId="0" animBg="1"/>
      <p:bldP spid="20" grpId="0" animBg="1"/>
      <p:bldP spid="22" grpId="0"/>
      <p:bldP spid="27" grpId="0" animBg="1"/>
      <p:bldP spid="28" grpId="0"/>
      <p:bldP spid="29" grpId="0" animBg="1"/>
      <p:bldP spid="30" grpId="0" animBg="1"/>
      <p:bldP spid="31" grpId="0" animBg="1"/>
      <p:bldP spid="43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灯片编号占位符 3">
            <a:extLst>
              <a:ext uri="{FF2B5EF4-FFF2-40B4-BE49-F238E27FC236}">
                <a16:creationId xmlns:a16="http://schemas.microsoft.com/office/drawing/2014/main" id="{8D8F0EBA-E713-D1D8-453A-CFFA1AD2AC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6B8DA8-4C1B-3744-81DF-F0EACC886AB6}" type="slidenum">
              <a:rPr lang="zh-CN" altLang="en-US" sz="1400">
                <a:solidFill>
                  <a:srgbClr val="0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83</a:t>
            </a:fld>
            <a:endParaRPr lang="en-US" altLang="zh-CN" sz="1400">
              <a:solidFill>
                <a:srgbClr val="00000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89474" name="Rectangle 2">
            <a:extLst>
              <a:ext uri="{FF2B5EF4-FFF2-40B4-BE49-F238E27FC236}">
                <a16:creationId xmlns:a16="http://schemas.microsoft.com/office/drawing/2014/main" id="{387D7FC2-7E01-C261-8543-B93D167EDC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620713"/>
            <a:ext cx="7772400" cy="731837"/>
          </a:xfrm>
        </p:spPr>
        <p:txBody>
          <a:bodyPr/>
          <a:lstStyle/>
          <a:p>
            <a:pPr algn="ctr" eaLnBrk="1" hangingPunct="1"/>
            <a:r>
              <a:rPr kumimoji="0"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2.4.3 </a:t>
            </a:r>
            <a:r>
              <a:rPr kumimoji="0"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模拟退火搜索</a:t>
            </a:r>
            <a:endParaRPr kumimoji="0" lang="en-US" altLang="zh-CN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89475" name="Rectangle 3">
            <a:extLst>
              <a:ext uri="{FF2B5EF4-FFF2-40B4-BE49-F238E27FC236}">
                <a16:creationId xmlns:a16="http://schemas.microsoft.com/office/drawing/2014/main" id="{73E40046-2000-15AC-0CF3-E11FA9BCF4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374775"/>
            <a:ext cx="7772400" cy="5040313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sz="2800">
                <a:latin typeface="微软雅黑" panose="020B0503020204020204" pitchFamily="34" charset="-122"/>
                <a:ea typeface="宋体" panose="02010600030101010101" pitchFamily="2" charset="-122"/>
              </a:rPr>
              <a:t>将</a:t>
            </a:r>
            <a:r>
              <a:rPr lang="zh-CN" altLang="en-US" sz="2800">
                <a:solidFill>
                  <a:srgbClr val="C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爬山法</a:t>
            </a:r>
            <a:r>
              <a:rPr lang="zh-CN" altLang="en-US" sz="2800">
                <a:latin typeface="微软雅黑" panose="020B0503020204020204" pitchFamily="34" charset="-122"/>
                <a:ea typeface="宋体" panose="02010600030101010101" pitchFamily="2" charset="-122"/>
              </a:rPr>
              <a:t>和</a:t>
            </a:r>
            <a:r>
              <a:rPr lang="zh-CN" altLang="en-US" sz="2800">
                <a:solidFill>
                  <a:srgbClr val="C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随机行走</a:t>
            </a:r>
            <a:r>
              <a:rPr lang="zh-CN" altLang="en-US" sz="2800">
                <a:latin typeface="微软雅黑" panose="020B0503020204020204" pitchFamily="34" charset="-122"/>
                <a:ea typeface="宋体" panose="02010600030101010101" pitchFamily="2" charset="-122"/>
              </a:rPr>
              <a:t>以某种方式结合，以同时获得完备性和效率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sz="2800">
                <a:latin typeface="微软雅黑" panose="020B0503020204020204" pitchFamily="34" charset="-122"/>
                <a:ea typeface="宋体" panose="02010600030101010101" pitchFamily="2" charset="-122"/>
              </a:rPr>
              <a:t>模拟退火的思想：</a:t>
            </a:r>
            <a:endParaRPr lang="en-US" altLang="zh-CN" sz="280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134149" name="Text Box 4">
            <a:extLst>
              <a:ext uri="{FF2B5EF4-FFF2-40B4-BE49-F238E27FC236}">
                <a16:creationId xmlns:a16="http://schemas.microsoft.com/office/drawing/2014/main" id="{B642E084-BCCE-7064-536E-EAA35C94E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solidFill>
                  <a:srgbClr val="000000"/>
                </a:solidFill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solidFill>
                  <a:srgbClr val="000000"/>
                </a:solidFill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solidFill>
                  <a:srgbClr val="000000"/>
                </a:solidFill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solidFill>
                <a:srgbClr val="000000"/>
              </a:solidFill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6" name="直線單箭頭接點 27">
            <a:extLst>
              <a:ext uri="{FF2B5EF4-FFF2-40B4-BE49-F238E27FC236}">
                <a16:creationId xmlns:a16="http://schemas.microsoft.com/office/drawing/2014/main" id="{F0AC137D-117E-0C4A-CE07-B2D988B91F37}"/>
              </a:ext>
            </a:extLst>
          </p:cNvPr>
          <p:cNvCxnSpPr/>
          <p:nvPr/>
        </p:nvCxnSpPr>
        <p:spPr>
          <a:xfrm>
            <a:off x="511175" y="6008688"/>
            <a:ext cx="82804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29">
            <a:extLst>
              <a:ext uri="{FF2B5EF4-FFF2-40B4-BE49-F238E27FC236}">
                <a16:creationId xmlns:a16="http://schemas.microsoft.com/office/drawing/2014/main" id="{223194A5-A120-F40D-D1F0-A31D82650C77}"/>
              </a:ext>
            </a:extLst>
          </p:cNvPr>
          <p:cNvCxnSpPr/>
          <p:nvPr/>
        </p:nvCxnSpPr>
        <p:spPr>
          <a:xfrm flipH="1" flipV="1">
            <a:off x="1111250" y="2781300"/>
            <a:ext cx="4763" cy="354965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橢圓 69">
            <a:extLst>
              <a:ext uri="{FF2B5EF4-FFF2-40B4-BE49-F238E27FC236}">
                <a16:creationId xmlns:a16="http://schemas.microsoft.com/office/drawing/2014/main" id="{038EA98E-B94A-A4D4-3068-7AB7FD5C5B6E}"/>
              </a:ext>
            </a:extLst>
          </p:cNvPr>
          <p:cNvSpPr/>
          <p:nvPr/>
        </p:nvSpPr>
        <p:spPr>
          <a:xfrm>
            <a:off x="1660525" y="5848350"/>
            <a:ext cx="192088" cy="19208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algn="ctr"/>
            <a:endParaRPr lang="zh-TW" altLang="en-US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橢圓 69">
            <a:extLst>
              <a:ext uri="{FF2B5EF4-FFF2-40B4-BE49-F238E27FC236}">
                <a16:creationId xmlns:a16="http://schemas.microsoft.com/office/drawing/2014/main" id="{E72AC8D4-2B28-E98B-1655-02E7FB07B845}"/>
              </a:ext>
            </a:extLst>
          </p:cNvPr>
          <p:cNvSpPr/>
          <p:nvPr/>
        </p:nvSpPr>
        <p:spPr>
          <a:xfrm>
            <a:off x="5019675" y="5926138"/>
            <a:ext cx="192088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algn="ctr"/>
            <a:endParaRPr lang="zh-TW" altLang="en-US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任意多边形 11">
            <a:extLst>
              <a:ext uri="{FF2B5EF4-FFF2-40B4-BE49-F238E27FC236}">
                <a16:creationId xmlns:a16="http://schemas.microsoft.com/office/drawing/2014/main" id="{C588217E-062E-F72C-21D2-FD32728B809E}"/>
              </a:ext>
            </a:extLst>
          </p:cNvPr>
          <p:cNvSpPr/>
          <p:nvPr/>
        </p:nvSpPr>
        <p:spPr>
          <a:xfrm>
            <a:off x="1365250" y="2781300"/>
            <a:ext cx="7321550" cy="3079750"/>
          </a:xfrm>
          <a:custGeom>
            <a:avLst/>
            <a:gdLst>
              <a:gd name="connsiteX0" fmla="*/ 0 w 7766333"/>
              <a:gd name="connsiteY0" fmla="*/ 300589 h 2929560"/>
              <a:gd name="connsiteX1" fmla="*/ 393700 w 7766333"/>
              <a:gd name="connsiteY1" fmla="*/ 1075289 h 2929560"/>
              <a:gd name="connsiteX2" fmla="*/ 393700 w 7766333"/>
              <a:gd name="connsiteY2" fmla="*/ 1075289 h 2929560"/>
              <a:gd name="connsiteX3" fmla="*/ 1371600 w 7766333"/>
              <a:gd name="connsiteY3" fmla="*/ 2040489 h 2929560"/>
              <a:gd name="connsiteX4" fmla="*/ 2933700 w 7766333"/>
              <a:gd name="connsiteY4" fmla="*/ 2142089 h 2929560"/>
              <a:gd name="connsiteX5" fmla="*/ 3987800 w 7766333"/>
              <a:gd name="connsiteY5" fmla="*/ 2510389 h 2929560"/>
              <a:gd name="connsiteX6" fmla="*/ 4737100 w 7766333"/>
              <a:gd name="connsiteY6" fmla="*/ 1938889 h 2929560"/>
              <a:gd name="connsiteX7" fmla="*/ 5435600 w 7766333"/>
              <a:gd name="connsiteY7" fmla="*/ 2027789 h 2929560"/>
              <a:gd name="connsiteX8" fmla="*/ 6426200 w 7766333"/>
              <a:gd name="connsiteY8" fmla="*/ 2929489 h 2929560"/>
              <a:gd name="connsiteX9" fmla="*/ 7175500 w 7766333"/>
              <a:gd name="connsiteY9" fmla="*/ 2065889 h 2929560"/>
              <a:gd name="connsiteX10" fmla="*/ 7696200 w 7766333"/>
              <a:gd name="connsiteY10" fmla="*/ 224389 h 2929560"/>
              <a:gd name="connsiteX11" fmla="*/ 7747000 w 7766333"/>
              <a:gd name="connsiteY11" fmla="*/ 97389 h 2929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766333" h="2929560">
                <a:moveTo>
                  <a:pt x="0" y="300589"/>
                </a:moveTo>
                <a:lnTo>
                  <a:pt x="393700" y="1075289"/>
                </a:lnTo>
                <a:lnTo>
                  <a:pt x="393700" y="1075289"/>
                </a:lnTo>
                <a:cubicBezTo>
                  <a:pt x="556683" y="1236156"/>
                  <a:pt x="948267" y="1862689"/>
                  <a:pt x="1371600" y="2040489"/>
                </a:cubicBezTo>
                <a:cubicBezTo>
                  <a:pt x="1794933" y="2218289"/>
                  <a:pt x="2497667" y="2063772"/>
                  <a:pt x="2933700" y="2142089"/>
                </a:cubicBezTo>
                <a:cubicBezTo>
                  <a:pt x="3369733" y="2220406"/>
                  <a:pt x="3687233" y="2544256"/>
                  <a:pt x="3987800" y="2510389"/>
                </a:cubicBezTo>
                <a:cubicBezTo>
                  <a:pt x="4288367" y="2476522"/>
                  <a:pt x="4495800" y="2019322"/>
                  <a:pt x="4737100" y="1938889"/>
                </a:cubicBezTo>
                <a:cubicBezTo>
                  <a:pt x="4978400" y="1858456"/>
                  <a:pt x="5154083" y="1862689"/>
                  <a:pt x="5435600" y="2027789"/>
                </a:cubicBezTo>
                <a:cubicBezTo>
                  <a:pt x="5717117" y="2192889"/>
                  <a:pt x="6136217" y="2923139"/>
                  <a:pt x="6426200" y="2929489"/>
                </a:cubicBezTo>
                <a:cubicBezTo>
                  <a:pt x="6716183" y="2935839"/>
                  <a:pt x="6963833" y="2516739"/>
                  <a:pt x="7175500" y="2065889"/>
                </a:cubicBezTo>
                <a:cubicBezTo>
                  <a:pt x="7387167" y="1615039"/>
                  <a:pt x="7600950" y="552472"/>
                  <a:pt x="7696200" y="224389"/>
                </a:cubicBezTo>
                <a:cubicBezTo>
                  <a:pt x="7791450" y="-103694"/>
                  <a:pt x="7769225" y="-3153"/>
                  <a:pt x="7747000" y="97389"/>
                </a:cubicBezTo>
              </a:path>
            </a:pathLst>
          </a:cu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" name="橢圓 69">
            <a:extLst>
              <a:ext uri="{FF2B5EF4-FFF2-40B4-BE49-F238E27FC236}">
                <a16:creationId xmlns:a16="http://schemas.microsoft.com/office/drawing/2014/main" id="{CC4D84CD-A956-1CC5-3527-2B37C2C4F835}"/>
              </a:ext>
            </a:extLst>
          </p:cNvPr>
          <p:cNvSpPr/>
          <p:nvPr/>
        </p:nvSpPr>
        <p:spPr>
          <a:xfrm>
            <a:off x="1655763" y="3776663"/>
            <a:ext cx="192087" cy="1920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algn="ctr"/>
            <a:endParaRPr lang="zh-TW" altLang="en-US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橢圓 69">
            <a:extLst>
              <a:ext uri="{FF2B5EF4-FFF2-40B4-BE49-F238E27FC236}">
                <a16:creationId xmlns:a16="http://schemas.microsoft.com/office/drawing/2014/main" id="{50699974-C6D6-FD2B-0C51-30B7EBC1FD24}"/>
              </a:ext>
            </a:extLst>
          </p:cNvPr>
          <p:cNvSpPr/>
          <p:nvPr/>
        </p:nvSpPr>
        <p:spPr>
          <a:xfrm>
            <a:off x="7404100" y="5732463"/>
            <a:ext cx="192088" cy="1920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algn="ctr"/>
            <a:endParaRPr lang="zh-TW" altLang="en-US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橢圓 69">
            <a:extLst>
              <a:ext uri="{FF2B5EF4-FFF2-40B4-BE49-F238E27FC236}">
                <a16:creationId xmlns:a16="http://schemas.microsoft.com/office/drawing/2014/main" id="{E88277EF-1905-8DD6-5472-76B3FE491CD2}"/>
              </a:ext>
            </a:extLst>
          </p:cNvPr>
          <p:cNvSpPr/>
          <p:nvPr/>
        </p:nvSpPr>
        <p:spPr>
          <a:xfrm>
            <a:off x="5026025" y="5291138"/>
            <a:ext cx="192088" cy="1920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algn="ctr"/>
            <a:endParaRPr lang="zh-TW" altLang="en-US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4158" name="文本框 16">
            <a:extLst>
              <a:ext uri="{FF2B5EF4-FFF2-40B4-BE49-F238E27FC236}">
                <a16:creationId xmlns:a16="http://schemas.microsoft.com/office/drawing/2014/main" id="{3ADD0E82-63A8-147C-06C4-772A60238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5963" y="6076950"/>
            <a:ext cx="22971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zh-CN" altLang="en-US" sz="2000" b="1" i="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局部最优解</a:t>
            </a:r>
          </a:p>
        </p:txBody>
      </p:sp>
      <p:sp>
        <p:nvSpPr>
          <p:cNvPr id="134159" name="文本框 18">
            <a:extLst>
              <a:ext uri="{FF2B5EF4-FFF2-40B4-BE49-F238E27FC236}">
                <a16:creationId xmlns:a16="http://schemas.microsoft.com/office/drawing/2014/main" id="{AD54814B-B951-C362-1A85-27B341063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613" y="6026150"/>
            <a:ext cx="812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zh-CN" altLang="en-US" sz="2000" b="1" i="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当前状态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F097D45-A03E-38B8-56C8-DEE31D796349}"/>
              </a:ext>
            </a:extLst>
          </p:cNvPr>
          <p:cNvSpPr txBox="1"/>
          <p:nvPr/>
        </p:nvSpPr>
        <p:spPr>
          <a:xfrm>
            <a:off x="593725" y="3019425"/>
            <a:ext cx="517525" cy="13239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r>
              <a:rPr lang="zh-CN" altLang="en-US" sz="2000" b="1" i="0">
                <a:solidFill>
                  <a:srgbClr val="262699"/>
                </a:solidFill>
                <a:latin typeface="微软雅黑" panose="020B0503020204020204" pitchFamily="34" charset="-122"/>
              </a:rPr>
              <a:t>评价函数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EBB11AB-BCB5-288A-4EFB-48C7A5F239C4}"/>
              </a:ext>
            </a:extLst>
          </p:cNvPr>
          <p:cNvSpPr/>
          <p:nvPr/>
        </p:nvSpPr>
        <p:spPr>
          <a:xfrm>
            <a:off x="1751013" y="2881313"/>
            <a:ext cx="1760537" cy="8318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>
            <a:spAutoFit/>
          </a:bodyPr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eaLnBrk="1" hangingPunct="1"/>
            <a:r>
              <a:rPr lang="zh-CN" altLang="en-US" b="1" i="0">
                <a:latin typeface="华文仿宋" panose="02010600040101010101" pitchFamily="2" charset="-122"/>
                <a:ea typeface="华文仿宋" panose="02010600040101010101" pitchFamily="2" charset="-122"/>
              </a:rPr>
              <a:t>想象一个小球在滚动</a:t>
            </a:r>
            <a:endParaRPr lang="zh-CN" altLang="en-US" b="1" i="0">
              <a:solidFill>
                <a:srgbClr val="FF000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36" name="橢圓 69">
            <a:extLst>
              <a:ext uri="{FF2B5EF4-FFF2-40B4-BE49-F238E27FC236}">
                <a16:creationId xmlns:a16="http://schemas.microsoft.com/office/drawing/2014/main" id="{E3C3CB97-8B3A-004D-8C95-7375633038E8}"/>
              </a:ext>
            </a:extLst>
          </p:cNvPr>
          <p:cNvSpPr/>
          <p:nvPr/>
        </p:nvSpPr>
        <p:spPr>
          <a:xfrm>
            <a:off x="7410450" y="5935663"/>
            <a:ext cx="192088" cy="19208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algn="ctr"/>
            <a:endParaRPr lang="zh-TW" altLang="en-US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4163" name="文本框 36">
            <a:extLst>
              <a:ext uri="{FF2B5EF4-FFF2-40B4-BE49-F238E27FC236}">
                <a16:creationId xmlns:a16="http://schemas.microsoft.com/office/drawing/2014/main" id="{3BE915E2-C670-91F7-EBE7-23364C1C2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4163" y="6089650"/>
            <a:ext cx="2295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zh-CN" altLang="en-US" sz="2000" b="1" i="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全局最优解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DC2E557-F47F-6CA5-D397-7DE4F66F3744}"/>
              </a:ext>
            </a:extLst>
          </p:cNvPr>
          <p:cNvSpPr/>
          <p:nvPr/>
        </p:nvSpPr>
        <p:spPr>
          <a:xfrm>
            <a:off x="3602038" y="3871913"/>
            <a:ext cx="2455862" cy="12001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>
            <a:spAutoFit/>
          </a:bodyPr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eaLnBrk="1" hangingPunct="1"/>
            <a:r>
              <a:rPr lang="zh-CN" altLang="en-US" b="1" i="0">
                <a:latin typeface="华文仿宋" panose="02010600040101010101" pitchFamily="2" charset="-122"/>
                <a:ea typeface="华文仿宋" panose="02010600040101010101" pitchFamily="2" charset="-122"/>
              </a:rPr>
              <a:t>晃动平面，强度足以使小球弹出局部极小点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021EC31-55FF-EF98-AF4B-334B9877943F}"/>
              </a:ext>
            </a:extLst>
          </p:cNvPr>
          <p:cNvSpPr/>
          <p:nvPr/>
        </p:nvSpPr>
        <p:spPr>
          <a:xfrm>
            <a:off x="6494463" y="3700463"/>
            <a:ext cx="2455862" cy="12001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>
            <a:spAutoFit/>
          </a:bodyPr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eaLnBrk="1" hangingPunct="1"/>
            <a:r>
              <a:rPr lang="zh-CN" altLang="en-US" b="1" i="0">
                <a:latin typeface="华文仿宋" panose="02010600040101010101" pitchFamily="2" charset="-122"/>
                <a:ea typeface="华文仿宋" panose="02010600040101010101" pitchFamily="2" charset="-122"/>
              </a:rPr>
              <a:t>但又不能太大把它从全局极小点中赶出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B8D16A2-58D6-C4FE-E612-B98F6A8B1773}"/>
              </a:ext>
            </a:extLst>
          </p:cNvPr>
          <p:cNvSpPr/>
          <p:nvPr/>
        </p:nvSpPr>
        <p:spPr>
          <a:xfrm>
            <a:off x="3981450" y="2397125"/>
            <a:ext cx="4262438" cy="8302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>
            <a:spAutoFit/>
          </a:bodyPr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eaLnBrk="1" hangingPunct="1"/>
            <a:r>
              <a:rPr lang="zh-CN" altLang="en-US" b="1" i="0">
                <a:solidFill>
                  <a:srgbClr val="C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晃动强度：接受劣状态的概率</a:t>
            </a:r>
            <a:endParaRPr lang="en-US" altLang="zh-CN" b="1" i="0">
              <a:solidFill>
                <a:srgbClr val="C0000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eaLnBrk="1" hangingPunct="1"/>
            <a:r>
              <a:rPr lang="zh-CN" altLang="en-US" b="1" i="0">
                <a:latin typeface="华文仿宋" panose="02010600040101010101" pitchFamily="2" charset="-122"/>
                <a:ea typeface="华文仿宋" panose="02010600040101010101" pitchFamily="2" charset="-122"/>
              </a:rPr>
              <a:t>核心：如何确定晃动强度？</a:t>
            </a:r>
          </a:p>
        </p:txBody>
      </p:sp>
      <p:sp>
        <p:nvSpPr>
          <p:cNvPr id="43" name="下弧形箭头 42">
            <a:extLst>
              <a:ext uri="{FF2B5EF4-FFF2-40B4-BE49-F238E27FC236}">
                <a16:creationId xmlns:a16="http://schemas.microsoft.com/office/drawing/2014/main" id="{111EC9EF-30C4-7E28-55FB-B157BC65F008}"/>
              </a:ext>
            </a:extLst>
          </p:cNvPr>
          <p:cNvSpPr/>
          <p:nvPr/>
        </p:nvSpPr>
        <p:spPr>
          <a:xfrm>
            <a:off x="4465638" y="5310188"/>
            <a:ext cx="1239837" cy="492125"/>
          </a:xfrm>
          <a:prstGeom prst="curvedUpArrow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algn="ctr"/>
            <a:endParaRPr lang="zh-CN" altLang="en-US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9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9" grpId="0" animBg="1"/>
      <p:bldP spid="41" grpId="0" animBg="1"/>
      <p:bldP spid="42" grpId="0" animBg="1"/>
      <p:bldP spid="43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灯片编号占位符 3">
            <a:extLst>
              <a:ext uri="{FF2B5EF4-FFF2-40B4-BE49-F238E27FC236}">
                <a16:creationId xmlns:a16="http://schemas.microsoft.com/office/drawing/2014/main" id="{243D8C41-1671-23D9-A702-DAA08F535D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2C18A34-4E34-604F-BD8E-63E97CE8C7A0}" type="slidenum"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84</a:t>
            </a:fld>
            <a:endParaRPr lang="en-US" altLang="zh-CN" sz="1400">
              <a:solidFill>
                <a:srgbClr val="000000"/>
              </a:solidFill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490498" name="Rectangle 2">
            <a:extLst>
              <a:ext uri="{FF2B5EF4-FFF2-40B4-BE49-F238E27FC236}">
                <a16:creationId xmlns:a16="http://schemas.microsoft.com/office/drawing/2014/main" id="{9FB9B68A-A975-515F-FE01-09BC158931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731838"/>
          </a:xfrm>
        </p:spPr>
        <p:txBody>
          <a:bodyPr/>
          <a:lstStyle/>
          <a:p>
            <a:pPr algn="ctr" eaLnBrk="1" hangingPunct="1"/>
            <a:r>
              <a:rPr kumimoji="0"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</a:rPr>
              <a:t>模拟退火的解决思路</a:t>
            </a:r>
            <a:r>
              <a:rPr kumimoji="0"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</a:rPr>
              <a:t>(1)</a:t>
            </a:r>
          </a:p>
        </p:txBody>
      </p:sp>
      <p:sp>
        <p:nvSpPr>
          <p:cNvPr id="490499" name="Rectangle 3">
            <a:extLst>
              <a:ext uri="{FF2B5EF4-FFF2-40B4-BE49-F238E27FC236}">
                <a16:creationId xmlns:a16="http://schemas.microsoft.com/office/drawing/2014/main" id="{68C78C56-F0C5-37EA-64E4-9F5B02387E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420813"/>
            <a:ext cx="8002587" cy="4824412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思路：开始使劲晃动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先高温加热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然后慢慢降低摇晃的强度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逐渐降温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[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退火过程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算法的核心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移动选择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选择随机移动，如果子状态更好，则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100%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接受这个子状态，否则以某个小于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概率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接受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接受概率是温度的函数：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e</a:t>
            </a:r>
            <a:r>
              <a:rPr lang="el-GR" altLang="zh-CN" sz="2400" i="1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ΔE</a:t>
            </a:r>
            <a:r>
              <a:rPr lang="en-US" altLang="zh-CN" sz="2400" i="1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/T  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l-GR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ΔE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&lt;0)</a:t>
            </a:r>
            <a:endParaRPr lang="el-GR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36197" name="Text Box 4">
            <a:extLst>
              <a:ext uri="{FF2B5EF4-FFF2-40B4-BE49-F238E27FC236}">
                <a16:creationId xmlns:a16="http://schemas.microsoft.com/office/drawing/2014/main" id="{A7A33BB2-AA95-3143-37B8-2FAE79DBC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 dirty="0">
                <a:solidFill>
                  <a:srgbClr val="000000"/>
                </a:solidFill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 dirty="0">
                <a:solidFill>
                  <a:srgbClr val="000000"/>
                </a:solidFill>
                <a:latin typeface="华文行楷" panose="0201080004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400" i="0" dirty="0">
                <a:solidFill>
                  <a:srgbClr val="000000"/>
                </a:solidFill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 dirty="0">
              <a:solidFill>
                <a:srgbClr val="000000"/>
              </a:solidFill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10DCC96-13D6-9952-875A-321736466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4306888"/>
            <a:ext cx="4572000" cy="240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lvl="1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2400" i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el-GR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ΔE</a:t>
            </a:r>
            <a:r>
              <a:rPr lang="zh-CN" altLang="en-US" sz="2400" i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：评价值变坏的梯度，与</a:t>
            </a:r>
            <a:r>
              <a:rPr lang="en-US" altLang="zh-CN" sz="2400" i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i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成反比，该值大，意味着新评价值远低于旧评价值</a:t>
            </a:r>
            <a:endParaRPr lang="en-US" altLang="zh-CN" sz="2400" i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2400" i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(2)</a:t>
            </a:r>
            <a:r>
              <a:rPr lang="zh-CN" altLang="en-US" sz="2400" i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“温度</a:t>
            </a:r>
            <a:r>
              <a:rPr lang="en-US" altLang="zh-CN" sz="2400" i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 </a:t>
            </a:r>
            <a:r>
              <a:rPr lang="en-US" altLang="zh-CN" sz="2400" i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i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2400" i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i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成正比</a:t>
            </a:r>
            <a:endParaRPr lang="en-US" altLang="zh-CN" sz="2400" i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endParaRPr lang="zh-CN" altLang="en-US" sz="2400" i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217B4D-FDB5-A425-A820-D84C4B37A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8725" y="4191000"/>
            <a:ext cx="3497263" cy="253047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latinLnBrk="0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0" lang="zh-CN" altLang="en-US" sz="2400" i="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按照模拟退火的思想，</a:t>
            </a:r>
            <a:r>
              <a:rPr kumimoji="0"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T</a:t>
            </a:r>
            <a:r>
              <a:rPr kumimoji="0"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在</a:t>
            </a:r>
            <a:r>
              <a:rPr kumimoji="0" lang="zh-CN" altLang="en-US" sz="2400" i="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算法迭代过程中逐渐减小</a:t>
            </a:r>
            <a:r>
              <a:rPr kumimoji="0" lang="en-US" altLang="zh-CN" sz="2400" i="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(</a:t>
            </a:r>
            <a:r>
              <a:rPr kumimoji="0" lang="zh-CN" altLang="en-US" sz="2400" i="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降温</a:t>
            </a:r>
            <a:r>
              <a:rPr kumimoji="0" lang="en-US" altLang="zh-CN" sz="2400" i="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)</a:t>
            </a:r>
          </a:p>
          <a:p>
            <a:pPr eaLnBrk="1" latinLnBrk="0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0" lang="zh-CN" altLang="en-US" sz="2400" i="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可以证明，如果</a:t>
            </a:r>
            <a:r>
              <a:rPr kumimoji="0" lang="en-US" altLang="zh-CN" sz="2400" i="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T</a:t>
            </a:r>
            <a:r>
              <a:rPr kumimoji="0" lang="zh-CN" altLang="en-US" sz="2400" i="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下降得足够慢，则算法找到全局最优解的概率接近</a:t>
            </a:r>
            <a:r>
              <a:rPr kumimoji="0" lang="en-US" altLang="zh-CN" sz="2400" i="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0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0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0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90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90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灯片编号占位符 4">
            <a:extLst>
              <a:ext uri="{FF2B5EF4-FFF2-40B4-BE49-F238E27FC236}">
                <a16:creationId xmlns:a16="http://schemas.microsoft.com/office/drawing/2014/main" id="{BA7445A7-B961-3F60-54EF-AFD4BD7038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C8768A5-09E2-4E46-A58C-14CC9C6115CD}" type="slidenum"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85</a:t>
            </a:fld>
            <a:endParaRPr lang="en-US" altLang="zh-CN" sz="1400">
              <a:solidFill>
                <a:srgbClr val="000000"/>
              </a:solidFill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grpSp>
        <p:nvGrpSpPr>
          <p:cNvPr id="138243" name="组合 1">
            <a:extLst>
              <a:ext uri="{FF2B5EF4-FFF2-40B4-BE49-F238E27FC236}">
                <a16:creationId xmlns:a16="http://schemas.microsoft.com/office/drawing/2014/main" id="{274805B0-2A88-4121-5BAB-83CB4D308F87}"/>
              </a:ext>
            </a:extLst>
          </p:cNvPr>
          <p:cNvGrpSpPr>
            <a:grpSpLocks/>
          </p:cNvGrpSpPr>
          <p:nvPr/>
        </p:nvGrpSpPr>
        <p:grpSpPr bwMode="auto">
          <a:xfrm>
            <a:off x="0" y="1344613"/>
            <a:ext cx="8964613" cy="5173662"/>
            <a:chOff x="0" y="1568425"/>
            <a:chExt cx="8964488" cy="5173689"/>
          </a:xfrm>
        </p:grpSpPr>
        <p:sp>
          <p:nvSpPr>
            <p:cNvPr id="138247" name="Rectangle 6">
              <a:extLst>
                <a:ext uri="{FF2B5EF4-FFF2-40B4-BE49-F238E27FC236}">
                  <a16:creationId xmlns:a16="http://schemas.microsoft.com/office/drawing/2014/main" id="{43DA9EDC-5B35-3AAE-0925-E1C9A4360A17}"/>
                </a:ext>
              </a:extLst>
            </p:cNvPr>
            <p:cNvSpPr>
              <a:spLocks noRot="1" noChangeArrowheads="1"/>
            </p:cNvSpPr>
            <p:nvPr/>
          </p:nvSpPr>
          <p:spPr bwMode="auto">
            <a:xfrm>
              <a:off x="0" y="1568425"/>
              <a:ext cx="8842375" cy="4752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44500" indent="-444500"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1177925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585913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9939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401888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859088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3316288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773488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4230688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10000"/>
                </a:spcBef>
              </a:pPr>
              <a:r>
                <a:rPr lang="zh-CN" altLang="en-US" sz="28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基本步骤</a:t>
              </a:r>
            </a:p>
            <a:p>
              <a:pPr eaLnBrk="1" hangingPunct="1">
                <a:lnSpc>
                  <a:spcPct val="120000"/>
                </a:lnSpc>
                <a:spcBef>
                  <a:spcPct val="10000"/>
                </a:spcBef>
                <a:buFontTx/>
                <a:buNone/>
              </a:pPr>
              <a:r>
                <a:rPr lang="zh-CN" altLang="en-US" sz="2800" i="0" dirty="0">
                  <a:solidFill>
                    <a:srgbClr val="B2B2B2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    </a:t>
              </a:r>
              <a:r>
                <a:rPr lang="zh-CN" altLang="en-US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给定初温 </a:t>
              </a:r>
              <a:r>
                <a:rPr lang="en-US" altLang="zh-CN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t </a:t>
              </a:r>
              <a:r>
                <a:rPr lang="en-US" altLang="zh-CN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=</a:t>
              </a:r>
              <a:r>
                <a:rPr lang="en-US" altLang="zh-CN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t</a:t>
              </a:r>
              <a:r>
                <a:rPr lang="en-US" altLang="zh-CN" sz="2400" i="0" baseline="-2500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0</a:t>
              </a:r>
              <a:r>
                <a:rPr lang="zh-CN" altLang="en-US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，随机产生初始状态 </a:t>
              </a:r>
              <a:r>
                <a:rPr lang="en-US" altLang="zh-CN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s </a:t>
              </a:r>
              <a:r>
                <a:rPr lang="en-US" altLang="zh-CN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=</a:t>
              </a:r>
              <a:r>
                <a:rPr lang="en-US" altLang="zh-CN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s</a:t>
              </a:r>
              <a:r>
                <a:rPr lang="en-US" altLang="zh-CN" sz="2400" i="0" baseline="-2500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0</a:t>
              </a:r>
              <a:r>
                <a:rPr lang="zh-CN" altLang="en-US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，令</a:t>
              </a:r>
              <a:r>
                <a:rPr lang="en-US" altLang="zh-CN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k</a:t>
              </a:r>
              <a:r>
                <a:rPr lang="en-US" altLang="zh-CN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=0</a:t>
              </a:r>
              <a:r>
                <a:rPr lang="zh-CN" altLang="en-US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；</a:t>
              </a:r>
            </a:p>
            <a:p>
              <a:pPr eaLnBrk="1" hangingPunct="1">
                <a:lnSpc>
                  <a:spcPct val="120000"/>
                </a:lnSpc>
                <a:spcBef>
                  <a:spcPct val="10000"/>
                </a:spcBef>
                <a:buFontTx/>
                <a:buNone/>
              </a:pPr>
              <a:r>
                <a:rPr lang="zh-CN" altLang="en-US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     </a:t>
              </a:r>
              <a:r>
                <a:rPr lang="en-US" altLang="zh-CN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Repeat</a:t>
              </a:r>
            </a:p>
            <a:p>
              <a:pPr eaLnBrk="1" hangingPunct="1">
                <a:lnSpc>
                  <a:spcPct val="120000"/>
                </a:lnSpc>
                <a:spcBef>
                  <a:spcPct val="10000"/>
                </a:spcBef>
                <a:buFontTx/>
                <a:buNone/>
              </a:pPr>
              <a:r>
                <a:rPr lang="en-US" altLang="zh-CN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          Repeat</a:t>
              </a:r>
            </a:p>
            <a:p>
              <a:pPr eaLnBrk="1" hangingPunct="1">
                <a:lnSpc>
                  <a:spcPct val="120000"/>
                </a:lnSpc>
                <a:spcBef>
                  <a:spcPct val="10000"/>
                </a:spcBef>
                <a:buFontTx/>
                <a:buNone/>
              </a:pPr>
              <a:r>
                <a:rPr lang="en-US" altLang="zh-CN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               </a:t>
              </a:r>
              <a:r>
                <a:rPr lang="zh-CN" altLang="en-US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产生新状态 </a:t>
              </a:r>
              <a:r>
                <a:rPr lang="en-US" altLang="zh-CN" sz="24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s</a:t>
              </a:r>
              <a:r>
                <a:rPr lang="en-US" altLang="zh-CN" sz="2400" baseline="-250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j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 </a:t>
              </a:r>
              <a:r>
                <a:rPr lang="en-US" altLang="zh-CN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= Generate(</a:t>
              </a:r>
              <a:r>
                <a:rPr lang="en-US" altLang="zh-CN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s </a:t>
              </a:r>
              <a:r>
                <a:rPr lang="en-US" altLang="zh-CN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)</a:t>
              </a:r>
              <a:r>
                <a:rPr lang="zh-CN" altLang="en-US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；</a:t>
              </a:r>
            </a:p>
            <a:p>
              <a:pPr eaLnBrk="1" hangingPunct="1">
                <a:lnSpc>
                  <a:spcPct val="120000"/>
                </a:lnSpc>
                <a:spcBef>
                  <a:spcPct val="10000"/>
                </a:spcBef>
                <a:buFontTx/>
                <a:buNone/>
              </a:pPr>
              <a:r>
                <a:rPr lang="zh-CN" altLang="en-US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               </a:t>
              </a:r>
              <a:r>
                <a:rPr lang="en-US" altLang="zh-CN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if min{1,exp[-(</a:t>
              </a:r>
              <a:r>
                <a:rPr lang="en-US" altLang="zh-CN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C</a:t>
              </a:r>
              <a:r>
                <a:rPr lang="en-US" altLang="zh-CN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(</a:t>
              </a:r>
              <a:r>
                <a:rPr lang="en-US" altLang="zh-CN" sz="24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s</a:t>
              </a:r>
              <a:r>
                <a:rPr lang="en-US" altLang="zh-CN" sz="2400" baseline="-250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j</a:t>
              </a:r>
              <a:r>
                <a:rPr lang="en-US" altLang="zh-CN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)-</a:t>
              </a:r>
              <a:r>
                <a:rPr lang="en-US" altLang="zh-CN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C</a:t>
              </a:r>
              <a:r>
                <a:rPr lang="en-US" altLang="zh-CN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(</a:t>
              </a:r>
              <a:r>
                <a:rPr lang="en-US" altLang="zh-CN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s</a:t>
              </a:r>
              <a:r>
                <a:rPr lang="en-US" altLang="zh-CN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))/</a:t>
              </a:r>
              <a:r>
                <a:rPr lang="en-US" altLang="zh-CN" sz="24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t</a:t>
              </a:r>
              <a:r>
                <a:rPr lang="en-US" altLang="zh-CN" sz="2400" baseline="-250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k</a:t>
              </a:r>
              <a:r>
                <a:rPr lang="en-US" altLang="zh-CN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]}&gt;=</a:t>
              </a:r>
              <a:r>
                <a:rPr lang="en-US" altLang="zh-CN" sz="2400" i="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randrom</a:t>
              </a:r>
              <a:r>
                <a:rPr lang="en-US" altLang="zh-CN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[0,1]    </a:t>
              </a:r>
              <a:r>
                <a:rPr lang="en-US" altLang="zh-CN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s</a:t>
              </a:r>
              <a:r>
                <a:rPr lang="en-US" altLang="zh-CN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=</a:t>
              </a:r>
              <a:r>
                <a:rPr lang="en-US" altLang="zh-CN" sz="24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s</a:t>
              </a:r>
              <a:r>
                <a:rPr lang="en-US" altLang="zh-CN" sz="2400" baseline="-250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j</a:t>
              </a:r>
              <a:endParaRPr lang="en-US" altLang="zh-CN" sz="2400" i="0" dirty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120000"/>
                </a:lnSpc>
                <a:spcBef>
                  <a:spcPct val="10000"/>
                </a:spcBef>
                <a:buFontTx/>
                <a:buNone/>
              </a:pPr>
              <a:r>
                <a:rPr lang="en-US" altLang="zh-CN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          Until </a:t>
              </a:r>
              <a:r>
                <a:rPr lang="zh-CN" altLang="en-US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抽样稳定准则满足；</a:t>
              </a:r>
            </a:p>
            <a:p>
              <a:pPr eaLnBrk="1" hangingPunct="1">
                <a:lnSpc>
                  <a:spcPct val="120000"/>
                </a:lnSpc>
                <a:spcBef>
                  <a:spcPct val="10000"/>
                </a:spcBef>
                <a:buFontTx/>
                <a:buNone/>
              </a:pPr>
              <a:r>
                <a:rPr lang="zh-CN" altLang="en-US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          退温 </a:t>
              </a:r>
              <a:r>
                <a:rPr lang="en-US" altLang="zh-CN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t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k</a:t>
              </a:r>
              <a:r>
                <a:rPr lang="en-US" altLang="zh-CN" sz="2400" i="0" baseline="-2500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+1</a:t>
              </a:r>
              <a:r>
                <a:rPr lang="en-US" altLang="zh-CN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=update(</a:t>
              </a:r>
              <a:r>
                <a:rPr lang="en-US" altLang="zh-CN" sz="24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t</a:t>
              </a:r>
              <a:r>
                <a:rPr lang="en-US" altLang="zh-CN" sz="2400" baseline="-250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k</a:t>
              </a:r>
              <a:r>
                <a:rPr lang="en-US" altLang="zh-CN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) </a:t>
              </a:r>
              <a:r>
                <a:rPr lang="zh-CN" altLang="en-US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并令 </a:t>
              </a:r>
              <a:r>
                <a:rPr lang="en-US" altLang="zh-CN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k</a:t>
              </a:r>
              <a:r>
                <a:rPr lang="en-US" altLang="zh-CN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=</a:t>
              </a:r>
              <a:r>
                <a:rPr lang="en-US" altLang="zh-CN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k</a:t>
              </a:r>
              <a:r>
                <a:rPr lang="en-US" altLang="zh-CN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+1</a:t>
              </a:r>
              <a:r>
                <a:rPr lang="zh-CN" altLang="en-US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；</a:t>
              </a:r>
            </a:p>
            <a:p>
              <a:pPr eaLnBrk="1" hangingPunct="1">
                <a:lnSpc>
                  <a:spcPct val="120000"/>
                </a:lnSpc>
                <a:spcBef>
                  <a:spcPct val="10000"/>
                </a:spcBef>
                <a:buFontTx/>
                <a:buNone/>
              </a:pPr>
              <a:r>
                <a:rPr lang="zh-CN" altLang="en-US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     </a:t>
              </a:r>
              <a:r>
                <a:rPr lang="en-US" altLang="zh-CN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Until </a:t>
              </a:r>
              <a:r>
                <a:rPr lang="zh-CN" altLang="en-US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算法终止准则满足； </a:t>
              </a:r>
            </a:p>
            <a:p>
              <a:pPr eaLnBrk="1" hangingPunct="1">
                <a:lnSpc>
                  <a:spcPct val="120000"/>
                </a:lnSpc>
                <a:spcBef>
                  <a:spcPct val="10000"/>
                </a:spcBef>
                <a:buFontTx/>
                <a:buNone/>
              </a:pPr>
              <a:r>
                <a:rPr lang="zh-CN" altLang="en-US" sz="24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     输出算法搜索结果。</a:t>
              </a:r>
            </a:p>
          </p:txBody>
        </p:sp>
        <p:sp>
          <p:nvSpPr>
            <p:cNvPr id="138248" name="Rectangle 2">
              <a:extLst>
                <a:ext uri="{FF2B5EF4-FFF2-40B4-BE49-F238E27FC236}">
                  <a16:creationId xmlns:a16="http://schemas.microsoft.com/office/drawing/2014/main" id="{F1CC185F-B9DD-E480-D531-2FC9EED344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28" y="2140168"/>
              <a:ext cx="8640960" cy="4601946"/>
            </a:xfrm>
            <a:prstGeom prst="rect">
              <a:avLst/>
            </a:prstGeom>
            <a:noFill/>
            <a:ln w="38100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771079" name="Rectangle 7">
            <a:extLst>
              <a:ext uri="{FF2B5EF4-FFF2-40B4-BE49-F238E27FC236}">
                <a16:creationId xmlns:a16="http://schemas.microsoft.com/office/drawing/2014/main" id="{4D141A88-2D4A-3AC6-1971-F49DD95AD0BD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0" y="549275"/>
            <a:ext cx="9144000" cy="576263"/>
          </a:xfrm>
          <a:prstGeom prst="rect">
            <a:avLst/>
          </a:prstGeom>
          <a:gradFill rotWithShape="1">
            <a:gsLst>
              <a:gs pos="0">
                <a:srgbClr val="DDDDDD">
                  <a:alpha val="39999"/>
                </a:srgbClr>
              </a:gs>
              <a:gs pos="50000">
                <a:srgbClr val="B2B2B2">
                  <a:alpha val="60001"/>
                </a:srgbClr>
              </a:gs>
              <a:gs pos="100000">
                <a:srgbClr val="DDDDDD">
                  <a:alpha val="39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4500" indent="-4445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1177925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585913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9939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401888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8590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33162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7734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42306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eaLnBrk="1" latinLnBrk="1" hangingPunct="1">
              <a:lnSpc>
                <a:spcPct val="105000"/>
              </a:lnSpc>
              <a:spcBef>
                <a:spcPct val="20000"/>
              </a:spcBef>
            </a:pPr>
            <a:r>
              <a:rPr lang="zh-CN" altLang="en-US" sz="290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模拟退火算法的基本思想和步骤</a:t>
            </a:r>
          </a:p>
        </p:txBody>
      </p:sp>
    </p:spTree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灯片编号占位符 4">
            <a:extLst>
              <a:ext uri="{FF2B5EF4-FFF2-40B4-BE49-F238E27FC236}">
                <a16:creationId xmlns:a16="http://schemas.microsoft.com/office/drawing/2014/main" id="{7E856E2E-0139-5DE0-82DC-1A7544C3DC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CAD59F2-D52E-BD42-8BA2-61B2F7F8BCA7}" type="slidenum"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86</a:t>
            </a:fld>
            <a:endParaRPr lang="en-US" altLang="zh-CN" sz="1400">
              <a:solidFill>
                <a:srgbClr val="000000"/>
              </a:solidFill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grpSp>
        <p:nvGrpSpPr>
          <p:cNvPr id="139267" name="组合 1">
            <a:extLst>
              <a:ext uri="{FF2B5EF4-FFF2-40B4-BE49-F238E27FC236}">
                <a16:creationId xmlns:a16="http://schemas.microsoft.com/office/drawing/2014/main" id="{E4F3DE09-17C2-7150-53ED-E4FCF79AE8E2}"/>
              </a:ext>
            </a:extLst>
          </p:cNvPr>
          <p:cNvGrpSpPr>
            <a:grpSpLocks/>
          </p:cNvGrpSpPr>
          <p:nvPr/>
        </p:nvGrpSpPr>
        <p:grpSpPr bwMode="auto">
          <a:xfrm>
            <a:off x="0" y="1344613"/>
            <a:ext cx="8964613" cy="5173662"/>
            <a:chOff x="0" y="1568425"/>
            <a:chExt cx="8964488" cy="5173690"/>
          </a:xfrm>
        </p:grpSpPr>
        <p:sp>
          <p:nvSpPr>
            <p:cNvPr id="139278" name="Rectangle 6">
              <a:extLst>
                <a:ext uri="{FF2B5EF4-FFF2-40B4-BE49-F238E27FC236}">
                  <a16:creationId xmlns:a16="http://schemas.microsoft.com/office/drawing/2014/main" id="{9C3E511D-A603-3B8A-8A09-72C3B438940E}"/>
                </a:ext>
              </a:extLst>
            </p:cNvPr>
            <p:cNvSpPr>
              <a:spLocks noRot="1" noChangeArrowheads="1"/>
            </p:cNvSpPr>
            <p:nvPr/>
          </p:nvSpPr>
          <p:spPr bwMode="auto">
            <a:xfrm>
              <a:off x="0" y="1568425"/>
              <a:ext cx="8842375" cy="4752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44500" indent="-444500"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1177925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585913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9939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401888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859088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3316288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773488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4230688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10000"/>
                </a:spcBef>
              </a:pPr>
              <a:r>
                <a:rPr lang="zh-CN" altLang="en-US" sz="28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影响优化结果的主要因素</a:t>
              </a:r>
            </a:p>
            <a:p>
              <a:pPr eaLnBrk="1" hangingPunct="1">
                <a:lnSpc>
                  <a:spcPct val="120000"/>
                </a:lnSpc>
                <a:spcBef>
                  <a:spcPct val="10000"/>
                </a:spcBef>
                <a:buFontTx/>
                <a:buNone/>
              </a:pPr>
              <a:r>
                <a:rPr lang="zh-CN" altLang="en-US" sz="2800" i="0">
                  <a:solidFill>
                    <a:srgbClr val="B2B2B2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    </a:t>
              </a:r>
              <a:r>
                <a:rPr lang="zh-CN" altLang="en-US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给定初温 </a:t>
              </a:r>
              <a:r>
                <a:rPr lang="en-US" altLang="zh-CN" sz="240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t </a:t>
              </a:r>
              <a:r>
                <a:rPr lang="en-US" altLang="zh-CN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=</a:t>
              </a:r>
              <a:r>
                <a:rPr lang="en-US" altLang="zh-CN" sz="240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t</a:t>
              </a:r>
              <a:r>
                <a:rPr lang="en-US" altLang="zh-CN" sz="2400" i="0" baseline="-2500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0</a:t>
              </a:r>
              <a:r>
                <a:rPr lang="zh-CN" altLang="en-US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，随机产生初始状态 </a:t>
              </a:r>
              <a:r>
                <a:rPr lang="en-US" altLang="zh-CN" sz="240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s </a:t>
              </a:r>
              <a:r>
                <a:rPr lang="en-US" altLang="zh-CN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=</a:t>
              </a:r>
              <a:r>
                <a:rPr lang="en-US" altLang="zh-CN" sz="240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s</a:t>
              </a:r>
              <a:r>
                <a:rPr lang="en-US" altLang="zh-CN" sz="2400" i="0" baseline="-2500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0</a:t>
              </a:r>
              <a:r>
                <a:rPr lang="zh-CN" altLang="en-US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，令</a:t>
              </a:r>
              <a:r>
                <a:rPr lang="en-US" altLang="zh-CN" sz="240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k</a:t>
              </a:r>
              <a:r>
                <a:rPr lang="en-US" altLang="zh-CN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=0</a:t>
              </a:r>
              <a:r>
                <a:rPr lang="zh-CN" altLang="en-US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；</a:t>
              </a:r>
            </a:p>
            <a:p>
              <a:pPr eaLnBrk="1" hangingPunct="1">
                <a:lnSpc>
                  <a:spcPct val="120000"/>
                </a:lnSpc>
                <a:spcBef>
                  <a:spcPct val="10000"/>
                </a:spcBef>
                <a:buFontTx/>
                <a:buNone/>
              </a:pPr>
              <a:r>
                <a:rPr lang="zh-CN" altLang="en-US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     </a:t>
              </a:r>
              <a:r>
                <a:rPr lang="en-US" altLang="zh-CN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Repeat</a:t>
              </a:r>
            </a:p>
            <a:p>
              <a:pPr eaLnBrk="1" hangingPunct="1">
                <a:lnSpc>
                  <a:spcPct val="120000"/>
                </a:lnSpc>
                <a:spcBef>
                  <a:spcPct val="10000"/>
                </a:spcBef>
                <a:buFontTx/>
                <a:buNone/>
              </a:pPr>
              <a:r>
                <a:rPr lang="en-US" altLang="zh-CN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          Repeat</a:t>
              </a:r>
            </a:p>
            <a:p>
              <a:pPr eaLnBrk="1" hangingPunct="1">
                <a:lnSpc>
                  <a:spcPct val="120000"/>
                </a:lnSpc>
                <a:spcBef>
                  <a:spcPct val="10000"/>
                </a:spcBef>
                <a:buFontTx/>
                <a:buNone/>
              </a:pPr>
              <a:r>
                <a:rPr lang="en-US" altLang="zh-CN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               </a:t>
              </a:r>
              <a:r>
                <a:rPr lang="zh-CN" altLang="en-US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产生新状态 </a:t>
              </a:r>
              <a:r>
                <a:rPr lang="en-US" altLang="zh-CN" sz="240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s</a:t>
              </a:r>
              <a:r>
                <a:rPr lang="en-US" altLang="zh-CN" sz="2400" baseline="-2500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j </a:t>
              </a:r>
              <a:r>
                <a:rPr lang="en-US" altLang="zh-CN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= Generate(</a:t>
              </a:r>
              <a:r>
                <a:rPr lang="en-US" altLang="zh-CN" sz="240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s </a:t>
              </a:r>
              <a:r>
                <a:rPr lang="en-US" altLang="zh-CN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)</a:t>
              </a:r>
              <a:r>
                <a:rPr lang="zh-CN" altLang="en-US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；</a:t>
              </a:r>
            </a:p>
            <a:p>
              <a:pPr eaLnBrk="1" hangingPunct="1">
                <a:lnSpc>
                  <a:spcPct val="120000"/>
                </a:lnSpc>
                <a:spcBef>
                  <a:spcPct val="10000"/>
                </a:spcBef>
                <a:buFontTx/>
                <a:buNone/>
              </a:pPr>
              <a:r>
                <a:rPr lang="zh-CN" altLang="en-US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               </a:t>
              </a:r>
              <a:r>
                <a:rPr lang="en-US" altLang="zh-CN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if min{1,exp[-(</a:t>
              </a:r>
              <a:r>
                <a:rPr lang="en-US" altLang="zh-CN" sz="240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C</a:t>
              </a:r>
              <a:r>
                <a:rPr lang="en-US" altLang="zh-CN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(</a:t>
              </a:r>
              <a:r>
                <a:rPr lang="en-US" altLang="zh-CN" sz="240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s</a:t>
              </a:r>
              <a:r>
                <a:rPr lang="en-US" altLang="zh-CN" sz="2400" baseline="-2500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j</a:t>
              </a:r>
              <a:r>
                <a:rPr lang="en-US" altLang="zh-CN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)-</a:t>
              </a:r>
              <a:r>
                <a:rPr lang="en-US" altLang="zh-CN" sz="240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C</a:t>
              </a:r>
              <a:r>
                <a:rPr lang="en-US" altLang="zh-CN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(</a:t>
              </a:r>
              <a:r>
                <a:rPr lang="en-US" altLang="zh-CN" sz="240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s</a:t>
              </a:r>
              <a:r>
                <a:rPr lang="en-US" altLang="zh-CN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))/</a:t>
              </a:r>
              <a:r>
                <a:rPr lang="en-US" altLang="zh-CN" sz="240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t</a:t>
              </a:r>
              <a:r>
                <a:rPr lang="en-US" altLang="zh-CN" sz="2400" baseline="-2500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k</a:t>
              </a:r>
              <a:r>
                <a:rPr lang="en-US" altLang="zh-CN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]}&gt;=randrom[0,1]    </a:t>
              </a:r>
              <a:r>
                <a:rPr lang="en-US" altLang="zh-CN" sz="240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s</a:t>
              </a:r>
              <a:r>
                <a:rPr lang="en-US" altLang="zh-CN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=</a:t>
              </a:r>
              <a:r>
                <a:rPr lang="en-US" altLang="zh-CN" sz="240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s</a:t>
              </a:r>
              <a:r>
                <a:rPr lang="en-US" altLang="zh-CN" sz="2400" baseline="-2500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j</a:t>
              </a:r>
              <a:endParaRPr lang="en-US" altLang="zh-CN" sz="24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120000"/>
                </a:lnSpc>
                <a:spcBef>
                  <a:spcPct val="10000"/>
                </a:spcBef>
                <a:buFontTx/>
                <a:buNone/>
              </a:pPr>
              <a:r>
                <a:rPr lang="en-US" altLang="zh-CN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          Until </a:t>
              </a:r>
              <a:r>
                <a:rPr lang="zh-CN" altLang="en-US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抽样稳定准则满足；</a:t>
              </a:r>
            </a:p>
            <a:p>
              <a:pPr eaLnBrk="1" hangingPunct="1">
                <a:lnSpc>
                  <a:spcPct val="120000"/>
                </a:lnSpc>
                <a:spcBef>
                  <a:spcPct val="10000"/>
                </a:spcBef>
                <a:buFontTx/>
                <a:buNone/>
              </a:pPr>
              <a:r>
                <a:rPr lang="zh-CN" altLang="en-US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          退温 </a:t>
              </a:r>
              <a:r>
                <a:rPr lang="en-US" altLang="zh-CN" sz="240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t</a:t>
              </a:r>
              <a:r>
                <a:rPr lang="en-US" altLang="zh-CN" sz="2400" baseline="-2500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k</a:t>
              </a:r>
              <a:r>
                <a:rPr lang="en-US" altLang="zh-CN" sz="2400" i="0" baseline="-2500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+1</a:t>
              </a:r>
              <a:r>
                <a:rPr lang="en-US" altLang="zh-CN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=update(</a:t>
              </a:r>
              <a:r>
                <a:rPr lang="en-US" altLang="zh-CN" sz="240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t</a:t>
              </a:r>
              <a:r>
                <a:rPr lang="en-US" altLang="zh-CN" sz="2400" baseline="-2500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k</a:t>
              </a:r>
              <a:r>
                <a:rPr lang="en-US" altLang="zh-CN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) </a:t>
              </a:r>
              <a:r>
                <a:rPr lang="zh-CN" altLang="en-US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并令 </a:t>
              </a:r>
              <a:r>
                <a:rPr lang="en-US" altLang="zh-CN" sz="240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k</a:t>
              </a:r>
              <a:r>
                <a:rPr lang="en-US" altLang="zh-CN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=</a:t>
              </a:r>
              <a:r>
                <a:rPr lang="en-US" altLang="zh-CN" sz="240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k</a:t>
              </a:r>
              <a:r>
                <a:rPr lang="en-US" altLang="zh-CN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+1</a:t>
              </a:r>
              <a:r>
                <a:rPr lang="zh-CN" altLang="en-US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；</a:t>
              </a:r>
            </a:p>
            <a:p>
              <a:pPr eaLnBrk="1" hangingPunct="1">
                <a:lnSpc>
                  <a:spcPct val="120000"/>
                </a:lnSpc>
                <a:spcBef>
                  <a:spcPct val="10000"/>
                </a:spcBef>
                <a:buFontTx/>
                <a:buNone/>
              </a:pPr>
              <a:r>
                <a:rPr lang="zh-CN" altLang="en-US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     </a:t>
              </a:r>
              <a:r>
                <a:rPr lang="en-US" altLang="zh-CN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Until </a:t>
              </a:r>
              <a:r>
                <a:rPr lang="zh-CN" altLang="en-US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算法终止准则满足； </a:t>
              </a:r>
            </a:p>
            <a:p>
              <a:pPr eaLnBrk="1" hangingPunct="1">
                <a:lnSpc>
                  <a:spcPct val="120000"/>
                </a:lnSpc>
                <a:spcBef>
                  <a:spcPct val="10000"/>
                </a:spcBef>
                <a:buFontTx/>
                <a:buNone/>
              </a:pPr>
              <a:r>
                <a:rPr lang="zh-CN" altLang="en-US" sz="2400" i="0">
                  <a:solidFill>
                    <a:srgbClr val="000000"/>
                  </a:solidFill>
                  <a:latin typeface="微软雅黑" panose="020B0503020204020204" pitchFamily="34" charset="-122"/>
                  <a:ea typeface="宋体" panose="02010600030101010101" pitchFamily="2" charset="-122"/>
                </a:rPr>
                <a:t>     输出算法搜索结果。</a:t>
              </a:r>
            </a:p>
          </p:txBody>
        </p:sp>
        <p:sp>
          <p:nvSpPr>
            <p:cNvPr id="139279" name="Rectangle 2">
              <a:extLst>
                <a:ext uri="{FF2B5EF4-FFF2-40B4-BE49-F238E27FC236}">
                  <a16:creationId xmlns:a16="http://schemas.microsoft.com/office/drawing/2014/main" id="{F556F3A2-76EF-1E05-9F05-16A3685E6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28" y="2140168"/>
              <a:ext cx="8640960" cy="4601947"/>
            </a:xfrm>
            <a:prstGeom prst="rect">
              <a:avLst/>
            </a:prstGeom>
            <a:noFill/>
            <a:ln w="38100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771079" name="Rectangle 7">
            <a:extLst>
              <a:ext uri="{FF2B5EF4-FFF2-40B4-BE49-F238E27FC236}">
                <a16:creationId xmlns:a16="http://schemas.microsoft.com/office/drawing/2014/main" id="{F2611EBF-C56B-D5DF-C439-59A47AD9439A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0" y="549275"/>
            <a:ext cx="9144000" cy="576263"/>
          </a:xfrm>
          <a:prstGeom prst="rect">
            <a:avLst/>
          </a:prstGeom>
          <a:gradFill rotWithShape="1">
            <a:gsLst>
              <a:gs pos="0">
                <a:srgbClr val="DDDDDD">
                  <a:alpha val="39999"/>
                </a:srgbClr>
              </a:gs>
              <a:gs pos="50000">
                <a:srgbClr val="B2B2B2">
                  <a:alpha val="60001"/>
                </a:srgbClr>
              </a:gs>
              <a:gs pos="100000">
                <a:srgbClr val="DDDDDD">
                  <a:alpha val="39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4500" indent="-4445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1177925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585913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9939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401888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8590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33162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7734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42306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eaLnBrk="1" latinLnBrk="1" hangingPunct="1">
              <a:lnSpc>
                <a:spcPct val="105000"/>
              </a:lnSpc>
              <a:spcBef>
                <a:spcPct val="20000"/>
              </a:spcBef>
            </a:pPr>
            <a:r>
              <a:rPr lang="zh-CN" altLang="en-US" sz="290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模拟退火算法的基本思想和步骤</a:t>
            </a:r>
          </a:p>
        </p:txBody>
      </p:sp>
      <p:sp>
        <p:nvSpPr>
          <p:cNvPr id="7" name="Line 10">
            <a:extLst>
              <a:ext uri="{FF2B5EF4-FFF2-40B4-BE49-F238E27FC236}">
                <a16:creationId xmlns:a16="http://schemas.microsoft.com/office/drawing/2014/main" id="{0162DED0-9A0E-FF40-D9ED-6A695F16AD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6450" y="3932238"/>
            <a:ext cx="15843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11">
            <a:extLst>
              <a:ext uri="{FF2B5EF4-FFF2-40B4-BE49-F238E27FC236}">
                <a16:creationId xmlns:a16="http://schemas.microsoft.com/office/drawing/2014/main" id="{505883A6-4E07-FB76-F8E7-1C338A3143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5150" y="4364038"/>
            <a:ext cx="662463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12">
            <a:extLst>
              <a:ext uri="{FF2B5EF4-FFF2-40B4-BE49-F238E27FC236}">
                <a16:creationId xmlns:a16="http://schemas.microsoft.com/office/drawing/2014/main" id="{F0EF0443-EF8B-8F4C-B706-3DC4C5D8FC3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1050" y="5300663"/>
            <a:ext cx="18002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3">
            <a:extLst>
              <a:ext uri="{FF2B5EF4-FFF2-40B4-BE49-F238E27FC236}">
                <a16:creationId xmlns:a16="http://schemas.microsoft.com/office/drawing/2014/main" id="{A91B5BF4-59AA-55FE-AF84-05FB12E7317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3925" y="4795838"/>
            <a:ext cx="1800225" cy="0"/>
          </a:xfrm>
          <a:prstGeom prst="line">
            <a:avLst/>
          </a:prstGeom>
          <a:noFill/>
          <a:ln w="38100">
            <a:solidFill>
              <a:srgbClr val="00CC66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14">
            <a:extLst>
              <a:ext uri="{FF2B5EF4-FFF2-40B4-BE49-F238E27FC236}">
                <a16:creationId xmlns:a16="http://schemas.microsoft.com/office/drawing/2014/main" id="{942A7F9E-8DF9-0498-884A-46EABBD2009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5150" y="5732463"/>
            <a:ext cx="1800225" cy="0"/>
          </a:xfrm>
          <a:prstGeom prst="line">
            <a:avLst/>
          </a:prstGeom>
          <a:noFill/>
          <a:ln w="38100">
            <a:solidFill>
              <a:srgbClr val="00CC66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5">
            <a:extLst>
              <a:ext uri="{FF2B5EF4-FFF2-40B4-BE49-F238E27FC236}">
                <a16:creationId xmlns:a16="http://schemas.microsoft.com/office/drawing/2014/main" id="{02CE0A3A-63C0-50CB-CC4B-8593EF1E2867}"/>
              </a:ext>
            </a:extLst>
          </p:cNvPr>
          <p:cNvSpPr>
            <a:spLocks/>
          </p:cNvSpPr>
          <p:nvPr/>
        </p:nvSpPr>
        <p:spPr bwMode="auto">
          <a:xfrm flipV="1">
            <a:off x="1617663" y="2420938"/>
            <a:ext cx="1173162" cy="101600"/>
          </a:xfrm>
          <a:custGeom>
            <a:avLst/>
            <a:gdLst>
              <a:gd name="T0" fmla="*/ 0 w 739"/>
              <a:gd name="T1" fmla="*/ 2147483646 h 65"/>
              <a:gd name="T2" fmla="*/ 2147483646 w 739"/>
              <a:gd name="T3" fmla="*/ 2147483646 h 65"/>
              <a:gd name="T4" fmla="*/ 2147483646 w 739"/>
              <a:gd name="T5" fmla="*/ 2147483646 h 65"/>
              <a:gd name="T6" fmla="*/ 2147483646 w 739"/>
              <a:gd name="T7" fmla="*/ 2147483646 h 65"/>
              <a:gd name="T8" fmla="*/ 2147483646 w 739"/>
              <a:gd name="T9" fmla="*/ 2147483646 h 65"/>
              <a:gd name="T10" fmla="*/ 2147483646 w 739"/>
              <a:gd name="T11" fmla="*/ 2147483646 h 65"/>
              <a:gd name="T12" fmla="*/ 2147483646 w 739"/>
              <a:gd name="T13" fmla="*/ 2147483646 h 65"/>
              <a:gd name="T14" fmla="*/ 2147483646 w 739"/>
              <a:gd name="T15" fmla="*/ 2147483646 h 65"/>
              <a:gd name="T16" fmla="*/ 2147483646 w 739"/>
              <a:gd name="T17" fmla="*/ 2147483646 h 65"/>
              <a:gd name="T18" fmla="*/ 2147483646 w 739"/>
              <a:gd name="T19" fmla="*/ 2147483646 h 65"/>
              <a:gd name="T20" fmla="*/ 2147483646 w 739"/>
              <a:gd name="T21" fmla="*/ 2147483646 h 65"/>
              <a:gd name="T22" fmla="*/ 2147483646 w 739"/>
              <a:gd name="T23" fmla="*/ 2147483646 h 65"/>
              <a:gd name="T24" fmla="*/ 2147483646 w 739"/>
              <a:gd name="T25" fmla="*/ 2147483646 h 65"/>
              <a:gd name="T26" fmla="*/ 2147483646 w 739"/>
              <a:gd name="T27" fmla="*/ 2147483646 h 65"/>
              <a:gd name="T28" fmla="*/ 2147483646 w 739"/>
              <a:gd name="T29" fmla="*/ 2147483646 h 65"/>
              <a:gd name="T30" fmla="*/ 2147483646 w 739"/>
              <a:gd name="T31" fmla="*/ 2147483646 h 65"/>
              <a:gd name="T32" fmla="*/ 2147483646 w 739"/>
              <a:gd name="T33" fmla="*/ 2147483646 h 65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739" h="65">
                <a:moveTo>
                  <a:pt x="0" y="65"/>
                </a:moveTo>
                <a:cubicBezTo>
                  <a:pt x="9" y="37"/>
                  <a:pt x="21" y="33"/>
                  <a:pt x="48" y="24"/>
                </a:cubicBezTo>
                <a:cubicBezTo>
                  <a:pt x="61" y="33"/>
                  <a:pt x="74" y="59"/>
                  <a:pt x="88" y="51"/>
                </a:cubicBezTo>
                <a:cubicBezTo>
                  <a:pt x="109" y="38"/>
                  <a:pt x="129" y="31"/>
                  <a:pt x="149" y="17"/>
                </a:cubicBezTo>
                <a:cubicBezTo>
                  <a:pt x="156" y="24"/>
                  <a:pt x="164" y="30"/>
                  <a:pt x="170" y="38"/>
                </a:cubicBezTo>
                <a:cubicBezTo>
                  <a:pt x="175" y="44"/>
                  <a:pt x="175" y="57"/>
                  <a:pt x="183" y="58"/>
                </a:cubicBezTo>
                <a:cubicBezTo>
                  <a:pt x="193" y="60"/>
                  <a:pt x="220" y="26"/>
                  <a:pt x="224" y="24"/>
                </a:cubicBezTo>
                <a:cubicBezTo>
                  <a:pt x="237" y="17"/>
                  <a:pt x="265" y="10"/>
                  <a:pt x="265" y="10"/>
                </a:cubicBezTo>
                <a:cubicBezTo>
                  <a:pt x="318" y="47"/>
                  <a:pt x="300" y="50"/>
                  <a:pt x="346" y="4"/>
                </a:cubicBezTo>
                <a:cubicBezTo>
                  <a:pt x="375" y="13"/>
                  <a:pt x="399" y="28"/>
                  <a:pt x="427" y="38"/>
                </a:cubicBezTo>
                <a:cubicBezTo>
                  <a:pt x="455" y="19"/>
                  <a:pt x="454" y="0"/>
                  <a:pt x="488" y="10"/>
                </a:cubicBezTo>
                <a:cubicBezTo>
                  <a:pt x="523" y="34"/>
                  <a:pt x="498" y="38"/>
                  <a:pt x="536" y="51"/>
                </a:cubicBezTo>
                <a:cubicBezTo>
                  <a:pt x="549" y="42"/>
                  <a:pt x="563" y="33"/>
                  <a:pt x="576" y="24"/>
                </a:cubicBezTo>
                <a:cubicBezTo>
                  <a:pt x="583" y="19"/>
                  <a:pt x="597" y="10"/>
                  <a:pt x="597" y="10"/>
                </a:cubicBezTo>
                <a:cubicBezTo>
                  <a:pt x="623" y="19"/>
                  <a:pt x="625" y="36"/>
                  <a:pt x="651" y="44"/>
                </a:cubicBezTo>
                <a:cubicBezTo>
                  <a:pt x="677" y="18"/>
                  <a:pt x="678" y="0"/>
                  <a:pt x="712" y="24"/>
                </a:cubicBezTo>
                <a:cubicBezTo>
                  <a:pt x="728" y="48"/>
                  <a:pt x="718" y="40"/>
                  <a:pt x="739" y="51"/>
                </a:cubicBezTo>
              </a:path>
            </a:pathLst>
          </a:custGeom>
          <a:noFill/>
          <a:ln w="3810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灯片编号占位符 4">
            <a:extLst>
              <a:ext uri="{FF2B5EF4-FFF2-40B4-BE49-F238E27FC236}">
                <a16:creationId xmlns:a16="http://schemas.microsoft.com/office/drawing/2014/main" id="{4EEAA23E-88BE-F4EA-CA6C-21740D43B3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C858302-1B46-1E4A-901F-94207E19C3DE}" type="slidenum"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87</a:t>
            </a:fld>
            <a:endParaRPr lang="en-US" altLang="zh-CN" sz="1400">
              <a:solidFill>
                <a:srgbClr val="000000"/>
              </a:solidFill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776194" name="Rectangle 2">
            <a:extLst>
              <a:ext uri="{FF2B5EF4-FFF2-40B4-BE49-F238E27FC236}">
                <a16:creationId xmlns:a16="http://schemas.microsoft.com/office/drawing/2014/main" id="{0B81D796-9F21-360A-FD8B-EF2D2669D0D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0" y="549275"/>
            <a:ext cx="9144000" cy="719138"/>
          </a:xfrm>
          <a:gradFill rotWithShape="1">
            <a:gsLst>
              <a:gs pos="0">
                <a:srgbClr val="333333">
                  <a:alpha val="39999"/>
                </a:srgbClr>
              </a:gs>
              <a:gs pos="50000">
                <a:schemeClr val="bg1"/>
              </a:gs>
              <a:gs pos="100000">
                <a:srgbClr val="333333">
                  <a:alpha val="39999"/>
                </a:srgbClr>
              </a:gs>
            </a:gsLst>
            <a:lin ang="5400000" scaled="1"/>
          </a:gradFill>
        </p:spPr>
        <p:txBody>
          <a:bodyPr/>
          <a:lstStyle>
            <a:lvl1pPr marL="444500" indent="-4445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eaLnBrk="1" hangingPunct="1">
              <a:lnSpc>
                <a:spcPct val="105000"/>
              </a:lnSpc>
              <a:buFontTx/>
              <a:buNone/>
            </a:pPr>
            <a:r>
              <a:rPr lang="zh-CN" altLang="en-US" sz="2800" i="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模拟退火算法关键参数和操作的设计</a:t>
            </a:r>
            <a:endParaRPr lang="zh-CN" altLang="en-US" i="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40294" name="Rectangle 5">
            <a:extLst>
              <a:ext uri="{FF2B5EF4-FFF2-40B4-BE49-F238E27FC236}">
                <a16:creationId xmlns:a16="http://schemas.microsoft.com/office/drawing/2014/main" id="{DAB59C85-62CA-7948-2273-73A18F0F27B0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50825" y="1916113"/>
            <a:ext cx="8540750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4500" indent="-444500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1177925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585913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9939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401888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8590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33162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7734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42306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8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原则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zh-CN" altLang="en-US" sz="16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         </a:t>
            </a:r>
            <a:r>
              <a:rPr lang="zh-CN" altLang="en-US" sz="28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产生的候选解应遍布全部解空间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8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方法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zh-CN" altLang="en-US" sz="16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         </a:t>
            </a:r>
            <a:r>
              <a:rPr lang="zh-CN" altLang="en-US" sz="28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在当前状态的邻域结构内以一定概率方式（均匀分布、正态分布、指数分布等）产生</a:t>
            </a:r>
          </a:p>
        </p:txBody>
      </p:sp>
      <p:sp>
        <p:nvSpPr>
          <p:cNvPr id="776198" name="Rectangle 6">
            <a:extLst>
              <a:ext uri="{FF2B5EF4-FFF2-40B4-BE49-F238E27FC236}">
                <a16:creationId xmlns:a16="http://schemas.microsoft.com/office/drawing/2014/main" id="{5E00783D-07DE-B8A2-B564-5D0E15E991BE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0" y="1196975"/>
            <a:ext cx="9144000" cy="576263"/>
          </a:xfrm>
          <a:prstGeom prst="rect">
            <a:avLst/>
          </a:prstGeom>
          <a:gradFill rotWithShape="1">
            <a:gsLst>
              <a:gs pos="0">
                <a:srgbClr val="DDDDDD">
                  <a:alpha val="39999"/>
                </a:srgbClr>
              </a:gs>
              <a:gs pos="50000">
                <a:srgbClr val="B2B2B2">
                  <a:alpha val="60001"/>
                </a:srgbClr>
              </a:gs>
              <a:gs pos="100000">
                <a:srgbClr val="DDDDDD">
                  <a:alpha val="39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4500" indent="-4445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1177925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585913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9939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401888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8590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33162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7734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42306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eaLnBrk="1" latinLnBrk="1" hangingPunct="1">
              <a:lnSpc>
                <a:spcPct val="105000"/>
              </a:lnSpc>
              <a:spcBef>
                <a:spcPct val="20000"/>
              </a:spcBef>
            </a:pPr>
            <a:r>
              <a:rPr lang="zh-CN" altLang="en-US" sz="2800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</a:rPr>
              <a:t>    </a:t>
            </a:r>
            <a:r>
              <a:rPr lang="en-US" altLang="zh-CN" sz="2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1  </a:t>
            </a:r>
            <a:r>
              <a:rPr lang="zh-CN" altLang="en-US" sz="2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状态产生函数</a:t>
            </a:r>
            <a:endParaRPr lang="zh-CN" altLang="en-US" sz="2800" b="1" i="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40298" name="AutoShape 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6E0B8E6E-375A-EE54-118C-796A15EC6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5688" y="6524625"/>
            <a:ext cx="396875" cy="261938"/>
          </a:xfrm>
          <a:prstGeom prst="actionButtonBeginning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solidFill>
                <a:srgbClr val="000000"/>
              </a:solidFill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灯片编号占位符 4">
            <a:extLst>
              <a:ext uri="{FF2B5EF4-FFF2-40B4-BE49-F238E27FC236}">
                <a16:creationId xmlns:a16="http://schemas.microsoft.com/office/drawing/2014/main" id="{709C61A0-6232-9F39-DBF5-9CFBDA0D1B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1E4630-C425-7949-AD33-887682675A6C}" type="slidenum"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88</a:t>
            </a:fld>
            <a:endParaRPr lang="en-US" altLang="zh-CN" sz="1400">
              <a:solidFill>
                <a:srgbClr val="000000"/>
              </a:solidFill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777218" name="Rectangle 2">
            <a:extLst>
              <a:ext uri="{FF2B5EF4-FFF2-40B4-BE49-F238E27FC236}">
                <a16:creationId xmlns:a16="http://schemas.microsoft.com/office/drawing/2014/main" id="{B9C75C4D-7C18-2720-6A18-6B1C342694B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0" y="549275"/>
            <a:ext cx="9144000" cy="719138"/>
          </a:xfrm>
          <a:gradFill rotWithShape="1">
            <a:gsLst>
              <a:gs pos="0">
                <a:srgbClr val="333333">
                  <a:alpha val="39999"/>
                </a:srgbClr>
              </a:gs>
              <a:gs pos="50000">
                <a:schemeClr val="bg1"/>
              </a:gs>
              <a:gs pos="100000">
                <a:srgbClr val="333333">
                  <a:alpha val="39999"/>
                </a:srgbClr>
              </a:gs>
            </a:gsLst>
            <a:lin ang="5400000" scaled="1"/>
          </a:gradFill>
        </p:spPr>
        <p:txBody>
          <a:bodyPr/>
          <a:lstStyle>
            <a:lvl1pPr marL="444500" indent="-4445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eaLnBrk="1" hangingPunct="1">
              <a:lnSpc>
                <a:spcPct val="105000"/>
              </a:lnSpc>
              <a:buFontTx/>
              <a:buNone/>
            </a:pPr>
            <a:r>
              <a:rPr lang="zh-CN" altLang="en-US" sz="2800" i="0" dirty="0">
                <a:latin typeface="SimSun" panose="02010600030101010101" pitchFamily="2" charset="-122"/>
                <a:ea typeface="SimSun" panose="02010600030101010101" pitchFamily="2" charset="-122"/>
              </a:rPr>
              <a:t>模拟退火算法关键参数和操作的设计</a:t>
            </a:r>
          </a:p>
        </p:txBody>
      </p:sp>
      <p:sp>
        <p:nvSpPr>
          <p:cNvPr id="141318" name="Rectangle 5">
            <a:extLst>
              <a:ext uri="{FF2B5EF4-FFF2-40B4-BE49-F238E27FC236}">
                <a16:creationId xmlns:a16="http://schemas.microsoft.com/office/drawing/2014/main" id="{31864D89-CF9E-B39E-D152-B3D11D0A7A98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50825" y="1771650"/>
            <a:ext cx="8713788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4500" indent="-444500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1177925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585913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9939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401888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8590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33162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7734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42306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原则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16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         </a:t>
            </a:r>
            <a:r>
              <a:rPr lang="en-US" altLang="zh-CN" sz="28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(1)</a:t>
            </a:r>
            <a:r>
              <a:rPr lang="zh-CN" altLang="en-US" sz="28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在固定温度下，</a:t>
            </a:r>
            <a:r>
              <a:rPr lang="zh-CN" altLang="en-US" sz="2800" i="0">
                <a:solidFill>
                  <a:srgbClr val="C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接受使目标函数下降的候选解的概率</a:t>
            </a:r>
            <a:r>
              <a:rPr lang="zh-CN" altLang="en-US" sz="28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要大于使目标函数上升的候选解概率；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28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     </a:t>
            </a:r>
            <a:r>
              <a:rPr lang="en-US" altLang="zh-CN" sz="28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(2)</a:t>
            </a:r>
            <a:r>
              <a:rPr lang="zh-CN" altLang="en-US" sz="28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随温度的下降，选择劣等解的概率要逐渐减小；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具体形式对算法影响不大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28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     一般采用 </a:t>
            </a:r>
            <a:r>
              <a:rPr lang="en-US" altLang="zh-CN" sz="2800" i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min[1, exp(-∆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800" i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800" i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)]</a:t>
            </a:r>
          </a:p>
        </p:txBody>
      </p:sp>
      <p:sp>
        <p:nvSpPr>
          <p:cNvPr id="777222" name="Rectangle 6">
            <a:extLst>
              <a:ext uri="{FF2B5EF4-FFF2-40B4-BE49-F238E27FC236}">
                <a16:creationId xmlns:a16="http://schemas.microsoft.com/office/drawing/2014/main" id="{A3EF540E-4F62-88E4-22BC-D2B394110303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0" y="1196975"/>
            <a:ext cx="9144000" cy="576263"/>
          </a:xfrm>
          <a:prstGeom prst="rect">
            <a:avLst/>
          </a:prstGeom>
          <a:gradFill rotWithShape="1">
            <a:gsLst>
              <a:gs pos="0">
                <a:srgbClr val="DDDDDD">
                  <a:alpha val="39999"/>
                </a:srgbClr>
              </a:gs>
              <a:gs pos="50000">
                <a:srgbClr val="B2B2B2">
                  <a:alpha val="60001"/>
                </a:srgbClr>
              </a:gs>
              <a:gs pos="100000">
                <a:srgbClr val="DDDDDD">
                  <a:alpha val="39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4500" indent="-4445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1177925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585913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9939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401888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8590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33162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7734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42306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eaLnBrk="1" latinLnBrk="1" hangingPunct="1">
              <a:lnSpc>
                <a:spcPct val="105000"/>
              </a:lnSpc>
              <a:spcBef>
                <a:spcPct val="20000"/>
              </a:spcBef>
            </a:pPr>
            <a:r>
              <a:rPr lang="en-US" altLang="zh-CN" sz="280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 </a:t>
            </a:r>
            <a:r>
              <a:rPr lang="en-US" altLang="zh-CN" sz="2800" b="1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  </a:t>
            </a:r>
            <a:r>
              <a:rPr lang="zh-CN" altLang="en-US" sz="2800" b="1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状态接受函数</a:t>
            </a:r>
          </a:p>
        </p:txBody>
      </p:sp>
      <p:sp>
        <p:nvSpPr>
          <p:cNvPr id="141322" name="AutoShape 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0709B97-42D5-6654-1A1F-809211FC2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5688" y="6524625"/>
            <a:ext cx="396875" cy="261938"/>
          </a:xfrm>
          <a:prstGeom prst="actionButtonBeginning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solidFill>
                <a:srgbClr val="000000"/>
              </a:solidFill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灯片编号占位符 4">
            <a:extLst>
              <a:ext uri="{FF2B5EF4-FFF2-40B4-BE49-F238E27FC236}">
                <a16:creationId xmlns:a16="http://schemas.microsoft.com/office/drawing/2014/main" id="{3886E7AE-6B58-2468-B666-FAF35BD2C7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3F340DB-823D-8F4B-82D1-8A62F72B708D}" type="slidenum"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89</a:t>
            </a:fld>
            <a:endParaRPr lang="en-US" altLang="zh-CN" sz="1400">
              <a:solidFill>
                <a:srgbClr val="000000"/>
              </a:solidFill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779266" name="Rectangle 2">
            <a:extLst>
              <a:ext uri="{FF2B5EF4-FFF2-40B4-BE49-F238E27FC236}">
                <a16:creationId xmlns:a16="http://schemas.microsoft.com/office/drawing/2014/main" id="{F88928D4-8C1D-9184-E3B9-6FBA81AE77F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0" y="549275"/>
            <a:ext cx="9144000" cy="719138"/>
          </a:xfrm>
          <a:gradFill rotWithShape="1">
            <a:gsLst>
              <a:gs pos="0">
                <a:srgbClr val="333333">
                  <a:alpha val="39999"/>
                </a:srgbClr>
              </a:gs>
              <a:gs pos="50000">
                <a:schemeClr val="bg1"/>
              </a:gs>
              <a:gs pos="100000">
                <a:srgbClr val="333333">
                  <a:alpha val="39999"/>
                </a:srgbClr>
              </a:gs>
            </a:gsLst>
            <a:lin ang="5400000" scaled="1"/>
          </a:gradFill>
        </p:spPr>
        <p:txBody>
          <a:bodyPr/>
          <a:lstStyle>
            <a:lvl1pPr marL="444500" indent="-4445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eaLnBrk="1" hangingPunct="1">
              <a:lnSpc>
                <a:spcPct val="105000"/>
              </a:lnSpc>
              <a:buFontTx/>
              <a:buNone/>
            </a:pPr>
            <a:r>
              <a:rPr lang="zh-CN" altLang="en-US" sz="2800" i="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模拟退火算法关键参数和操作的设计</a:t>
            </a:r>
            <a:endParaRPr lang="zh-CN" altLang="en-US" sz="2800" i="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42342" name="Rectangle 5">
            <a:extLst>
              <a:ext uri="{FF2B5EF4-FFF2-40B4-BE49-F238E27FC236}">
                <a16:creationId xmlns:a16="http://schemas.microsoft.com/office/drawing/2014/main" id="{1A07ABF0-A967-C964-4F5D-F2C30E11ABAF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01625" y="2997200"/>
            <a:ext cx="8540750" cy="338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4500" indent="-444500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1177925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585913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9939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401888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8590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33162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7734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42306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8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方法：数据差异度越大，初始温度越高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zh-CN" altLang="en-US" sz="16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         </a:t>
            </a:r>
            <a:r>
              <a:rPr lang="zh-CN" altLang="en-US" sz="28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（</a:t>
            </a:r>
            <a:r>
              <a:rPr lang="en-US" altLang="zh-CN" sz="28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1</a:t>
            </a:r>
            <a:r>
              <a:rPr lang="zh-CN" altLang="en-US" sz="28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）均匀抽样一组状态，以各状态目标值得</a:t>
            </a:r>
            <a:r>
              <a:rPr lang="zh-CN" altLang="en-US" sz="2800" i="0">
                <a:solidFill>
                  <a:srgbClr val="C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方差</a:t>
            </a:r>
            <a:r>
              <a:rPr lang="zh-CN" altLang="en-US" sz="28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为初温；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zh-CN" altLang="en-US" sz="28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     （</a:t>
            </a:r>
            <a:r>
              <a:rPr lang="en-US" altLang="zh-CN" sz="28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2</a:t>
            </a:r>
            <a:r>
              <a:rPr lang="zh-CN" altLang="en-US" sz="28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）随机产生一组状态，确定两两状态间的</a:t>
            </a:r>
            <a:r>
              <a:rPr lang="zh-CN" altLang="en-US" sz="2800" i="0">
                <a:solidFill>
                  <a:srgbClr val="C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最大目标值差</a:t>
            </a:r>
            <a:r>
              <a:rPr lang="zh-CN" altLang="en-US" sz="28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，根据差值，利用一定的函数确定初温；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zh-CN" altLang="en-US" sz="28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     （</a:t>
            </a:r>
            <a:r>
              <a:rPr lang="en-US" altLang="zh-CN" sz="28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3</a:t>
            </a:r>
            <a:r>
              <a:rPr lang="zh-CN" altLang="en-US" sz="28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）利用经验公式。</a:t>
            </a:r>
          </a:p>
        </p:txBody>
      </p:sp>
      <p:sp>
        <p:nvSpPr>
          <p:cNvPr id="779270" name="Rectangle 6">
            <a:extLst>
              <a:ext uri="{FF2B5EF4-FFF2-40B4-BE49-F238E27FC236}">
                <a16:creationId xmlns:a16="http://schemas.microsoft.com/office/drawing/2014/main" id="{26B8A000-07E4-05CE-00B7-F8C2F06437C6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0" y="1196975"/>
            <a:ext cx="9144000" cy="576263"/>
          </a:xfrm>
          <a:prstGeom prst="rect">
            <a:avLst/>
          </a:prstGeom>
          <a:gradFill rotWithShape="1">
            <a:gsLst>
              <a:gs pos="0">
                <a:srgbClr val="DDDDDD">
                  <a:alpha val="39999"/>
                </a:srgbClr>
              </a:gs>
              <a:gs pos="50000">
                <a:srgbClr val="B2B2B2">
                  <a:alpha val="60001"/>
                </a:srgbClr>
              </a:gs>
              <a:gs pos="100000">
                <a:srgbClr val="DDDDDD">
                  <a:alpha val="39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4500" indent="-4445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1177925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585913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9939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401888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8590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33162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7734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42306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eaLnBrk="1" latinLnBrk="1" hangingPunct="1">
              <a:lnSpc>
                <a:spcPct val="105000"/>
              </a:lnSpc>
              <a:spcBef>
                <a:spcPct val="20000"/>
              </a:spcBef>
            </a:pPr>
            <a:r>
              <a:rPr lang="zh-CN" altLang="en-US" sz="2900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</a:rPr>
              <a:t>    </a:t>
            </a:r>
            <a:r>
              <a:rPr lang="en-US" altLang="zh-CN" sz="2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3 </a:t>
            </a:r>
            <a:r>
              <a:rPr lang="zh-CN" altLang="en-US" sz="2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 初温</a:t>
            </a:r>
            <a:endParaRPr lang="zh-CN" altLang="en-US" sz="2800" b="1" i="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42346" name="矩形 1">
            <a:extLst>
              <a:ext uri="{FF2B5EF4-FFF2-40B4-BE49-F238E27FC236}">
                <a16:creationId xmlns:a16="http://schemas.microsoft.com/office/drawing/2014/main" id="{3ECC2D60-FAF3-0EDB-24C9-9FD3FAB9C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75" y="1908175"/>
            <a:ext cx="819943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latinLnBrk="0">
              <a:spcBef>
                <a:spcPct val="0"/>
              </a:spcBef>
            </a:pPr>
            <a:r>
              <a:rPr lang="zh-CN" altLang="en-US" sz="28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初温越大，获得高质量解的机率越大，但花费的计算时间更多</a:t>
            </a:r>
            <a:endParaRPr lang="zh-CN" altLang="en-US" sz="280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灯片编号占位符 4">
            <a:extLst>
              <a:ext uri="{FF2B5EF4-FFF2-40B4-BE49-F238E27FC236}">
                <a16:creationId xmlns:a16="http://schemas.microsoft.com/office/drawing/2014/main" id="{99C33AFC-CD17-0032-64DC-DA30956183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BF6E3A1-5D7C-C84C-9352-1E64CE43ABAC}" type="slidenum"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90</a:t>
            </a:fld>
            <a:endParaRPr lang="en-US" altLang="zh-CN" sz="1400">
              <a:solidFill>
                <a:srgbClr val="000000"/>
              </a:solidFill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780290" name="Rectangle 2">
            <a:extLst>
              <a:ext uri="{FF2B5EF4-FFF2-40B4-BE49-F238E27FC236}">
                <a16:creationId xmlns:a16="http://schemas.microsoft.com/office/drawing/2014/main" id="{B1C7ECB0-F8EB-6942-1FC0-D97CCE47C4E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0" y="549275"/>
            <a:ext cx="9144000" cy="719138"/>
          </a:xfrm>
          <a:gradFill rotWithShape="1">
            <a:gsLst>
              <a:gs pos="0">
                <a:srgbClr val="333333">
                  <a:alpha val="39999"/>
                </a:srgbClr>
              </a:gs>
              <a:gs pos="50000">
                <a:schemeClr val="bg1"/>
              </a:gs>
              <a:gs pos="100000">
                <a:srgbClr val="333333">
                  <a:alpha val="39999"/>
                </a:srgbClr>
              </a:gs>
            </a:gsLst>
            <a:lin ang="5400000" scaled="1"/>
          </a:gradFill>
        </p:spPr>
        <p:txBody>
          <a:bodyPr/>
          <a:lstStyle>
            <a:lvl1pPr marL="444500" indent="-4445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eaLnBrk="1" hangingPunct="1">
              <a:lnSpc>
                <a:spcPct val="105000"/>
              </a:lnSpc>
              <a:buFontTx/>
              <a:buNone/>
            </a:pPr>
            <a:r>
              <a:rPr lang="zh-CN" altLang="en-US" sz="2800" i="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模拟退火算法关键参数和操作的设计</a:t>
            </a:r>
            <a:endParaRPr lang="zh-CN" altLang="en-US" sz="2800" i="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43366" name="Rectangle 5">
            <a:extLst>
              <a:ext uri="{FF2B5EF4-FFF2-40B4-BE49-F238E27FC236}">
                <a16:creationId xmlns:a16="http://schemas.microsoft.com/office/drawing/2014/main" id="{9540B95E-21A8-F68C-1488-2E12DFF10C93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50825" y="1916113"/>
            <a:ext cx="8540750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4500" indent="-444500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1177925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585913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9939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401888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8590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33162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7734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42306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800" i="0" dirty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时齐算法的温度下降函数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zh-CN" altLang="en-US" sz="1600" i="0" dirty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         </a:t>
            </a:r>
            <a:r>
              <a:rPr lang="zh-CN" altLang="en-US" sz="2800" i="0" dirty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（</a:t>
            </a:r>
            <a:r>
              <a:rPr lang="en-US" altLang="zh-CN" sz="2800" i="0" dirty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1</a:t>
            </a:r>
            <a:r>
              <a:rPr lang="zh-CN" altLang="en-US" sz="2800" i="0" dirty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）                               ，</a:t>
            </a:r>
            <a:r>
              <a:rPr lang="el-GR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α</a:t>
            </a:r>
            <a:r>
              <a:rPr lang="zh-CN" altLang="en-US" sz="2800" i="0" dirty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越接近</a:t>
            </a:r>
            <a:r>
              <a:rPr lang="en-US" altLang="zh-CN" sz="2800" i="0" dirty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1</a:t>
            </a:r>
            <a:r>
              <a:rPr lang="zh-CN" altLang="en-US" sz="2800" i="0" dirty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温度下降越慢，且其大小可以不断变化；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endParaRPr lang="zh-CN" altLang="en-US" sz="2800" i="0" dirty="0">
              <a:solidFill>
                <a:srgbClr val="000000"/>
              </a:solidFill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zh-CN" altLang="en-US" sz="2800" i="0" dirty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     （</a:t>
            </a:r>
            <a:r>
              <a:rPr lang="en-US" altLang="zh-CN" sz="2800" i="0" dirty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2</a:t>
            </a:r>
            <a:r>
              <a:rPr lang="zh-CN" altLang="en-US" sz="2800" i="0" dirty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）              ，其中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t</a:t>
            </a:r>
            <a:r>
              <a:rPr lang="en-US" altLang="zh-CN" sz="2800" i="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0</a:t>
            </a:r>
            <a:r>
              <a:rPr lang="zh-CN" altLang="en-US" sz="2800" i="0" dirty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为起始温度，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K</a:t>
            </a:r>
            <a:r>
              <a:rPr lang="zh-CN" altLang="en-US" sz="2800" i="0" dirty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为算法温度下降的总次数。</a:t>
            </a:r>
          </a:p>
        </p:txBody>
      </p:sp>
      <p:sp>
        <p:nvSpPr>
          <p:cNvPr id="780294" name="Rectangle 6">
            <a:extLst>
              <a:ext uri="{FF2B5EF4-FFF2-40B4-BE49-F238E27FC236}">
                <a16:creationId xmlns:a16="http://schemas.microsoft.com/office/drawing/2014/main" id="{98CFAFD6-119C-2545-4730-92CBE3CD851A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0" y="1196975"/>
            <a:ext cx="9144000" cy="576263"/>
          </a:xfrm>
          <a:prstGeom prst="rect">
            <a:avLst/>
          </a:prstGeom>
          <a:gradFill rotWithShape="1">
            <a:gsLst>
              <a:gs pos="0">
                <a:srgbClr val="DDDDDD">
                  <a:alpha val="39999"/>
                </a:srgbClr>
              </a:gs>
              <a:gs pos="50000">
                <a:srgbClr val="B2B2B2">
                  <a:alpha val="60001"/>
                </a:srgbClr>
              </a:gs>
              <a:gs pos="100000">
                <a:srgbClr val="DDDDDD">
                  <a:alpha val="39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4500" indent="-4445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1177925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585913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9939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401888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8590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33162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7734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42306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eaLnBrk="1" latinLnBrk="1" hangingPunct="1">
              <a:lnSpc>
                <a:spcPct val="105000"/>
              </a:lnSpc>
              <a:spcBef>
                <a:spcPct val="20000"/>
              </a:spcBef>
            </a:pPr>
            <a:r>
              <a:rPr lang="zh-CN" altLang="en-US" sz="2800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  </a:t>
            </a:r>
            <a:r>
              <a:rPr lang="en-US" altLang="zh-CN" sz="2800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4  </a:t>
            </a:r>
            <a:r>
              <a:rPr lang="zh-CN" altLang="en-US" sz="2800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温度更新函数</a:t>
            </a:r>
            <a:endParaRPr lang="zh-CN" altLang="en-US" sz="2800" i="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43370" name="Object 8">
            <a:extLst>
              <a:ext uri="{FF2B5EF4-FFF2-40B4-BE49-F238E27FC236}">
                <a16:creationId xmlns:a16="http://schemas.microsoft.com/office/drawing/2014/main" id="{73103CE1-5D18-5E52-3E0F-DF23B6A598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5038417"/>
              </p:ext>
            </p:extLst>
          </p:nvPr>
        </p:nvGraphicFramePr>
        <p:xfrm>
          <a:off x="1692275" y="2565400"/>
          <a:ext cx="3311525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7452300" imgH="5270500" progId="Equation.3">
                  <p:embed/>
                </p:oleObj>
              </mc:Choice>
              <mc:Fallback>
                <p:oleObj name="公式" r:id="rId3" imgW="37452300" imgH="52705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565400"/>
                        <a:ext cx="3311525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1" name="Object 9">
            <a:extLst>
              <a:ext uri="{FF2B5EF4-FFF2-40B4-BE49-F238E27FC236}">
                <a16:creationId xmlns:a16="http://schemas.microsoft.com/office/drawing/2014/main" id="{6C6E0F5E-EC73-EEEF-3042-09D7E23CCCC3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91366867"/>
              </p:ext>
            </p:extLst>
          </p:nvPr>
        </p:nvGraphicFramePr>
        <p:xfrm>
          <a:off x="1963738" y="3967163"/>
          <a:ext cx="1311275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7843500" imgH="9067800" progId="Equation.3">
                  <p:embed/>
                </p:oleObj>
              </mc:Choice>
              <mc:Fallback>
                <p:oleObj name="公式" r:id="rId5" imgW="17843500" imgH="9067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3738" y="3967163"/>
                        <a:ext cx="1311275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灯片编号占位符 4">
            <a:extLst>
              <a:ext uri="{FF2B5EF4-FFF2-40B4-BE49-F238E27FC236}">
                <a16:creationId xmlns:a16="http://schemas.microsoft.com/office/drawing/2014/main" id="{5ACA2580-3054-A235-1C74-FDC967D82F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D5CF99-5D66-154A-92A7-9DE88559AA76}" type="slidenum">
              <a:rPr lang="zh-CN" altLang="en-US" sz="1400">
                <a:solidFill>
                  <a:srgbClr val="0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91</a:t>
            </a:fld>
            <a:endParaRPr lang="en-US" altLang="zh-CN" sz="1400">
              <a:solidFill>
                <a:srgbClr val="00000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783362" name="Rectangle 2">
            <a:extLst>
              <a:ext uri="{FF2B5EF4-FFF2-40B4-BE49-F238E27FC236}">
                <a16:creationId xmlns:a16="http://schemas.microsoft.com/office/drawing/2014/main" id="{F3EBE7C5-A355-1E9E-FB6C-E18A1C9B56A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0" y="549275"/>
            <a:ext cx="9144000" cy="719138"/>
          </a:xfrm>
          <a:gradFill rotWithShape="1">
            <a:gsLst>
              <a:gs pos="0">
                <a:srgbClr val="333333">
                  <a:alpha val="39999"/>
                </a:srgbClr>
              </a:gs>
              <a:gs pos="50000">
                <a:schemeClr val="bg1"/>
              </a:gs>
              <a:gs pos="100000">
                <a:srgbClr val="333333">
                  <a:alpha val="39999"/>
                </a:srgbClr>
              </a:gs>
            </a:gsLst>
            <a:lin ang="5400000" scaled="1"/>
          </a:gradFill>
        </p:spPr>
        <p:txBody>
          <a:bodyPr/>
          <a:lstStyle>
            <a:lvl1pPr marL="444500" indent="-4445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eaLnBrk="1" hangingPunct="1">
              <a:lnSpc>
                <a:spcPct val="105000"/>
              </a:lnSpc>
              <a:buFontTx/>
              <a:buNone/>
            </a:pPr>
            <a:r>
              <a:rPr lang="en-US" altLang="zh-CN" sz="2800" b="1" i="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3.4  </a:t>
            </a:r>
            <a:r>
              <a:rPr lang="zh-CN" altLang="en-US" sz="2800" b="1" i="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模拟退火算法的改进</a:t>
            </a:r>
            <a:endParaRPr lang="zh-CN" altLang="en-US" sz="2800" b="1" i="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44390" name="Rectangle 5">
            <a:extLst>
              <a:ext uri="{FF2B5EF4-FFF2-40B4-BE49-F238E27FC236}">
                <a16:creationId xmlns:a16="http://schemas.microsoft.com/office/drawing/2014/main" id="{49CF8ECD-B9D4-2A06-126E-EF03CC139E9A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50825" y="1916113"/>
            <a:ext cx="8540750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4500" indent="-444500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1177925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585913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9939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401888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8590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33162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7734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42306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8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模拟退火算法的优点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zh-CN" altLang="en-US" sz="16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         </a:t>
            </a:r>
            <a:r>
              <a:rPr lang="zh-CN" altLang="en-US" sz="28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质量高；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zh-CN" altLang="en-US" sz="28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     初值鲁棒性强；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zh-CN" altLang="en-US" sz="28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     简单、通用、易实现。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8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模拟退火算法的缺点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zh-CN" altLang="en-US" sz="16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         </a:t>
            </a:r>
            <a:r>
              <a:rPr lang="zh-CN" altLang="en-US" sz="2800" i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由于要求较高的初始温度、较慢的降温速率、较低的终止温度，以及各温度下足够多次的抽样，因此优化过程较长。</a:t>
            </a:r>
          </a:p>
        </p:txBody>
      </p:sp>
      <p:sp>
        <p:nvSpPr>
          <p:cNvPr id="783366" name="Rectangle 6">
            <a:extLst>
              <a:ext uri="{FF2B5EF4-FFF2-40B4-BE49-F238E27FC236}">
                <a16:creationId xmlns:a16="http://schemas.microsoft.com/office/drawing/2014/main" id="{11130485-B56C-5271-B56B-97A93774F846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0" y="1196975"/>
            <a:ext cx="9144000" cy="576263"/>
          </a:xfrm>
          <a:prstGeom prst="rect">
            <a:avLst/>
          </a:prstGeom>
          <a:gradFill rotWithShape="1">
            <a:gsLst>
              <a:gs pos="0">
                <a:srgbClr val="DDDDDD">
                  <a:alpha val="39999"/>
                </a:srgbClr>
              </a:gs>
              <a:gs pos="50000">
                <a:srgbClr val="B2B2B2">
                  <a:alpha val="60001"/>
                </a:srgbClr>
              </a:gs>
              <a:gs pos="100000">
                <a:srgbClr val="DDDDDD">
                  <a:alpha val="39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4500" indent="-4445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1177925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585913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9939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401888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8590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33162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7734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42306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eaLnBrk="1" latinLnBrk="1" hangingPunct="1">
              <a:lnSpc>
                <a:spcPct val="105000"/>
              </a:lnSpc>
              <a:spcBef>
                <a:spcPct val="20000"/>
              </a:spcBef>
            </a:pPr>
            <a:r>
              <a:rPr lang="zh-CN" altLang="en-US" sz="29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</a:t>
            </a:r>
            <a:r>
              <a:rPr lang="en-US" altLang="zh-CN" sz="2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3.4.1  </a:t>
            </a:r>
            <a:r>
              <a:rPr lang="zh-CN" altLang="en-US" sz="2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模拟退火算法的优缺点</a:t>
            </a:r>
            <a:endParaRPr lang="zh-CN" altLang="en-US" sz="2900" b="1" i="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灯片编号占位符 4">
            <a:extLst>
              <a:ext uri="{FF2B5EF4-FFF2-40B4-BE49-F238E27FC236}">
                <a16:creationId xmlns:a16="http://schemas.microsoft.com/office/drawing/2014/main" id="{F9F00C27-1F30-BF3F-A3BF-ACC1B91E98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46FBD1-EECB-F144-A2A9-1C54F05B2450}" type="slidenum">
              <a:rPr lang="zh-CN" altLang="en-US" sz="1400">
                <a:solidFill>
                  <a:srgbClr val="0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92</a:t>
            </a:fld>
            <a:endParaRPr lang="en-US" altLang="zh-CN" sz="1400">
              <a:solidFill>
                <a:srgbClr val="00000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789506" name="Rectangle 2">
            <a:extLst>
              <a:ext uri="{FF2B5EF4-FFF2-40B4-BE49-F238E27FC236}">
                <a16:creationId xmlns:a16="http://schemas.microsoft.com/office/drawing/2014/main" id="{9F58E6EE-BB54-FAA1-21A8-DC5BDE6E861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0" y="549275"/>
            <a:ext cx="9144000" cy="719138"/>
          </a:xfrm>
          <a:gradFill rotWithShape="1">
            <a:gsLst>
              <a:gs pos="0">
                <a:srgbClr val="333333">
                  <a:alpha val="39999"/>
                </a:srgbClr>
              </a:gs>
              <a:gs pos="50000">
                <a:schemeClr val="bg1"/>
              </a:gs>
              <a:gs pos="100000">
                <a:srgbClr val="333333">
                  <a:alpha val="39999"/>
                </a:srgbClr>
              </a:gs>
            </a:gsLst>
            <a:lin ang="5400000" scaled="1"/>
          </a:gradFill>
        </p:spPr>
        <p:txBody>
          <a:bodyPr/>
          <a:lstStyle>
            <a:lvl1pPr marL="444500" indent="-4445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eaLnBrk="1" hangingPunct="1">
              <a:lnSpc>
                <a:spcPct val="105000"/>
              </a:lnSpc>
              <a:buFontTx/>
              <a:buNone/>
            </a:pPr>
            <a:r>
              <a:rPr lang="en-US" altLang="zh-CN" sz="2800" b="1" i="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3.5  </a:t>
            </a:r>
            <a:r>
              <a:rPr lang="zh-CN" altLang="en-US" sz="2800" b="1" i="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模拟退火算法的实现与应用</a:t>
            </a:r>
            <a:endParaRPr lang="zh-CN" altLang="en-US" b="1" i="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789509" name="Rectangle 5">
            <a:extLst>
              <a:ext uri="{FF2B5EF4-FFF2-40B4-BE49-F238E27FC236}">
                <a16:creationId xmlns:a16="http://schemas.microsoft.com/office/drawing/2014/main" id="{C08FF5FC-228C-B23D-F8AA-AE65D8D414DF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0" y="1196975"/>
            <a:ext cx="9144000" cy="576263"/>
          </a:xfrm>
          <a:prstGeom prst="rect">
            <a:avLst/>
          </a:prstGeom>
          <a:gradFill rotWithShape="1">
            <a:gsLst>
              <a:gs pos="0">
                <a:srgbClr val="DDDDDD">
                  <a:alpha val="39999"/>
                </a:srgbClr>
              </a:gs>
              <a:gs pos="50000">
                <a:srgbClr val="B2B2B2">
                  <a:alpha val="60001"/>
                </a:srgbClr>
              </a:gs>
              <a:gs pos="100000">
                <a:srgbClr val="DDDDDD">
                  <a:alpha val="39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4500" indent="-4445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1177925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585913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9939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401888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8590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33162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7734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42306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eaLnBrk="1" latinLnBrk="1" hangingPunct="1">
              <a:lnSpc>
                <a:spcPct val="105000"/>
              </a:lnSpc>
              <a:spcBef>
                <a:spcPct val="20000"/>
              </a:spcBef>
            </a:pPr>
            <a:r>
              <a:rPr lang="zh-CN" altLang="en-US" sz="2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3.5.1  30</a:t>
            </a:r>
            <a:r>
              <a:rPr lang="zh-CN" altLang="en-US" sz="2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城市</a:t>
            </a:r>
            <a:r>
              <a:rPr lang="en-US" altLang="zh-CN" sz="2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TSP</a:t>
            </a:r>
            <a:r>
              <a:rPr lang="zh-CN" altLang="en-US" sz="2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问题（</a:t>
            </a:r>
            <a:r>
              <a:rPr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i="0" baseline="30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=423.741 by D B Fogel</a:t>
            </a:r>
            <a:r>
              <a:rPr lang="zh-CN" altLang="en-US" sz="2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sz="2800" b="1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45417" name="Rectangle 6">
            <a:extLst>
              <a:ext uri="{FF2B5EF4-FFF2-40B4-BE49-F238E27FC236}">
                <a16:creationId xmlns:a16="http://schemas.microsoft.com/office/drawing/2014/main" id="{DA6A9D1E-808F-2D5D-2009-31C0DFFEECB9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50825" y="1916113"/>
            <a:ext cx="8540750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4500" indent="-444500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1177925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585913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9939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401888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8590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33162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7734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42306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</a:pPr>
            <a:r>
              <a:rPr lang="en-US" altLang="zh-CN" sz="2800" b="1" i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TSP Benchmark </a:t>
            </a:r>
            <a:r>
              <a:rPr lang="zh-CN" altLang="en-US" sz="2800" b="1" i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问题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zh-CN" altLang="en-US" sz="2800" b="1" i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</a:t>
            </a:r>
            <a:r>
              <a:rPr lang="en-US" altLang="zh-CN" sz="2800" b="1" i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41 94;37 84;54 67;25 62;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en-US" altLang="zh-CN" sz="2800" b="1" i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7 64;2 99;68 58;71 44;54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en-US" altLang="zh-CN" sz="2800" b="1" i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62;83 69;64 60;18 54;22 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en-US" altLang="zh-CN" sz="2800" b="1" i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60;83 46;91 38;25 38;24 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en-US" altLang="zh-CN" sz="2800" b="1" i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42;58 69;71 71;74 78;87 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en-US" altLang="zh-CN" sz="2800" b="1" i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76;18 40;13 40;82 7;62 32;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en-US" altLang="zh-CN" sz="2800" b="1" i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58 35;45 21;41 26;44 35;4 50</a:t>
            </a:r>
          </a:p>
        </p:txBody>
      </p:sp>
      <p:pic>
        <p:nvPicPr>
          <p:cNvPr id="145418" name="Picture 7">
            <a:extLst>
              <a:ext uri="{FF2B5EF4-FFF2-40B4-BE49-F238E27FC236}">
                <a16:creationId xmlns:a16="http://schemas.microsoft.com/office/drawing/2014/main" id="{6861392C-C0A5-FC6A-D482-02D13E1B9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1989138"/>
            <a:ext cx="4256087" cy="319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灯片编号占位符 4">
            <a:extLst>
              <a:ext uri="{FF2B5EF4-FFF2-40B4-BE49-F238E27FC236}">
                <a16:creationId xmlns:a16="http://schemas.microsoft.com/office/drawing/2014/main" id="{B5AE33A0-A797-C3A4-8459-0DF65B7B27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E438EE-922D-D844-82C3-4C37445DD397}" type="slidenum">
              <a:rPr lang="zh-CN" altLang="en-US" sz="1400">
                <a:solidFill>
                  <a:srgbClr val="0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93</a:t>
            </a:fld>
            <a:endParaRPr lang="en-US" altLang="zh-CN" sz="1400">
              <a:solidFill>
                <a:srgbClr val="00000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791554" name="Rectangle 2">
            <a:extLst>
              <a:ext uri="{FF2B5EF4-FFF2-40B4-BE49-F238E27FC236}">
                <a16:creationId xmlns:a16="http://schemas.microsoft.com/office/drawing/2014/main" id="{1E2FB017-B304-1261-DE59-81A64C5D731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0" y="549275"/>
            <a:ext cx="9144000" cy="719138"/>
          </a:xfrm>
          <a:gradFill rotWithShape="1">
            <a:gsLst>
              <a:gs pos="0">
                <a:srgbClr val="333333">
                  <a:alpha val="39999"/>
                </a:srgbClr>
              </a:gs>
              <a:gs pos="50000">
                <a:schemeClr val="bg1"/>
              </a:gs>
              <a:gs pos="100000">
                <a:srgbClr val="333333">
                  <a:alpha val="39999"/>
                </a:srgbClr>
              </a:gs>
            </a:gsLst>
            <a:lin ang="5400000" scaled="1"/>
          </a:gradFill>
        </p:spPr>
        <p:txBody>
          <a:bodyPr/>
          <a:lstStyle>
            <a:lvl1pPr marL="444500" indent="-4445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eaLnBrk="1" hangingPunct="1">
              <a:lnSpc>
                <a:spcPct val="105000"/>
              </a:lnSpc>
              <a:buFontTx/>
              <a:buNone/>
            </a:pPr>
            <a:r>
              <a:rPr lang="en-US" altLang="zh-CN" sz="2800" b="1" i="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3.5  </a:t>
            </a:r>
            <a:r>
              <a:rPr lang="zh-CN" altLang="en-US" sz="2800" b="1" i="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模拟退火算法的实现与应用</a:t>
            </a:r>
            <a:endParaRPr lang="zh-CN" altLang="en-US" sz="2800" b="1" i="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46438" name="Rectangle 5">
            <a:extLst>
              <a:ext uri="{FF2B5EF4-FFF2-40B4-BE49-F238E27FC236}">
                <a16:creationId xmlns:a16="http://schemas.microsoft.com/office/drawing/2014/main" id="{682F98F9-13D4-3174-881C-54E852CFDDF2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50825" y="1916113"/>
            <a:ext cx="8713788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4500" indent="-444500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1177925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585913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9939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401888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8590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33162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7734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42306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800" b="1" i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初始温度的计算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zh-CN" altLang="en-US" sz="1600" b="1" i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    </a:t>
            </a:r>
            <a:endParaRPr lang="zh-CN" altLang="en-US" sz="2800" b="1" i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eaLnBrk="1" hangingPunct="1">
              <a:buFontTx/>
              <a:buNone/>
            </a:pPr>
            <a:r>
              <a:rPr lang="zh-CN" altLang="en-US" sz="2800" b="1" i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</a:t>
            </a:r>
            <a:r>
              <a:rPr lang="en-US" altLang="zh-CN" sz="2800" b="1" i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for i=1:100</a:t>
            </a:r>
          </a:p>
          <a:p>
            <a:pPr eaLnBrk="1" hangingPunct="1">
              <a:buFontTx/>
              <a:buNone/>
            </a:pPr>
            <a:r>
              <a:rPr lang="en-US" altLang="zh-CN" sz="2800" b="1" i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    route=randperm(CityNum);</a:t>
            </a:r>
          </a:p>
          <a:p>
            <a:pPr eaLnBrk="1" hangingPunct="1">
              <a:buFontTx/>
              <a:buNone/>
            </a:pPr>
            <a:r>
              <a:rPr lang="en-US" altLang="zh-CN" sz="2800" b="1" i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    fval0(i)=CalDist(dislist,route);</a:t>
            </a:r>
          </a:p>
          <a:p>
            <a:pPr eaLnBrk="1" hangingPunct="1">
              <a:buFontTx/>
              <a:buNone/>
            </a:pPr>
            <a:r>
              <a:rPr lang="en-US" altLang="zh-CN" sz="2800" b="1" i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end</a:t>
            </a:r>
          </a:p>
          <a:p>
            <a:pPr eaLnBrk="1" hangingPunct="1">
              <a:buFontTx/>
              <a:buNone/>
            </a:pPr>
            <a:r>
              <a:rPr lang="en-US" altLang="zh-CN" sz="2800" b="1" i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t0=-(max(fval0)-min(fval0))/log(0.9);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endParaRPr lang="en-US" altLang="zh-CN" sz="2800" b="1" i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en-US" altLang="zh-CN" sz="2800" b="1" i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</a:t>
            </a:r>
          </a:p>
        </p:txBody>
      </p:sp>
      <p:sp>
        <p:nvSpPr>
          <p:cNvPr id="791558" name="Rectangle 6">
            <a:extLst>
              <a:ext uri="{FF2B5EF4-FFF2-40B4-BE49-F238E27FC236}">
                <a16:creationId xmlns:a16="http://schemas.microsoft.com/office/drawing/2014/main" id="{24AAE6C8-C20A-EDE7-60F5-A4C3593D1116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0" y="1196975"/>
            <a:ext cx="9144000" cy="576263"/>
          </a:xfrm>
          <a:prstGeom prst="rect">
            <a:avLst/>
          </a:prstGeom>
          <a:gradFill rotWithShape="1">
            <a:gsLst>
              <a:gs pos="0">
                <a:srgbClr val="DDDDDD">
                  <a:alpha val="39999"/>
                </a:srgbClr>
              </a:gs>
              <a:gs pos="50000">
                <a:srgbClr val="B2B2B2">
                  <a:alpha val="60001"/>
                </a:srgbClr>
              </a:gs>
              <a:gs pos="100000">
                <a:srgbClr val="DDDDDD">
                  <a:alpha val="39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4500" indent="-4445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1177925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585913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9939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401888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8590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33162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7734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42306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eaLnBrk="1" latinLnBrk="1" hangingPunct="1">
              <a:lnSpc>
                <a:spcPct val="105000"/>
              </a:lnSpc>
              <a:spcBef>
                <a:spcPct val="20000"/>
              </a:spcBef>
            </a:pPr>
            <a:r>
              <a:rPr lang="zh-CN" altLang="en-US" sz="29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</a:t>
            </a:r>
            <a:r>
              <a:rPr lang="en-US" altLang="zh-CN" sz="2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3.5.1  30</a:t>
            </a:r>
            <a:r>
              <a:rPr lang="zh-CN" altLang="en-US" sz="2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城市</a:t>
            </a:r>
            <a:r>
              <a:rPr lang="en-US" altLang="zh-CN" sz="2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TSP</a:t>
            </a:r>
            <a:r>
              <a:rPr lang="zh-CN" altLang="en-US" sz="2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问题（</a:t>
            </a:r>
            <a:r>
              <a:rPr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i="0" baseline="30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=423.741 by D B Fogel</a:t>
            </a:r>
            <a:r>
              <a:rPr lang="zh-CN" altLang="en-US" sz="2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sz="2800" b="1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灯片编号占位符 4">
            <a:extLst>
              <a:ext uri="{FF2B5EF4-FFF2-40B4-BE49-F238E27FC236}">
                <a16:creationId xmlns:a16="http://schemas.microsoft.com/office/drawing/2014/main" id="{3770524C-AB5A-0248-B9A6-2F6FC25B72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D72C23-347E-E944-86DD-A7C91D9D05BB}" type="slidenum">
              <a:rPr lang="zh-CN" altLang="en-US" sz="1400">
                <a:solidFill>
                  <a:srgbClr val="0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94</a:t>
            </a:fld>
            <a:endParaRPr lang="en-US" altLang="zh-CN" sz="1400">
              <a:solidFill>
                <a:srgbClr val="00000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792578" name="Rectangle 2">
            <a:extLst>
              <a:ext uri="{FF2B5EF4-FFF2-40B4-BE49-F238E27FC236}">
                <a16:creationId xmlns:a16="http://schemas.microsoft.com/office/drawing/2014/main" id="{9CC7BFB6-BDB0-91A2-F067-FA44E85D467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0" y="549275"/>
            <a:ext cx="9144000" cy="719138"/>
          </a:xfrm>
          <a:gradFill rotWithShape="1">
            <a:gsLst>
              <a:gs pos="0">
                <a:srgbClr val="333333">
                  <a:alpha val="39999"/>
                </a:srgbClr>
              </a:gs>
              <a:gs pos="50000">
                <a:schemeClr val="bg1"/>
              </a:gs>
              <a:gs pos="100000">
                <a:srgbClr val="333333">
                  <a:alpha val="39999"/>
                </a:srgbClr>
              </a:gs>
            </a:gsLst>
            <a:lin ang="5400000" scaled="1"/>
          </a:gradFill>
        </p:spPr>
        <p:txBody>
          <a:bodyPr/>
          <a:lstStyle>
            <a:lvl1pPr marL="444500" indent="-4445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eaLnBrk="1" hangingPunct="1">
              <a:lnSpc>
                <a:spcPct val="105000"/>
              </a:lnSpc>
              <a:buFontTx/>
              <a:buNone/>
            </a:pPr>
            <a:r>
              <a:rPr lang="en-US" altLang="zh-CN" b="1" i="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3.5  </a:t>
            </a:r>
            <a:r>
              <a:rPr lang="zh-CN" altLang="en-US" b="1" i="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模拟退火算法的实现与应用</a:t>
            </a:r>
            <a:endParaRPr lang="zh-CN" altLang="en-US" sz="2000" b="1" i="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47462" name="Rectangle 5">
            <a:extLst>
              <a:ext uri="{FF2B5EF4-FFF2-40B4-BE49-F238E27FC236}">
                <a16:creationId xmlns:a16="http://schemas.microsoft.com/office/drawing/2014/main" id="{8604C94D-69F4-4B5E-DA00-59008BE3A0F1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50825" y="1916113"/>
            <a:ext cx="8713788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4500" indent="-444500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1177925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585913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9939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401888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8590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33162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7734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42306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800" b="1" i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状态产生函数的设计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zh-CN" altLang="en-US" sz="2800" b="1" i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（</a:t>
            </a:r>
            <a:r>
              <a:rPr lang="en-US" altLang="zh-CN" sz="2800" b="1" i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1</a:t>
            </a:r>
            <a:r>
              <a:rPr lang="zh-CN" altLang="en-US" sz="2800" b="1" i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）互换操作，随机交换两个城市的顺序；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endParaRPr lang="zh-CN" altLang="en-US" sz="2800" b="1" i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zh-CN" altLang="en-US" sz="2800" b="1" i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（</a:t>
            </a:r>
            <a:r>
              <a:rPr lang="en-US" altLang="zh-CN" sz="2800" b="1" i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2</a:t>
            </a:r>
            <a:r>
              <a:rPr lang="zh-CN" altLang="en-US" sz="2800" b="1" i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）逆序操作，两个随机位置间的城市逆序；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endParaRPr lang="zh-CN" altLang="en-US" sz="2800" b="1" i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zh-CN" altLang="en-US" sz="2800" b="1" i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（</a:t>
            </a:r>
            <a:r>
              <a:rPr lang="en-US" altLang="zh-CN" sz="2800" b="1" i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3</a:t>
            </a:r>
            <a:r>
              <a:rPr lang="zh-CN" altLang="en-US" sz="2800" b="1" i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）插入操作，随机选择某点插入某随机位置。</a:t>
            </a:r>
          </a:p>
        </p:txBody>
      </p:sp>
      <p:sp>
        <p:nvSpPr>
          <p:cNvPr id="792582" name="Rectangle 6">
            <a:extLst>
              <a:ext uri="{FF2B5EF4-FFF2-40B4-BE49-F238E27FC236}">
                <a16:creationId xmlns:a16="http://schemas.microsoft.com/office/drawing/2014/main" id="{8992F4C4-70BB-E4F9-B1A3-3C5F1D344EF8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0" y="1196975"/>
            <a:ext cx="9144000" cy="576263"/>
          </a:xfrm>
          <a:prstGeom prst="rect">
            <a:avLst/>
          </a:prstGeom>
          <a:gradFill rotWithShape="1">
            <a:gsLst>
              <a:gs pos="0">
                <a:srgbClr val="DDDDDD">
                  <a:alpha val="39999"/>
                </a:srgbClr>
              </a:gs>
              <a:gs pos="50000">
                <a:srgbClr val="B2B2B2">
                  <a:alpha val="60001"/>
                </a:srgbClr>
              </a:gs>
              <a:gs pos="100000">
                <a:srgbClr val="DDDDDD">
                  <a:alpha val="39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4500" indent="-4445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1177925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585913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9939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401888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8590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33162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7734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42306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eaLnBrk="1" latinLnBrk="1" hangingPunct="1">
              <a:lnSpc>
                <a:spcPct val="105000"/>
              </a:lnSpc>
              <a:spcBef>
                <a:spcPct val="20000"/>
              </a:spcBef>
            </a:pPr>
            <a:r>
              <a:rPr lang="zh-CN" altLang="en-US" sz="29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</a:t>
            </a:r>
            <a:r>
              <a:rPr lang="en-US" altLang="zh-CN" sz="2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3.5.1  30</a:t>
            </a:r>
            <a:r>
              <a:rPr lang="zh-CN" altLang="en-US" sz="2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城市</a:t>
            </a:r>
            <a:r>
              <a:rPr lang="en-US" altLang="zh-CN" sz="2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TSP</a:t>
            </a:r>
            <a:r>
              <a:rPr lang="zh-CN" altLang="en-US" sz="2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问题（</a:t>
            </a:r>
            <a:r>
              <a:rPr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i="0" baseline="30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=423.741 by D B Fogel</a:t>
            </a:r>
            <a:r>
              <a:rPr lang="zh-CN" altLang="en-US" sz="2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sz="2800" b="1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900" b="1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7466" name="Text Box 7">
            <a:extLst>
              <a:ext uri="{FF2B5EF4-FFF2-40B4-BE49-F238E27FC236}">
                <a16:creationId xmlns:a16="http://schemas.microsoft.com/office/drawing/2014/main" id="{1F2AF1C3-7F10-8158-0357-E869430003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013" y="3141663"/>
            <a:ext cx="360362" cy="404812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FontTx/>
              <a:buNone/>
            </a:pPr>
            <a:r>
              <a:rPr kumimoji="0" lang="en-US" altLang="zh-CN" sz="1800" b="1" i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47467" name="Text Box 8">
            <a:extLst>
              <a:ext uri="{FF2B5EF4-FFF2-40B4-BE49-F238E27FC236}">
                <a16:creationId xmlns:a16="http://schemas.microsoft.com/office/drawing/2014/main" id="{F6FAF67B-B9C7-08DA-7B11-920F8ECD07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375" y="3141663"/>
            <a:ext cx="360363" cy="404812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FontTx/>
              <a:buNone/>
            </a:pPr>
            <a:r>
              <a:rPr kumimoji="0" lang="en-US" altLang="zh-CN" sz="1800" b="1" i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47468" name="Text Box 9">
            <a:extLst>
              <a:ext uri="{FF2B5EF4-FFF2-40B4-BE49-F238E27FC236}">
                <a16:creationId xmlns:a16="http://schemas.microsoft.com/office/drawing/2014/main" id="{0DFE3B8A-CC8B-46EE-05B7-4784373DB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8738" y="3141663"/>
            <a:ext cx="360362" cy="404812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FontTx/>
              <a:buNone/>
            </a:pPr>
            <a:r>
              <a:rPr kumimoji="0" lang="en-US" altLang="zh-CN" sz="1800" b="1" i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47469" name="Text Box 10">
            <a:extLst>
              <a:ext uri="{FF2B5EF4-FFF2-40B4-BE49-F238E27FC236}">
                <a16:creationId xmlns:a16="http://schemas.microsoft.com/office/drawing/2014/main" id="{D70FB4FD-DBF5-85CE-0017-B82534FFA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9100" y="3141663"/>
            <a:ext cx="360363" cy="404812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FontTx/>
              <a:buNone/>
            </a:pPr>
            <a:r>
              <a:rPr kumimoji="0" lang="en-US" altLang="zh-CN" sz="1800" b="1" i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47470" name="Text Box 11">
            <a:extLst>
              <a:ext uri="{FF2B5EF4-FFF2-40B4-BE49-F238E27FC236}">
                <a16:creationId xmlns:a16="http://schemas.microsoft.com/office/drawing/2014/main" id="{0ABBC482-01FB-FD77-69EE-D3B2A93EC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7875" y="3141663"/>
            <a:ext cx="360363" cy="404812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FontTx/>
              <a:buNone/>
            </a:pPr>
            <a:r>
              <a:rPr kumimoji="0" lang="en-US" altLang="zh-CN" sz="1800" b="1" i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147471" name="Text Box 12">
            <a:extLst>
              <a:ext uri="{FF2B5EF4-FFF2-40B4-BE49-F238E27FC236}">
                <a16:creationId xmlns:a16="http://schemas.microsoft.com/office/drawing/2014/main" id="{8CAA9E50-37BC-0B61-2925-20E467F44B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8238" y="3141663"/>
            <a:ext cx="360362" cy="404812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FontTx/>
              <a:buNone/>
            </a:pPr>
            <a:r>
              <a:rPr kumimoji="0" lang="en-US" altLang="zh-CN" sz="1800" b="1" i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47472" name="Text Box 13">
            <a:extLst>
              <a:ext uri="{FF2B5EF4-FFF2-40B4-BE49-F238E27FC236}">
                <a16:creationId xmlns:a16="http://schemas.microsoft.com/office/drawing/2014/main" id="{66D25227-7691-E32A-B051-25DA3A40F3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600" y="3141663"/>
            <a:ext cx="360363" cy="404812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FontTx/>
              <a:buNone/>
            </a:pPr>
            <a:r>
              <a:rPr kumimoji="0" lang="en-US" altLang="zh-CN" sz="1800" b="1" i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47473" name="Text Box 14">
            <a:extLst>
              <a:ext uri="{FF2B5EF4-FFF2-40B4-BE49-F238E27FC236}">
                <a16:creationId xmlns:a16="http://schemas.microsoft.com/office/drawing/2014/main" id="{F3F3EC6C-0776-4D7D-DAF7-CBE24CD5B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8963" y="3141663"/>
            <a:ext cx="360362" cy="404812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FontTx/>
              <a:buNone/>
            </a:pPr>
            <a:r>
              <a:rPr kumimoji="0" lang="en-US" altLang="zh-CN" sz="1800" b="1" i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47474" name="Text Box 15">
            <a:extLst>
              <a:ext uri="{FF2B5EF4-FFF2-40B4-BE49-F238E27FC236}">
                <a16:creationId xmlns:a16="http://schemas.microsoft.com/office/drawing/2014/main" id="{4AA4CDB5-1EA2-35A1-A70E-EFCEA1563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325" y="3141663"/>
            <a:ext cx="360363" cy="404812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FontTx/>
              <a:buNone/>
            </a:pPr>
            <a:r>
              <a:rPr kumimoji="0" lang="en-US" altLang="zh-CN" sz="1800" b="1" i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47475" name="Text Box 16">
            <a:extLst>
              <a:ext uri="{FF2B5EF4-FFF2-40B4-BE49-F238E27FC236}">
                <a16:creationId xmlns:a16="http://schemas.microsoft.com/office/drawing/2014/main" id="{56A46736-58C9-7A0F-24C7-A05975C18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248150"/>
            <a:ext cx="360363" cy="404813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FontTx/>
              <a:buNone/>
            </a:pPr>
            <a:r>
              <a:rPr kumimoji="0" lang="en-US" altLang="zh-CN" sz="1800" b="1" i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47476" name="Text Box 17">
            <a:extLst>
              <a:ext uri="{FF2B5EF4-FFF2-40B4-BE49-F238E27FC236}">
                <a16:creationId xmlns:a16="http://schemas.microsoft.com/office/drawing/2014/main" id="{B9393DDD-4E2D-C4E5-ACB4-A589FF88E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4248150"/>
            <a:ext cx="360362" cy="404813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FontTx/>
              <a:buNone/>
            </a:pPr>
            <a:r>
              <a:rPr kumimoji="0" lang="en-US" altLang="zh-CN" sz="1800" b="1" i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47477" name="Text Box 18">
            <a:extLst>
              <a:ext uri="{FF2B5EF4-FFF2-40B4-BE49-F238E27FC236}">
                <a16:creationId xmlns:a16="http://schemas.microsoft.com/office/drawing/2014/main" id="{64B768DB-A451-1C24-5F94-F53475336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0325" y="4248150"/>
            <a:ext cx="360363" cy="404813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FontTx/>
              <a:buNone/>
            </a:pPr>
            <a:r>
              <a:rPr kumimoji="0" lang="en-US" altLang="zh-CN" sz="1800" b="1" i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47478" name="Text Box 19">
            <a:extLst>
              <a:ext uri="{FF2B5EF4-FFF2-40B4-BE49-F238E27FC236}">
                <a16:creationId xmlns:a16="http://schemas.microsoft.com/office/drawing/2014/main" id="{18AB07DF-9ED3-B360-71EC-FC25EC242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0688" y="4248150"/>
            <a:ext cx="360362" cy="404813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FontTx/>
              <a:buNone/>
            </a:pPr>
            <a:r>
              <a:rPr kumimoji="0" lang="en-US" altLang="zh-CN" sz="1800" b="1" i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47479" name="Text Box 20">
            <a:extLst>
              <a:ext uri="{FF2B5EF4-FFF2-40B4-BE49-F238E27FC236}">
                <a16:creationId xmlns:a16="http://schemas.microsoft.com/office/drawing/2014/main" id="{97403777-67D0-C2DB-E64C-F13BF1844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9463" y="4248150"/>
            <a:ext cx="360362" cy="404813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FontTx/>
              <a:buNone/>
            </a:pPr>
            <a:r>
              <a:rPr kumimoji="0" lang="en-US" altLang="zh-CN" sz="1800" b="1" i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147480" name="Text Box 21">
            <a:extLst>
              <a:ext uri="{FF2B5EF4-FFF2-40B4-BE49-F238E27FC236}">
                <a16:creationId xmlns:a16="http://schemas.microsoft.com/office/drawing/2014/main" id="{E34E3B6D-D4F7-1C98-8F6A-566A7DE42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9825" y="4248150"/>
            <a:ext cx="360363" cy="404813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FontTx/>
              <a:buNone/>
            </a:pPr>
            <a:r>
              <a:rPr kumimoji="0" lang="en-US" altLang="zh-CN" sz="1800" b="1" i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47481" name="Text Box 22">
            <a:extLst>
              <a:ext uri="{FF2B5EF4-FFF2-40B4-BE49-F238E27FC236}">
                <a16:creationId xmlns:a16="http://schemas.microsoft.com/office/drawing/2014/main" id="{BC950AE4-0C9F-E230-54CC-D7CD747346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0188" y="4248150"/>
            <a:ext cx="360362" cy="404813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FontTx/>
              <a:buNone/>
            </a:pPr>
            <a:r>
              <a:rPr kumimoji="0" lang="en-US" altLang="zh-CN" sz="1800" b="1" i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47482" name="Text Box 23">
            <a:extLst>
              <a:ext uri="{FF2B5EF4-FFF2-40B4-BE49-F238E27FC236}">
                <a16:creationId xmlns:a16="http://schemas.microsoft.com/office/drawing/2014/main" id="{438A99AD-7006-BC9B-9303-F8B238397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0550" y="4248150"/>
            <a:ext cx="360363" cy="404813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FontTx/>
              <a:buNone/>
            </a:pPr>
            <a:r>
              <a:rPr kumimoji="0" lang="en-US" altLang="zh-CN" sz="1800" b="1" i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47483" name="Text Box 24">
            <a:extLst>
              <a:ext uri="{FF2B5EF4-FFF2-40B4-BE49-F238E27FC236}">
                <a16:creationId xmlns:a16="http://schemas.microsoft.com/office/drawing/2014/main" id="{42D61747-1EC9-8E4B-D5D2-ABA9BD32C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0913" y="4248150"/>
            <a:ext cx="360362" cy="404813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FontTx/>
              <a:buNone/>
            </a:pPr>
            <a:r>
              <a:rPr kumimoji="0" lang="en-US" altLang="zh-CN" sz="1800" b="1" i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47484" name="Text Box 25">
            <a:extLst>
              <a:ext uri="{FF2B5EF4-FFF2-40B4-BE49-F238E27FC236}">
                <a16:creationId xmlns:a16="http://schemas.microsoft.com/office/drawing/2014/main" id="{3052CDA6-7A28-F894-7013-6F095D0D6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445125"/>
            <a:ext cx="360363" cy="404813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FontTx/>
              <a:buNone/>
            </a:pPr>
            <a:r>
              <a:rPr kumimoji="0" lang="en-US" altLang="zh-CN" sz="1800" b="1" i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47485" name="Text Box 26">
            <a:extLst>
              <a:ext uri="{FF2B5EF4-FFF2-40B4-BE49-F238E27FC236}">
                <a16:creationId xmlns:a16="http://schemas.microsoft.com/office/drawing/2014/main" id="{68AB0560-A667-DFE2-E08F-E58ABA912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5445125"/>
            <a:ext cx="360362" cy="404813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FontTx/>
              <a:buNone/>
            </a:pPr>
            <a:r>
              <a:rPr kumimoji="0" lang="en-US" altLang="zh-CN" sz="1800" b="1" i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47486" name="Text Box 27">
            <a:extLst>
              <a:ext uri="{FF2B5EF4-FFF2-40B4-BE49-F238E27FC236}">
                <a16:creationId xmlns:a16="http://schemas.microsoft.com/office/drawing/2014/main" id="{C6B28198-793F-5C4B-041B-9B6C2C916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0325" y="5445125"/>
            <a:ext cx="360363" cy="404813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FontTx/>
              <a:buNone/>
            </a:pPr>
            <a:r>
              <a:rPr kumimoji="0" lang="en-US" altLang="zh-CN" sz="1800" b="1" i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47487" name="Text Box 28">
            <a:extLst>
              <a:ext uri="{FF2B5EF4-FFF2-40B4-BE49-F238E27FC236}">
                <a16:creationId xmlns:a16="http://schemas.microsoft.com/office/drawing/2014/main" id="{E0F1CE08-3A43-56FA-74C6-92B391A9A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0688" y="5445125"/>
            <a:ext cx="360362" cy="404813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FontTx/>
              <a:buNone/>
            </a:pPr>
            <a:r>
              <a:rPr kumimoji="0" lang="en-US" altLang="zh-CN" sz="1800" b="1" i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47488" name="Text Box 29">
            <a:extLst>
              <a:ext uri="{FF2B5EF4-FFF2-40B4-BE49-F238E27FC236}">
                <a16:creationId xmlns:a16="http://schemas.microsoft.com/office/drawing/2014/main" id="{17A05882-F14D-A775-C928-489CFE2FA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9463" y="5445125"/>
            <a:ext cx="360362" cy="404813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FontTx/>
              <a:buNone/>
            </a:pPr>
            <a:r>
              <a:rPr kumimoji="0" lang="en-US" altLang="zh-CN" sz="1800" b="1" i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147489" name="Text Box 30">
            <a:extLst>
              <a:ext uri="{FF2B5EF4-FFF2-40B4-BE49-F238E27FC236}">
                <a16:creationId xmlns:a16="http://schemas.microsoft.com/office/drawing/2014/main" id="{D5C5991B-F141-A2ED-46BA-3F80FE18A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9825" y="5445125"/>
            <a:ext cx="360363" cy="404813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FontTx/>
              <a:buNone/>
            </a:pPr>
            <a:r>
              <a:rPr kumimoji="0" lang="en-US" altLang="zh-CN" sz="1800" b="1" i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47490" name="Text Box 31">
            <a:extLst>
              <a:ext uri="{FF2B5EF4-FFF2-40B4-BE49-F238E27FC236}">
                <a16:creationId xmlns:a16="http://schemas.microsoft.com/office/drawing/2014/main" id="{4804A850-DE9C-C734-8C35-DF0187EB0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0188" y="5445125"/>
            <a:ext cx="360362" cy="404813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FontTx/>
              <a:buNone/>
            </a:pPr>
            <a:r>
              <a:rPr kumimoji="0" lang="en-US" altLang="zh-CN" sz="1800" b="1" i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47491" name="Text Box 32">
            <a:extLst>
              <a:ext uri="{FF2B5EF4-FFF2-40B4-BE49-F238E27FC236}">
                <a16:creationId xmlns:a16="http://schemas.microsoft.com/office/drawing/2014/main" id="{56BA297F-8568-8C7B-1616-704E7697DD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0550" y="5445125"/>
            <a:ext cx="360363" cy="404813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FontTx/>
              <a:buNone/>
            </a:pPr>
            <a:r>
              <a:rPr kumimoji="0" lang="en-US" altLang="zh-CN" sz="1800" b="1" i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47492" name="Text Box 33">
            <a:extLst>
              <a:ext uri="{FF2B5EF4-FFF2-40B4-BE49-F238E27FC236}">
                <a16:creationId xmlns:a16="http://schemas.microsoft.com/office/drawing/2014/main" id="{65A9268B-35C4-AA6E-2A91-512DE24A0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0913" y="5445125"/>
            <a:ext cx="360362" cy="404813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FontTx/>
              <a:buNone/>
            </a:pPr>
            <a:r>
              <a:rPr kumimoji="0" lang="en-US" altLang="zh-CN" sz="1800" b="1" i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792610" name="AutoShape 34">
            <a:extLst>
              <a:ext uri="{FF2B5EF4-FFF2-40B4-BE49-F238E27FC236}">
                <a16:creationId xmlns:a16="http://schemas.microsoft.com/office/drawing/2014/main" id="{5C0FBFD1-E783-9999-B1A0-951950E1F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3284538"/>
            <a:ext cx="576262" cy="144462"/>
          </a:xfrm>
          <a:prstGeom prst="rightArrow">
            <a:avLst>
              <a:gd name="adj1" fmla="val 50000"/>
              <a:gd name="adj2" fmla="val 99726"/>
            </a:avLst>
          </a:prstGeom>
          <a:solidFill>
            <a:schemeClr val="accent1"/>
          </a:solidFill>
          <a:ln w="381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solidFill>
                <a:srgbClr val="00000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792611" name="AutoShape 35">
            <a:extLst>
              <a:ext uri="{FF2B5EF4-FFF2-40B4-BE49-F238E27FC236}">
                <a16:creationId xmlns:a16="http://schemas.microsoft.com/office/drawing/2014/main" id="{74E23139-D072-E951-4853-F0DCDAE9F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4365625"/>
            <a:ext cx="576262" cy="144463"/>
          </a:xfrm>
          <a:prstGeom prst="rightArrow">
            <a:avLst>
              <a:gd name="adj1" fmla="val 50000"/>
              <a:gd name="adj2" fmla="val 99725"/>
            </a:avLst>
          </a:prstGeom>
          <a:solidFill>
            <a:schemeClr val="accent1"/>
          </a:solidFill>
          <a:ln w="381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solidFill>
                <a:srgbClr val="00000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792612" name="AutoShape 36">
            <a:extLst>
              <a:ext uri="{FF2B5EF4-FFF2-40B4-BE49-F238E27FC236}">
                <a16:creationId xmlns:a16="http://schemas.microsoft.com/office/drawing/2014/main" id="{68F6C4B9-3D85-E504-56B6-CEEC12A50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5589588"/>
            <a:ext cx="576262" cy="144462"/>
          </a:xfrm>
          <a:prstGeom prst="rightArrow">
            <a:avLst>
              <a:gd name="adj1" fmla="val 50000"/>
              <a:gd name="adj2" fmla="val 99726"/>
            </a:avLst>
          </a:prstGeom>
          <a:solidFill>
            <a:schemeClr val="accent1"/>
          </a:solidFill>
          <a:ln w="381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solidFill>
                <a:srgbClr val="00000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pSp>
        <p:nvGrpSpPr>
          <p:cNvPr id="792613" name="Group 37">
            <a:extLst>
              <a:ext uri="{FF2B5EF4-FFF2-40B4-BE49-F238E27FC236}">
                <a16:creationId xmlns:a16="http://schemas.microsoft.com/office/drawing/2014/main" id="{41B19407-D4BF-0D23-19D8-53098A3D10D6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2892425"/>
            <a:ext cx="1296988" cy="608013"/>
            <a:chOff x="884" y="1822"/>
            <a:chExt cx="817" cy="383"/>
          </a:xfrm>
        </p:grpSpPr>
        <p:sp>
          <p:nvSpPr>
            <p:cNvPr id="147537" name="Oval 38">
              <a:extLst>
                <a:ext uri="{FF2B5EF4-FFF2-40B4-BE49-F238E27FC236}">
                  <a16:creationId xmlns:a16="http://schemas.microsoft.com/office/drawing/2014/main" id="{159E68B9-6ECA-5D53-36CB-DF594B75C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1979"/>
              <a:ext cx="136" cy="226"/>
            </a:xfrm>
            <a:prstGeom prst="ellipse">
              <a:avLst/>
            </a:prstGeom>
            <a:noFill/>
            <a:ln w="19050" algn="ctr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rgbClr val="000000"/>
                </a:solidFill>
                <a:latin typeface="Gulim" panose="020B0600000101010101" pitchFamily="34" charset="-127"/>
                <a:ea typeface="Gulim" panose="020B0600000101010101" pitchFamily="34" charset="-127"/>
              </a:endParaRPr>
            </a:p>
          </p:txBody>
        </p:sp>
        <p:sp>
          <p:nvSpPr>
            <p:cNvPr id="147538" name="Oval 39">
              <a:extLst>
                <a:ext uri="{FF2B5EF4-FFF2-40B4-BE49-F238E27FC236}">
                  <a16:creationId xmlns:a16="http://schemas.microsoft.com/office/drawing/2014/main" id="{A7FA089A-08FF-6A91-2D48-77952364BE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1979"/>
              <a:ext cx="136" cy="226"/>
            </a:xfrm>
            <a:prstGeom prst="ellipse">
              <a:avLst/>
            </a:prstGeom>
            <a:noFill/>
            <a:ln w="19050" algn="ctr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rgbClr val="000000"/>
                </a:solidFill>
                <a:latin typeface="Gulim" panose="020B0600000101010101" pitchFamily="34" charset="-127"/>
                <a:ea typeface="Gulim" panose="020B0600000101010101" pitchFamily="34" charset="-127"/>
              </a:endParaRPr>
            </a:p>
          </p:txBody>
        </p:sp>
        <p:sp>
          <p:nvSpPr>
            <p:cNvPr id="147539" name="Freeform 40">
              <a:extLst>
                <a:ext uri="{FF2B5EF4-FFF2-40B4-BE49-F238E27FC236}">
                  <a16:creationId xmlns:a16="http://schemas.microsoft.com/office/drawing/2014/main" id="{1920B095-775B-E55A-C2BA-84F0E3F56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" y="1822"/>
              <a:ext cx="665" cy="135"/>
            </a:xfrm>
            <a:custGeom>
              <a:avLst/>
              <a:gdLst>
                <a:gd name="T0" fmla="*/ 0 w 665"/>
                <a:gd name="T1" fmla="*/ 135 h 135"/>
                <a:gd name="T2" fmla="*/ 130 w 665"/>
                <a:gd name="T3" fmla="*/ 29 h 135"/>
                <a:gd name="T4" fmla="*/ 183 w 665"/>
                <a:gd name="T5" fmla="*/ 6 h 135"/>
                <a:gd name="T6" fmla="*/ 200 w 665"/>
                <a:gd name="T7" fmla="*/ 0 h 135"/>
                <a:gd name="T8" fmla="*/ 394 w 665"/>
                <a:gd name="T9" fmla="*/ 18 h 135"/>
                <a:gd name="T10" fmla="*/ 535 w 665"/>
                <a:gd name="T11" fmla="*/ 65 h 135"/>
                <a:gd name="T12" fmla="*/ 571 w 665"/>
                <a:gd name="T13" fmla="*/ 76 h 135"/>
                <a:gd name="T14" fmla="*/ 606 w 665"/>
                <a:gd name="T15" fmla="*/ 88 h 135"/>
                <a:gd name="T16" fmla="*/ 641 w 665"/>
                <a:gd name="T17" fmla="*/ 106 h 135"/>
                <a:gd name="T18" fmla="*/ 659 w 665"/>
                <a:gd name="T19" fmla="*/ 123 h 1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65" h="135">
                  <a:moveTo>
                    <a:pt x="0" y="135"/>
                  </a:moveTo>
                  <a:cubicBezTo>
                    <a:pt x="34" y="86"/>
                    <a:pt x="73" y="48"/>
                    <a:pt x="130" y="29"/>
                  </a:cubicBezTo>
                  <a:cubicBezTo>
                    <a:pt x="148" y="23"/>
                    <a:pt x="165" y="12"/>
                    <a:pt x="183" y="6"/>
                  </a:cubicBezTo>
                  <a:cubicBezTo>
                    <a:pt x="189" y="4"/>
                    <a:pt x="200" y="0"/>
                    <a:pt x="200" y="0"/>
                  </a:cubicBezTo>
                  <a:cubicBezTo>
                    <a:pt x="283" y="4"/>
                    <a:pt x="323" y="8"/>
                    <a:pt x="394" y="18"/>
                  </a:cubicBezTo>
                  <a:cubicBezTo>
                    <a:pt x="441" y="34"/>
                    <a:pt x="488" y="49"/>
                    <a:pt x="535" y="65"/>
                  </a:cubicBezTo>
                  <a:cubicBezTo>
                    <a:pt x="596" y="86"/>
                    <a:pt x="510" y="56"/>
                    <a:pt x="571" y="76"/>
                  </a:cubicBezTo>
                  <a:cubicBezTo>
                    <a:pt x="583" y="80"/>
                    <a:pt x="606" y="88"/>
                    <a:pt x="606" y="88"/>
                  </a:cubicBezTo>
                  <a:cubicBezTo>
                    <a:pt x="617" y="96"/>
                    <a:pt x="631" y="98"/>
                    <a:pt x="641" y="106"/>
                  </a:cubicBezTo>
                  <a:cubicBezTo>
                    <a:pt x="665" y="125"/>
                    <a:pt x="643" y="123"/>
                    <a:pt x="659" y="123"/>
                  </a:cubicBez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40" name="Freeform 41">
              <a:extLst>
                <a:ext uri="{FF2B5EF4-FFF2-40B4-BE49-F238E27FC236}">
                  <a16:creationId xmlns:a16="http://schemas.microsoft.com/office/drawing/2014/main" id="{410F5FD9-3F53-FEDD-EA76-5778940802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6" y="1916"/>
              <a:ext cx="71" cy="24"/>
            </a:xfrm>
            <a:custGeom>
              <a:avLst/>
              <a:gdLst>
                <a:gd name="T0" fmla="*/ 0 w 71"/>
                <a:gd name="T1" fmla="*/ 24 h 24"/>
                <a:gd name="T2" fmla="*/ 65 w 71"/>
                <a:gd name="T3" fmla="*/ 18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1" h="24">
                  <a:moveTo>
                    <a:pt x="0" y="24"/>
                  </a:moveTo>
                  <a:cubicBezTo>
                    <a:pt x="71" y="0"/>
                    <a:pt x="4" y="18"/>
                    <a:pt x="65" y="18"/>
                  </a:cubicBezTo>
                </a:path>
              </a:pathLst>
            </a:custGeom>
            <a:noFill/>
            <a:ln w="127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41" name="Freeform 42">
              <a:extLst>
                <a:ext uri="{FF2B5EF4-FFF2-40B4-BE49-F238E27FC236}">
                  <a16:creationId xmlns:a16="http://schemas.microsoft.com/office/drawing/2014/main" id="{FD0C6FD1-EA3F-CE60-4789-0708AB281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" y="1887"/>
              <a:ext cx="31" cy="60"/>
            </a:xfrm>
            <a:custGeom>
              <a:avLst/>
              <a:gdLst>
                <a:gd name="T0" fmla="*/ 0 w 31"/>
                <a:gd name="T1" fmla="*/ 0 h 60"/>
                <a:gd name="T2" fmla="*/ 11 w 31"/>
                <a:gd name="T3" fmla="*/ 35 h 60"/>
                <a:gd name="T4" fmla="*/ 29 w 31"/>
                <a:gd name="T5" fmla="*/ 53 h 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60">
                  <a:moveTo>
                    <a:pt x="0" y="0"/>
                  </a:moveTo>
                  <a:cubicBezTo>
                    <a:pt x="1" y="3"/>
                    <a:pt x="10" y="33"/>
                    <a:pt x="11" y="35"/>
                  </a:cubicBezTo>
                  <a:cubicBezTo>
                    <a:pt x="31" y="60"/>
                    <a:pt x="29" y="37"/>
                    <a:pt x="29" y="53"/>
                  </a:cubicBezTo>
                </a:path>
              </a:pathLst>
            </a:custGeom>
            <a:noFill/>
            <a:ln w="127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42" name="Freeform 43">
              <a:extLst>
                <a:ext uri="{FF2B5EF4-FFF2-40B4-BE49-F238E27FC236}">
                  <a16:creationId xmlns:a16="http://schemas.microsoft.com/office/drawing/2014/main" id="{861A2B5C-2849-F362-2291-F71E4C8A2CFD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" y="1887"/>
              <a:ext cx="23" cy="76"/>
            </a:xfrm>
            <a:custGeom>
              <a:avLst/>
              <a:gdLst>
                <a:gd name="T0" fmla="*/ 23 w 23"/>
                <a:gd name="T1" fmla="*/ 0 h 76"/>
                <a:gd name="T2" fmla="*/ 0 w 23"/>
                <a:gd name="T3" fmla="*/ 76 h 7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76">
                  <a:moveTo>
                    <a:pt x="23" y="0"/>
                  </a:moveTo>
                  <a:cubicBezTo>
                    <a:pt x="14" y="25"/>
                    <a:pt x="12" y="52"/>
                    <a:pt x="0" y="76"/>
                  </a:cubicBez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43" name="Freeform 44">
              <a:extLst>
                <a:ext uri="{FF2B5EF4-FFF2-40B4-BE49-F238E27FC236}">
                  <a16:creationId xmlns:a16="http://schemas.microsoft.com/office/drawing/2014/main" id="{CE9BD070-59EF-0D0F-28EB-C2C832C9F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" y="1933"/>
              <a:ext cx="65" cy="24"/>
            </a:xfrm>
            <a:custGeom>
              <a:avLst/>
              <a:gdLst>
                <a:gd name="T0" fmla="*/ 0 w 65"/>
                <a:gd name="T1" fmla="*/ 24 h 24"/>
                <a:gd name="T2" fmla="*/ 65 w 65"/>
                <a:gd name="T3" fmla="*/ 0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5" h="24">
                  <a:moveTo>
                    <a:pt x="0" y="24"/>
                  </a:moveTo>
                  <a:cubicBezTo>
                    <a:pt x="22" y="17"/>
                    <a:pt x="44" y="10"/>
                    <a:pt x="65" y="0"/>
                  </a:cubicBezTo>
                </a:path>
              </a:pathLst>
            </a:custGeom>
            <a:noFill/>
            <a:ln w="127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92621" name="Oval 45">
            <a:extLst>
              <a:ext uri="{FF2B5EF4-FFF2-40B4-BE49-F238E27FC236}">
                <a16:creationId xmlns:a16="http://schemas.microsoft.com/office/drawing/2014/main" id="{17EC4D55-2E27-9921-4201-053ECCEC9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259263"/>
            <a:ext cx="1368425" cy="360362"/>
          </a:xfrm>
          <a:prstGeom prst="ellipse">
            <a:avLst/>
          </a:prstGeom>
          <a:noFill/>
          <a:ln w="19050" algn="ctr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solidFill>
                <a:srgbClr val="00000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pSp>
        <p:nvGrpSpPr>
          <p:cNvPr id="792622" name="Group 46">
            <a:extLst>
              <a:ext uri="{FF2B5EF4-FFF2-40B4-BE49-F238E27FC236}">
                <a16:creationId xmlns:a16="http://schemas.microsoft.com/office/drawing/2014/main" id="{909476A3-7D3C-0F41-A491-07FAB1FEC3FE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5445125"/>
            <a:ext cx="1358900" cy="842963"/>
            <a:chOff x="657" y="3430"/>
            <a:chExt cx="856" cy="531"/>
          </a:xfrm>
        </p:grpSpPr>
        <p:sp>
          <p:nvSpPr>
            <p:cNvPr id="147533" name="Oval 47">
              <a:extLst>
                <a:ext uri="{FF2B5EF4-FFF2-40B4-BE49-F238E27FC236}">
                  <a16:creationId xmlns:a16="http://schemas.microsoft.com/office/drawing/2014/main" id="{CAAE5E5E-9AB4-D0BC-8610-7E32AB97E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" y="3430"/>
              <a:ext cx="136" cy="226"/>
            </a:xfrm>
            <a:prstGeom prst="ellipse">
              <a:avLst/>
            </a:prstGeom>
            <a:noFill/>
            <a:ln w="19050" algn="ctr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rgbClr val="000000"/>
                </a:solidFill>
                <a:latin typeface="Gulim" panose="020B0600000101010101" pitchFamily="34" charset="-127"/>
                <a:ea typeface="Gulim" panose="020B0600000101010101" pitchFamily="34" charset="-127"/>
              </a:endParaRPr>
            </a:p>
          </p:txBody>
        </p:sp>
        <p:sp>
          <p:nvSpPr>
            <p:cNvPr id="147534" name="Freeform 48">
              <a:extLst>
                <a:ext uri="{FF2B5EF4-FFF2-40B4-BE49-F238E27FC236}">
                  <a16:creationId xmlns:a16="http://schemas.microsoft.com/office/drawing/2014/main" id="{E10C32C3-2EDB-4EEE-6DC1-374861AC59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" y="3657"/>
              <a:ext cx="758" cy="304"/>
            </a:xfrm>
            <a:custGeom>
              <a:avLst/>
              <a:gdLst>
                <a:gd name="T0" fmla="*/ 0 w 758"/>
                <a:gd name="T1" fmla="*/ 0 h 276"/>
                <a:gd name="T2" fmla="*/ 47 w 758"/>
                <a:gd name="T3" fmla="*/ 637 h 276"/>
                <a:gd name="T4" fmla="*/ 82 w 758"/>
                <a:gd name="T5" fmla="*/ 752 h 276"/>
                <a:gd name="T6" fmla="*/ 258 w 758"/>
                <a:gd name="T7" fmla="*/ 1067 h 276"/>
                <a:gd name="T8" fmla="*/ 476 w 758"/>
                <a:gd name="T9" fmla="*/ 956 h 276"/>
                <a:gd name="T10" fmla="*/ 546 w 758"/>
                <a:gd name="T11" fmla="*/ 826 h 276"/>
                <a:gd name="T12" fmla="*/ 605 w 758"/>
                <a:gd name="T13" fmla="*/ 702 h 276"/>
                <a:gd name="T14" fmla="*/ 658 w 758"/>
                <a:gd name="T15" fmla="*/ 542 h 276"/>
                <a:gd name="T16" fmla="*/ 740 w 758"/>
                <a:gd name="T17" fmla="*/ 252 h 276"/>
                <a:gd name="T18" fmla="*/ 752 w 758"/>
                <a:gd name="T19" fmla="*/ 181 h 276"/>
                <a:gd name="T20" fmla="*/ 758 w 758"/>
                <a:gd name="T21" fmla="*/ 115 h 27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58" h="276">
                  <a:moveTo>
                    <a:pt x="0" y="0"/>
                  </a:moveTo>
                  <a:cubicBezTo>
                    <a:pt x="5" y="79"/>
                    <a:pt x="0" y="110"/>
                    <a:pt x="47" y="165"/>
                  </a:cubicBezTo>
                  <a:cubicBezTo>
                    <a:pt x="72" y="195"/>
                    <a:pt x="52" y="184"/>
                    <a:pt x="82" y="194"/>
                  </a:cubicBezTo>
                  <a:cubicBezTo>
                    <a:pt x="132" y="244"/>
                    <a:pt x="189" y="266"/>
                    <a:pt x="258" y="276"/>
                  </a:cubicBezTo>
                  <a:cubicBezTo>
                    <a:pt x="337" y="272"/>
                    <a:pt x="401" y="266"/>
                    <a:pt x="476" y="247"/>
                  </a:cubicBezTo>
                  <a:cubicBezTo>
                    <a:pt x="498" y="232"/>
                    <a:pt x="523" y="225"/>
                    <a:pt x="546" y="212"/>
                  </a:cubicBezTo>
                  <a:cubicBezTo>
                    <a:pt x="603" y="180"/>
                    <a:pt x="560" y="194"/>
                    <a:pt x="605" y="182"/>
                  </a:cubicBezTo>
                  <a:cubicBezTo>
                    <a:pt x="625" y="170"/>
                    <a:pt x="639" y="154"/>
                    <a:pt x="658" y="141"/>
                  </a:cubicBezTo>
                  <a:cubicBezTo>
                    <a:pt x="680" y="110"/>
                    <a:pt x="709" y="87"/>
                    <a:pt x="740" y="65"/>
                  </a:cubicBezTo>
                  <a:cubicBezTo>
                    <a:pt x="744" y="59"/>
                    <a:pt x="749" y="53"/>
                    <a:pt x="752" y="47"/>
                  </a:cubicBezTo>
                  <a:cubicBezTo>
                    <a:pt x="755" y="42"/>
                    <a:pt x="758" y="30"/>
                    <a:pt x="758" y="30"/>
                  </a:cubicBez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35" name="Freeform 49">
              <a:extLst>
                <a:ext uri="{FF2B5EF4-FFF2-40B4-BE49-F238E27FC236}">
                  <a16:creationId xmlns:a16="http://schemas.microsoft.com/office/drawing/2014/main" id="{0D335BB0-5988-BEBC-E815-570EE6C2A5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3" y="3671"/>
              <a:ext cx="100" cy="65"/>
            </a:xfrm>
            <a:custGeom>
              <a:avLst/>
              <a:gdLst>
                <a:gd name="T0" fmla="*/ 0 w 100"/>
                <a:gd name="T1" fmla="*/ 65 h 65"/>
                <a:gd name="T2" fmla="*/ 100 w 100"/>
                <a:gd name="T3" fmla="*/ 0 h 6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0" h="65">
                  <a:moveTo>
                    <a:pt x="0" y="65"/>
                  </a:moveTo>
                  <a:cubicBezTo>
                    <a:pt x="32" y="42"/>
                    <a:pt x="71" y="29"/>
                    <a:pt x="100" y="0"/>
                  </a:cubicBez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36" name="Freeform 50">
              <a:extLst>
                <a:ext uri="{FF2B5EF4-FFF2-40B4-BE49-F238E27FC236}">
                  <a16:creationId xmlns:a16="http://schemas.microsoft.com/office/drawing/2014/main" id="{69A1E116-499F-F0D9-EF9B-A51DCA1FDF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1" y="3657"/>
              <a:ext cx="30" cy="127"/>
            </a:xfrm>
            <a:custGeom>
              <a:avLst/>
              <a:gdLst>
                <a:gd name="T0" fmla="*/ 30 w 30"/>
                <a:gd name="T1" fmla="*/ 4 h 127"/>
                <a:gd name="T2" fmla="*/ 18 w 30"/>
                <a:gd name="T3" fmla="*/ 57 h 127"/>
                <a:gd name="T4" fmla="*/ 0 w 30"/>
                <a:gd name="T5" fmla="*/ 127 h 1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127">
                  <a:moveTo>
                    <a:pt x="30" y="4"/>
                  </a:moveTo>
                  <a:cubicBezTo>
                    <a:pt x="17" y="40"/>
                    <a:pt x="30" y="0"/>
                    <a:pt x="18" y="57"/>
                  </a:cubicBezTo>
                  <a:cubicBezTo>
                    <a:pt x="17" y="61"/>
                    <a:pt x="0" y="113"/>
                    <a:pt x="0" y="127"/>
                  </a:cubicBez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92627" name="Group 51">
            <a:extLst>
              <a:ext uri="{FF2B5EF4-FFF2-40B4-BE49-F238E27FC236}">
                <a16:creationId xmlns:a16="http://schemas.microsoft.com/office/drawing/2014/main" id="{F07025B7-EE53-7E0E-5220-61A8C91816F1}"/>
              </a:ext>
            </a:extLst>
          </p:cNvPr>
          <p:cNvGrpSpPr>
            <a:grpSpLocks/>
          </p:cNvGrpSpPr>
          <p:nvPr/>
        </p:nvGrpSpPr>
        <p:grpSpPr bwMode="auto">
          <a:xfrm>
            <a:off x="5073650" y="3141663"/>
            <a:ext cx="3241675" cy="404812"/>
            <a:chOff x="3196" y="1979"/>
            <a:chExt cx="2042" cy="255"/>
          </a:xfrm>
        </p:grpSpPr>
        <p:sp>
          <p:nvSpPr>
            <p:cNvPr id="147522" name="Text Box 52">
              <a:extLst>
                <a:ext uri="{FF2B5EF4-FFF2-40B4-BE49-F238E27FC236}">
                  <a16:creationId xmlns:a16="http://schemas.microsoft.com/office/drawing/2014/main" id="{233D1D10-B5ED-58BC-0456-F251B664E5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6" y="1979"/>
              <a:ext cx="227" cy="255"/>
            </a:xfrm>
            <a:prstGeom prst="rect">
              <a:avLst/>
            </a:prstGeom>
            <a:noFill/>
            <a:ln w="38100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ctr" eaLnBrk="1" latinLnBrk="0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1800" b="1" i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47523" name="Text Box 53">
              <a:extLst>
                <a:ext uri="{FF2B5EF4-FFF2-40B4-BE49-F238E27FC236}">
                  <a16:creationId xmlns:a16="http://schemas.microsoft.com/office/drawing/2014/main" id="{722B0924-FAD2-FBF5-CF17-4CF727812A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3" y="1979"/>
              <a:ext cx="227" cy="255"/>
            </a:xfrm>
            <a:prstGeom prst="rect">
              <a:avLst/>
            </a:prstGeom>
            <a:noFill/>
            <a:ln w="38100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ctr" eaLnBrk="1" latinLnBrk="0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1800" b="1" i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147524" name="Text Box 54">
              <a:extLst>
                <a:ext uri="{FF2B5EF4-FFF2-40B4-BE49-F238E27FC236}">
                  <a16:creationId xmlns:a16="http://schemas.microsoft.com/office/drawing/2014/main" id="{550588DC-195E-FA7E-7429-655332573E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0" y="1979"/>
              <a:ext cx="227" cy="255"/>
            </a:xfrm>
            <a:prstGeom prst="rect">
              <a:avLst/>
            </a:prstGeom>
            <a:noFill/>
            <a:ln w="38100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ctr" eaLnBrk="1" latinLnBrk="0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1800" b="1" i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47525" name="Text Box 55">
              <a:extLst>
                <a:ext uri="{FF2B5EF4-FFF2-40B4-BE49-F238E27FC236}">
                  <a16:creationId xmlns:a16="http://schemas.microsoft.com/office/drawing/2014/main" id="{85068387-7061-8D47-6A54-1B27726F19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7" y="1979"/>
              <a:ext cx="227" cy="255"/>
            </a:xfrm>
            <a:prstGeom prst="rect">
              <a:avLst/>
            </a:prstGeom>
            <a:noFill/>
            <a:ln w="38100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ctr" eaLnBrk="1" latinLnBrk="0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1800" b="1" i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47526" name="Text Box 56">
              <a:extLst>
                <a:ext uri="{FF2B5EF4-FFF2-40B4-BE49-F238E27FC236}">
                  <a16:creationId xmlns:a16="http://schemas.microsoft.com/office/drawing/2014/main" id="{B1D75002-0AEF-EFF7-9A93-F38C5CB61F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3" y="1979"/>
              <a:ext cx="227" cy="255"/>
            </a:xfrm>
            <a:prstGeom prst="rect">
              <a:avLst/>
            </a:prstGeom>
            <a:noFill/>
            <a:ln w="38100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ctr" eaLnBrk="1" latinLnBrk="0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1800" b="1" i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147527" name="Text Box 57">
              <a:extLst>
                <a:ext uri="{FF2B5EF4-FFF2-40B4-BE49-F238E27FC236}">
                  <a16:creationId xmlns:a16="http://schemas.microsoft.com/office/drawing/2014/main" id="{3D2B0E31-BA3C-CD4B-057F-40FC3A4488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0" y="1979"/>
              <a:ext cx="227" cy="255"/>
            </a:xfrm>
            <a:prstGeom prst="rect">
              <a:avLst/>
            </a:prstGeom>
            <a:noFill/>
            <a:ln w="38100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ctr" eaLnBrk="1" latinLnBrk="0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1800" b="1" i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147528" name="Text Box 58">
              <a:extLst>
                <a:ext uri="{FF2B5EF4-FFF2-40B4-BE49-F238E27FC236}">
                  <a16:creationId xmlns:a16="http://schemas.microsoft.com/office/drawing/2014/main" id="{D971FE2B-819F-16D2-D7C3-36D67CBFFD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7" y="1979"/>
              <a:ext cx="227" cy="255"/>
            </a:xfrm>
            <a:prstGeom prst="rect">
              <a:avLst/>
            </a:prstGeom>
            <a:noFill/>
            <a:ln w="38100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ctr" eaLnBrk="1" latinLnBrk="0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1800" b="1" i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147529" name="Text Box 59">
              <a:extLst>
                <a:ext uri="{FF2B5EF4-FFF2-40B4-BE49-F238E27FC236}">
                  <a16:creationId xmlns:a16="http://schemas.microsoft.com/office/drawing/2014/main" id="{D9291F15-9007-4D5D-30C4-2E3F9D7592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4" y="1979"/>
              <a:ext cx="227" cy="255"/>
            </a:xfrm>
            <a:prstGeom prst="rect">
              <a:avLst/>
            </a:prstGeom>
            <a:noFill/>
            <a:ln w="38100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ctr" eaLnBrk="1" latinLnBrk="0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1800" b="1" i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147530" name="Text Box 60">
              <a:extLst>
                <a:ext uri="{FF2B5EF4-FFF2-40B4-BE49-F238E27FC236}">
                  <a16:creationId xmlns:a16="http://schemas.microsoft.com/office/drawing/2014/main" id="{54588239-167E-61E2-0FF9-68C7074C43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1" y="1979"/>
              <a:ext cx="227" cy="255"/>
            </a:xfrm>
            <a:prstGeom prst="rect">
              <a:avLst/>
            </a:prstGeom>
            <a:noFill/>
            <a:ln w="38100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ctr" eaLnBrk="1" latinLnBrk="0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1800" b="1" i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147531" name="Line 61">
              <a:extLst>
                <a:ext uri="{FF2B5EF4-FFF2-40B4-BE49-F238E27FC236}">
                  <a16:creationId xmlns:a16="http://schemas.microsoft.com/office/drawing/2014/main" id="{04E7CEC4-9681-2E79-EFCC-E01F7E5FFD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205"/>
              <a:ext cx="137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32" name="Line 62">
              <a:extLst>
                <a:ext uri="{FF2B5EF4-FFF2-40B4-BE49-F238E27FC236}">
                  <a16:creationId xmlns:a16="http://schemas.microsoft.com/office/drawing/2014/main" id="{AC781116-28E8-E470-1E9C-E065BA5446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7" y="2205"/>
              <a:ext cx="136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92639" name="Group 63">
            <a:extLst>
              <a:ext uri="{FF2B5EF4-FFF2-40B4-BE49-F238E27FC236}">
                <a16:creationId xmlns:a16="http://schemas.microsoft.com/office/drawing/2014/main" id="{9F1EEC24-47D2-459E-0E7A-03ACF9F2BE15}"/>
              </a:ext>
            </a:extLst>
          </p:cNvPr>
          <p:cNvGrpSpPr>
            <a:grpSpLocks/>
          </p:cNvGrpSpPr>
          <p:nvPr/>
        </p:nvGrpSpPr>
        <p:grpSpPr bwMode="auto">
          <a:xfrm>
            <a:off x="5075238" y="4248150"/>
            <a:ext cx="3241675" cy="404813"/>
            <a:chOff x="3197" y="2676"/>
            <a:chExt cx="2042" cy="255"/>
          </a:xfrm>
        </p:grpSpPr>
        <p:sp>
          <p:nvSpPr>
            <p:cNvPr id="147512" name="Text Box 64">
              <a:extLst>
                <a:ext uri="{FF2B5EF4-FFF2-40B4-BE49-F238E27FC236}">
                  <a16:creationId xmlns:a16="http://schemas.microsoft.com/office/drawing/2014/main" id="{8EE095E7-0D30-A14B-DC79-EB032EA4CD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7" y="2676"/>
              <a:ext cx="227" cy="255"/>
            </a:xfrm>
            <a:prstGeom prst="rect">
              <a:avLst/>
            </a:prstGeom>
            <a:noFill/>
            <a:ln w="38100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ctr" eaLnBrk="1" latinLnBrk="0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1800" b="1" i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47513" name="Text Box 65">
              <a:extLst>
                <a:ext uri="{FF2B5EF4-FFF2-40B4-BE49-F238E27FC236}">
                  <a16:creationId xmlns:a16="http://schemas.microsoft.com/office/drawing/2014/main" id="{BC959CE8-7097-FA6D-13A5-CEAC35AA6A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4" y="2676"/>
              <a:ext cx="227" cy="255"/>
            </a:xfrm>
            <a:prstGeom prst="rect">
              <a:avLst/>
            </a:prstGeom>
            <a:noFill/>
            <a:ln w="38100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ctr" eaLnBrk="1" latinLnBrk="0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1800" b="1" i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147514" name="Text Box 66">
              <a:extLst>
                <a:ext uri="{FF2B5EF4-FFF2-40B4-BE49-F238E27FC236}">
                  <a16:creationId xmlns:a16="http://schemas.microsoft.com/office/drawing/2014/main" id="{56160C5F-8BC8-F94F-02F1-DDC4400964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" y="2676"/>
              <a:ext cx="227" cy="255"/>
            </a:xfrm>
            <a:prstGeom prst="rect">
              <a:avLst/>
            </a:prstGeom>
            <a:noFill/>
            <a:ln w="38100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ctr" eaLnBrk="1" latinLnBrk="0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1800" b="1" i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147515" name="Text Box 67">
              <a:extLst>
                <a:ext uri="{FF2B5EF4-FFF2-40B4-BE49-F238E27FC236}">
                  <a16:creationId xmlns:a16="http://schemas.microsoft.com/office/drawing/2014/main" id="{0FBF2A57-9078-CFE1-1E6E-FB7A81B9DF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8" y="2676"/>
              <a:ext cx="227" cy="255"/>
            </a:xfrm>
            <a:prstGeom prst="rect">
              <a:avLst/>
            </a:prstGeom>
            <a:noFill/>
            <a:ln w="38100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ctr" eaLnBrk="1" latinLnBrk="0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1800" b="1" i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147516" name="Text Box 68">
              <a:extLst>
                <a:ext uri="{FF2B5EF4-FFF2-40B4-BE49-F238E27FC236}">
                  <a16:creationId xmlns:a16="http://schemas.microsoft.com/office/drawing/2014/main" id="{1A5CE201-84B8-BFEF-AEA4-D9E7F88B61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4" y="2676"/>
              <a:ext cx="227" cy="255"/>
            </a:xfrm>
            <a:prstGeom prst="rect">
              <a:avLst/>
            </a:prstGeom>
            <a:noFill/>
            <a:ln w="38100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ctr" eaLnBrk="1" latinLnBrk="0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1800" b="1" i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47517" name="Text Box 69">
              <a:extLst>
                <a:ext uri="{FF2B5EF4-FFF2-40B4-BE49-F238E27FC236}">
                  <a16:creationId xmlns:a16="http://schemas.microsoft.com/office/drawing/2014/main" id="{E1047282-B680-5F09-CC0F-24CACAB2FD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1" y="2676"/>
              <a:ext cx="227" cy="255"/>
            </a:xfrm>
            <a:prstGeom prst="rect">
              <a:avLst/>
            </a:prstGeom>
            <a:noFill/>
            <a:ln w="38100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ctr" eaLnBrk="1" latinLnBrk="0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1800" b="1" i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147518" name="Text Box 70">
              <a:extLst>
                <a:ext uri="{FF2B5EF4-FFF2-40B4-BE49-F238E27FC236}">
                  <a16:creationId xmlns:a16="http://schemas.microsoft.com/office/drawing/2014/main" id="{D19AE7F9-D848-9907-E074-C9EEF4A80D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8" y="2676"/>
              <a:ext cx="227" cy="255"/>
            </a:xfrm>
            <a:prstGeom prst="rect">
              <a:avLst/>
            </a:prstGeom>
            <a:noFill/>
            <a:ln w="38100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ctr" eaLnBrk="1" latinLnBrk="0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1800" b="1" i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47519" name="Text Box 71">
              <a:extLst>
                <a:ext uri="{FF2B5EF4-FFF2-40B4-BE49-F238E27FC236}">
                  <a16:creationId xmlns:a16="http://schemas.microsoft.com/office/drawing/2014/main" id="{604D58BD-BDB4-14E6-D087-7636BB435C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5" y="2676"/>
              <a:ext cx="227" cy="255"/>
            </a:xfrm>
            <a:prstGeom prst="rect">
              <a:avLst/>
            </a:prstGeom>
            <a:noFill/>
            <a:ln w="38100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ctr" eaLnBrk="1" latinLnBrk="0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1800" b="1" i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147520" name="Text Box 72">
              <a:extLst>
                <a:ext uri="{FF2B5EF4-FFF2-40B4-BE49-F238E27FC236}">
                  <a16:creationId xmlns:a16="http://schemas.microsoft.com/office/drawing/2014/main" id="{1DF87D16-CC06-CC9D-CB7E-5A4BD6761F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2" y="2676"/>
              <a:ext cx="227" cy="255"/>
            </a:xfrm>
            <a:prstGeom prst="rect">
              <a:avLst/>
            </a:prstGeom>
            <a:noFill/>
            <a:ln w="38100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ctr" eaLnBrk="1" latinLnBrk="0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1800" b="1" i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147521" name="Line 73">
              <a:extLst>
                <a:ext uri="{FF2B5EF4-FFF2-40B4-BE49-F238E27FC236}">
                  <a16:creationId xmlns:a16="http://schemas.microsoft.com/office/drawing/2014/main" id="{896B760E-3857-5BAF-FE63-2CBA02C017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3" y="2886"/>
              <a:ext cx="817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92650" name="Group 74">
            <a:extLst>
              <a:ext uri="{FF2B5EF4-FFF2-40B4-BE49-F238E27FC236}">
                <a16:creationId xmlns:a16="http://schemas.microsoft.com/office/drawing/2014/main" id="{DB37A42C-C223-F49F-A0D8-B12ECB07F43A}"/>
              </a:ext>
            </a:extLst>
          </p:cNvPr>
          <p:cNvGrpSpPr>
            <a:grpSpLocks/>
          </p:cNvGrpSpPr>
          <p:nvPr/>
        </p:nvGrpSpPr>
        <p:grpSpPr bwMode="auto">
          <a:xfrm>
            <a:off x="5075238" y="5445125"/>
            <a:ext cx="3241675" cy="404813"/>
            <a:chOff x="3197" y="3430"/>
            <a:chExt cx="2042" cy="255"/>
          </a:xfrm>
        </p:grpSpPr>
        <p:sp>
          <p:nvSpPr>
            <p:cNvPr id="147502" name="Text Box 75">
              <a:extLst>
                <a:ext uri="{FF2B5EF4-FFF2-40B4-BE49-F238E27FC236}">
                  <a16:creationId xmlns:a16="http://schemas.microsoft.com/office/drawing/2014/main" id="{E79CB157-E10D-A7E9-A7A7-4DCC65D1F1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7" y="3430"/>
              <a:ext cx="227" cy="255"/>
            </a:xfrm>
            <a:prstGeom prst="rect">
              <a:avLst/>
            </a:prstGeom>
            <a:noFill/>
            <a:ln w="38100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ctr" eaLnBrk="1" latinLnBrk="0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1800" b="1" i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47503" name="Text Box 76">
              <a:extLst>
                <a:ext uri="{FF2B5EF4-FFF2-40B4-BE49-F238E27FC236}">
                  <a16:creationId xmlns:a16="http://schemas.microsoft.com/office/drawing/2014/main" id="{C6CEAD47-3E9F-45EA-6E65-BB9BA9462D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4" y="3430"/>
              <a:ext cx="227" cy="255"/>
            </a:xfrm>
            <a:prstGeom prst="rect">
              <a:avLst/>
            </a:prstGeom>
            <a:noFill/>
            <a:ln w="38100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ctr" eaLnBrk="1" latinLnBrk="0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1800" b="1" i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147504" name="Text Box 77">
              <a:extLst>
                <a:ext uri="{FF2B5EF4-FFF2-40B4-BE49-F238E27FC236}">
                  <a16:creationId xmlns:a16="http://schemas.microsoft.com/office/drawing/2014/main" id="{56BB8875-FEAA-5B13-B972-753AAD626F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" y="3430"/>
              <a:ext cx="227" cy="255"/>
            </a:xfrm>
            <a:prstGeom prst="rect">
              <a:avLst/>
            </a:prstGeom>
            <a:noFill/>
            <a:ln w="38100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ctr" eaLnBrk="1" latinLnBrk="0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1800" b="1" i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47505" name="Text Box 78">
              <a:extLst>
                <a:ext uri="{FF2B5EF4-FFF2-40B4-BE49-F238E27FC236}">
                  <a16:creationId xmlns:a16="http://schemas.microsoft.com/office/drawing/2014/main" id="{146D1FBF-86ED-065E-3930-1AFF23D0C7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8" y="3430"/>
              <a:ext cx="227" cy="255"/>
            </a:xfrm>
            <a:prstGeom prst="rect">
              <a:avLst/>
            </a:prstGeom>
            <a:noFill/>
            <a:ln w="38100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ctr" eaLnBrk="1" latinLnBrk="0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1800" b="1" i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147506" name="Text Box 79">
              <a:extLst>
                <a:ext uri="{FF2B5EF4-FFF2-40B4-BE49-F238E27FC236}">
                  <a16:creationId xmlns:a16="http://schemas.microsoft.com/office/drawing/2014/main" id="{CDBB8122-636E-B53B-40BF-262CA28863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4" y="3430"/>
              <a:ext cx="227" cy="255"/>
            </a:xfrm>
            <a:prstGeom prst="rect">
              <a:avLst/>
            </a:prstGeom>
            <a:noFill/>
            <a:ln w="38100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ctr" eaLnBrk="1" latinLnBrk="0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1800" b="1" i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147507" name="Text Box 80">
              <a:extLst>
                <a:ext uri="{FF2B5EF4-FFF2-40B4-BE49-F238E27FC236}">
                  <a16:creationId xmlns:a16="http://schemas.microsoft.com/office/drawing/2014/main" id="{E2D09839-4399-066D-1F61-1D5B140282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1" y="3430"/>
              <a:ext cx="227" cy="255"/>
            </a:xfrm>
            <a:prstGeom prst="rect">
              <a:avLst/>
            </a:prstGeom>
            <a:noFill/>
            <a:ln w="38100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ctr" eaLnBrk="1" latinLnBrk="0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1800" b="1" i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47508" name="Text Box 81">
              <a:extLst>
                <a:ext uri="{FF2B5EF4-FFF2-40B4-BE49-F238E27FC236}">
                  <a16:creationId xmlns:a16="http://schemas.microsoft.com/office/drawing/2014/main" id="{77739EB7-EF00-CF30-6B56-81CCE9166F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8" y="3430"/>
              <a:ext cx="227" cy="255"/>
            </a:xfrm>
            <a:prstGeom prst="rect">
              <a:avLst/>
            </a:prstGeom>
            <a:noFill/>
            <a:ln w="38100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ctr" eaLnBrk="1" latinLnBrk="0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1800" b="1" i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147509" name="Text Box 82">
              <a:extLst>
                <a:ext uri="{FF2B5EF4-FFF2-40B4-BE49-F238E27FC236}">
                  <a16:creationId xmlns:a16="http://schemas.microsoft.com/office/drawing/2014/main" id="{B2E2E9EE-EC7B-1BA7-B504-50E9C1CAD0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5" y="3430"/>
              <a:ext cx="227" cy="255"/>
            </a:xfrm>
            <a:prstGeom prst="rect">
              <a:avLst/>
            </a:prstGeom>
            <a:noFill/>
            <a:ln w="38100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ctr" eaLnBrk="1" latinLnBrk="0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1800" b="1" i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147510" name="Text Box 83">
              <a:extLst>
                <a:ext uri="{FF2B5EF4-FFF2-40B4-BE49-F238E27FC236}">
                  <a16:creationId xmlns:a16="http://schemas.microsoft.com/office/drawing/2014/main" id="{8C918489-21AF-898F-D904-60641D4B62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2" y="3430"/>
              <a:ext cx="227" cy="255"/>
            </a:xfrm>
            <a:prstGeom prst="rect">
              <a:avLst/>
            </a:prstGeom>
            <a:noFill/>
            <a:ln w="38100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ctr" eaLnBrk="1" latinLnBrk="0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1800" b="1" i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147511" name="Line 84">
              <a:extLst>
                <a:ext uri="{FF2B5EF4-FFF2-40B4-BE49-F238E27FC236}">
                  <a16:creationId xmlns:a16="http://schemas.microsoft.com/office/drawing/2014/main" id="{8B60C4A8-02A0-E074-4CE3-FF04E1FB4E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" y="3657"/>
              <a:ext cx="136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2610" grpId="0" animBg="1"/>
      <p:bldP spid="792611" grpId="0" animBg="1"/>
      <p:bldP spid="792612" grpId="0" animBg="1"/>
      <p:bldP spid="792621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灯片编号占位符 4">
            <a:extLst>
              <a:ext uri="{FF2B5EF4-FFF2-40B4-BE49-F238E27FC236}">
                <a16:creationId xmlns:a16="http://schemas.microsoft.com/office/drawing/2014/main" id="{0D2FCE90-D7EF-E82F-A398-38D43B979A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5137C1-63A6-894A-91BE-BE24B9C72DAD}" type="slidenum">
              <a:rPr lang="zh-CN" altLang="en-US" sz="1400">
                <a:solidFill>
                  <a:srgbClr val="0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95</a:t>
            </a:fld>
            <a:endParaRPr lang="en-US" altLang="zh-CN" sz="1400">
              <a:solidFill>
                <a:srgbClr val="00000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793602" name="Rectangle 2">
            <a:extLst>
              <a:ext uri="{FF2B5EF4-FFF2-40B4-BE49-F238E27FC236}">
                <a16:creationId xmlns:a16="http://schemas.microsoft.com/office/drawing/2014/main" id="{5C036852-84E3-D654-9586-C4247391F05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0" y="549275"/>
            <a:ext cx="9144000" cy="719138"/>
          </a:xfrm>
          <a:gradFill rotWithShape="1">
            <a:gsLst>
              <a:gs pos="0">
                <a:srgbClr val="333333">
                  <a:alpha val="39999"/>
                </a:srgbClr>
              </a:gs>
              <a:gs pos="50000">
                <a:schemeClr val="bg1"/>
              </a:gs>
              <a:gs pos="100000">
                <a:srgbClr val="333333">
                  <a:alpha val="39999"/>
                </a:srgbClr>
              </a:gs>
            </a:gsLst>
            <a:lin ang="5400000" scaled="1"/>
          </a:gradFill>
        </p:spPr>
        <p:txBody>
          <a:bodyPr/>
          <a:lstStyle>
            <a:lvl1pPr marL="444500" indent="-4445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eaLnBrk="1" hangingPunct="1">
              <a:lnSpc>
                <a:spcPct val="105000"/>
              </a:lnSpc>
              <a:buFontTx/>
              <a:buNone/>
            </a:pPr>
            <a:r>
              <a:rPr lang="en-US" altLang="zh-CN" sz="2800" b="1" i="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3.5  </a:t>
            </a:r>
            <a:r>
              <a:rPr lang="zh-CN" altLang="en-US" sz="2800" b="1" i="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模拟退火算法的实现与应用</a:t>
            </a:r>
            <a:endParaRPr lang="zh-CN" altLang="en-US" b="1" i="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48486" name="Rectangle 5">
            <a:extLst>
              <a:ext uri="{FF2B5EF4-FFF2-40B4-BE49-F238E27FC236}">
                <a16:creationId xmlns:a16="http://schemas.microsoft.com/office/drawing/2014/main" id="{5657C637-DAD6-E268-7203-43ECD63873D1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50825" y="1916113"/>
            <a:ext cx="8713788" cy="4177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4500" indent="-444500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1177925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585913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9939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401888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8590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33162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7734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42306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800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参数设定</a:t>
            </a:r>
            <a:endParaRPr lang="en-US" altLang="zh-CN" sz="2800" b="1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400" b="1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终止温度 </a:t>
            </a:r>
            <a:r>
              <a:rPr lang="en-US" altLang="zh-CN" sz="2400" b="1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tf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=0.01;</a:t>
            </a:r>
          </a:p>
          <a:p>
            <a:pPr lvl="1"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400" b="1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退火系数 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alpha=0.90;</a:t>
            </a:r>
          </a:p>
          <a:p>
            <a:pPr lvl="1"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400" b="1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内循环次数 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L=200*</a:t>
            </a:r>
            <a:r>
              <a:rPr lang="en-US" altLang="zh-CN" sz="2400" b="1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CityNum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;</a:t>
            </a:r>
            <a:endParaRPr lang="en-US" altLang="zh-CN" sz="1600" b="1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93606" name="Rectangle 6">
            <a:extLst>
              <a:ext uri="{FF2B5EF4-FFF2-40B4-BE49-F238E27FC236}">
                <a16:creationId xmlns:a16="http://schemas.microsoft.com/office/drawing/2014/main" id="{EB64D4D6-11AF-CCC0-BA95-CED69CAA64CA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0" y="1196975"/>
            <a:ext cx="9144000" cy="576263"/>
          </a:xfrm>
          <a:prstGeom prst="rect">
            <a:avLst/>
          </a:prstGeom>
          <a:gradFill rotWithShape="1">
            <a:gsLst>
              <a:gs pos="0">
                <a:srgbClr val="DDDDDD">
                  <a:alpha val="39999"/>
                </a:srgbClr>
              </a:gs>
              <a:gs pos="50000">
                <a:srgbClr val="B2B2B2">
                  <a:alpha val="60001"/>
                </a:srgbClr>
              </a:gs>
              <a:gs pos="100000">
                <a:srgbClr val="DDDDDD">
                  <a:alpha val="39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4500" indent="-4445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1177925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585913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9939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401888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8590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33162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7734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4230688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eaLnBrk="1" latinLnBrk="1" hangingPunct="1">
              <a:lnSpc>
                <a:spcPct val="105000"/>
              </a:lnSpc>
              <a:spcBef>
                <a:spcPct val="20000"/>
              </a:spcBef>
            </a:pPr>
            <a:r>
              <a:rPr lang="zh-CN" altLang="en-US" sz="29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</a:t>
            </a:r>
            <a:r>
              <a:rPr lang="en-US" altLang="zh-CN" sz="2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3.5.1  30</a:t>
            </a:r>
            <a:r>
              <a:rPr lang="zh-CN" altLang="en-US" sz="2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城市</a:t>
            </a:r>
            <a:r>
              <a:rPr lang="en-US" altLang="zh-CN" sz="2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TSP</a:t>
            </a:r>
            <a:r>
              <a:rPr lang="zh-CN" altLang="en-US" sz="2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问题（</a:t>
            </a:r>
            <a:r>
              <a:rPr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i="0" baseline="30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=423.741 by D B Fogel</a:t>
            </a:r>
            <a:r>
              <a:rPr lang="zh-CN" altLang="en-US" sz="2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sz="2800" b="1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900" b="1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灯片编号占位符 4">
            <a:extLst>
              <a:ext uri="{FF2B5EF4-FFF2-40B4-BE49-F238E27FC236}">
                <a16:creationId xmlns:a16="http://schemas.microsoft.com/office/drawing/2014/main" id="{CF136C90-80F5-CFA6-A017-A0F80881F3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D36F49-FE0B-0E40-886B-4C5BA76209AF}" type="slidenum">
              <a:rPr lang="zh-CN" altLang="en-US" sz="1400">
                <a:solidFill>
                  <a:srgbClr val="0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96</a:t>
            </a:fld>
            <a:endParaRPr lang="en-US" altLang="zh-CN" sz="1400">
              <a:solidFill>
                <a:srgbClr val="00000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49507" name="Rectangle 5">
            <a:extLst>
              <a:ext uri="{FF2B5EF4-FFF2-40B4-BE49-F238E27FC236}">
                <a16:creationId xmlns:a16="http://schemas.microsoft.com/office/drawing/2014/main" id="{CE698383-6B52-4E59-0E00-247E8E23808A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50825" y="1916113"/>
            <a:ext cx="8713788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4500" indent="-444500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1177925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585913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9939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401888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8590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33162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7734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42306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800" b="1" i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运行过程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zh-CN" altLang="en-US" sz="1600" b="1" i="0">
                <a:solidFill>
                  <a:srgbClr val="B2B2B2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    </a:t>
            </a:r>
            <a:endParaRPr lang="zh-CN" altLang="en-US" sz="2800" b="1" i="0">
              <a:solidFill>
                <a:srgbClr val="B2B2B2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eaLnBrk="1" hangingPunct="1">
              <a:buFontTx/>
              <a:buNone/>
            </a:pPr>
            <a:r>
              <a:rPr lang="zh-CN" altLang="en-US" sz="2800" b="1" i="0">
                <a:solidFill>
                  <a:srgbClr val="B2B2B2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</a:t>
            </a:r>
          </a:p>
        </p:txBody>
      </p:sp>
      <p:pic>
        <p:nvPicPr>
          <p:cNvPr id="149508" name="Picture 7">
            <a:extLst>
              <a:ext uri="{FF2B5EF4-FFF2-40B4-BE49-F238E27FC236}">
                <a16:creationId xmlns:a16="http://schemas.microsoft.com/office/drawing/2014/main" id="{37A2E852-4336-CAFA-26F6-558145507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350" y="2524125"/>
            <a:ext cx="5334000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灯片编号占位符 4">
            <a:extLst>
              <a:ext uri="{FF2B5EF4-FFF2-40B4-BE49-F238E27FC236}">
                <a16:creationId xmlns:a16="http://schemas.microsoft.com/office/drawing/2014/main" id="{E535BBF9-ADB0-D240-060D-824338971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6AA080-62DB-A148-BB87-AB5E41AC59F6}" type="slidenum">
              <a:rPr lang="zh-CN" altLang="en-US" sz="1400">
                <a:solidFill>
                  <a:srgbClr val="0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97</a:t>
            </a:fld>
            <a:endParaRPr lang="en-US" altLang="zh-CN" sz="1400">
              <a:solidFill>
                <a:srgbClr val="00000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50531" name="Rectangle 5">
            <a:extLst>
              <a:ext uri="{FF2B5EF4-FFF2-40B4-BE49-F238E27FC236}">
                <a16:creationId xmlns:a16="http://schemas.microsoft.com/office/drawing/2014/main" id="{6C076849-CF8C-D817-0751-3B45FBF7EEDE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50825" y="1916113"/>
            <a:ext cx="8713788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4500" indent="-444500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1177925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585913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9939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401888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8590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33162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7734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42306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800" b="1" i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运行过程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zh-CN" altLang="en-US" sz="1600" b="1" i="0">
                <a:solidFill>
                  <a:srgbClr val="B2B2B2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    </a:t>
            </a:r>
            <a:endParaRPr lang="zh-CN" altLang="en-US" sz="2800" b="1" i="0">
              <a:solidFill>
                <a:srgbClr val="B2B2B2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eaLnBrk="1" hangingPunct="1">
              <a:buFontTx/>
              <a:buNone/>
            </a:pPr>
            <a:r>
              <a:rPr lang="zh-CN" altLang="en-US" sz="2800" b="1" i="0">
                <a:solidFill>
                  <a:srgbClr val="B2B2B2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</a:t>
            </a:r>
          </a:p>
        </p:txBody>
      </p:sp>
      <p:pic>
        <p:nvPicPr>
          <p:cNvPr id="150532" name="Picture 7">
            <a:extLst>
              <a:ext uri="{FF2B5EF4-FFF2-40B4-BE49-F238E27FC236}">
                <a16:creationId xmlns:a16="http://schemas.microsoft.com/office/drawing/2014/main" id="{38EA8E30-1B4A-D289-65BD-71DE42A36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350" y="2524125"/>
            <a:ext cx="5334000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灯片编号占位符 4">
            <a:extLst>
              <a:ext uri="{FF2B5EF4-FFF2-40B4-BE49-F238E27FC236}">
                <a16:creationId xmlns:a16="http://schemas.microsoft.com/office/drawing/2014/main" id="{DAB7335B-7A7D-E417-06FA-E4E39BF09E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467FEFF-4153-BB4B-AF37-B04505CE06B9}" type="slidenum">
              <a:rPr lang="zh-CN" altLang="en-US" sz="1400">
                <a:solidFill>
                  <a:srgbClr val="0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98</a:t>
            </a:fld>
            <a:endParaRPr lang="en-US" altLang="zh-CN" sz="1400">
              <a:solidFill>
                <a:srgbClr val="00000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51555" name="Rectangle 5">
            <a:extLst>
              <a:ext uri="{FF2B5EF4-FFF2-40B4-BE49-F238E27FC236}">
                <a16:creationId xmlns:a16="http://schemas.microsoft.com/office/drawing/2014/main" id="{7503A2D7-6E83-B996-9EDC-EC0EC0B18E04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50825" y="1916113"/>
            <a:ext cx="8713788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4500" indent="-444500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1177925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585913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9939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401888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8590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33162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7734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42306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800" b="1" i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运行过程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zh-CN" altLang="en-US" sz="1600" b="1" i="0">
                <a:solidFill>
                  <a:srgbClr val="B2B2B2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    </a:t>
            </a:r>
            <a:endParaRPr lang="zh-CN" altLang="en-US" sz="2800" b="1" i="0">
              <a:solidFill>
                <a:srgbClr val="B2B2B2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eaLnBrk="1" hangingPunct="1">
              <a:buFontTx/>
              <a:buNone/>
            </a:pPr>
            <a:r>
              <a:rPr lang="zh-CN" altLang="en-US" sz="2800" b="1" i="0">
                <a:solidFill>
                  <a:srgbClr val="B2B2B2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</a:t>
            </a:r>
          </a:p>
        </p:txBody>
      </p:sp>
      <p:pic>
        <p:nvPicPr>
          <p:cNvPr id="151556" name="Picture 7">
            <a:extLst>
              <a:ext uri="{FF2B5EF4-FFF2-40B4-BE49-F238E27FC236}">
                <a16:creationId xmlns:a16="http://schemas.microsoft.com/office/drawing/2014/main" id="{B0AE38D6-F597-F0C4-D98B-9BE0FFC2E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350" y="2524125"/>
            <a:ext cx="5334000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灯片编号占位符 4">
            <a:extLst>
              <a:ext uri="{FF2B5EF4-FFF2-40B4-BE49-F238E27FC236}">
                <a16:creationId xmlns:a16="http://schemas.microsoft.com/office/drawing/2014/main" id="{A1E2DF93-E2FD-84D6-56BB-C92C275E26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1B9711-2161-B446-A71D-0A4FCCDB3DC7}" type="slidenum">
              <a:rPr lang="zh-CN" altLang="en-US" sz="1400">
                <a:solidFill>
                  <a:srgbClr val="0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99</a:t>
            </a:fld>
            <a:endParaRPr lang="en-US" altLang="zh-CN" sz="1400">
              <a:solidFill>
                <a:srgbClr val="00000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52579" name="Rectangle 5">
            <a:extLst>
              <a:ext uri="{FF2B5EF4-FFF2-40B4-BE49-F238E27FC236}">
                <a16:creationId xmlns:a16="http://schemas.microsoft.com/office/drawing/2014/main" id="{01AD1A94-2627-C512-7BEC-09FB4E4C6E65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50825" y="1916113"/>
            <a:ext cx="8713788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4500" indent="-444500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1177925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585913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9939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401888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8590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33162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7734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42306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800" b="1" i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运行过程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zh-CN" altLang="en-US" sz="1600" b="1" i="0">
                <a:solidFill>
                  <a:srgbClr val="B2B2B2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    </a:t>
            </a:r>
            <a:endParaRPr lang="zh-CN" altLang="en-US" sz="2800" b="1" i="0">
              <a:solidFill>
                <a:srgbClr val="B2B2B2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eaLnBrk="1" hangingPunct="1">
              <a:buFontTx/>
              <a:buNone/>
            </a:pPr>
            <a:r>
              <a:rPr lang="zh-CN" altLang="en-US" sz="2800" b="1" i="0">
                <a:solidFill>
                  <a:srgbClr val="B2B2B2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</a:t>
            </a:r>
          </a:p>
        </p:txBody>
      </p:sp>
      <p:pic>
        <p:nvPicPr>
          <p:cNvPr id="152580" name="Picture 7">
            <a:extLst>
              <a:ext uri="{FF2B5EF4-FFF2-40B4-BE49-F238E27FC236}">
                <a16:creationId xmlns:a16="http://schemas.microsoft.com/office/drawing/2014/main" id="{5E017DF2-479D-D90C-A672-0B1596AEE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350" y="2524125"/>
            <a:ext cx="5334000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灯片编号占位符 4">
            <a:extLst>
              <a:ext uri="{FF2B5EF4-FFF2-40B4-BE49-F238E27FC236}">
                <a16:creationId xmlns:a16="http://schemas.microsoft.com/office/drawing/2014/main" id="{59A092AC-F349-85E8-6F1C-16DAF64D9A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815D39B-0B28-804C-87C7-007F6BB645D1}" type="slidenum">
              <a:rPr lang="zh-CN" altLang="en-US" sz="1400">
                <a:solidFill>
                  <a:srgbClr val="0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100</a:t>
            </a:fld>
            <a:endParaRPr lang="en-US" altLang="zh-CN" sz="1400">
              <a:solidFill>
                <a:srgbClr val="00000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53603" name="Rectangle 5">
            <a:extLst>
              <a:ext uri="{FF2B5EF4-FFF2-40B4-BE49-F238E27FC236}">
                <a16:creationId xmlns:a16="http://schemas.microsoft.com/office/drawing/2014/main" id="{BA9B9078-D546-04E2-4F2A-606F2183CAB9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50825" y="1916113"/>
            <a:ext cx="8713788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4500" indent="-444500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1177925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585913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9939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401888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8590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33162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7734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42306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800" b="1" i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运行过程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zh-CN" altLang="en-US" sz="1600" b="1" i="0">
                <a:solidFill>
                  <a:srgbClr val="B2B2B2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    </a:t>
            </a:r>
            <a:endParaRPr lang="zh-CN" altLang="en-US" sz="2800" b="1" i="0">
              <a:solidFill>
                <a:srgbClr val="B2B2B2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eaLnBrk="1" hangingPunct="1">
              <a:buFontTx/>
              <a:buNone/>
            </a:pPr>
            <a:r>
              <a:rPr lang="zh-CN" altLang="en-US" sz="2800" b="1" i="0">
                <a:solidFill>
                  <a:srgbClr val="B2B2B2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</a:t>
            </a:r>
          </a:p>
        </p:txBody>
      </p:sp>
      <p:pic>
        <p:nvPicPr>
          <p:cNvPr id="153604" name="Picture 7">
            <a:extLst>
              <a:ext uri="{FF2B5EF4-FFF2-40B4-BE49-F238E27FC236}">
                <a16:creationId xmlns:a16="http://schemas.microsoft.com/office/drawing/2014/main" id="{5A7D1E1D-360E-99AA-FC5D-2E1A50BCC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350" y="2524125"/>
            <a:ext cx="5334000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灯片编号占位符 4">
            <a:extLst>
              <a:ext uri="{FF2B5EF4-FFF2-40B4-BE49-F238E27FC236}">
                <a16:creationId xmlns:a16="http://schemas.microsoft.com/office/drawing/2014/main" id="{422B8C39-7E91-824F-A2C5-5814AF0D5E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1A1A195-9BDE-274C-9E5B-F68465500D83}" type="slidenum">
              <a:rPr lang="zh-CN" altLang="en-US" sz="1400">
                <a:solidFill>
                  <a:srgbClr val="0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101</a:t>
            </a:fld>
            <a:endParaRPr lang="en-US" altLang="zh-CN" sz="1400">
              <a:solidFill>
                <a:srgbClr val="00000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54627" name="Rectangle 5">
            <a:extLst>
              <a:ext uri="{FF2B5EF4-FFF2-40B4-BE49-F238E27FC236}">
                <a16:creationId xmlns:a16="http://schemas.microsoft.com/office/drawing/2014/main" id="{28C150AE-4BBE-D39B-ED79-7B9D937B173A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50825" y="1916113"/>
            <a:ext cx="8713788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4500" indent="-444500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1177925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585913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9939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401888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8590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33162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7734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4230688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800" b="1" i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运行结果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zh-CN" altLang="en-US" sz="1600" b="1" i="0">
                <a:solidFill>
                  <a:srgbClr val="B2B2B2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    </a:t>
            </a:r>
            <a:endParaRPr lang="zh-CN" altLang="en-US" sz="2800" b="1" i="0">
              <a:solidFill>
                <a:srgbClr val="B2B2B2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eaLnBrk="1" hangingPunct="1">
              <a:buFontTx/>
              <a:buNone/>
            </a:pPr>
            <a:r>
              <a:rPr lang="zh-CN" altLang="en-US" sz="2800" b="1" i="0">
                <a:solidFill>
                  <a:srgbClr val="B2B2B2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</a:t>
            </a:r>
          </a:p>
        </p:txBody>
      </p:sp>
      <p:sp>
        <p:nvSpPr>
          <p:cNvPr id="154628" name="AutoShape 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7C49B69-CAC6-E3A6-6D71-3B4788D27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5688" y="6524625"/>
            <a:ext cx="396875" cy="261938"/>
          </a:xfrm>
          <a:prstGeom prst="actionButtonBeginning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solidFill>
                <a:srgbClr val="00000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pic>
        <p:nvPicPr>
          <p:cNvPr id="154629" name="Picture 8">
            <a:extLst>
              <a:ext uri="{FF2B5EF4-FFF2-40B4-BE49-F238E27FC236}">
                <a16:creationId xmlns:a16="http://schemas.microsoft.com/office/drawing/2014/main" id="{C2CE534A-41CB-6DF4-0FA9-472DE85D2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350" y="2524125"/>
            <a:ext cx="5334000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灯片编号占位符 3">
            <a:extLst>
              <a:ext uri="{FF2B5EF4-FFF2-40B4-BE49-F238E27FC236}">
                <a16:creationId xmlns:a16="http://schemas.microsoft.com/office/drawing/2014/main" id="{ACABE544-0A7E-A803-28E1-F0C703A9A5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40F7F27-AFDE-574C-AA46-1F8EE8F8ECF9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102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94594" name="Rectangle 2">
            <a:extLst>
              <a:ext uri="{FF2B5EF4-FFF2-40B4-BE49-F238E27FC236}">
                <a16:creationId xmlns:a16="http://schemas.microsoft.com/office/drawing/2014/main" id="{6ADB0449-A333-C09A-BBF1-3F08F4293F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731838"/>
          </a:xfrm>
        </p:spPr>
        <p:txBody>
          <a:bodyPr/>
          <a:lstStyle/>
          <a:p>
            <a:pPr algn="ctr" eaLnBrk="1" hangingPunct="1"/>
            <a:r>
              <a:rPr kumimoji="0"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2.4.5 </a:t>
            </a:r>
            <a:r>
              <a:rPr kumimoji="0"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遗传算法</a:t>
            </a:r>
            <a:endParaRPr kumimoji="0" lang="en-US" altLang="zh-CN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94595" name="Rectangle 3">
            <a:extLst>
              <a:ext uri="{FF2B5EF4-FFF2-40B4-BE49-F238E27FC236}">
                <a16:creationId xmlns:a16="http://schemas.microsoft.com/office/drawing/2014/main" id="{53447BC4-9AD6-5A8E-014A-544F4C322B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420813"/>
            <a:ext cx="8002587" cy="4824412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2800">
                <a:latin typeface="微软雅黑" panose="020B0503020204020204" pitchFamily="34" charset="-122"/>
                <a:ea typeface="宋体" panose="02010600030101010101" pitchFamily="2" charset="-122"/>
              </a:rPr>
              <a:t>遗传算法</a:t>
            </a:r>
            <a:r>
              <a:rPr lang="en-US" altLang="zh-CN" sz="2800">
                <a:latin typeface="微软雅黑" panose="020B0503020204020204" pitchFamily="34" charset="-122"/>
                <a:ea typeface="宋体" panose="02010600030101010101" pitchFamily="2" charset="-122"/>
              </a:rPr>
              <a:t>(generic algorithm/GA)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一种重要的最优化方法，是进化算法的一种。</a:t>
            </a:r>
            <a:endParaRPr lang="en-US" altLang="zh-CN" sz="240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借鉴生物界的进化规律</a:t>
            </a:r>
            <a:r>
              <a:rPr lang="en-US" altLang="zh-CN" sz="2400">
                <a:latin typeface="微软雅黑" panose="020B0503020204020204" pitchFamily="34" charset="-122"/>
                <a:ea typeface="宋体" panose="02010600030101010101" pitchFamily="2" charset="-122"/>
              </a:rPr>
              <a:t>(</a:t>
            </a:r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适者生存，优胜劣汰的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种群</a:t>
            </a:r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进化遗传机制</a:t>
            </a:r>
            <a:r>
              <a:rPr lang="en-US" altLang="zh-CN" sz="2400">
                <a:latin typeface="微软雅黑" panose="020B0503020204020204" pitchFamily="34" charset="-122"/>
                <a:ea typeface="宋体" panose="02010600030101010101" pitchFamily="2" charset="-122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>
                <a:latin typeface="微软雅黑" panose="020B0503020204020204" pitchFamily="34" charset="-122"/>
                <a:ea typeface="宋体" panose="02010600030101010101" pitchFamily="2" charset="-122"/>
              </a:rPr>
              <a:t>与剪枝搜索一样，遗传算法也是从</a:t>
            </a:r>
            <a:r>
              <a:rPr lang="en-US" altLang="zh-CN" sz="2800">
                <a:latin typeface="微软雅黑" panose="020B0503020204020204" pitchFamily="34" charset="-122"/>
                <a:ea typeface="宋体" panose="02010600030101010101" pitchFamily="2" charset="-122"/>
              </a:rPr>
              <a:t>k</a:t>
            </a:r>
            <a:r>
              <a:rPr lang="zh-CN" altLang="en-US" sz="2800">
                <a:latin typeface="微软雅黑" panose="020B0503020204020204" pitchFamily="34" charset="-122"/>
                <a:ea typeface="宋体" panose="02010600030101010101" pitchFamily="2" charset="-122"/>
              </a:rPr>
              <a:t>个随机状态开始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zh-CN" altLang="en-US" sz="2800">
                <a:latin typeface="微软雅黑" panose="020B0503020204020204" pitchFamily="34" charset="-122"/>
                <a:ea typeface="宋体" panose="02010600030101010101" pitchFamily="2" charset="-122"/>
              </a:rPr>
              <a:t>这</a:t>
            </a:r>
            <a:r>
              <a:rPr lang="en-US" altLang="zh-CN" sz="2800">
                <a:latin typeface="微软雅黑" panose="020B0503020204020204" pitchFamily="34" charset="-122"/>
                <a:ea typeface="宋体" panose="02010600030101010101" pitchFamily="2" charset="-122"/>
              </a:rPr>
              <a:t>k</a:t>
            </a:r>
            <a:r>
              <a:rPr lang="zh-CN" altLang="en-US" sz="2800">
                <a:latin typeface="微软雅黑" panose="020B0503020204020204" pitchFamily="34" charset="-122"/>
                <a:ea typeface="宋体" panose="02010600030101010101" pitchFamily="2" charset="-122"/>
              </a:rPr>
              <a:t>个状态称为</a:t>
            </a:r>
            <a:r>
              <a:rPr lang="zh-CN" altLang="en-US" sz="2800">
                <a:solidFill>
                  <a:srgbClr val="FF33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种群</a:t>
            </a:r>
            <a:r>
              <a:rPr lang="zh-CN" altLang="en-US" sz="2800">
                <a:latin typeface="微软雅黑" panose="020B0503020204020204" pitchFamily="34" charset="-122"/>
                <a:ea typeface="宋体" panose="02010600030101010101" pitchFamily="2" charset="-122"/>
              </a:rPr>
              <a:t>，每个状态称为</a:t>
            </a:r>
            <a:r>
              <a:rPr lang="zh-CN" altLang="en-US" sz="2800">
                <a:solidFill>
                  <a:srgbClr val="FF33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个体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>
                <a:solidFill>
                  <a:srgbClr val="FF33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个体编码：</a:t>
            </a:r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通常为向量表示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>
                <a:solidFill>
                  <a:srgbClr val="FF33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评价值：</a:t>
            </a:r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每个状态用其</a:t>
            </a:r>
            <a:r>
              <a:rPr lang="zh-CN" altLang="en-US" sz="2400">
                <a:solidFill>
                  <a:srgbClr val="FF33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评价函数</a:t>
            </a:r>
            <a:r>
              <a:rPr lang="en-US" altLang="zh-CN" sz="2400">
                <a:latin typeface="微软雅黑" panose="020B0503020204020204" pitchFamily="34" charset="-122"/>
                <a:ea typeface="宋体" panose="02010600030101010101" pitchFamily="2" charset="-122"/>
              </a:rPr>
              <a:t>(</a:t>
            </a:r>
            <a:r>
              <a:rPr lang="zh-CN" altLang="en-US" sz="2400">
                <a:solidFill>
                  <a:srgbClr val="FF33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适应度函数</a:t>
            </a:r>
            <a:r>
              <a:rPr lang="en-US" altLang="zh-CN" sz="2400">
                <a:latin typeface="微软雅黑" panose="020B0503020204020204" pitchFamily="34" charset="-122"/>
                <a:ea typeface="宋体" panose="02010600030101010101" pitchFamily="2" charset="-122"/>
              </a:rPr>
              <a:t>)</a:t>
            </a:r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给出评价值</a:t>
            </a:r>
            <a:r>
              <a:rPr lang="en-US" altLang="zh-CN" sz="2400">
                <a:latin typeface="微软雅黑" panose="020B0503020204020204" pitchFamily="34" charset="-122"/>
                <a:ea typeface="宋体" panose="02010600030101010101" pitchFamily="2" charset="-122"/>
              </a:rPr>
              <a:t>(</a:t>
            </a:r>
            <a:r>
              <a:rPr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适应值</a:t>
            </a:r>
            <a:r>
              <a:rPr lang="en-US" altLang="zh-CN" sz="2400">
                <a:latin typeface="微软雅黑" panose="020B0503020204020204" pitchFamily="34" charset="-122"/>
                <a:ea typeface="宋体" panose="02010600030101010101" pitchFamily="2" charset="-122"/>
              </a:rPr>
              <a:t>)</a:t>
            </a:r>
          </a:p>
          <a:p>
            <a:pPr lvl="1" eaLnBrk="1" hangingPunct="1">
              <a:lnSpc>
                <a:spcPct val="110000"/>
              </a:lnSpc>
            </a:pPr>
            <a:r>
              <a:rPr kumimoji="0"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遗传操作包括</a:t>
            </a:r>
            <a:r>
              <a:rPr kumimoji="0"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kumimoji="0" lang="zh-CN" altLang="en-US" sz="2400">
                <a:solidFill>
                  <a:srgbClr val="FF33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选择</a:t>
            </a:r>
            <a:r>
              <a:rPr kumimoji="0" lang="en-US" altLang="zh-CN" sz="2400">
                <a:solidFill>
                  <a:srgbClr val="FF33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/</a:t>
            </a:r>
            <a:r>
              <a:rPr kumimoji="0" lang="zh-CN" altLang="en-US" sz="2400">
                <a:solidFill>
                  <a:srgbClr val="FF33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杂交</a:t>
            </a:r>
            <a:r>
              <a:rPr kumimoji="0" lang="en-US" altLang="zh-CN" sz="2400">
                <a:solidFill>
                  <a:srgbClr val="FF33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/</a:t>
            </a:r>
            <a:r>
              <a:rPr kumimoji="0" lang="zh-CN" altLang="en-US" sz="2400">
                <a:solidFill>
                  <a:srgbClr val="FF33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变异，</a:t>
            </a:r>
            <a:r>
              <a:rPr kumimoji="0" lang="zh-CN" altLang="en-US" sz="2400">
                <a:latin typeface="微软雅黑" panose="020B0503020204020204" pitchFamily="34" charset="-122"/>
                <a:ea typeface="宋体" panose="02010600030101010101" pitchFamily="2" charset="-122"/>
              </a:rPr>
              <a:t>来产生新一代种群，如此逐代进化，直到满足目标为止</a:t>
            </a:r>
            <a:endParaRPr kumimoji="0" lang="en-US" altLang="zh-CN" sz="2400">
              <a:solidFill>
                <a:srgbClr val="FF3300"/>
              </a:solidFill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155653" name="Text Box 4">
            <a:extLst>
              <a:ext uri="{FF2B5EF4-FFF2-40B4-BE49-F238E27FC236}">
                <a16:creationId xmlns:a16="http://schemas.microsoft.com/office/drawing/2014/main" id="{DAA8011C-413B-8F51-13C6-216E821DD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4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4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4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94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灯片编号占位符 3">
            <a:extLst>
              <a:ext uri="{FF2B5EF4-FFF2-40B4-BE49-F238E27FC236}">
                <a16:creationId xmlns:a16="http://schemas.microsoft.com/office/drawing/2014/main" id="{03684F71-B4A8-C36E-027D-43DBFC66D9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5C91BB-872F-8244-B79E-ABB4F25AAEF0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103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701442" name="Rectangle 2">
            <a:extLst>
              <a:ext uri="{FF2B5EF4-FFF2-40B4-BE49-F238E27FC236}">
                <a16:creationId xmlns:a16="http://schemas.microsoft.com/office/drawing/2014/main" id="{B4E1A8EE-7399-3A81-2B3B-6135A8287B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731838"/>
          </a:xfrm>
        </p:spPr>
        <p:txBody>
          <a:bodyPr/>
          <a:lstStyle/>
          <a:p>
            <a:pPr algn="ctr" eaLnBrk="1" hangingPunct="1"/>
            <a:r>
              <a:rPr kumimoji="0"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遗传算法简要描述</a:t>
            </a:r>
            <a:endParaRPr kumimoji="0" lang="en-US" altLang="zh-CN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7700" name="Rectangle 3">
            <a:extLst>
              <a:ext uri="{FF2B5EF4-FFF2-40B4-BE49-F238E27FC236}">
                <a16:creationId xmlns:a16="http://schemas.microsoft.com/office/drawing/2014/main" id="{88FF169A-E3E0-F832-7FB1-4ECE38F254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484313"/>
            <a:ext cx="7772400" cy="482441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(1)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定义问题，状态的编码表示、适应度函数</a:t>
            </a:r>
          </a:p>
          <a:p>
            <a:pPr eaLnBrk="1" hangingPunct="1"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(2)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随机选择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初始种群</a:t>
            </a:r>
            <a:endParaRPr lang="en-US" altLang="zh-CN" sz="280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(3)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根据适应度函数，为每个个体计算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适应值</a:t>
            </a:r>
          </a:p>
          <a:p>
            <a:pPr eaLnBrk="1" hangingPunct="1"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(4)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选择操作：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为每个个体指定一个与其适应值成正比的被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选择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概率，根据概率选择两个个体</a:t>
            </a:r>
            <a:endParaRPr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(5)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交叉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变异操作：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所选个体通过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交叉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变异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等操作产生新个体，加入种群，实现一次种群进化</a:t>
            </a:r>
            <a:endParaRPr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(6)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如果找到了解或者某种限制已到，则过程结束；否则转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(3)</a:t>
            </a:r>
          </a:p>
        </p:txBody>
      </p:sp>
      <p:sp>
        <p:nvSpPr>
          <p:cNvPr id="157701" name="Text Box 4">
            <a:extLst>
              <a:ext uri="{FF2B5EF4-FFF2-40B4-BE49-F238E27FC236}">
                <a16:creationId xmlns:a16="http://schemas.microsoft.com/office/drawing/2014/main" id="{7D802398-0E5F-6D7A-6125-EE0B198BD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灯片编号占位符 1">
            <a:extLst>
              <a:ext uri="{FF2B5EF4-FFF2-40B4-BE49-F238E27FC236}">
                <a16:creationId xmlns:a16="http://schemas.microsoft.com/office/drawing/2014/main" id="{1384308F-068A-EA8B-2C90-739763B35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8348F17-D22E-7C4E-A5A3-4462C1FB5729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104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pSp>
        <p:nvGrpSpPr>
          <p:cNvPr id="159747" name="Group 2">
            <a:extLst>
              <a:ext uri="{FF2B5EF4-FFF2-40B4-BE49-F238E27FC236}">
                <a16:creationId xmlns:a16="http://schemas.microsoft.com/office/drawing/2014/main" id="{AF411CDD-3FB6-1D18-0D0D-7BDECF7D8CD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-468313" y="1557338"/>
            <a:ext cx="8243888" cy="4851400"/>
            <a:chOff x="2263" y="5604"/>
            <a:chExt cx="5072" cy="3940"/>
          </a:xfrm>
        </p:grpSpPr>
        <p:sp>
          <p:nvSpPr>
            <p:cNvPr id="159750" name="AutoShape 3">
              <a:extLst>
                <a:ext uri="{FF2B5EF4-FFF2-40B4-BE49-F238E27FC236}">
                  <a16:creationId xmlns:a16="http://schemas.microsoft.com/office/drawing/2014/main" id="{B190771C-885F-4B63-3DC6-86A230529A2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63" y="5604"/>
              <a:ext cx="5072" cy="39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Gulim" panose="020B0600000101010101" pitchFamily="34" charset="-127"/>
                <a:ea typeface="Gulim" panose="020B0600000101010101" pitchFamily="34" charset="-127"/>
              </a:endParaRPr>
            </a:p>
          </p:txBody>
        </p:sp>
        <p:sp>
          <p:nvSpPr>
            <p:cNvPr id="159751" name="Text Box 4">
              <a:extLst>
                <a:ext uri="{FF2B5EF4-FFF2-40B4-BE49-F238E27FC236}">
                  <a16:creationId xmlns:a16="http://schemas.microsoft.com/office/drawing/2014/main" id="{CDCCCE3E-B760-351F-6E33-FE899D22D0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5" y="6313"/>
              <a:ext cx="3050" cy="3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54000" bIns="10800"/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just" eaLnBrk="1" latinLnBrk="0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000" i="0">
                  <a:latin typeface="Times New Roman" panose="02020603050405020304" pitchFamily="18" charset="0"/>
                  <a:ea typeface="宋体" panose="02010600030101010101" pitchFamily="2" charset="-122"/>
                </a:rPr>
                <a:t>计算种群中各个个体的适应度，并进行评价</a:t>
              </a:r>
              <a:endParaRPr kumimoji="0" lang="zh-CN" altLang="en-US" sz="2000" i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9752" name="AutoShape 5">
              <a:extLst>
                <a:ext uri="{FF2B5EF4-FFF2-40B4-BE49-F238E27FC236}">
                  <a16:creationId xmlns:a16="http://schemas.microsoft.com/office/drawing/2014/main" id="{5BBDC566-5129-5F0F-15E9-00B15A2781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6812"/>
              <a:ext cx="2944" cy="551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Gulim" panose="020B0600000101010101" pitchFamily="34" charset="-127"/>
                <a:ea typeface="Gulim" panose="020B0600000101010101" pitchFamily="34" charset="-127"/>
              </a:endParaRPr>
            </a:p>
          </p:txBody>
        </p:sp>
        <p:sp>
          <p:nvSpPr>
            <p:cNvPr id="159753" name="Text Box 6">
              <a:extLst>
                <a:ext uri="{FF2B5EF4-FFF2-40B4-BE49-F238E27FC236}">
                  <a16:creationId xmlns:a16="http://schemas.microsoft.com/office/drawing/2014/main" id="{46B044FE-F039-5EB4-5890-0F2CC45A78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7" y="6970"/>
              <a:ext cx="1348" cy="2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10800" rIns="18000" bIns="10800"/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just" eaLnBrk="1" latinLnBrk="0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000" i="0">
                  <a:latin typeface="Times New Roman" panose="02020603050405020304" pitchFamily="18" charset="0"/>
                  <a:ea typeface="宋体" panose="02010600030101010101" pitchFamily="2" charset="-122"/>
                </a:rPr>
                <a:t>满足终止条件吗？</a:t>
              </a:r>
              <a:endParaRPr kumimoji="0" lang="zh-CN" altLang="en-US" sz="2000" i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9754" name="Line 7">
              <a:extLst>
                <a:ext uri="{FF2B5EF4-FFF2-40B4-BE49-F238E27FC236}">
                  <a16:creationId xmlns:a16="http://schemas.microsoft.com/office/drawing/2014/main" id="{77C33A70-B329-783F-F919-7057D8A774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29" y="7075"/>
              <a:ext cx="639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55" name="Line 8">
              <a:extLst>
                <a:ext uri="{FF2B5EF4-FFF2-40B4-BE49-F238E27FC236}">
                  <a16:creationId xmlns:a16="http://schemas.microsoft.com/office/drawing/2014/main" id="{03B412F4-4981-220A-883E-7129987095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6" y="7075"/>
              <a:ext cx="1" cy="3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56" name="Text Box 9">
              <a:extLst>
                <a:ext uri="{FF2B5EF4-FFF2-40B4-BE49-F238E27FC236}">
                  <a16:creationId xmlns:a16="http://schemas.microsoft.com/office/drawing/2014/main" id="{42AAD402-73BA-3C8F-0786-CC4393E3FB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91" y="7443"/>
              <a:ext cx="440" cy="2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10800" rIns="18000" bIns="10800"/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just" eaLnBrk="1" latinLnBrk="0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000" i="0">
                  <a:latin typeface="Times New Roman" panose="02020603050405020304" pitchFamily="18" charset="0"/>
                  <a:ea typeface="宋体" panose="02010600030101010101" pitchFamily="2" charset="-122"/>
                </a:rPr>
                <a:t>终止</a:t>
              </a:r>
              <a:endParaRPr kumimoji="0" lang="zh-CN" altLang="en-US" sz="2000" i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9757" name="Text Box 10">
              <a:extLst>
                <a:ext uri="{FF2B5EF4-FFF2-40B4-BE49-F238E27FC236}">
                  <a16:creationId xmlns:a16="http://schemas.microsoft.com/office/drawing/2014/main" id="{792FA18E-9EAF-1C2F-9143-FDEBA06C06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1" y="7574"/>
              <a:ext cx="62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tIns="10800" bIns="10800"/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just" eaLnBrk="1" latinLnBrk="0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900" i="0">
                  <a:latin typeface="Times New Roman" panose="02020603050405020304" pitchFamily="18" charset="0"/>
                  <a:ea typeface="宋体" panose="02010600030101010101" pitchFamily="2" charset="-122"/>
                </a:rPr>
                <a:t>选择</a:t>
              </a:r>
              <a:endParaRPr kumimoji="0" lang="zh-CN" altLang="en-US" sz="1800" i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9758" name="Text Box 11">
              <a:extLst>
                <a:ext uri="{FF2B5EF4-FFF2-40B4-BE49-F238E27FC236}">
                  <a16:creationId xmlns:a16="http://schemas.microsoft.com/office/drawing/2014/main" id="{C286778C-5433-D680-AFAA-F7241CACE2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8" y="8073"/>
              <a:ext cx="620" cy="3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10800" bIns="10800"/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just" eaLnBrk="1" latinLnBrk="0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000" i="0">
                  <a:latin typeface="Times New Roman" panose="02020603050405020304" pitchFamily="18" charset="0"/>
                  <a:ea typeface="宋体" panose="02010600030101010101" pitchFamily="2" charset="-122"/>
                </a:rPr>
                <a:t>交叉</a:t>
              </a:r>
            </a:p>
          </p:txBody>
        </p:sp>
        <p:sp>
          <p:nvSpPr>
            <p:cNvPr id="159759" name="Text Box 12">
              <a:extLst>
                <a:ext uri="{FF2B5EF4-FFF2-40B4-BE49-F238E27FC236}">
                  <a16:creationId xmlns:a16="http://schemas.microsoft.com/office/drawing/2014/main" id="{7BA4DA41-0120-EE05-3457-376580CBF3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6" y="8599"/>
              <a:ext cx="585" cy="3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10800" rIns="18000" bIns="10800"/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just" eaLnBrk="1" latinLnBrk="0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000" i="0">
                  <a:latin typeface="Times New Roman" panose="02020603050405020304" pitchFamily="18" charset="0"/>
                  <a:ea typeface="宋体" panose="02010600030101010101" pitchFamily="2" charset="-122"/>
                </a:rPr>
                <a:t>变异</a:t>
              </a:r>
            </a:p>
          </p:txBody>
        </p:sp>
        <p:sp>
          <p:nvSpPr>
            <p:cNvPr id="159760" name="Line 13">
              <a:extLst>
                <a:ext uri="{FF2B5EF4-FFF2-40B4-BE49-F238E27FC236}">
                  <a16:creationId xmlns:a16="http://schemas.microsoft.com/office/drawing/2014/main" id="{877F3C49-E56F-DAF9-A3FD-8402FE6894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22" y="8914"/>
              <a:ext cx="1" cy="1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61" name="Line 14">
              <a:extLst>
                <a:ext uri="{FF2B5EF4-FFF2-40B4-BE49-F238E27FC236}">
                  <a16:creationId xmlns:a16="http://schemas.microsoft.com/office/drawing/2014/main" id="{4909DEA7-9C83-36B7-3D24-5E4B3FC187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795" y="9045"/>
              <a:ext cx="182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62" name="Line 15">
              <a:extLst>
                <a:ext uri="{FF2B5EF4-FFF2-40B4-BE49-F238E27FC236}">
                  <a16:creationId xmlns:a16="http://schemas.microsoft.com/office/drawing/2014/main" id="{8B096EC2-CC50-2324-9A61-A31244A073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95" y="6156"/>
              <a:ext cx="18" cy="291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63" name="Line 16">
              <a:extLst>
                <a:ext uri="{FF2B5EF4-FFF2-40B4-BE49-F238E27FC236}">
                  <a16:creationId xmlns:a16="http://schemas.microsoft.com/office/drawing/2014/main" id="{12A49926-AA27-8ECA-F0C8-DB359BB9D9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40" y="6024"/>
              <a:ext cx="1" cy="28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64" name="Line 17">
              <a:extLst>
                <a:ext uri="{FF2B5EF4-FFF2-40B4-BE49-F238E27FC236}">
                  <a16:creationId xmlns:a16="http://schemas.microsoft.com/office/drawing/2014/main" id="{8F01E0F9-045C-B2CA-1D94-664D3F5A71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0" y="6629"/>
              <a:ext cx="1" cy="2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65" name="Line 18">
              <a:extLst>
                <a:ext uri="{FF2B5EF4-FFF2-40B4-BE49-F238E27FC236}">
                  <a16:creationId xmlns:a16="http://schemas.microsoft.com/office/drawing/2014/main" id="{9948CCE9-A6BC-239C-6CE8-238671D958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3" y="6156"/>
              <a:ext cx="1809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66" name="Line 19">
              <a:extLst>
                <a:ext uri="{FF2B5EF4-FFF2-40B4-BE49-F238E27FC236}">
                  <a16:creationId xmlns:a16="http://schemas.microsoft.com/office/drawing/2014/main" id="{853F14CA-1DB8-1AD3-C060-A8F6AF51DF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0" y="7364"/>
              <a:ext cx="1" cy="2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67" name="Line 20">
              <a:extLst>
                <a:ext uri="{FF2B5EF4-FFF2-40B4-BE49-F238E27FC236}">
                  <a16:creationId xmlns:a16="http://schemas.microsoft.com/office/drawing/2014/main" id="{ACF7686D-B1D7-1D25-698E-BFC4EA951C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2" y="7889"/>
              <a:ext cx="1" cy="1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68" name="Line 21">
              <a:extLst>
                <a:ext uri="{FF2B5EF4-FFF2-40B4-BE49-F238E27FC236}">
                  <a16:creationId xmlns:a16="http://schemas.microsoft.com/office/drawing/2014/main" id="{3321F87B-25F7-7E4B-6CCE-92125F0D25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22" y="8388"/>
              <a:ext cx="1" cy="2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69" name="Text Box 22">
              <a:extLst>
                <a:ext uri="{FF2B5EF4-FFF2-40B4-BE49-F238E27FC236}">
                  <a16:creationId xmlns:a16="http://schemas.microsoft.com/office/drawing/2014/main" id="{3C593FCE-E479-396C-6DE6-BD96312063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6" y="6760"/>
              <a:ext cx="390" cy="2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10800" rIns="18000" bIns="10800"/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just" eaLnBrk="1" latinLnBrk="0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1600" i="0"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endParaRPr kumimoji="0" lang="en-US" altLang="zh-CN" sz="1600" i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9770" name="Text Box 23">
              <a:extLst>
                <a:ext uri="{FF2B5EF4-FFF2-40B4-BE49-F238E27FC236}">
                  <a16:creationId xmlns:a16="http://schemas.microsoft.com/office/drawing/2014/main" id="{2397D667-66E4-1076-F062-A6B2D61FDD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8" y="9123"/>
              <a:ext cx="2766" cy="3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just" eaLnBrk="1" latinLnBrk="0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000" i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0" lang="zh-CN" altLang="en-US" sz="2000" i="0">
                  <a:latin typeface="Times New Roman" panose="02020603050405020304" pitchFamily="18" charset="0"/>
                  <a:ea typeface="宋体" panose="02010600030101010101" pitchFamily="2" charset="-122"/>
                </a:rPr>
                <a:t>基本遗传算法的算法流程图</a:t>
              </a:r>
            </a:p>
          </p:txBody>
        </p:sp>
        <p:sp>
          <p:nvSpPr>
            <p:cNvPr id="159771" name="Text Box 24">
              <a:extLst>
                <a:ext uri="{FF2B5EF4-FFF2-40B4-BE49-F238E27FC236}">
                  <a16:creationId xmlns:a16="http://schemas.microsoft.com/office/drawing/2014/main" id="{55583200-7308-D6F2-9501-A2D87D8DD0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4" y="5683"/>
              <a:ext cx="1649" cy="34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just" eaLnBrk="1" latinLnBrk="0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000" i="0">
                  <a:latin typeface="Times New Roman" panose="02020603050405020304" pitchFamily="18" charset="0"/>
                  <a:ea typeface="宋体" panose="02010600030101010101" pitchFamily="2" charset="-122"/>
                </a:rPr>
                <a:t>编码和生成初始种群</a:t>
              </a:r>
              <a:endParaRPr kumimoji="0" lang="zh-CN" altLang="en-US" sz="2000" i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9772" name="Text Box 25">
              <a:extLst>
                <a:ext uri="{FF2B5EF4-FFF2-40B4-BE49-F238E27FC236}">
                  <a16:creationId xmlns:a16="http://schemas.microsoft.com/office/drawing/2014/main" id="{198B4BB3-9944-6081-EC2F-57AD51F1D0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0" y="7337"/>
              <a:ext cx="408" cy="28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10800" rIns="18000" bIns="10800"/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just" eaLnBrk="1" latinLnBrk="0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1600" i="0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kumimoji="0" lang="en-US" altLang="zh-CN" sz="1600" i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9773" name="Text Box 26">
              <a:extLst>
                <a:ext uri="{FF2B5EF4-FFF2-40B4-BE49-F238E27FC236}">
                  <a16:creationId xmlns:a16="http://schemas.microsoft.com/office/drawing/2014/main" id="{7E4A9066-358F-94E7-61A6-2A7C5022C1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7574"/>
              <a:ext cx="62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tIns="10800" bIns="10800"/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algn="just" eaLnBrk="1" latinLnBrk="0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000" i="0">
                  <a:latin typeface="Times New Roman" panose="02020603050405020304" pitchFamily="18" charset="0"/>
                  <a:ea typeface="宋体" panose="02010600030101010101" pitchFamily="2" charset="-122"/>
                </a:rPr>
                <a:t>选择</a:t>
              </a:r>
              <a:endParaRPr kumimoji="0" lang="zh-CN" altLang="en-US" sz="2000" i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00444" name="Text Box 28">
            <a:extLst>
              <a:ext uri="{FF2B5EF4-FFF2-40B4-BE49-F238E27FC236}">
                <a16:creationId xmlns:a16="http://schemas.microsoft.com/office/drawing/2014/main" id="{AD20F523-E6CB-2F90-6143-610991105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549275"/>
            <a:ext cx="55800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algn="ctr" eaLnBrk="1" hangingPunct="1"/>
            <a:r>
              <a:rPr kumimoji="0" lang="zh-CN" altLang="en-US" sz="4000" b="1" i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遗传算法的基本结构</a:t>
            </a:r>
            <a:endParaRPr kumimoji="0" lang="en-US" altLang="zh-CN" sz="4000" b="1" i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Text Box 2">
            <a:extLst>
              <a:ext uri="{FF2B5EF4-FFF2-40B4-BE49-F238E27FC236}">
                <a16:creationId xmlns:a16="http://schemas.microsoft.com/office/drawing/2014/main" id="{D5FAC463-4D4B-360F-6821-3D1967017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2650" y="4511675"/>
            <a:ext cx="4324350" cy="17160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latinLnBrk="0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0" lang="zh-CN" altLang="en-US" sz="2400" i="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编码</a:t>
            </a:r>
            <a:r>
              <a:rPr kumimoji="0"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、</a:t>
            </a:r>
            <a:r>
              <a:rPr kumimoji="0" lang="zh-CN" altLang="en-US" sz="2400" i="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初始群体的设定</a:t>
            </a:r>
            <a:r>
              <a:rPr kumimoji="0"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、</a:t>
            </a:r>
            <a:r>
              <a:rPr kumimoji="0" lang="zh-CN" altLang="en-US" sz="2400" i="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适应度函数</a:t>
            </a:r>
            <a:r>
              <a:rPr kumimoji="0"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的设计、</a:t>
            </a:r>
            <a:r>
              <a:rPr kumimoji="0" lang="zh-CN" altLang="en-US" sz="2400" i="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遗传操作</a:t>
            </a:r>
            <a:r>
              <a:rPr kumimoji="0"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设计、</a:t>
            </a:r>
            <a:r>
              <a:rPr kumimoji="0" lang="zh-CN" altLang="en-US" sz="2400" i="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控制参数</a:t>
            </a:r>
            <a:r>
              <a:rPr kumimoji="0"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设定等</a:t>
            </a:r>
            <a:r>
              <a:rPr kumimoji="0" lang="en-US" altLang="zh-CN" sz="2400" i="0">
                <a:latin typeface="微软雅黑" panose="020B0503020204020204" pitchFamily="34" charset="-122"/>
                <a:ea typeface="宋体" panose="02010600030101010101" pitchFamily="2" charset="-122"/>
              </a:rPr>
              <a:t>5</a:t>
            </a:r>
            <a:r>
              <a:rPr kumimoji="0"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个要素组成了遗传算法的核心内容。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灯片编号占位符 3">
            <a:extLst>
              <a:ext uri="{FF2B5EF4-FFF2-40B4-BE49-F238E27FC236}">
                <a16:creationId xmlns:a16="http://schemas.microsoft.com/office/drawing/2014/main" id="{11298495-8F6A-BFA6-82B6-6AF6446DA7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A8B999D-2F02-1942-90DA-7FE059ACA1F4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105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60771" name="Rectangle 2">
            <a:extLst>
              <a:ext uri="{FF2B5EF4-FFF2-40B4-BE49-F238E27FC236}">
                <a16:creationId xmlns:a16="http://schemas.microsoft.com/office/drawing/2014/main" id="{F549B968-FD97-B77A-16EE-F2EBA797B9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90600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chemeClr val="tx1"/>
                </a:solidFill>
                <a:ea typeface="华文新魏" panose="02010800040101010101" pitchFamily="2" charset="-122"/>
              </a:rPr>
              <a:t>编码</a:t>
            </a:r>
          </a:p>
        </p:txBody>
      </p:sp>
      <p:sp>
        <p:nvSpPr>
          <p:cNvPr id="160772" name="矩形 1">
            <a:extLst>
              <a:ext uri="{FF2B5EF4-FFF2-40B4-BE49-F238E27FC236}">
                <a16:creationId xmlns:a16="http://schemas.microsoft.com/office/drawing/2014/main" id="{2221FEF2-78F5-1314-C20A-61C5A4A30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350" y="1125538"/>
            <a:ext cx="829945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zh-CN" altLang="en-US" sz="2400" b="1" i="0">
                <a:solidFill>
                  <a:srgbClr val="C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位串编码：</a:t>
            </a:r>
            <a:r>
              <a:rPr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将问题空间的参数编码为一维排列的染色体的方法。</a:t>
            </a:r>
            <a:endParaRPr lang="zh-CN" altLang="en-US" sz="240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160773" name="矩形 1">
            <a:extLst>
              <a:ext uri="{FF2B5EF4-FFF2-40B4-BE49-F238E27FC236}">
                <a16:creationId xmlns:a16="http://schemas.microsoft.com/office/drawing/2014/main" id="{38EA2DA3-3668-5BB1-FA5D-6218D067D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933575"/>
            <a:ext cx="7704138" cy="186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latinLnBrk="0">
              <a:lnSpc>
                <a:spcPct val="120000"/>
              </a:lnSpc>
              <a:spcBef>
                <a:spcPct val="0"/>
              </a:spcBef>
            </a:pPr>
            <a:r>
              <a:rPr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把每个参数先进行二进制编码得到子串，再把这些子串连成一个完整的染色体。</a:t>
            </a:r>
          </a:p>
          <a:p>
            <a:pPr latinLnBrk="0">
              <a:lnSpc>
                <a:spcPct val="120000"/>
              </a:lnSpc>
              <a:spcBef>
                <a:spcPct val="0"/>
              </a:spcBef>
            </a:pPr>
            <a:r>
              <a:rPr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多参数映射编码中的每个子串对应各自的编码参数，所以，可以有不同的串长度和参数的取值范围。</a:t>
            </a:r>
            <a:endParaRPr lang="zh-CN" altLang="en-US" sz="240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160774" name="矩形 1">
            <a:extLst>
              <a:ext uri="{FF2B5EF4-FFF2-40B4-BE49-F238E27FC236}">
                <a16:creationId xmlns:a16="http://schemas.microsoft.com/office/drawing/2014/main" id="{4C295669-98ED-FFEE-BDE1-800702735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75" y="3716338"/>
            <a:ext cx="8299450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latinLnBrk="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 b="1" i="0">
                <a:solidFill>
                  <a:srgbClr val="C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优点：</a:t>
            </a:r>
          </a:p>
          <a:p>
            <a:pPr latinLnBrk="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类似于生物染色体的组成，算法易于用生物遗传理论解释，遗传操作如交叉、变异等易实现；算法处理的模式数最多。</a:t>
            </a:r>
            <a:endParaRPr lang="zh-CN" altLang="en-US" sz="240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160775" name="矩形 2">
            <a:extLst>
              <a:ext uri="{FF2B5EF4-FFF2-40B4-BE49-F238E27FC236}">
                <a16:creationId xmlns:a16="http://schemas.microsoft.com/office/drawing/2014/main" id="{2F0D0B1D-302D-98AD-A84B-12C8FA0ED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75" y="5165725"/>
            <a:ext cx="829945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b="1" i="0">
                <a:solidFill>
                  <a:srgbClr val="C00000"/>
                </a:solidFill>
                <a:latin typeface="微软雅黑" panose="020B0503020204020204" pitchFamily="34" charset="-122"/>
              </a:rPr>
              <a:t>缺点</a:t>
            </a:r>
            <a:r>
              <a:rPr lang="zh-CN" altLang="en-US" i="0">
                <a:latin typeface="微软雅黑" panose="020B0503020204020204" pitchFamily="34" charset="-122"/>
              </a:rPr>
              <a:t>：</a:t>
            </a:r>
          </a:p>
          <a:p>
            <a:pPr>
              <a:lnSpc>
                <a:spcPct val="120000"/>
              </a:lnSpc>
            </a:pPr>
            <a:r>
              <a:rPr lang="zh-CN" altLang="en-US" i="0">
                <a:latin typeface="微软雅黑" panose="020B0503020204020204" pitchFamily="34" charset="-122"/>
              </a:rPr>
              <a:t>① 相邻整数的二进制编码可能具有较大的Hamming距离</a:t>
            </a:r>
          </a:p>
          <a:p>
            <a:pPr>
              <a:lnSpc>
                <a:spcPct val="120000"/>
              </a:lnSpc>
            </a:pPr>
            <a:r>
              <a:rPr lang="zh-CN" altLang="en-US" i="0">
                <a:latin typeface="微软雅黑" panose="020B0503020204020204" pitchFamily="34" charset="-122"/>
              </a:rPr>
              <a:t>② 求解参数较多的高维优化问题时，算法的搜索效率低</a:t>
            </a:r>
          </a:p>
        </p:txBody>
      </p:sp>
    </p:spTree>
  </p:cSld>
  <p:clrMapOvr>
    <a:masterClrMapping/>
  </p:clrMapOvr>
  <p:transition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灯片编号占位符 3">
            <a:extLst>
              <a:ext uri="{FF2B5EF4-FFF2-40B4-BE49-F238E27FC236}">
                <a16:creationId xmlns:a16="http://schemas.microsoft.com/office/drawing/2014/main" id="{69669F47-DA12-8D05-B3D4-F16AB39EA7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205C29-8D42-5749-8BE5-1DE1FDA59149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106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62819" name="Rectangle 2">
            <a:extLst>
              <a:ext uri="{FF2B5EF4-FFF2-40B4-BE49-F238E27FC236}">
                <a16:creationId xmlns:a16="http://schemas.microsoft.com/office/drawing/2014/main" id="{4A607EBF-16D3-1018-2D70-7DEB6D8725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90600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chemeClr val="tx1"/>
                </a:solidFill>
                <a:ea typeface="华文新魏" panose="02010800040101010101" pitchFamily="2" charset="-122"/>
              </a:rPr>
              <a:t>遗传操作</a:t>
            </a:r>
            <a:r>
              <a:rPr lang="en-US" altLang="zh-CN">
                <a:solidFill>
                  <a:schemeClr val="tx1"/>
                </a:solidFill>
                <a:ea typeface="华文新魏" panose="02010800040101010101" pitchFamily="2" charset="-122"/>
              </a:rPr>
              <a:t>——</a:t>
            </a:r>
            <a:r>
              <a:rPr lang="zh-CN" altLang="en-US">
                <a:solidFill>
                  <a:schemeClr val="tx1"/>
                </a:solidFill>
                <a:ea typeface="华文新魏" panose="02010800040101010101" pitchFamily="2" charset="-122"/>
              </a:rPr>
              <a:t>选择</a:t>
            </a:r>
          </a:p>
        </p:txBody>
      </p:sp>
      <p:sp>
        <p:nvSpPr>
          <p:cNvPr id="162820" name="Rectangle 3">
            <a:extLst>
              <a:ext uri="{FF2B5EF4-FFF2-40B4-BE49-F238E27FC236}">
                <a16:creationId xmlns:a16="http://schemas.microsoft.com/office/drawing/2014/main" id="{26BE7A1E-74CC-FFB9-0B6A-D6B56D08BF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32363" y="4175125"/>
            <a:ext cx="4040187" cy="2278063"/>
          </a:xfrm>
        </p:spPr>
        <p:txBody>
          <a:bodyPr/>
          <a:lstStyle/>
          <a:p>
            <a:pPr marL="0" indent="0" eaLnBrk="1" hangingPunct="1">
              <a:lnSpc>
                <a:spcPct val="110000"/>
              </a:lnSpc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根据适应度计算每个个体 </a:t>
            </a:r>
            <a:r>
              <a:rPr lang="en-US" altLang="zh-CN" sz="2400" i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被选中的概率，将圆盘分为 </a:t>
            </a:r>
            <a:r>
              <a:rPr lang="en-US" altLang="zh-CN" sz="2400" i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 </a:t>
            </a:r>
            <a:r>
              <a:rPr lang="zh-CN" altLang="en-US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个面积与概率成正比的扇形。选择时转动轮盘，参考点 </a:t>
            </a:r>
            <a:r>
              <a:rPr lang="en-US" altLang="zh-CN" sz="2400" i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落到扇形 </a:t>
            </a:r>
            <a:r>
              <a:rPr lang="en-US" altLang="zh-CN" sz="2400" i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则选择个体 </a:t>
            </a:r>
            <a:r>
              <a:rPr lang="en-US" altLang="zh-CN" sz="2400" i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。</a:t>
            </a:r>
          </a:p>
        </p:txBody>
      </p:sp>
      <p:graphicFrame>
        <p:nvGraphicFramePr>
          <p:cNvPr id="162821" name="Object 4">
            <a:extLst>
              <a:ext uri="{FF2B5EF4-FFF2-40B4-BE49-F238E27FC236}">
                <a16:creationId xmlns:a16="http://schemas.microsoft.com/office/drawing/2014/main" id="{59ABDB38-C1FB-3C32-DC6B-8BEC505827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07263" y="2349500"/>
          <a:ext cx="1714500" cy="132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304000" imgH="14922500" progId="Equation.3">
                  <p:embed/>
                </p:oleObj>
              </mc:Choice>
              <mc:Fallback>
                <p:oleObj name="Equation" r:id="rId3" imgW="19304000" imgH="14922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7263" y="2349500"/>
                        <a:ext cx="1714500" cy="1325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822" name="Object 24">
            <a:extLst>
              <a:ext uri="{FF2B5EF4-FFF2-40B4-BE49-F238E27FC236}">
                <a16:creationId xmlns:a16="http://schemas.microsoft.com/office/drawing/2014/main" id="{499A1CD2-414D-EF4B-257B-D7EA2F713B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4581525"/>
          <a:ext cx="719138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483600" imgH="5270500" progId="Equation.3">
                  <p:embed/>
                </p:oleObj>
              </mc:Choice>
              <mc:Fallback>
                <p:oleObj name="Equation" r:id="rId5" imgW="8483600" imgH="52705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581525"/>
                        <a:ext cx="719138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2823" name="Picture 29" descr="http://image.sciencenet.cn/home/202002/19/005923s6y9yrwgug9vphqp.png">
            <a:extLst>
              <a:ext uri="{FF2B5EF4-FFF2-40B4-BE49-F238E27FC236}">
                <a16:creationId xmlns:a16="http://schemas.microsoft.com/office/drawing/2014/main" id="{F5D29AC7-135E-1F37-29D2-46629A56D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8" y="3563938"/>
            <a:ext cx="4381500" cy="254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2824" name="矩形 1">
            <a:extLst>
              <a:ext uri="{FF2B5EF4-FFF2-40B4-BE49-F238E27FC236}">
                <a16:creationId xmlns:a16="http://schemas.microsoft.com/office/drawing/2014/main" id="{A85E44D9-1239-366D-0CF8-2238E5D2D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238" y="1625600"/>
            <a:ext cx="3913187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选择操作是比较关键的一步，它应用的是达尔文的适者生存理论。具体来说是适应度越高的染色体，被选择作为亲本的概率越高。</a:t>
            </a:r>
            <a:endParaRPr lang="zh-CN" altLang="en-US" sz="240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pic>
        <p:nvPicPr>
          <p:cNvPr id="162825" name="Picture 33" descr="http://image.sciencenet.cn/home/202002/19/005927qo35gkckdsnaoyce.jpg">
            <a:extLst>
              <a:ext uri="{FF2B5EF4-FFF2-40B4-BE49-F238E27FC236}">
                <a16:creationId xmlns:a16="http://schemas.microsoft.com/office/drawing/2014/main" id="{917FD29C-75D2-B84B-6034-6EDCF05D9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1150" y="1436688"/>
            <a:ext cx="2886075" cy="2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灯片编号占位符 3">
            <a:extLst>
              <a:ext uri="{FF2B5EF4-FFF2-40B4-BE49-F238E27FC236}">
                <a16:creationId xmlns:a16="http://schemas.microsoft.com/office/drawing/2014/main" id="{246A52AD-86A0-BFD0-D78E-7602AC45AE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02EDB79-A3AD-164C-8106-62A0ED765A19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107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64867" name="Rectangle 3">
            <a:extLst>
              <a:ext uri="{FF2B5EF4-FFF2-40B4-BE49-F238E27FC236}">
                <a16:creationId xmlns:a16="http://schemas.microsoft.com/office/drawing/2014/main" id="{E60139E6-C268-AF0B-0FD4-61A3CF5DAD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312863"/>
            <a:ext cx="7772400" cy="44196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随机选择一个数 </a:t>
            </a:r>
            <a:r>
              <a:rPr lang="en-US" altLang="zh-CN" sz="2800" i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作为交叉的位置，称为交叉点。然后将两个父本个体交叉点前后的部分交换。</a:t>
            </a:r>
          </a:p>
        </p:txBody>
      </p:sp>
      <p:sp>
        <p:nvSpPr>
          <p:cNvPr id="164868" name="Rectangle 2">
            <a:extLst>
              <a:ext uri="{FF2B5EF4-FFF2-40B4-BE49-F238E27FC236}">
                <a16:creationId xmlns:a16="http://schemas.microsoft.com/office/drawing/2014/main" id="{AD17B09C-B4A0-DFD9-EF4A-D8D0161A49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90600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chemeClr val="tx1"/>
                </a:solidFill>
                <a:ea typeface="华文新魏" panose="02010800040101010101" pitchFamily="2" charset="-122"/>
              </a:rPr>
              <a:t>遗传操作</a:t>
            </a:r>
            <a:r>
              <a:rPr lang="en-US" altLang="zh-CN">
                <a:solidFill>
                  <a:schemeClr val="tx1"/>
                </a:solidFill>
                <a:ea typeface="华文新魏" panose="02010800040101010101" pitchFamily="2" charset="-122"/>
              </a:rPr>
              <a:t>——</a:t>
            </a:r>
            <a:r>
              <a:rPr lang="zh-CN" altLang="en-US">
                <a:solidFill>
                  <a:schemeClr val="tx1"/>
                </a:solidFill>
                <a:ea typeface="华文新魏" panose="02010800040101010101" pitchFamily="2" charset="-122"/>
              </a:rPr>
              <a:t>交叉</a:t>
            </a:r>
          </a:p>
        </p:txBody>
      </p:sp>
      <p:pic>
        <p:nvPicPr>
          <p:cNvPr id="164869" name="Picture 9" descr="http://image.sciencenet.cn/home/202002/19/005934mcs98t5pc9ij0j80.png">
            <a:extLst>
              <a:ext uri="{FF2B5EF4-FFF2-40B4-BE49-F238E27FC236}">
                <a16:creationId xmlns:a16="http://schemas.microsoft.com/office/drawing/2014/main" id="{C29B0DCA-F478-0FA5-D73D-912B99DC2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997200"/>
            <a:ext cx="6265862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870" name="文本框 3">
            <a:extLst>
              <a:ext uri="{FF2B5EF4-FFF2-40B4-BE49-F238E27FC236}">
                <a16:creationId xmlns:a16="http://schemas.microsoft.com/office/drawing/2014/main" id="{1787124B-357D-1A64-60AC-8BF9CD6F8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5625" y="3209925"/>
            <a:ext cx="16557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zh-CN" altLang="en-US" sz="2800" b="1" i="0">
                <a:latin typeface="微软雅黑" panose="020B0503020204020204" pitchFamily="34" charset="-122"/>
                <a:ea typeface="宋体" panose="02010600030101010101" pitchFamily="2" charset="-122"/>
              </a:rPr>
              <a:t>单点交叉</a:t>
            </a:r>
          </a:p>
        </p:txBody>
      </p:sp>
      <p:pic>
        <p:nvPicPr>
          <p:cNvPr id="164871" name="Picture 13" descr="http://image.sciencenet.cn/home/202002/19/005937so5g5f2wfba1o9wo.png">
            <a:extLst>
              <a:ext uri="{FF2B5EF4-FFF2-40B4-BE49-F238E27FC236}">
                <a16:creationId xmlns:a16="http://schemas.microsoft.com/office/drawing/2014/main" id="{A99E16FB-2FA6-352F-9B94-9EBB1CD79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4714875"/>
            <a:ext cx="6132512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872" name="文本框 14">
            <a:extLst>
              <a:ext uri="{FF2B5EF4-FFF2-40B4-BE49-F238E27FC236}">
                <a16:creationId xmlns:a16="http://schemas.microsoft.com/office/drawing/2014/main" id="{D438F5FA-8FE1-1BC8-4CB3-6F4A744F4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7588" y="5457825"/>
            <a:ext cx="2819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zh-CN" altLang="en-US" sz="2800" b="1" i="0">
                <a:latin typeface="微软雅黑" panose="020B0503020204020204" pitchFamily="34" charset="-122"/>
                <a:ea typeface="宋体" panose="02010600030101010101" pitchFamily="2" charset="-122"/>
              </a:rPr>
              <a:t>双（多）点交叉</a:t>
            </a:r>
          </a:p>
        </p:txBody>
      </p:sp>
    </p:spTree>
  </p:cSld>
  <p:clrMapOvr>
    <a:masterClrMapping/>
  </p:clrMapOvr>
  <p:transition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灯片编号占位符 3">
            <a:extLst>
              <a:ext uri="{FF2B5EF4-FFF2-40B4-BE49-F238E27FC236}">
                <a16:creationId xmlns:a16="http://schemas.microsoft.com/office/drawing/2014/main" id="{CB4CE4F7-CEDC-2713-C704-34A3CCBEFF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20FC773-5C6C-784C-803E-E5DC9DB082B0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108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66915" name="Text Box 3">
            <a:extLst>
              <a:ext uri="{FF2B5EF4-FFF2-40B4-BE49-F238E27FC236}">
                <a16:creationId xmlns:a16="http://schemas.microsoft.com/office/drawing/2014/main" id="{EFDD40B8-CA96-A3B2-4643-F4D75A625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600200"/>
            <a:ext cx="8215312" cy="201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914400" indent="-4572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371600" indent="-4572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828800" indent="-4572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286000" indent="-4572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743200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3200400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657600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4114800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latinLnBrk="0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Char char="§"/>
            </a:pPr>
            <a:r>
              <a:rPr lang="zh-CN" altLang="en-US" sz="2400" i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以概率 </a:t>
            </a:r>
            <a:r>
              <a: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aseline="-25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400" i="0" baseline="-25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i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对种群中所有个体的每一位进行变异。</a:t>
            </a:r>
          </a:p>
          <a:p>
            <a:pPr eaLnBrk="1" latinLnBrk="0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Char char="§"/>
            </a:pPr>
            <a:r>
              <a:rPr lang="zh-CN" altLang="en-US" sz="2400" i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对于个体 </a:t>
            </a:r>
            <a:r>
              <a: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aseline="-25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i="0" baseline="-25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i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的第 </a:t>
            </a:r>
            <a:r>
              <a: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 </a:t>
            </a:r>
            <a:r>
              <a:rPr lang="zh-CN" altLang="en-US" sz="2400" i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位，在 [0,1] 的范围内随机地生成一个数 </a:t>
            </a:r>
            <a:r>
              <a: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i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i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如果 </a:t>
            </a:r>
            <a:r>
              <a: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 &lt; p</a:t>
            </a:r>
            <a:r>
              <a:rPr lang="en-US" altLang="zh-CN" sz="2400" baseline="-25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 </a:t>
            </a:r>
            <a:r>
              <a:rPr lang="en-US" altLang="zh-CN" sz="2400" i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i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则对第 </a:t>
            </a:r>
            <a:r>
              <a: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en-US" altLang="zh-CN" sz="2400" i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i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位取反，否则保持第 </a:t>
            </a:r>
            <a:r>
              <a: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en-US" altLang="zh-CN" sz="2400" i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i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位不变。</a:t>
            </a:r>
          </a:p>
          <a:p>
            <a:pPr eaLnBrk="1" latinLnBrk="0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Char char="§"/>
            </a:pPr>
            <a:endParaRPr lang="zh-CN" altLang="en-US" sz="2400" i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6916" name="Rectangle 2">
            <a:extLst>
              <a:ext uri="{FF2B5EF4-FFF2-40B4-BE49-F238E27FC236}">
                <a16:creationId xmlns:a16="http://schemas.microsoft.com/office/drawing/2014/main" id="{A5F182DB-3937-531A-AD42-05361F7825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90600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chemeClr val="tx1"/>
                </a:solidFill>
                <a:ea typeface="华文新魏" panose="02010800040101010101" pitchFamily="2" charset="-122"/>
              </a:rPr>
              <a:t>遗传操作</a:t>
            </a:r>
            <a:r>
              <a:rPr lang="en-US" altLang="zh-CN">
                <a:solidFill>
                  <a:schemeClr val="tx1"/>
                </a:solidFill>
                <a:ea typeface="华文新魏" panose="02010800040101010101" pitchFamily="2" charset="-122"/>
              </a:rPr>
              <a:t>——</a:t>
            </a:r>
            <a:r>
              <a:rPr lang="zh-CN" altLang="en-US">
                <a:solidFill>
                  <a:schemeClr val="tx1"/>
                </a:solidFill>
                <a:ea typeface="华文新魏" panose="02010800040101010101" pitchFamily="2" charset="-122"/>
              </a:rPr>
              <a:t>变异</a:t>
            </a:r>
          </a:p>
        </p:txBody>
      </p:sp>
      <p:pic>
        <p:nvPicPr>
          <p:cNvPr id="166917" name="图片 2">
            <a:extLst>
              <a:ext uri="{FF2B5EF4-FFF2-40B4-BE49-F238E27FC236}">
                <a16:creationId xmlns:a16="http://schemas.microsoft.com/office/drawing/2014/main" id="{96E7EDC1-3132-8351-7500-2881581158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3429000"/>
            <a:ext cx="695325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6918" name="文本框 3">
            <a:extLst>
              <a:ext uri="{FF2B5EF4-FFF2-40B4-BE49-F238E27FC236}">
                <a16:creationId xmlns:a16="http://schemas.microsoft.com/office/drawing/2014/main" id="{36D6FC51-98AB-CD5D-039B-48E3B5354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3" y="5534025"/>
            <a:ext cx="1296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Gulim" panose="020B0600000101010101" pitchFamily="34" charset="-127"/>
                <a:ea typeface="Gulim" panose="020B0600000101010101" pitchFamily="34" charset="-127"/>
              </a:rPr>
              <a:t>交叉</a:t>
            </a:r>
          </a:p>
        </p:txBody>
      </p:sp>
      <p:sp>
        <p:nvSpPr>
          <p:cNvPr id="166919" name="文本框 8">
            <a:extLst>
              <a:ext uri="{FF2B5EF4-FFF2-40B4-BE49-F238E27FC236}">
                <a16:creationId xmlns:a16="http://schemas.microsoft.com/office/drawing/2014/main" id="{1348E6CA-E4AB-10F7-85D4-03F0987E1B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5467350"/>
            <a:ext cx="1295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Gulim" panose="020B0600000101010101" pitchFamily="34" charset="-127"/>
                <a:ea typeface="Gulim" panose="020B0600000101010101" pitchFamily="34" charset="-127"/>
              </a:rPr>
              <a:t>变异</a:t>
            </a:r>
          </a:p>
        </p:txBody>
      </p:sp>
    </p:spTree>
  </p:cSld>
  <p:clrMapOvr>
    <a:masterClrMapping/>
  </p:clrMapOvr>
  <p:transition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灯片编号占位符 3">
            <a:extLst>
              <a:ext uri="{FF2B5EF4-FFF2-40B4-BE49-F238E27FC236}">
                <a16:creationId xmlns:a16="http://schemas.microsoft.com/office/drawing/2014/main" id="{38314D97-F822-C467-F092-BC759574F5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82484C-287A-264A-BD1E-C40FA1057751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109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98690" name="Rectangle 2">
            <a:extLst>
              <a:ext uri="{FF2B5EF4-FFF2-40B4-BE49-F238E27FC236}">
                <a16:creationId xmlns:a16="http://schemas.microsoft.com/office/drawing/2014/main" id="{6EAE99A2-763E-37D8-28E7-18B6686FF0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731838"/>
          </a:xfrm>
        </p:spPr>
        <p:txBody>
          <a:bodyPr/>
          <a:lstStyle/>
          <a:p>
            <a:pPr algn="ctr" eaLnBrk="1" hangingPunct="1"/>
            <a:r>
              <a:rPr kumimoji="0"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遗传算法的特点</a:t>
            </a:r>
            <a:endParaRPr kumimoji="0" lang="en-US" altLang="zh-CN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98691" name="Rectangle 3">
            <a:extLst>
              <a:ext uri="{FF2B5EF4-FFF2-40B4-BE49-F238E27FC236}">
                <a16:creationId xmlns:a16="http://schemas.microsoft.com/office/drawing/2014/main" id="{63472833-2DDB-42EF-874C-1C1700872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484313"/>
            <a:ext cx="7772400" cy="4824412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遗传算法也结合了“上山”趋势和随机搜索，并在并行搜索线程之间交换信息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遗传算法的主要优势来自于杂交</a:t>
            </a:r>
            <a:endParaRPr lang="en-US" altLang="zh-CN" sz="28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杂交的优势在于它能够将独立发展的若干个相对固定的字符 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能够执行有用的功能 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“砖块”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组合起来，提高了搜索的粒度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所谓有用的砖块，就是几个结合起来可以构造问题的解</a:t>
            </a:r>
          </a:p>
          <a:p>
            <a:pPr eaLnBrk="1" hangingPunct="1">
              <a:lnSpc>
                <a:spcPct val="110000"/>
              </a:lnSpc>
            </a:pPr>
            <a:endParaRPr lang="en-US" altLang="zh-CN" sz="28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8965" name="Text Box 4">
            <a:extLst>
              <a:ext uri="{FF2B5EF4-FFF2-40B4-BE49-F238E27FC236}">
                <a16:creationId xmlns:a16="http://schemas.microsoft.com/office/drawing/2014/main" id="{270CBBD0-1292-D22B-9A0B-5C0DE0FBF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8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8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8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98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灯片编号占位符 3">
            <a:extLst>
              <a:ext uri="{FF2B5EF4-FFF2-40B4-BE49-F238E27FC236}">
                <a16:creationId xmlns:a16="http://schemas.microsoft.com/office/drawing/2014/main" id="{BE743C62-2870-FDB2-88A7-A7B0B8AF9D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0F1253F-BBE7-AE41-A899-36BBB1A9D6A6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110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97666" name="Rectangle 2">
            <a:extLst>
              <a:ext uri="{FF2B5EF4-FFF2-40B4-BE49-F238E27FC236}">
                <a16:creationId xmlns:a16="http://schemas.microsoft.com/office/drawing/2014/main" id="{06CED0FA-DEF5-8490-1C47-A7DF989A1E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476250"/>
            <a:ext cx="7772400" cy="731838"/>
          </a:xfrm>
        </p:spPr>
        <p:txBody>
          <a:bodyPr/>
          <a:lstStyle/>
          <a:p>
            <a:pPr algn="ctr" eaLnBrk="1" hangingPunct="1"/>
            <a:r>
              <a:rPr kumimoji="0"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遗传算法的模式</a:t>
            </a:r>
            <a:endParaRPr kumimoji="0" lang="en-US" altLang="zh-CN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97667" name="Rectangle 3">
            <a:extLst>
              <a:ext uri="{FF2B5EF4-FFF2-40B4-BE49-F238E27FC236}">
                <a16:creationId xmlns:a16="http://schemas.microsoft.com/office/drawing/2014/main" id="{003566FE-D3FE-FE18-955B-47C50285B6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341438"/>
            <a:ext cx="7772400" cy="4968875"/>
          </a:xfrm>
        </p:spPr>
        <p:txBody>
          <a:bodyPr/>
          <a:lstStyle/>
          <a:p>
            <a:pPr eaLnBrk="1" hangingPunct="1"/>
            <a:r>
              <a:rPr lang="zh-CN" altLang="en-US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遗传算法上述特点可以用模式</a:t>
            </a:r>
            <a:r>
              <a:rPr lang="en-US" altLang="zh-CN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(schema)</a:t>
            </a:r>
            <a:r>
              <a:rPr lang="zh-CN" altLang="en-US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来解释</a:t>
            </a:r>
            <a:r>
              <a:rPr lang="en-US" altLang="zh-CN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en-US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模式是某些位置上的数字尚未确定的一个状态子串</a:t>
            </a:r>
            <a:endParaRPr lang="en-US" altLang="zh-CN" sz="28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/>
            <a:r>
              <a:rPr lang="zh-CN" altLang="en-US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能够匹配模式的字符串称为该模式的实例</a:t>
            </a:r>
          </a:p>
          <a:p>
            <a:pPr lvl="1" eaLnBrk="1" hangingPunct="1"/>
            <a:r>
              <a:rPr lang="zh-CN" altLang="en-US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如果一个模式的实例的平均适应值超过均值，则种群内这个模式的实例数量会随时间而增长</a:t>
            </a:r>
            <a:endParaRPr lang="en-US" altLang="zh-CN" sz="28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/>
            <a:r>
              <a:rPr lang="zh-CN" altLang="en-US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遗传算法在模式和解的有意义成分相对应时才会工作得最好</a:t>
            </a:r>
          </a:p>
        </p:txBody>
      </p:sp>
      <p:sp>
        <p:nvSpPr>
          <p:cNvPr id="171013" name="Text Box 4">
            <a:extLst>
              <a:ext uri="{FF2B5EF4-FFF2-40B4-BE49-F238E27FC236}">
                <a16:creationId xmlns:a16="http://schemas.microsoft.com/office/drawing/2014/main" id="{EED58465-244C-EC81-9DDB-2C299EA25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7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7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7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灯片编号占位符 3">
            <a:extLst>
              <a:ext uri="{FF2B5EF4-FFF2-40B4-BE49-F238E27FC236}">
                <a16:creationId xmlns:a16="http://schemas.microsoft.com/office/drawing/2014/main" id="{AA78725F-7614-4642-4D2A-31565F5A73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E47EE9-57F1-E641-959C-3D74351A09CE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111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DDA09FA2-20C3-97AC-D629-8E61DCA0AF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1530350"/>
            <a:ext cx="2808287" cy="673100"/>
          </a:xfrm>
          <a:solidFill>
            <a:schemeClr val="accent3">
              <a:lumMod val="95000"/>
            </a:schemeClr>
          </a:solidFill>
        </p:spPr>
        <p:txBody>
          <a:bodyPr/>
          <a:lstStyle/>
          <a:p>
            <a:pPr algn="ctr" eaLnBrk="1" hangingPunct="1"/>
            <a:r>
              <a:rPr lang="zh-CN" altLang="en-US" sz="3200">
                <a:solidFill>
                  <a:schemeClr val="tx1"/>
                </a:solidFill>
                <a:ea typeface="华文新魏" panose="02010800040101010101" pitchFamily="2" charset="-122"/>
              </a:rPr>
              <a:t>模式举例</a:t>
            </a:r>
          </a:p>
        </p:txBody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E3EF19DA-8BE1-5BA5-EB10-74E3490B26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6400" y="2219325"/>
            <a:ext cx="4841875" cy="41148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zh-CN" altLang="en-US" sz="2400">
                <a:ea typeface="宋体" panose="02010600030101010101" pitchFamily="2" charset="-122"/>
              </a:rPr>
              <a:t>模式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*10101110</a:t>
            </a:r>
          </a:p>
          <a:p>
            <a:pPr marL="0" indent="0" eaLnBrk="1" hangingPunct="1"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与以下两个字符串匹配：</a:t>
            </a:r>
          </a:p>
          <a:p>
            <a:pPr marL="0" indent="0" eaLnBrk="1" hangingPunct="1"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  010101110    110101110</a:t>
            </a:r>
          </a:p>
          <a:p>
            <a:pPr marL="0" indent="0" eaLnBrk="1" hangingPunct="1"/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buFontTx/>
              <a:buNone/>
            </a:pPr>
            <a:r>
              <a:rPr lang="zh-CN" altLang="en-US" sz="2400">
                <a:ea typeface="宋体" panose="02010600030101010101" pitchFamily="2" charset="-122"/>
              </a:rPr>
              <a:t>而模式   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*1010＊110</a:t>
            </a:r>
          </a:p>
          <a:p>
            <a:pPr marL="0" indent="0" eaLnBrk="1" hangingPunct="1"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与以下四个字符串匹配：</a:t>
            </a:r>
          </a:p>
          <a:p>
            <a:pPr marL="0" indent="0" eaLnBrk="1" hangingPunct="1"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  010100110    010101110</a:t>
            </a:r>
          </a:p>
          <a:p>
            <a:pPr marL="0" indent="0" eaLnBrk="1" hangingPunct="1"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  110100110    110101110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20F973D-8852-BCA9-E045-273AA4F8A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0" y="1076325"/>
            <a:ext cx="3394075" cy="2424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适应值</a:t>
            </a:r>
            <a:r>
              <a:rPr lang="zh-CN" altLang="en-US" sz="2400" i="0">
                <a:solidFill>
                  <a:srgbClr val="C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高于</a:t>
            </a:r>
            <a:r>
              <a:rPr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群体平均值的模式在下一代的代表串数目将会</a:t>
            </a:r>
            <a:r>
              <a:rPr lang="zh-CN" altLang="en-US" sz="2400" i="0">
                <a:solidFill>
                  <a:srgbClr val="C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增加</a:t>
            </a:r>
            <a:r>
              <a:rPr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，而适应值</a:t>
            </a:r>
            <a:r>
              <a:rPr lang="zh-CN" altLang="en-US" sz="2400" i="0">
                <a:solidFill>
                  <a:srgbClr val="C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低于</a:t>
            </a:r>
            <a:r>
              <a:rPr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群体平均值的模式在下一代的代表串数目将会</a:t>
            </a:r>
            <a:r>
              <a:rPr lang="zh-CN" altLang="en-US" sz="2400" i="0">
                <a:solidFill>
                  <a:srgbClr val="C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减少</a:t>
            </a:r>
            <a:r>
              <a:rPr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24BC912-1696-BEFB-CDE9-436D98F5B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4825" y="352425"/>
            <a:ext cx="2808288" cy="673100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1" latinLnBrk="1" hangingPunct="1">
              <a:defRPr sz="4000">
                <a:latin typeface="+mj-lt"/>
                <a:ea typeface="华文新魏" panose="02010800040101010101" pitchFamily="2" charset="-122"/>
                <a:cs typeface="+mj-cs"/>
              </a:defRPr>
            </a:lvl1pPr>
            <a:lvl2pPr latinLnBrk="1">
              <a:defRPr sz="4000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latinLnBrk="1">
              <a:defRPr sz="4000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latinLnBrk="1">
              <a:defRPr sz="4000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latinLnBrk="1">
              <a:defRPr sz="4000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45720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91440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137160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182880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3200" i="0" dirty="0"/>
              <a:t>模式定理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EF9EF30-4EFA-AA4A-1201-64B0F716C9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366838" y="549275"/>
            <a:ext cx="7772401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4000" b="1" i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遗传算法的模式</a:t>
            </a:r>
            <a:endParaRPr kumimoji="0" lang="en-US" altLang="zh-CN" sz="4000" b="1" i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3064" name="Text Box 4">
            <a:extLst>
              <a:ext uri="{FF2B5EF4-FFF2-40B4-BE49-F238E27FC236}">
                <a16:creationId xmlns:a16="http://schemas.microsoft.com/office/drawing/2014/main" id="{0F68D738-BC7F-E397-0883-51C514C64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i="0">
                <a:latin typeface="华文行楷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i="0">
                <a:latin typeface="华文行楷" panose="02010800040101010101" pitchFamily="2" charset="-122"/>
                <a:ea typeface="宋体" panose="02010600030101010101" pitchFamily="2" charset="-122"/>
              </a:rPr>
              <a:t>章 搜索技术</a:t>
            </a:r>
            <a:endParaRPr lang="en-US" altLang="zh-CN" sz="2400" i="0"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E80BEE5-EA58-BE41-F895-6D1000B63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2113" y="4262438"/>
            <a:ext cx="3395662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latinLnBrk="0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长度较短、高于平均适应度的模式(积木块</a:t>
            </a:r>
            <a:r>
              <a:rPr lang="en-US" altLang="zh-CN" sz="2400" i="0">
                <a:latin typeface="微软雅黑" panose="020B0503020204020204" pitchFamily="34" charset="-122"/>
                <a:ea typeface="宋体" panose="02010600030101010101" pitchFamily="2" charset="-122"/>
              </a:rPr>
              <a:t>)</a:t>
            </a:r>
            <a:r>
              <a:rPr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在遗传算子的作用下，相互结合，能生成长度较长、适应度较高的模式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14A681C6-F4E2-D718-EF5F-3EC7E1DD7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1813" y="3603625"/>
            <a:ext cx="2808287" cy="673100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i="0">
                <a:latin typeface="宋体" panose="02010600030101010101" pitchFamily="2" charset="-122"/>
                <a:ea typeface="华文新魏" panose="02010800040101010101" pitchFamily="2" charset="-122"/>
              </a:rPr>
              <a:t>积木块假设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2" grpId="0"/>
      <p:bldP spid="10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灯片编号占位符 3">
            <a:extLst>
              <a:ext uri="{FF2B5EF4-FFF2-40B4-BE49-F238E27FC236}">
                <a16:creationId xmlns:a16="http://schemas.microsoft.com/office/drawing/2014/main" id="{513BFB2F-247F-8FC3-D80C-2FBA3AD891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B5154E9-13C3-864F-8D74-81B3A8A5F31E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112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75107" name="Rectangle 2">
            <a:extLst>
              <a:ext uri="{FF2B5EF4-FFF2-40B4-BE49-F238E27FC236}">
                <a16:creationId xmlns:a16="http://schemas.microsoft.com/office/drawing/2014/main" id="{6030405D-8BFA-46A8-F6DA-6E981037BD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188" y="908050"/>
            <a:ext cx="6989762" cy="423863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流水车间调度问题</a:t>
            </a:r>
          </a:p>
        </p:txBody>
      </p:sp>
      <p:sp>
        <p:nvSpPr>
          <p:cNvPr id="175108" name="Rectangle 3">
            <a:extLst>
              <a:ext uri="{FF2B5EF4-FFF2-40B4-BE49-F238E27FC236}">
                <a16:creationId xmlns:a16="http://schemas.microsoft.com/office/drawing/2014/main" id="{56145548-610E-592A-5DB0-0A6477693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713" y="3324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aphicFrame>
        <p:nvGraphicFramePr>
          <p:cNvPr id="705540" name="Object 4">
            <a:extLst>
              <a:ext uri="{FF2B5EF4-FFF2-40B4-BE49-F238E27FC236}">
                <a16:creationId xmlns:a16="http://schemas.microsoft.com/office/drawing/2014/main" id="{9B578C4A-AC09-3CF8-17C9-407650B268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3657600"/>
          <a:ext cx="35814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394900" imgH="5562600" progId="Equation.3">
                  <p:embed/>
                </p:oleObj>
              </mc:Choice>
              <mc:Fallback>
                <p:oleObj name="Equation" r:id="rId3" imgW="35394900" imgH="5562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657600"/>
                        <a:ext cx="35814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5541" name="Rectangle 5">
            <a:extLst>
              <a:ext uri="{FF2B5EF4-FFF2-40B4-BE49-F238E27FC236}">
                <a16:creationId xmlns:a16="http://schemas.microsoft.com/office/drawing/2014/main" id="{7D6970DB-9B5D-AF1E-5B66-5434A49D9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628775"/>
            <a:ext cx="83820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just" eaLnBrk="1" latinLnBrk="0" hangingPunct="1">
              <a:spcBef>
                <a:spcPct val="50000"/>
              </a:spcBef>
              <a:buFontTx/>
              <a:buNone/>
            </a:pPr>
            <a:r>
              <a:rPr lang="zh-CN" altLang="en-US" sz="2800" i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问题描述：</a:t>
            </a:r>
            <a:r>
              <a:rPr lang="en-US" altLang="zh-CN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 </a:t>
            </a:r>
            <a:r>
              <a:rPr lang="zh-CN" altLang="en-US" sz="2800" i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个工件要在 </a:t>
            </a:r>
            <a:r>
              <a:rPr lang="en-US" altLang="zh-CN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 </a:t>
            </a:r>
            <a:r>
              <a:rPr lang="zh-CN" altLang="en-US" sz="2800" i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台机器上加工，每个工件需要经过 </a:t>
            </a:r>
            <a:r>
              <a:rPr lang="en-US" altLang="zh-CN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 </a:t>
            </a:r>
            <a:r>
              <a:rPr lang="zh-CN" altLang="en-US" sz="2800" i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道工序，每道工序要求不同的机器，</a:t>
            </a:r>
            <a:r>
              <a:rPr lang="en-US" altLang="zh-CN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 </a:t>
            </a:r>
            <a:r>
              <a:rPr lang="zh-CN" altLang="en-US" sz="2800" i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个工件在 </a:t>
            </a:r>
            <a:r>
              <a:rPr lang="en-US" altLang="zh-CN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 </a:t>
            </a:r>
            <a:r>
              <a:rPr lang="zh-CN" altLang="en-US" sz="2800" i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台机器上的加工顺序相同。工件在机器上的加工时间是给定的，设为      </a:t>
            </a:r>
          </a:p>
        </p:txBody>
      </p:sp>
      <p:sp>
        <p:nvSpPr>
          <p:cNvPr id="705542" name="Rectangle 6">
            <a:extLst>
              <a:ext uri="{FF2B5EF4-FFF2-40B4-BE49-F238E27FC236}">
                <a16:creationId xmlns:a16="http://schemas.microsoft.com/office/drawing/2014/main" id="{17E0FF76-09FB-05AD-EFFF-FA60AE3F3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419600"/>
            <a:ext cx="8458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just" eaLnBrk="1" latinLnBrk="0" hangingPunct="1">
              <a:spcBef>
                <a:spcPct val="0"/>
              </a:spcBef>
              <a:buFontTx/>
              <a:buNone/>
            </a:pPr>
            <a:r>
              <a:rPr lang="zh-CN" altLang="en-US" sz="2800" i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问题的目标：确定 </a:t>
            </a:r>
            <a:r>
              <a:rPr lang="en-US" altLang="zh-CN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 </a:t>
            </a:r>
            <a:r>
              <a:rPr lang="zh-CN" altLang="en-US" sz="2800" i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个工件在每台机器上的最优加工顺序，使最大流程时间达到最小。</a:t>
            </a:r>
          </a:p>
        </p:txBody>
      </p:sp>
      <p:sp>
        <p:nvSpPr>
          <p:cNvPr id="175112" name="Rectangle 7">
            <a:extLst>
              <a:ext uri="{FF2B5EF4-FFF2-40B4-BE49-F238E27FC236}">
                <a16:creationId xmlns:a16="http://schemas.microsoft.com/office/drawing/2014/main" id="{79F0FD19-4EF1-0CD3-C2A1-04D8BD7F1C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41375"/>
          </a:xfrm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</a:extLst>
        </p:spPr>
        <p:txBody>
          <a:bodyPr anchor="b"/>
          <a:lstStyle/>
          <a:p>
            <a:pPr eaLnBrk="1" hangingPunct="1"/>
            <a:r>
              <a:rPr lang="zh-CN" altLang="en-US" sz="3800" b="1">
                <a:solidFill>
                  <a:schemeClr val="tx1"/>
                </a:solidFill>
                <a:latin typeface="Times New Roman" panose="02020603050405020304" pitchFamily="18" charset="0"/>
              </a:rPr>
              <a:t>基于遗传算法的流水车间调度方法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0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05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05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70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5541" grpId="0" autoUpdateAnimBg="0"/>
      <p:bldP spid="705542" grpId="0" autoUpdateAnimBg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灯片编号占位符 3">
            <a:extLst>
              <a:ext uri="{FF2B5EF4-FFF2-40B4-BE49-F238E27FC236}">
                <a16:creationId xmlns:a16="http://schemas.microsoft.com/office/drawing/2014/main" id="{DC311608-7121-FAE8-E7DB-6DA89300BB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27423EB-6798-C146-901B-82FEC1C58F7F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113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76131" name="Rectangle 2">
            <a:extLst>
              <a:ext uri="{FF2B5EF4-FFF2-40B4-BE49-F238E27FC236}">
                <a16:creationId xmlns:a16="http://schemas.microsoft.com/office/drawing/2014/main" id="{13704C4C-6168-19C6-14D0-8F1CD7DBB2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838200"/>
            <a:ext cx="7772400" cy="533400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流水车间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调度问题</a:t>
            </a:r>
            <a:endParaRPr lang="zh-CN" altLang="en-US" b="1">
              <a:ea typeface="宋体" panose="02010600030101010101" pitchFamily="2" charset="-122"/>
            </a:endParaRPr>
          </a:p>
        </p:txBody>
      </p:sp>
      <p:sp>
        <p:nvSpPr>
          <p:cNvPr id="176132" name="Rectangle 3">
            <a:extLst>
              <a:ext uri="{FF2B5EF4-FFF2-40B4-BE49-F238E27FC236}">
                <a16:creationId xmlns:a16="http://schemas.microsoft.com/office/drawing/2014/main" id="{9B8769DC-4A25-6B58-DC77-739740128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713" y="3324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706564" name="Rectangle 4">
            <a:extLst>
              <a:ext uri="{FF2B5EF4-FFF2-40B4-BE49-F238E27FC236}">
                <a16:creationId xmlns:a16="http://schemas.microsoft.com/office/drawing/2014/main" id="{726F2E05-A706-1CAD-FF9E-D857680AE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50" y="1654175"/>
            <a:ext cx="8991600" cy="3786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just" eaLnBrk="1" latinLnBrk="0" hangingPunct="1">
              <a:spcBef>
                <a:spcPct val="50000"/>
              </a:spcBef>
              <a:buFontTx/>
              <a:buNone/>
            </a:pPr>
            <a:r>
              <a:rPr lang="zh-CN" altLang="en-US" sz="2400" b="1" i="0">
                <a:latin typeface="微软雅黑" panose="020B0503020204020204" pitchFamily="34" charset="-122"/>
                <a:ea typeface="宋体" panose="02010600030101010101" pitchFamily="2" charset="-122"/>
              </a:rPr>
              <a:t>假设</a:t>
            </a:r>
            <a:r>
              <a:rPr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： </a:t>
            </a:r>
          </a:p>
          <a:p>
            <a:pPr algn="just" eaLnBrk="1" latinLnBrk="0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 </a:t>
            </a:r>
            <a:r>
              <a:rPr lang="en-US" altLang="zh-CN" sz="2400" i="0">
                <a:latin typeface="微软雅黑" panose="020B0503020204020204" pitchFamily="34" charset="-122"/>
                <a:ea typeface="宋体" panose="02010600030101010101" pitchFamily="2" charset="-122"/>
              </a:rPr>
              <a:t>(1)</a:t>
            </a:r>
            <a:r>
              <a:rPr lang="en-US" altLang="zh-CN" sz="2400" i="0">
                <a:latin typeface="Arial" panose="020B0604020202020204" pitchFamily="34" charset="0"/>
                <a:ea typeface="宋体" panose="02010600030101010101" pitchFamily="2" charset="-122"/>
              </a:rPr>
              <a:t> </a:t>
            </a:r>
            <a:r>
              <a:rPr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每个工件在机器上的加工顺序是给定的。</a:t>
            </a:r>
          </a:p>
          <a:p>
            <a:pPr algn="just" eaLnBrk="1" latinLnBrk="0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 </a:t>
            </a:r>
            <a:r>
              <a:rPr lang="en-US" altLang="zh-CN" sz="2400" i="0">
                <a:latin typeface="微软雅黑" panose="020B0503020204020204" pitchFamily="34" charset="-122"/>
                <a:ea typeface="宋体" panose="02010600030101010101" pitchFamily="2" charset="-122"/>
              </a:rPr>
              <a:t>(2)</a:t>
            </a:r>
            <a:r>
              <a:rPr lang="en-US" altLang="zh-CN" sz="2400" i="0">
                <a:latin typeface="Arial" panose="020B0604020202020204" pitchFamily="34" charset="0"/>
                <a:ea typeface="宋体" panose="02010600030101010101" pitchFamily="2" charset="-122"/>
              </a:rPr>
              <a:t> </a:t>
            </a:r>
            <a:r>
              <a:rPr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每台机器同时只能加工一个工件。</a:t>
            </a:r>
          </a:p>
          <a:p>
            <a:pPr algn="just" eaLnBrk="1" latinLnBrk="0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 </a:t>
            </a:r>
            <a:r>
              <a:rPr lang="en-US" altLang="zh-CN" sz="2400" i="0">
                <a:latin typeface="微软雅黑" panose="020B0503020204020204" pitchFamily="34" charset="-122"/>
                <a:ea typeface="宋体" panose="02010600030101010101" pitchFamily="2" charset="-122"/>
              </a:rPr>
              <a:t>(3)</a:t>
            </a:r>
            <a:r>
              <a:rPr lang="en-US" altLang="zh-CN" sz="2400" i="0">
                <a:latin typeface="Arial" panose="020B0604020202020204" pitchFamily="34" charset="0"/>
                <a:ea typeface="宋体" panose="02010600030101010101" pitchFamily="2" charset="-122"/>
              </a:rPr>
              <a:t> </a:t>
            </a:r>
            <a:r>
              <a:rPr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一个工件不能同时在不同的机器上加工。</a:t>
            </a:r>
          </a:p>
          <a:p>
            <a:pPr algn="just" eaLnBrk="1" latinLnBrk="0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 </a:t>
            </a:r>
            <a:r>
              <a:rPr lang="en-US" altLang="zh-CN" sz="2400" i="0">
                <a:latin typeface="微软雅黑" panose="020B0503020204020204" pitchFamily="34" charset="-122"/>
                <a:ea typeface="宋体" panose="02010600030101010101" pitchFamily="2" charset="-122"/>
              </a:rPr>
              <a:t>(4)</a:t>
            </a:r>
            <a:r>
              <a:rPr lang="en-US" altLang="zh-CN" sz="2400" i="0">
                <a:latin typeface="Arial" panose="020B0604020202020204" pitchFamily="34" charset="0"/>
                <a:ea typeface="宋体" panose="02010600030101010101" pitchFamily="2" charset="-122"/>
              </a:rPr>
              <a:t> </a:t>
            </a:r>
            <a:r>
              <a:rPr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工序不能预定。</a:t>
            </a:r>
          </a:p>
          <a:p>
            <a:pPr algn="just" eaLnBrk="1" latinLnBrk="0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 </a:t>
            </a:r>
            <a:r>
              <a:rPr lang="en-US" altLang="zh-CN" sz="2400" i="0">
                <a:latin typeface="微软雅黑" panose="020B0503020204020204" pitchFamily="34" charset="-122"/>
                <a:ea typeface="宋体" panose="02010600030101010101" pitchFamily="2" charset="-122"/>
              </a:rPr>
              <a:t>(5)</a:t>
            </a:r>
            <a:r>
              <a:rPr lang="en-US" altLang="zh-CN" sz="2400" i="0">
                <a:latin typeface="Arial" panose="020B0604020202020204" pitchFamily="34" charset="0"/>
                <a:ea typeface="宋体" panose="02010600030101010101" pitchFamily="2" charset="-122"/>
              </a:rPr>
              <a:t> </a:t>
            </a:r>
            <a:r>
              <a:rPr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工序的准备时间与顺序无关，且包含在加工时间中。</a:t>
            </a:r>
          </a:p>
          <a:p>
            <a:pPr algn="just" eaLnBrk="1" latinLnBrk="0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 </a:t>
            </a:r>
            <a:r>
              <a:rPr lang="en-US" altLang="zh-CN" sz="2400" i="0">
                <a:latin typeface="微软雅黑" panose="020B0503020204020204" pitchFamily="34" charset="-122"/>
                <a:ea typeface="宋体" panose="02010600030101010101" pitchFamily="2" charset="-122"/>
              </a:rPr>
              <a:t>(6) </a:t>
            </a:r>
            <a:r>
              <a:rPr lang="zh-CN" altLang="en-US" sz="2400" i="0">
                <a:latin typeface="微软雅黑" panose="020B0503020204020204" pitchFamily="34" charset="-122"/>
                <a:ea typeface="宋体" panose="02010600030101010101" pitchFamily="2" charset="-122"/>
              </a:rPr>
              <a:t>工件在每台机器上的加工顺序相同，且是确定的。 </a:t>
            </a:r>
          </a:p>
        </p:txBody>
      </p:sp>
      <p:sp>
        <p:nvSpPr>
          <p:cNvPr id="176134" name="Rectangle 5">
            <a:extLst>
              <a:ext uri="{FF2B5EF4-FFF2-40B4-BE49-F238E27FC236}">
                <a16:creationId xmlns:a16="http://schemas.microsoft.com/office/drawing/2014/main" id="{855CDD62-FB6E-657F-51B2-D56F6529C5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76200"/>
            <a:ext cx="9144000" cy="841375"/>
          </a:xfrm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eaLnBrk="1" hangingPunct="1"/>
            <a:r>
              <a:rPr lang="zh-CN" altLang="en-US" sz="3800" b="1">
                <a:solidFill>
                  <a:schemeClr val="tx1"/>
                </a:solidFill>
                <a:latin typeface="Times New Roman" panose="02020603050405020304" pitchFamily="18" charset="0"/>
              </a:rPr>
              <a:t>基于遗传算法的流水车间调度方法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0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64" grpId="0" autoUpdateAnimBg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灯片编号占位符 3">
            <a:extLst>
              <a:ext uri="{FF2B5EF4-FFF2-40B4-BE49-F238E27FC236}">
                <a16:creationId xmlns:a16="http://schemas.microsoft.com/office/drawing/2014/main" id="{ECF852C2-CDD6-F6F4-C8D4-71FA3F3409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D8DCBC-FEEE-F345-BE95-ACC25E5DB710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114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77155" name="Rectangle 2">
            <a:extLst>
              <a:ext uri="{FF2B5EF4-FFF2-40B4-BE49-F238E27FC236}">
                <a16:creationId xmlns:a16="http://schemas.microsoft.com/office/drawing/2014/main" id="{ECDA7B88-56C5-000C-7211-0DB0F7A6B6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762000"/>
            <a:ext cx="7772400" cy="533400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流水车间调度问题</a:t>
            </a:r>
          </a:p>
        </p:txBody>
      </p:sp>
      <p:sp>
        <p:nvSpPr>
          <p:cNvPr id="177156" name="Rectangle 3">
            <a:extLst>
              <a:ext uri="{FF2B5EF4-FFF2-40B4-BE49-F238E27FC236}">
                <a16:creationId xmlns:a16="http://schemas.microsoft.com/office/drawing/2014/main" id="{00084EFB-36DF-B5DD-02F9-9EFCD511A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713" y="3324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77157" name="Rectangle 4">
            <a:extLst>
              <a:ext uri="{FF2B5EF4-FFF2-40B4-BE49-F238E27FC236}">
                <a16:creationId xmlns:a16="http://schemas.microsoft.com/office/drawing/2014/main" id="{47A85C05-C985-38B8-E815-73F95E5DC3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0975" y="71438"/>
            <a:ext cx="9144000" cy="765175"/>
          </a:xfrm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eaLnBrk="1" hangingPunct="1"/>
            <a:r>
              <a:rPr lang="zh-CN" altLang="en-US" sz="3800" b="1">
                <a:solidFill>
                  <a:schemeClr val="tx1"/>
                </a:solidFill>
                <a:latin typeface="Times New Roman" panose="02020603050405020304" pitchFamily="18" charset="0"/>
              </a:rPr>
              <a:t>基于遗传算法的流水车间调度方法</a:t>
            </a:r>
          </a:p>
        </p:txBody>
      </p:sp>
      <p:sp>
        <p:nvSpPr>
          <p:cNvPr id="177158" name="Rectangle 5">
            <a:extLst>
              <a:ext uri="{FF2B5EF4-FFF2-40B4-BE49-F238E27FC236}">
                <a16:creationId xmlns:a16="http://schemas.microsoft.com/office/drawing/2014/main" id="{0ED1C249-3C9B-7E08-A829-A769658AD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113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77159" name="Rectangle 6">
            <a:extLst>
              <a:ext uri="{FF2B5EF4-FFF2-40B4-BE49-F238E27FC236}">
                <a16:creationId xmlns:a16="http://schemas.microsoft.com/office/drawing/2014/main" id="{37E3BFB8-A22D-0F54-2422-32F98ED61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8613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77160" name="Rectangle 7">
            <a:extLst>
              <a:ext uri="{FF2B5EF4-FFF2-40B4-BE49-F238E27FC236}">
                <a16:creationId xmlns:a16="http://schemas.microsoft.com/office/drawing/2014/main" id="{1A3360AC-75AE-4574-6BEE-9D5C430E8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77161" name="Rectangle 8">
            <a:extLst>
              <a:ext uri="{FF2B5EF4-FFF2-40B4-BE49-F238E27FC236}">
                <a16:creationId xmlns:a16="http://schemas.microsoft.com/office/drawing/2014/main" id="{AE4605AB-2953-73EC-C4A7-DA43AA761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6663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77162" name="Rectangle 9">
            <a:extLst>
              <a:ext uri="{FF2B5EF4-FFF2-40B4-BE49-F238E27FC236}">
                <a16:creationId xmlns:a16="http://schemas.microsoft.com/office/drawing/2014/main" id="{005C36D1-C427-85D6-8C39-C1D09792C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77163" name="Rectangle 10">
            <a:extLst>
              <a:ext uri="{FF2B5EF4-FFF2-40B4-BE49-F238E27FC236}">
                <a16:creationId xmlns:a16="http://schemas.microsoft.com/office/drawing/2014/main" id="{D00DB86E-FEE4-5F11-9BC4-268532811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77164" name="Rectangle 11">
            <a:extLst>
              <a:ext uri="{FF2B5EF4-FFF2-40B4-BE49-F238E27FC236}">
                <a16:creationId xmlns:a16="http://schemas.microsoft.com/office/drawing/2014/main" id="{33F2D02E-E20A-2934-53EB-5333FDD66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0513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77165" name="Text Box 12">
            <a:extLst>
              <a:ext uri="{FF2B5EF4-FFF2-40B4-BE49-F238E27FC236}">
                <a16:creationId xmlns:a16="http://schemas.microsoft.com/office/drawing/2014/main" id="{4C727D90-AD7A-0D26-F13D-DDDF129AA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371600"/>
            <a:ext cx="381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latinLnBrk="0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 i="0" dirty="0">
                <a:latin typeface="宋体" panose="02010600030101010101" pitchFamily="2" charset="-122"/>
                <a:ea typeface="宋体" panose="02010600030101010101" pitchFamily="2" charset="-122"/>
              </a:rPr>
              <a:t>问题的数学模型：</a:t>
            </a:r>
          </a:p>
        </p:txBody>
      </p:sp>
      <p:pic>
        <p:nvPicPr>
          <p:cNvPr id="177179" name="Picture 27" descr="基于遗传算法解决流水车间调度问题_遗传算法求解fsp 代码-CSDN博客">
            <a:extLst>
              <a:ext uri="{FF2B5EF4-FFF2-40B4-BE49-F238E27FC236}">
                <a16:creationId xmlns:a16="http://schemas.microsoft.com/office/drawing/2014/main" id="{47E50282-19A0-9548-77AA-070FCE672A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08"/>
          <a:stretch>
            <a:fillRect/>
          </a:stretch>
        </p:blipFill>
        <p:spPr bwMode="auto">
          <a:xfrm>
            <a:off x="937283" y="1890714"/>
            <a:ext cx="7400094" cy="4354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灯片编号占位符 3">
            <a:extLst>
              <a:ext uri="{FF2B5EF4-FFF2-40B4-BE49-F238E27FC236}">
                <a16:creationId xmlns:a16="http://schemas.microsoft.com/office/drawing/2014/main" id="{C42CBB6E-712B-ED06-4346-26C923FE61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085CB29-7C5F-AA4F-9335-025160CD5104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115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78179" name="Rectangle 2">
            <a:extLst>
              <a:ext uri="{FF2B5EF4-FFF2-40B4-BE49-F238E27FC236}">
                <a16:creationId xmlns:a16="http://schemas.microsoft.com/office/drawing/2014/main" id="{F7DAF841-4D4F-DF16-A603-67D94CE79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900" y="1431925"/>
            <a:ext cx="73914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914400" indent="-4572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371600" indent="-4572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828800" indent="-4572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286000" indent="-4572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743200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3200400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657600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4114800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zh-CN" altLang="en-US" sz="3000" b="1" i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000" b="1" i="0"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en-US" sz="3000" b="1" i="0">
                <a:latin typeface="Times New Roman" panose="02020603050405020304" pitchFamily="18" charset="0"/>
                <a:ea typeface="宋体" panose="02010600030101010101" pitchFamily="2" charset="-122"/>
              </a:rPr>
              <a:t>求解流水车间调度问题</a:t>
            </a:r>
            <a:r>
              <a:rPr lang="zh-CN" altLang="en-US" sz="3000" b="1" i="0">
                <a:latin typeface="宋体" panose="02010600030101010101" pitchFamily="2" charset="-122"/>
                <a:ea typeface="宋体" panose="02010600030101010101" pitchFamily="2" charset="-122"/>
              </a:rPr>
              <a:t>的遗传算法设计</a:t>
            </a:r>
            <a:r>
              <a:rPr lang="zh-CN" altLang="en-US" sz="3000" i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709635" name="Rectangle 3">
            <a:extLst>
              <a:ext uri="{FF2B5EF4-FFF2-40B4-BE49-F238E27FC236}">
                <a16:creationId xmlns:a16="http://schemas.microsoft.com/office/drawing/2014/main" id="{E3B08D6D-FFA1-B70E-7087-92F1549BE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013" y="2487613"/>
            <a:ext cx="388778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914400" indent="-4572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371600" indent="-4572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828800" indent="-4572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286000" indent="-4572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743200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3200400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657600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4114800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zh-CN" altLang="en-US" sz="2800" b="1" i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800" b="1" i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 b="1" i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800" b="1" i="0">
                <a:latin typeface="Times New Roman" panose="02020603050405020304" pitchFamily="18" charset="0"/>
                <a:ea typeface="宋体" panose="02010600030101010101" pitchFamily="2" charset="-122"/>
              </a:rPr>
              <a:t>FSP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</a:rPr>
              <a:t>的适应度函数</a:t>
            </a:r>
            <a:r>
              <a:rPr lang="zh-CN" altLang="en-US" sz="2800" i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78181" name="Rectangle 4">
            <a:extLst>
              <a:ext uri="{FF2B5EF4-FFF2-40B4-BE49-F238E27FC236}">
                <a16:creationId xmlns:a16="http://schemas.microsoft.com/office/drawing/2014/main" id="{FE175828-0F24-19B7-EBC6-EA7086BAE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C565ED0-7736-8DB9-D242-F85D3CB5A00E}"/>
              </a:ext>
            </a:extLst>
          </p:cNvPr>
          <p:cNvGrpSpPr>
            <a:grpSpLocks/>
          </p:cNvGrpSpPr>
          <p:nvPr/>
        </p:nvGrpSpPr>
        <p:grpSpPr bwMode="auto">
          <a:xfrm>
            <a:off x="4787900" y="3214688"/>
            <a:ext cx="4248150" cy="2160587"/>
            <a:chOff x="4788024" y="3214688"/>
            <a:chExt cx="4248472" cy="2160591"/>
          </a:xfrm>
        </p:grpSpPr>
        <p:sp>
          <p:nvSpPr>
            <p:cNvPr id="178188" name="Rectangle 6">
              <a:extLst>
                <a:ext uri="{FF2B5EF4-FFF2-40B4-BE49-F238E27FC236}">
                  <a16:creationId xmlns:a16="http://schemas.microsoft.com/office/drawing/2014/main" id="{B4663CAD-3C18-1B72-5D98-76DF09EA6D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8024" y="3214688"/>
              <a:ext cx="4248472" cy="2160591"/>
            </a:xfrm>
            <a:prstGeom prst="rect">
              <a:avLst/>
            </a:prstGeom>
            <a:gradFill rotWithShape="0">
              <a:gsLst>
                <a:gs pos="0">
                  <a:srgbClr val="CCFFCC"/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eaLnBrk="1" latinLnBrk="0" hangingPunct="1">
                <a:lnSpc>
                  <a:spcPct val="14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i="0"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         </a:t>
              </a:r>
              <a:r>
                <a:rPr lang="en-US" altLang="zh-CN" sz="2400" i="0"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:  </a:t>
              </a:r>
              <a:r>
                <a:rPr lang="en-US" altLang="zh-CN" sz="2400"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k</a:t>
              </a:r>
              <a:r>
                <a:rPr lang="zh-CN" altLang="en-US" sz="2400" i="0"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个染色体</a:t>
              </a:r>
              <a:r>
                <a:rPr lang="en-US" altLang="zh-CN" sz="2400"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k</a:t>
              </a:r>
              <a:r>
                <a:rPr lang="zh-CN" altLang="en-US" sz="2400" i="0"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 的最大流程时间，则</a:t>
              </a:r>
              <a:r>
                <a:rPr lang="en-US" altLang="zh-CN" sz="2400" i="0"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FSP</a:t>
              </a:r>
              <a:r>
                <a:rPr lang="zh-CN" altLang="en-US" sz="2400" i="0"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的适应度函数：</a:t>
              </a:r>
            </a:p>
            <a:p>
              <a:pPr eaLnBrk="1" latinLnBrk="0" hangingPunct="1">
                <a:lnSpc>
                  <a:spcPct val="140000"/>
                </a:lnSpc>
                <a:spcBef>
                  <a:spcPct val="0"/>
                </a:spcBef>
                <a:buFontTx/>
                <a:buNone/>
              </a:pPr>
              <a:endParaRPr lang="zh-CN" altLang="en-US" sz="2400" i="0"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eaLnBrk="1" latinLnBrk="0" hangingPunct="1">
                <a:lnSpc>
                  <a:spcPct val="14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i="0"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178189" name="Object 7">
              <a:extLst>
                <a:ext uri="{FF2B5EF4-FFF2-40B4-BE49-F238E27FC236}">
                  <a16:creationId xmlns:a16="http://schemas.microsoft.com/office/drawing/2014/main" id="{1AF205C9-26F5-136E-7128-44BCB6DA495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04048" y="3330713"/>
            <a:ext cx="533400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6438900" imgH="5562600" progId="Equation.3">
                    <p:embed/>
                  </p:oleObj>
                </mc:Choice>
                <mc:Fallback>
                  <p:oleObj r:id="rId3" imgW="6438900" imgH="55626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4048" y="3330713"/>
                          <a:ext cx="533400" cy="460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190" name="Object 10">
              <a:extLst>
                <a:ext uri="{FF2B5EF4-FFF2-40B4-BE49-F238E27FC236}">
                  <a16:creationId xmlns:a16="http://schemas.microsoft.com/office/drawing/2014/main" id="{C822A232-7435-066C-DFE4-27BCAD2007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12160" y="4245856"/>
            <a:ext cx="2514600" cy="1087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22821900" imgH="9944100" progId="Equation.3">
                    <p:embed/>
                  </p:oleObj>
                </mc:Choice>
                <mc:Fallback>
                  <p:oleObj r:id="rId5" imgW="22821900" imgH="99441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12160" y="4245856"/>
                          <a:ext cx="2514600" cy="1087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8183" name="Rectangle 12">
            <a:extLst>
              <a:ext uri="{FF2B5EF4-FFF2-40B4-BE49-F238E27FC236}">
                <a16:creationId xmlns:a16="http://schemas.microsoft.com/office/drawing/2014/main" id="{F6B8612C-2031-B131-8009-5523A926E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1150"/>
            <a:ext cx="91440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i="0">
                <a:latin typeface="Times New Roman" panose="02020603050405020304" pitchFamily="18" charset="0"/>
                <a:ea typeface="宋体" panose="02010600030101010101" pitchFamily="2" charset="-122"/>
              </a:rPr>
              <a:t>基于遗传算法的流水车间调度方法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CB7A30F2-4724-8E38-654F-0BCB0CBC7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5" y="2501900"/>
            <a:ext cx="4189413" cy="1446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1025525" indent="-4572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673225" indent="-4572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2320925" indent="-4572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968625" indent="-4572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3425825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3883025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4340225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4797425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latinLnBrk="0" hangingPunct="1">
              <a:spcBef>
                <a:spcPct val="50000"/>
              </a:spcBef>
              <a:buFontTx/>
              <a:buNone/>
            </a:pPr>
            <a:r>
              <a:rPr lang="zh-CN" altLang="en-US" sz="2800" b="1" i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800" b="1" i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b="1" i="0">
                <a:latin typeface="Times New Roman" panose="02020603050405020304" pitchFamily="18" charset="0"/>
                <a:ea typeface="宋体" panose="02010600030101010101" pitchFamily="2" charset="-122"/>
              </a:rPr>
              <a:t>） </a:t>
            </a:r>
            <a:r>
              <a:rPr lang="en-US" altLang="zh-CN" sz="2800" b="1" i="0">
                <a:latin typeface="Times New Roman" panose="02020603050405020304" pitchFamily="18" charset="0"/>
                <a:ea typeface="宋体" panose="02010600030101010101" pitchFamily="2" charset="-122"/>
              </a:rPr>
              <a:t>FSP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</a:rPr>
              <a:t>的编码方法</a:t>
            </a:r>
            <a:endParaRPr lang="zh-CN" altLang="en-US" sz="2800" b="1" i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latinLnBrk="0" hangingPunct="1">
              <a:spcBef>
                <a:spcPct val="50000"/>
              </a:spcBef>
              <a:buFontTx/>
              <a:buNone/>
            </a:pPr>
            <a:r>
              <a:rPr lang="zh-CN" altLang="en-US" sz="2400" i="0"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对于</a:t>
            </a:r>
            <a:r>
              <a:rPr lang="en-US" altLang="zh-CN" sz="2400" i="0"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FSP</a:t>
            </a:r>
            <a:r>
              <a:rPr lang="zh-CN" altLang="en-US" sz="2400" i="0"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，最自然的编码方式是用染色体表示工件的顺序。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2D1DBD3-C7A8-6216-1A30-6C086D1191DC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4052888"/>
            <a:ext cx="4249737" cy="1643062"/>
            <a:chOff x="179512" y="4052138"/>
            <a:chExt cx="4250329" cy="1643527"/>
          </a:xfrm>
        </p:grpSpPr>
        <p:sp>
          <p:nvSpPr>
            <p:cNvPr id="178186" name="Rectangle 8">
              <a:extLst>
                <a:ext uri="{FF2B5EF4-FFF2-40B4-BE49-F238E27FC236}">
                  <a16:creationId xmlns:a16="http://schemas.microsoft.com/office/drawing/2014/main" id="{E378BBFB-111F-1796-F737-E47538F49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512" y="4052138"/>
              <a:ext cx="4250329" cy="164352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1400">
                  <a:solidFill>
                    <a:schemeClr val="tx1"/>
                  </a:solidFill>
                  <a:latin typeface="-윤체M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defRPr>
              </a:lvl9pPr>
            </a:lstStyle>
            <a:p>
              <a:pPr eaLnBrk="1" latinLnBrk="0" hangingPunct="1">
                <a:lnSpc>
                  <a:spcPct val="14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400" i="0"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对于有四个工件的</a:t>
              </a:r>
              <a:r>
                <a:rPr lang="en-US" altLang="zh-CN" sz="2400" i="0"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FSP</a:t>
              </a:r>
              <a:r>
                <a:rPr lang="zh-CN" altLang="en-US" sz="2400" i="0"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，第</a:t>
              </a:r>
              <a:r>
                <a:rPr lang="en-US" altLang="zh-CN" sz="2400"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k</a:t>
              </a:r>
              <a:r>
                <a:rPr lang="zh-CN" altLang="en-US" sz="2400" i="0"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个染色体</a:t>
              </a:r>
              <a:r>
                <a:rPr lang="en-US" altLang="zh-CN" sz="2400"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k</a:t>
              </a:r>
              <a:r>
                <a:rPr lang="zh-CN" altLang="en-US" sz="2400" i="0"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400" i="0"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=[1,2,3,4]</a:t>
              </a:r>
              <a:r>
                <a:rPr lang="zh-CN" altLang="en-US" sz="2400" i="0"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，表示工件的加工顺序为：                   。</a:t>
              </a:r>
              <a:r>
                <a:rPr lang="zh-CN" altLang="en-US" sz="1100" i="0"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 </a:t>
              </a:r>
              <a:endParaRPr lang="zh-CN" altLang="en-US" sz="2400" i="0"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78187" name="Object 11">
              <a:extLst>
                <a:ext uri="{FF2B5EF4-FFF2-40B4-BE49-F238E27FC236}">
                  <a16:creationId xmlns:a16="http://schemas.microsoft.com/office/drawing/2014/main" id="{18C73446-08AF-10E3-0192-B6F77860DA8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53291" y="5178140"/>
            <a:ext cx="1600200" cy="517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16967200" imgH="5562600" progId="Equation.3">
                    <p:embed/>
                  </p:oleObj>
                </mc:Choice>
                <mc:Fallback>
                  <p:oleObj r:id="rId7" imgW="16967200" imgH="55626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3291" y="5178140"/>
                          <a:ext cx="1600200" cy="517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9635" grpId="0"/>
      <p:bldP spid="14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灯片编号占位符 3">
            <a:extLst>
              <a:ext uri="{FF2B5EF4-FFF2-40B4-BE49-F238E27FC236}">
                <a16:creationId xmlns:a16="http://schemas.microsoft.com/office/drawing/2014/main" id="{2417A1B9-A89A-3DAB-EB91-21B8446B81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36BECE0-1F3B-0846-91D6-E2C5B8586BCE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116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79203" name="Rectangle 2">
            <a:extLst>
              <a:ext uri="{FF2B5EF4-FFF2-40B4-BE49-F238E27FC236}">
                <a16:creationId xmlns:a16="http://schemas.microsoft.com/office/drawing/2014/main" id="{DC874DBD-8623-CCE4-114D-7C1C48ED5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928688"/>
            <a:ext cx="7239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914400" indent="-4572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371600" indent="-4572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828800" indent="-4572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286000" indent="-4572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743200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3200400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657600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4114800" indent="-4572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AutoNum type="arabicPeriod" startAt="3"/>
            </a:pPr>
            <a:r>
              <a:rPr lang="zh-CN" altLang="en-US" sz="3000" b="1" i="0">
                <a:latin typeface="Times New Roman" panose="02020603050405020304" pitchFamily="18" charset="0"/>
                <a:ea typeface="宋体" panose="02010600030101010101" pitchFamily="2" charset="-122"/>
              </a:rPr>
              <a:t>求解</a:t>
            </a:r>
            <a:r>
              <a:rPr lang="en-US" altLang="zh-CN" sz="3000" b="1" i="0">
                <a:latin typeface="Times New Roman" panose="02020603050405020304" pitchFamily="18" charset="0"/>
                <a:ea typeface="宋体" panose="02010600030101010101" pitchFamily="2" charset="-122"/>
              </a:rPr>
              <a:t>FSP</a:t>
            </a:r>
            <a:r>
              <a:rPr lang="zh-CN" altLang="en-US" sz="3000" b="1" i="0">
                <a:latin typeface="Times New Roman" panose="02020603050405020304" pitchFamily="18" charset="0"/>
                <a:ea typeface="宋体" panose="02010600030101010101" pitchFamily="2" charset="-122"/>
              </a:rPr>
              <a:t>的遗传算法实例</a:t>
            </a:r>
            <a:r>
              <a:rPr lang="zh-CN" altLang="en-US" sz="2800" i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710659" name="Rectangle 3">
            <a:extLst>
              <a:ext uri="{FF2B5EF4-FFF2-40B4-BE49-F238E27FC236}">
                <a16:creationId xmlns:a16="http://schemas.microsoft.com/office/drawing/2014/main" id="{6FD3507E-19D5-D237-AC67-2738EED17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644650"/>
            <a:ext cx="85883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i="0">
                <a:latin typeface="宋体" panose="02010600030101010101" pitchFamily="2" charset="-122"/>
                <a:ea typeface="宋体" panose="02010600030101010101" pitchFamily="2" charset="-122"/>
              </a:rPr>
              <a:t>1  </a:t>
            </a:r>
            <a:r>
              <a:rPr lang="en-US" altLang="zh-CN" sz="2800" i="0">
                <a:latin typeface="Times New Roman" panose="02020603050405020304" pitchFamily="18" charset="0"/>
                <a:ea typeface="宋体" panose="02010600030101010101" pitchFamily="2" charset="-122"/>
              </a:rPr>
              <a:t>Ho </a:t>
            </a:r>
            <a:r>
              <a:rPr lang="zh-CN" altLang="en-US" sz="2800" i="0">
                <a:latin typeface="Times New Roman" panose="02020603050405020304" pitchFamily="18" charset="0"/>
                <a:ea typeface="宋体" panose="02010600030101010101" pitchFamily="2" charset="-122"/>
              </a:rPr>
              <a:t>和 </a:t>
            </a:r>
            <a:r>
              <a:rPr lang="en-US" altLang="zh-CN" sz="2800" i="0">
                <a:latin typeface="Times New Roman" panose="02020603050405020304" pitchFamily="18" charset="0"/>
                <a:ea typeface="宋体" panose="02010600030101010101" pitchFamily="2" charset="-122"/>
              </a:rPr>
              <a:t>Chang(1991) </a:t>
            </a:r>
            <a:r>
              <a:rPr lang="zh-CN" altLang="en-US" sz="2800" i="0">
                <a:latin typeface="Times New Roman" panose="02020603050405020304" pitchFamily="18" charset="0"/>
                <a:ea typeface="宋体" panose="02010600030101010101" pitchFamily="2" charset="-122"/>
              </a:rPr>
              <a:t>给出</a:t>
            </a:r>
            <a:r>
              <a:rPr lang="zh-CN" altLang="en-US" sz="2800" i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2800" i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2800" i="0">
                <a:latin typeface="宋体" panose="02010600030101010101" pitchFamily="2" charset="-122"/>
                <a:ea typeface="宋体" panose="02010600030101010101" pitchFamily="2" charset="-122"/>
              </a:rPr>
              <a:t>个工件、</a:t>
            </a:r>
            <a:r>
              <a:rPr lang="en-US" altLang="zh-CN" sz="2800" i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800" i="0">
                <a:latin typeface="宋体" panose="02010600030101010101" pitchFamily="2" charset="-122"/>
                <a:ea typeface="宋体" panose="02010600030101010101" pitchFamily="2" charset="-122"/>
              </a:rPr>
              <a:t>台机器问题。</a:t>
            </a:r>
            <a:r>
              <a:rPr lang="zh-CN" altLang="en-US" sz="2800" i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grpSp>
        <p:nvGrpSpPr>
          <p:cNvPr id="710660" name="Group 4">
            <a:extLst>
              <a:ext uri="{FF2B5EF4-FFF2-40B4-BE49-F238E27FC236}">
                <a16:creationId xmlns:a16="http://schemas.microsoft.com/office/drawing/2014/main" id="{BF8B0DA3-A91F-23EE-D9F6-B3867FE7803F}"/>
              </a:ext>
            </a:extLst>
          </p:cNvPr>
          <p:cNvGrpSpPr>
            <a:grpSpLocks/>
          </p:cNvGrpSpPr>
          <p:nvPr/>
        </p:nvGrpSpPr>
        <p:grpSpPr bwMode="auto">
          <a:xfrm>
            <a:off x="1835150" y="2349500"/>
            <a:ext cx="5562600" cy="3810000"/>
            <a:chOff x="1152" y="1488"/>
            <a:chExt cx="3504" cy="2400"/>
          </a:xfrm>
        </p:grpSpPr>
        <p:graphicFrame>
          <p:nvGraphicFramePr>
            <p:cNvPr id="179207" name="Object 5">
              <a:extLst>
                <a:ext uri="{FF2B5EF4-FFF2-40B4-BE49-F238E27FC236}">
                  <a16:creationId xmlns:a16="http://schemas.microsoft.com/office/drawing/2014/main" id="{9E5F8A3B-A1EB-4BF6-B0D3-8285D8D4F3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80" y="1920"/>
            <a:ext cx="15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2921000" imgH="4394200" progId="Equation.3">
                    <p:embed/>
                  </p:oleObj>
                </mc:Choice>
                <mc:Fallback>
                  <p:oleObj r:id="rId3" imgW="2921000" imgH="43942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1920"/>
                          <a:ext cx="15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79208" name="Group 6">
              <a:extLst>
                <a:ext uri="{FF2B5EF4-FFF2-40B4-BE49-F238E27FC236}">
                  <a16:creationId xmlns:a16="http://schemas.microsoft.com/office/drawing/2014/main" id="{E17EAC00-30D0-1BC4-7A2A-AD6CB21F9E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1488"/>
              <a:ext cx="3504" cy="2400"/>
              <a:chOff x="1152" y="1488"/>
              <a:chExt cx="3504" cy="2400"/>
            </a:xfrm>
          </p:grpSpPr>
          <p:graphicFrame>
            <p:nvGraphicFramePr>
              <p:cNvPr id="179209" name="Object 7">
                <a:extLst>
                  <a:ext uri="{FF2B5EF4-FFF2-40B4-BE49-F238E27FC236}">
                    <a16:creationId xmlns:a16="http://schemas.microsoft.com/office/drawing/2014/main" id="{64411A2F-0CA7-92E5-D339-2E8034B2996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112" y="1872"/>
              <a:ext cx="255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5" imgW="4102100" imgH="5562600" progId="Equation.3">
                      <p:embed/>
                    </p:oleObj>
                  </mc:Choice>
                  <mc:Fallback>
                    <p:oleObj r:id="rId5" imgW="4102100" imgH="5562600" progId="Equation.3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12" y="1872"/>
                            <a:ext cx="255" cy="3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9210" name="Object 8">
                <a:extLst>
                  <a:ext uri="{FF2B5EF4-FFF2-40B4-BE49-F238E27FC236}">
                    <a16:creationId xmlns:a16="http://schemas.microsoft.com/office/drawing/2014/main" id="{BCE2A743-4BB8-E6A8-329F-38CD2B938B4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32" y="1872"/>
              <a:ext cx="268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7" imgW="4394200" imgH="5562600" progId="Equation.3">
                      <p:embed/>
                    </p:oleObj>
                  </mc:Choice>
                  <mc:Fallback>
                    <p:oleObj r:id="rId7" imgW="4394200" imgH="5562600" progId="Equation.3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32" y="1872"/>
                            <a:ext cx="268" cy="3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9211" name="Object 9">
                <a:extLst>
                  <a:ext uri="{FF2B5EF4-FFF2-40B4-BE49-F238E27FC236}">
                    <a16:creationId xmlns:a16="http://schemas.microsoft.com/office/drawing/2014/main" id="{DABCFE62-B224-C2E9-C945-8CB18670F40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504" y="1872"/>
              <a:ext cx="269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9" imgW="4394200" imgH="5562600" progId="Equation.3">
                      <p:embed/>
                    </p:oleObj>
                  </mc:Choice>
                  <mc:Fallback>
                    <p:oleObj r:id="rId9" imgW="4394200" imgH="5562600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04" y="1872"/>
                            <a:ext cx="269" cy="3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9212" name="Object 10">
                <a:extLst>
                  <a:ext uri="{FF2B5EF4-FFF2-40B4-BE49-F238E27FC236}">
                    <a16:creationId xmlns:a16="http://schemas.microsoft.com/office/drawing/2014/main" id="{47C1422F-9223-E426-E945-661252E91E3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224" y="1872"/>
              <a:ext cx="269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1" imgW="4394200" imgH="5562600" progId="Equation.3">
                      <p:embed/>
                    </p:oleObj>
                  </mc:Choice>
                  <mc:Fallback>
                    <p:oleObj r:id="rId11" imgW="4394200" imgH="5562600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4" y="1872"/>
                            <a:ext cx="269" cy="3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79213" name="Group 11">
                <a:extLst>
                  <a:ext uri="{FF2B5EF4-FFF2-40B4-BE49-F238E27FC236}">
                    <a16:creationId xmlns:a16="http://schemas.microsoft.com/office/drawing/2014/main" id="{FEEA5593-6158-1B2C-E299-2A913A4C37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52" y="1488"/>
                <a:ext cx="3504" cy="2400"/>
                <a:chOff x="1200" y="1488"/>
                <a:chExt cx="3504" cy="2400"/>
              </a:xfrm>
            </p:grpSpPr>
            <p:grpSp>
              <p:nvGrpSpPr>
                <p:cNvPr id="179214" name="Group 12">
                  <a:extLst>
                    <a:ext uri="{FF2B5EF4-FFF2-40B4-BE49-F238E27FC236}">
                      <a16:creationId xmlns:a16="http://schemas.microsoft.com/office/drawing/2014/main" id="{2E495B78-45FE-7235-B949-6A1C149A00C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00" y="1872"/>
                  <a:ext cx="3504" cy="2016"/>
                  <a:chOff x="-3" y="-3"/>
                  <a:chExt cx="2578" cy="2310"/>
                </a:xfrm>
              </p:grpSpPr>
              <p:grpSp>
                <p:nvGrpSpPr>
                  <p:cNvPr id="179216" name="Group 13">
                    <a:extLst>
                      <a:ext uri="{FF2B5EF4-FFF2-40B4-BE49-F238E27FC236}">
                        <a16:creationId xmlns:a16="http://schemas.microsoft.com/office/drawing/2014/main" id="{C027BFA9-1EF5-8E76-98E7-0694D2E18E6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0" y="0"/>
                    <a:ext cx="2572" cy="2304"/>
                    <a:chOff x="0" y="0"/>
                    <a:chExt cx="2572" cy="2304"/>
                  </a:xfrm>
                </p:grpSpPr>
                <p:grpSp>
                  <p:nvGrpSpPr>
                    <p:cNvPr id="179218" name="Group 14">
                      <a:extLst>
                        <a:ext uri="{FF2B5EF4-FFF2-40B4-BE49-F238E27FC236}">
                          <a16:creationId xmlns:a16="http://schemas.microsoft.com/office/drawing/2014/main" id="{2A2442E1-00B2-C15D-6613-20F6D09BABC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0"/>
                      <a:ext cx="478" cy="384"/>
                      <a:chOff x="0" y="0"/>
                      <a:chExt cx="478" cy="384"/>
                    </a:xfrm>
                  </p:grpSpPr>
                  <p:sp>
                    <p:nvSpPr>
                      <p:cNvPr id="179306" name="Rectangle 15">
                        <a:extLst>
                          <a:ext uri="{FF2B5EF4-FFF2-40B4-BE49-F238E27FC236}">
                            <a16:creationId xmlns:a16="http://schemas.microsoft.com/office/drawing/2014/main" id="{40136A86-4C39-C287-35CC-EB7F0BCF7A7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" y="0"/>
                        <a:ext cx="392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r>
                          <a:rPr lang="zh-CN" altLang="en-US" sz="2400" i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工件</a:t>
                        </a:r>
                      </a:p>
                      <a:p>
                        <a:pPr algn="ctr" latinLnBrk="0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4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79307" name="Rectangle 16">
                        <a:extLst>
                          <a:ext uri="{FF2B5EF4-FFF2-40B4-BE49-F238E27FC236}">
                            <a16:creationId xmlns:a16="http://schemas.microsoft.com/office/drawing/2014/main" id="{6827BE37-93B1-7D99-DF55-A4CE9A2826A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0" y="0"/>
                        <a:ext cx="478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Gulim" panose="020B0600000101010101" pitchFamily="34" charset="-127"/>
                          <a:ea typeface="Gulim" panose="020B0600000101010101" pitchFamily="34" charset="-127"/>
                        </a:endParaRPr>
                      </a:p>
                    </p:txBody>
                  </p:sp>
                </p:grpSp>
                <p:grpSp>
                  <p:nvGrpSpPr>
                    <p:cNvPr id="179219" name="Group 17">
                      <a:extLst>
                        <a:ext uri="{FF2B5EF4-FFF2-40B4-BE49-F238E27FC236}">
                          <a16:creationId xmlns:a16="http://schemas.microsoft.com/office/drawing/2014/main" id="{5A29E9D2-527B-DE0C-D7B4-4F2EB24E45D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8" y="0"/>
                      <a:ext cx="540" cy="384"/>
                      <a:chOff x="478" y="0"/>
                      <a:chExt cx="540" cy="384"/>
                    </a:xfrm>
                  </p:grpSpPr>
                  <p:sp>
                    <p:nvSpPr>
                      <p:cNvPr id="179304" name="Rectangle 18">
                        <a:extLst>
                          <a:ext uri="{FF2B5EF4-FFF2-40B4-BE49-F238E27FC236}">
                            <a16:creationId xmlns:a16="http://schemas.microsoft.com/office/drawing/2014/main" id="{5559BB55-6F04-18F7-5983-403A0A906457}"/>
                          </a:ext>
                        </a:extLst>
                      </p:cNvPr>
                      <p:cNvSpPr>
                        <a:spLocks noChangeArrowheads="1" noTextEdit="1"/>
                      </p:cNvSpPr>
                      <p:nvPr/>
                    </p:nvSpPr>
                    <p:spPr bwMode="auto">
                      <a:xfrm>
                        <a:off x="521" y="0"/>
                        <a:ext cx="454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9305" name="Rectangle 19">
                        <a:extLst>
                          <a:ext uri="{FF2B5EF4-FFF2-40B4-BE49-F238E27FC236}">
                            <a16:creationId xmlns:a16="http://schemas.microsoft.com/office/drawing/2014/main" id="{5EA76C9D-7941-9BDC-7288-18161226DBB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78" y="0"/>
                        <a:ext cx="540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Gulim" panose="020B0600000101010101" pitchFamily="34" charset="-127"/>
                          <a:ea typeface="Gulim" panose="020B0600000101010101" pitchFamily="34" charset="-127"/>
                        </a:endParaRPr>
                      </a:p>
                    </p:txBody>
                  </p:sp>
                </p:grpSp>
                <p:grpSp>
                  <p:nvGrpSpPr>
                    <p:cNvPr id="179220" name="Group 20">
                      <a:extLst>
                        <a:ext uri="{FF2B5EF4-FFF2-40B4-BE49-F238E27FC236}">
                          <a16:creationId xmlns:a16="http://schemas.microsoft.com/office/drawing/2014/main" id="{40307722-882D-7468-27E5-A412BC93BE5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018" y="0"/>
                      <a:ext cx="518" cy="384"/>
                      <a:chOff x="1018" y="0"/>
                      <a:chExt cx="518" cy="384"/>
                    </a:xfrm>
                  </p:grpSpPr>
                  <p:sp>
                    <p:nvSpPr>
                      <p:cNvPr id="179302" name="Rectangle 21">
                        <a:extLst>
                          <a:ext uri="{FF2B5EF4-FFF2-40B4-BE49-F238E27FC236}">
                            <a16:creationId xmlns:a16="http://schemas.microsoft.com/office/drawing/2014/main" id="{F11D1CF5-3F01-24AC-1CB4-875B7C6E238E}"/>
                          </a:ext>
                        </a:extLst>
                      </p:cNvPr>
                      <p:cNvSpPr>
                        <a:spLocks noChangeArrowheads="1" noTextEdit="1"/>
                      </p:cNvSpPr>
                      <p:nvPr/>
                    </p:nvSpPr>
                    <p:spPr bwMode="auto">
                      <a:xfrm>
                        <a:off x="1061" y="0"/>
                        <a:ext cx="432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9303" name="Rectangle 22">
                        <a:extLst>
                          <a:ext uri="{FF2B5EF4-FFF2-40B4-BE49-F238E27FC236}">
                            <a16:creationId xmlns:a16="http://schemas.microsoft.com/office/drawing/2014/main" id="{E9D5E824-EC55-8538-CCF9-20B8818D7B9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018" y="0"/>
                        <a:ext cx="518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Gulim" panose="020B0600000101010101" pitchFamily="34" charset="-127"/>
                          <a:ea typeface="Gulim" panose="020B0600000101010101" pitchFamily="34" charset="-127"/>
                        </a:endParaRPr>
                      </a:p>
                    </p:txBody>
                  </p:sp>
                </p:grpSp>
                <p:grpSp>
                  <p:nvGrpSpPr>
                    <p:cNvPr id="179221" name="Group 23">
                      <a:extLst>
                        <a:ext uri="{FF2B5EF4-FFF2-40B4-BE49-F238E27FC236}">
                          <a16:creationId xmlns:a16="http://schemas.microsoft.com/office/drawing/2014/main" id="{D0383B7C-CE19-3FD8-CE6A-0429381C2A5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536" y="0"/>
                      <a:ext cx="518" cy="384"/>
                      <a:chOff x="1536" y="0"/>
                      <a:chExt cx="518" cy="384"/>
                    </a:xfrm>
                  </p:grpSpPr>
                  <p:sp>
                    <p:nvSpPr>
                      <p:cNvPr id="179300" name="Rectangle 24">
                        <a:extLst>
                          <a:ext uri="{FF2B5EF4-FFF2-40B4-BE49-F238E27FC236}">
                            <a16:creationId xmlns:a16="http://schemas.microsoft.com/office/drawing/2014/main" id="{B0459BCF-2D01-8AF7-234D-CB7A87DC98CD}"/>
                          </a:ext>
                        </a:extLst>
                      </p:cNvPr>
                      <p:cNvSpPr>
                        <a:spLocks noChangeArrowheads="1" noTextEdit="1"/>
                      </p:cNvSpPr>
                      <p:nvPr/>
                    </p:nvSpPr>
                    <p:spPr bwMode="auto">
                      <a:xfrm>
                        <a:off x="1579" y="0"/>
                        <a:ext cx="432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9301" name="Rectangle 25">
                        <a:extLst>
                          <a:ext uri="{FF2B5EF4-FFF2-40B4-BE49-F238E27FC236}">
                            <a16:creationId xmlns:a16="http://schemas.microsoft.com/office/drawing/2014/main" id="{77931DD5-8201-06FE-4329-D74F30E1A9D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36" y="0"/>
                        <a:ext cx="518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Gulim" panose="020B0600000101010101" pitchFamily="34" charset="-127"/>
                          <a:ea typeface="Gulim" panose="020B0600000101010101" pitchFamily="34" charset="-127"/>
                        </a:endParaRPr>
                      </a:p>
                    </p:txBody>
                  </p:sp>
                </p:grpSp>
                <p:grpSp>
                  <p:nvGrpSpPr>
                    <p:cNvPr id="179222" name="Group 26">
                      <a:extLst>
                        <a:ext uri="{FF2B5EF4-FFF2-40B4-BE49-F238E27FC236}">
                          <a16:creationId xmlns:a16="http://schemas.microsoft.com/office/drawing/2014/main" id="{E98EA73C-C6E1-C130-C1D9-4929FC37173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054" y="0"/>
                      <a:ext cx="518" cy="384"/>
                      <a:chOff x="2054" y="0"/>
                      <a:chExt cx="518" cy="384"/>
                    </a:xfrm>
                  </p:grpSpPr>
                  <p:sp>
                    <p:nvSpPr>
                      <p:cNvPr id="179298" name="Rectangle 27">
                        <a:extLst>
                          <a:ext uri="{FF2B5EF4-FFF2-40B4-BE49-F238E27FC236}">
                            <a16:creationId xmlns:a16="http://schemas.microsoft.com/office/drawing/2014/main" id="{A8BC8A9C-3A5F-73A6-9F40-AF8530940DE7}"/>
                          </a:ext>
                        </a:extLst>
                      </p:cNvPr>
                      <p:cNvSpPr>
                        <a:spLocks noChangeArrowheads="1" noTextEdit="1"/>
                      </p:cNvSpPr>
                      <p:nvPr/>
                    </p:nvSpPr>
                    <p:spPr bwMode="auto">
                      <a:xfrm>
                        <a:off x="2097" y="0"/>
                        <a:ext cx="432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9299" name="Rectangle 28">
                        <a:extLst>
                          <a:ext uri="{FF2B5EF4-FFF2-40B4-BE49-F238E27FC236}">
                            <a16:creationId xmlns:a16="http://schemas.microsoft.com/office/drawing/2014/main" id="{F59FF814-A55D-0357-466B-28A7AD3E551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54" y="0"/>
                        <a:ext cx="518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Gulim" panose="020B0600000101010101" pitchFamily="34" charset="-127"/>
                          <a:ea typeface="Gulim" panose="020B0600000101010101" pitchFamily="34" charset="-127"/>
                        </a:endParaRPr>
                      </a:p>
                    </p:txBody>
                  </p:sp>
                </p:grpSp>
                <p:grpSp>
                  <p:nvGrpSpPr>
                    <p:cNvPr id="179223" name="Group 29">
                      <a:extLst>
                        <a:ext uri="{FF2B5EF4-FFF2-40B4-BE49-F238E27FC236}">
                          <a16:creationId xmlns:a16="http://schemas.microsoft.com/office/drawing/2014/main" id="{3D07F710-0D7A-BB5D-C8B2-E8A78269828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384"/>
                      <a:ext cx="478" cy="384"/>
                      <a:chOff x="0" y="384"/>
                      <a:chExt cx="478" cy="384"/>
                    </a:xfrm>
                  </p:grpSpPr>
                  <p:sp>
                    <p:nvSpPr>
                      <p:cNvPr id="179296" name="Rectangle 30">
                        <a:extLst>
                          <a:ext uri="{FF2B5EF4-FFF2-40B4-BE49-F238E27FC236}">
                            <a16:creationId xmlns:a16="http://schemas.microsoft.com/office/drawing/2014/main" id="{1E2F4451-3C1A-8DA8-2F35-3990D8F1044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" y="384"/>
                        <a:ext cx="392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r>
                          <a:rPr lang="en-US" altLang="zh-CN" sz="2800" i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1</a:t>
                        </a:r>
                      </a:p>
                      <a:p>
                        <a:pPr algn="ctr" latinLnBrk="0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79297" name="Rectangle 31">
                        <a:extLst>
                          <a:ext uri="{FF2B5EF4-FFF2-40B4-BE49-F238E27FC236}">
                            <a16:creationId xmlns:a16="http://schemas.microsoft.com/office/drawing/2014/main" id="{C2EAA0BF-5FAD-7EF8-AD0D-15E39DAD5DB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0" y="384"/>
                        <a:ext cx="478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Gulim" panose="020B0600000101010101" pitchFamily="34" charset="-127"/>
                          <a:ea typeface="Gulim" panose="020B0600000101010101" pitchFamily="34" charset="-127"/>
                        </a:endParaRPr>
                      </a:p>
                    </p:txBody>
                  </p:sp>
                </p:grpSp>
                <p:grpSp>
                  <p:nvGrpSpPr>
                    <p:cNvPr id="179224" name="Group 32">
                      <a:extLst>
                        <a:ext uri="{FF2B5EF4-FFF2-40B4-BE49-F238E27FC236}">
                          <a16:creationId xmlns:a16="http://schemas.microsoft.com/office/drawing/2014/main" id="{E8E2296A-332C-D586-DAC9-073515F36E6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8" y="384"/>
                      <a:ext cx="540" cy="384"/>
                      <a:chOff x="478" y="384"/>
                      <a:chExt cx="540" cy="384"/>
                    </a:xfrm>
                  </p:grpSpPr>
                  <p:sp>
                    <p:nvSpPr>
                      <p:cNvPr id="179294" name="Rectangle 33">
                        <a:extLst>
                          <a:ext uri="{FF2B5EF4-FFF2-40B4-BE49-F238E27FC236}">
                            <a16:creationId xmlns:a16="http://schemas.microsoft.com/office/drawing/2014/main" id="{654D8B6E-1763-0CF2-442D-E476684E4E9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21" y="384"/>
                        <a:ext cx="454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r>
                          <a:rPr lang="en-US" altLang="zh-CN" sz="2800" i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31</a:t>
                        </a:r>
                      </a:p>
                      <a:p>
                        <a:pPr algn="ctr" latinLnBrk="0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79295" name="Rectangle 34">
                        <a:extLst>
                          <a:ext uri="{FF2B5EF4-FFF2-40B4-BE49-F238E27FC236}">
                            <a16:creationId xmlns:a16="http://schemas.microsoft.com/office/drawing/2014/main" id="{E943C8C7-5523-F504-8718-CDD2A81A156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78" y="384"/>
                        <a:ext cx="540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Gulim" panose="020B0600000101010101" pitchFamily="34" charset="-127"/>
                          <a:ea typeface="Gulim" panose="020B0600000101010101" pitchFamily="34" charset="-127"/>
                        </a:endParaRPr>
                      </a:p>
                    </p:txBody>
                  </p:sp>
                </p:grpSp>
                <p:grpSp>
                  <p:nvGrpSpPr>
                    <p:cNvPr id="179225" name="Group 35">
                      <a:extLst>
                        <a:ext uri="{FF2B5EF4-FFF2-40B4-BE49-F238E27FC236}">
                          <a16:creationId xmlns:a16="http://schemas.microsoft.com/office/drawing/2014/main" id="{EF53B02C-8D93-4F39-7441-3AEAF1BE081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018" y="384"/>
                      <a:ext cx="518" cy="384"/>
                      <a:chOff x="1018" y="384"/>
                      <a:chExt cx="518" cy="384"/>
                    </a:xfrm>
                  </p:grpSpPr>
                  <p:sp>
                    <p:nvSpPr>
                      <p:cNvPr id="179292" name="Rectangle 36">
                        <a:extLst>
                          <a:ext uri="{FF2B5EF4-FFF2-40B4-BE49-F238E27FC236}">
                            <a16:creationId xmlns:a16="http://schemas.microsoft.com/office/drawing/2014/main" id="{F738D706-6C7C-F1DF-F666-317B94F7EE0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061" y="384"/>
                        <a:ext cx="432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r>
                          <a:rPr lang="en-US" altLang="zh-CN" sz="2800" i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41</a:t>
                        </a:r>
                      </a:p>
                      <a:p>
                        <a:pPr algn="ctr" latinLnBrk="0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79293" name="Rectangle 37">
                        <a:extLst>
                          <a:ext uri="{FF2B5EF4-FFF2-40B4-BE49-F238E27FC236}">
                            <a16:creationId xmlns:a16="http://schemas.microsoft.com/office/drawing/2014/main" id="{BCC55633-8E08-0DB6-4FC7-AADBAB91736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018" y="384"/>
                        <a:ext cx="518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Gulim" panose="020B0600000101010101" pitchFamily="34" charset="-127"/>
                          <a:ea typeface="Gulim" panose="020B0600000101010101" pitchFamily="34" charset="-127"/>
                        </a:endParaRPr>
                      </a:p>
                    </p:txBody>
                  </p:sp>
                </p:grpSp>
                <p:grpSp>
                  <p:nvGrpSpPr>
                    <p:cNvPr id="179226" name="Group 38">
                      <a:extLst>
                        <a:ext uri="{FF2B5EF4-FFF2-40B4-BE49-F238E27FC236}">
                          <a16:creationId xmlns:a16="http://schemas.microsoft.com/office/drawing/2014/main" id="{B4ECAC4D-56BA-CCAB-DCFF-A1BC7D0AC14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536" y="384"/>
                      <a:ext cx="518" cy="384"/>
                      <a:chOff x="1536" y="384"/>
                      <a:chExt cx="518" cy="384"/>
                    </a:xfrm>
                  </p:grpSpPr>
                  <p:sp>
                    <p:nvSpPr>
                      <p:cNvPr id="179290" name="Rectangle 39">
                        <a:extLst>
                          <a:ext uri="{FF2B5EF4-FFF2-40B4-BE49-F238E27FC236}">
                            <a16:creationId xmlns:a16="http://schemas.microsoft.com/office/drawing/2014/main" id="{5C38D3AF-26EB-BC71-FFD2-79FEBDB97C3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79" y="384"/>
                        <a:ext cx="432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r>
                          <a:rPr lang="en-US" altLang="zh-CN" sz="2800" i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25</a:t>
                        </a:r>
                      </a:p>
                      <a:p>
                        <a:pPr algn="ctr" latinLnBrk="0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4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79291" name="Rectangle 40">
                        <a:extLst>
                          <a:ext uri="{FF2B5EF4-FFF2-40B4-BE49-F238E27FC236}">
                            <a16:creationId xmlns:a16="http://schemas.microsoft.com/office/drawing/2014/main" id="{C6BDED64-3AAD-356A-6794-E1C1B64D5A6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36" y="384"/>
                        <a:ext cx="518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Gulim" panose="020B0600000101010101" pitchFamily="34" charset="-127"/>
                          <a:ea typeface="Gulim" panose="020B0600000101010101" pitchFamily="34" charset="-127"/>
                        </a:endParaRPr>
                      </a:p>
                    </p:txBody>
                  </p:sp>
                </p:grpSp>
                <p:grpSp>
                  <p:nvGrpSpPr>
                    <p:cNvPr id="179227" name="Group 41">
                      <a:extLst>
                        <a:ext uri="{FF2B5EF4-FFF2-40B4-BE49-F238E27FC236}">
                          <a16:creationId xmlns:a16="http://schemas.microsoft.com/office/drawing/2014/main" id="{CE79DCD0-44BD-15FA-38B1-CA6A0DB0019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054" y="384"/>
                      <a:ext cx="518" cy="384"/>
                      <a:chOff x="2054" y="384"/>
                      <a:chExt cx="518" cy="384"/>
                    </a:xfrm>
                  </p:grpSpPr>
                  <p:sp>
                    <p:nvSpPr>
                      <p:cNvPr id="179288" name="Rectangle 42">
                        <a:extLst>
                          <a:ext uri="{FF2B5EF4-FFF2-40B4-BE49-F238E27FC236}">
                            <a16:creationId xmlns:a16="http://schemas.microsoft.com/office/drawing/2014/main" id="{6DA4EA31-39A2-D84B-A6DC-6A624C1AFB8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97" y="384"/>
                        <a:ext cx="432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r>
                          <a:rPr lang="en-US" altLang="zh-CN" sz="2800" i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30</a:t>
                        </a:r>
                      </a:p>
                      <a:p>
                        <a:pPr algn="ctr" latinLnBrk="0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4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79289" name="Rectangle 43">
                        <a:extLst>
                          <a:ext uri="{FF2B5EF4-FFF2-40B4-BE49-F238E27FC236}">
                            <a16:creationId xmlns:a16="http://schemas.microsoft.com/office/drawing/2014/main" id="{B300D4E7-268C-4B8A-28C8-19F773AA0AC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54" y="384"/>
                        <a:ext cx="518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Gulim" panose="020B0600000101010101" pitchFamily="34" charset="-127"/>
                          <a:ea typeface="Gulim" panose="020B0600000101010101" pitchFamily="34" charset="-127"/>
                        </a:endParaRPr>
                      </a:p>
                    </p:txBody>
                  </p:sp>
                </p:grpSp>
                <p:grpSp>
                  <p:nvGrpSpPr>
                    <p:cNvPr id="179228" name="Group 44">
                      <a:extLst>
                        <a:ext uri="{FF2B5EF4-FFF2-40B4-BE49-F238E27FC236}">
                          <a16:creationId xmlns:a16="http://schemas.microsoft.com/office/drawing/2014/main" id="{EB801209-8C3F-4713-B3D4-DFD5DAC3339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768"/>
                      <a:ext cx="478" cy="384"/>
                      <a:chOff x="0" y="768"/>
                      <a:chExt cx="478" cy="384"/>
                    </a:xfrm>
                  </p:grpSpPr>
                  <p:sp>
                    <p:nvSpPr>
                      <p:cNvPr id="179286" name="Rectangle 45">
                        <a:extLst>
                          <a:ext uri="{FF2B5EF4-FFF2-40B4-BE49-F238E27FC236}">
                            <a16:creationId xmlns:a16="http://schemas.microsoft.com/office/drawing/2014/main" id="{F509EBD4-C697-0274-F5A1-2A244C4401D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" y="768"/>
                        <a:ext cx="392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r>
                          <a:rPr lang="en-US" altLang="zh-CN" sz="2800" i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2</a:t>
                        </a:r>
                      </a:p>
                      <a:p>
                        <a:pPr algn="ctr" latinLnBrk="0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79287" name="Rectangle 46">
                        <a:extLst>
                          <a:ext uri="{FF2B5EF4-FFF2-40B4-BE49-F238E27FC236}">
                            <a16:creationId xmlns:a16="http://schemas.microsoft.com/office/drawing/2014/main" id="{9028A5BC-52CA-3630-342D-8A8D01152C8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0" y="768"/>
                        <a:ext cx="478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Gulim" panose="020B0600000101010101" pitchFamily="34" charset="-127"/>
                          <a:ea typeface="Gulim" panose="020B0600000101010101" pitchFamily="34" charset="-127"/>
                        </a:endParaRPr>
                      </a:p>
                    </p:txBody>
                  </p:sp>
                </p:grpSp>
                <p:grpSp>
                  <p:nvGrpSpPr>
                    <p:cNvPr id="179229" name="Group 47">
                      <a:extLst>
                        <a:ext uri="{FF2B5EF4-FFF2-40B4-BE49-F238E27FC236}">
                          <a16:creationId xmlns:a16="http://schemas.microsoft.com/office/drawing/2014/main" id="{CD20A54B-AF6B-CFB5-DB0A-B977BEAAC9A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8" y="768"/>
                      <a:ext cx="540" cy="384"/>
                      <a:chOff x="478" y="768"/>
                      <a:chExt cx="540" cy="384"/>
                    </a:xfrm>
                  </p:grpSpPr>
                  <p:sp>
                    <p:nvSpPr>
                      <p:cNvPr id="179284" name="Rectangle 48">
                        <a:extLst>
                          <a:ext uri="{FF2B5EF4-FFF2-40B4-BE49-F238E27FC236}">
                            <a16:creationId xmlns:a16="http://schemas.microsoft.com/office/drawing/2014/main" id="{E4DC52A0-A163-6BF1-3A3D-CB7D33DA301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21" y="768"/>
                        <a:ext cx="454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r>
                          <a:rPr lang="en-US" altLang="zh-CN" sz="2800" i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19</a:t>
                        </a:r>
                      </a:p>
                      <a:p>
                        <a:pPr algn="ctr" latinLnBrk="0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4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79285" name="Rectangle 49">
                        <a:extLst>
                          <a:ext uri="{FF2B5EF4-FFF2-40B4-BE49-F238E27FC236}">
                            <a16:creationId xmlns:a16="http://schemas.microsoft.com/office/drawing/2014/main" id="{255FCBDF-A9E5-C20F-6E32-9167942FC01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78" y="768"/>
                        <a:ext cx="540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Gulim" panose="020B0600000101010101" pitchFamily="34" charset="-127"/>
                          <a:ea typeface="Gulim" panose="020B0600000101010101" pitchFamily="34" charset="-127"/>
                        </a:endParaRPr>
                      </a:p>
                    </p:txBody>
                  </p:sp>
                </p:grpSp>
                <p:grpSp>
                  <p:nvGrpSpPr>
                    <p:cNvPr id="179230" name="Group 50">
                      <a:extLst>
                        <a:ext uri="{FF2B5EF4-FFF2-40B4-BE49-F238E27FC236}">
                          <a16:creationId xmlns:a16="http://schemas.microsoft.com/office/drawing/2014/main" id="{7B049481-779C-C748-AFAF-95B5E12BC6E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018" y="768"/>
                      <a:ext cx="518" cy="384"/>
                      <a:chOff x="1018" y="768"/>
                      <a:chExt cx="518" cy="384"/>
                    </a:xfrm>
                  </p:grpSpPr>
                  <p:sp>
                    <p:nvSpPr>
                      <p:cNvPr id="179282" name="Rectangle 51">
                        <a:extLst>
                          <a:ext uri="{FF2B5EF4-FFF2-40B4-BE49-F238E27FC236}">
                            <a16:creationId xmlns:a16="http://schemas.microsoft.com/office/drawing/2014/main" id="{6485C4E8-559E-E155-8FC3-EDD5DE9BF1A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061" y="768"/>
                        <a:ext cx="432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r>
                          <a:rPr lang="en-US" altLang="zh-CN" sz="2800" i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55</a:t>
                        </a:r>
                      </a:p>
                      <a:p>
                        <a:pPr algn="ctr" latinLnBrk="0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4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79283" name="Rectangle 52">
                        <a:extLst>
                          <a:ext uri="{FF2B5EF4-FFF2-40B4-BE49-F238E27FC236}">
                            <a16:creationId xmlns:a16="http://schemas.microsoft.com/office/drawing/2014/main" id="{3AA65D89-4EB7-A3AD-38F5-2A6EE137451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018" y="768"/>
                        <a:ext cx="518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Gulim" panose="020B0600000101010101" pitchFamily="34" charset="-127"/>
                          <a:ea typeface="Gulim" panose="020B0600000101010101" pitchFamily="34" charset="-127"/>
                        </a:endParaRPr>
                      </a:p>
                    </p:txBody>
                  </p:sp>
                </p:grpSp>
                <p:grpSp>
                  <p:nvGrpSpPr>
                    <p:cNvPr id="179231" name="Group 53">
                      <a:extLst>
                        <a:ext uri="{FF2B5EF4-FFF2-40B4-BE49-F238E27FC236}">
                          <a16:creationId xmlns:a16="http://schemas.microsoft.com/office/drawing/2014/main" id="{DE74755D-15BB-916F-59E4-F5C800DC0598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536" y="768"/>
                      <a:ext cx="518" cy="384"/>
                      <a:chOff x="1536" y="768"/>
                      <a:chExt cx="518" cy="384"/>
                    </a:xfrm>
                  </p:grpSpPr>
                  <p:sp>
                    <p:nvSpPr>
                      <p:cNvPr id="179280" name="Rectangle 54">
                        <a:extLst>
                          <a:ext uri="{FF2B5EF4-FFF2-40B4-BE49-F238E27FC236}">
                            <a16:creationId xmlns:a16="http://schemas.microsoft.com/office/drawing/2014/main" id="{B95ACE5B-C19F-C220-DDEF-084C7AECC64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79" y="768"/>
                        <a:ext cx="432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r>
                          <a:rPr lang="en-US" altLang="zh-CN" sz="2800" i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3</a:t>
                        </a:r>
                      </a:p>
                      <a:p>
                        <a:pPr algn="ctr" latinLnBrk="0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4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79281" name="Rectangle 55">
                        <a:extLst>
                          <a:ext uri="{FF2B5EF4-FFF2-40B4-BE49-F238E27FC236}">
                            <a16:creationId xmlns:a16="http://schemas.microsoft.com/office/drawing/2014/main" id="{5EC3F398-8748-538E-DD3C-95D70ED3ECA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36" y="768"/>
                        <a:ext cx="518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Gulim" panose="020B0600000101010101" pitchFamily="34" charset="-127"/>
                          <a:ea typeface="Gulim" panose="020B0600000101010101" pitchFamily="34" charset="-127"/>
                        </a:endParaRPr>
                      </a:p>
                    </p:txBody>
                  </p:sp>
                </p:grpSp>
                <p:grpSp>
                  <p:nvGrpSpPr>
                    <p:cNvPr id="179232" name="Group 56">
                      <a:extLst>
                        <a:ext uri="{FF2B5EF4-FFF2-40B4-BE49-F238E27FC236}">
                          <a16:creationId xmlns:a16="http://schemas.microsoft.com/office/drawing/2014/main" id="{277EFF5F-C9C6-39CE-436F-7480EC5A53A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054" y="768"/>
                      <a:ext cx="518" cy="384"/>
                      <a:chOff x="2054" y="768"/>
                      <a:chExt cx="518" cy="384"/>
                    </a:xfrm>
                  </p:grpSpPr>
                  <p:sp>
                    <p:nvSpPr>
                      <p:cNvPr id="179278" name="Rectangle 57">
                        <a:extLst>
                          <a:ext uri="{FF2B5EF4-FFF2-40B4-BE49-F238E27FC236}">
                            <a16:creationId xmlns:a16="http://schemas.microsoft.com/office/drawing/2014/main" id="{7C3A6E1D-0FC8-297B-1ED9-1F4F08B9F91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97" y="768"/>
                        <a:ext cx="432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r>
                          <a:rPr lang="en-US" altLang="zh-CN" sz="2800" i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34</a:t>
                        </a:r>
                      </a:p>
                      <a:p>
                        <a:pPr algn="ctr" latinLnBrk="0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4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79279" name="Rectangle 58">
                        <a:extLst>
                          <a:ext uri="{FF2B5EF4-FFF2-40B4-BE49-F238E27FC236}">
                            <a16:creationId xmlns:a16="http://schemas.microsoft.com/office/drawing/2014/main" id="{F65EB1D4-85CB-EDD5-FEF0-60FAE27DDB2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54" y="768"/>
                        <a:ext cx="518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Gulim" panose="020B0600000101010101" pitchFamily="34" charset="-127"/>
                          <a:ea typeface="Gulim" panose="020B0600000101010101" pitchFamily="34" charset="-127"/>
                        </a:endParaRPr>
                      </a:p>
                    </p:txBody>
                  </p:sp>
                </p:grpSp>
                <p:grpSp>
                  <p:nvGrpSpPr>
                    <p:cNvPr id="179233" name="Group 59">
                      <a:extLst>
                        <a:ext uri="{FF2B5EF4-FFF2-40B4-BE49-F238E27FC236}">
                          <a16:creationId xmlns:a16="http://schemas.microsoft.com/office/drawing/2014/main" id="{033C8343-6DC4-B716-0743-3A867D425FB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1152"/>
                      <a:ext cx="478" cy="384"/>
                      <a:chOff x="0" y="1152"/>
                      <a:chExt cx="478" cy="384"/>
                    </a:xfrm>
                  </p:grpSpPr>
                  <p:sp>
                    <p:nvSpPr>
                      <p:cNvPr id="179276" name="Rectangle 60">
                        <a:extLst>
                          <a:ext uri="{FF2B5EF4-FFF2-40B4-BE49-F238E27FC236}">
                            <a16:creationId xmlns:a16="http://schemas.microsoft.com/office/drawing/2014/main" id="{666B2951-2D9E-D3A6-7334-0E401FCFC8B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" y="1152"/>
                        <a:ext cx="392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r>
                          <a:rPr lang="en-US" altLang="zh-CN" sz="2800" i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3</a:t>
                        </a:r>
                      </a:p>
                      <a:p>
                        <a:pPr algn="ctr" latinLnBrk="0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4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79277" name="Rectangle 61">
                        <a:extLst>
                          <a:ext uri="{FF2B5EF4-FFF2-40B4-BE49-F238E27FC236}">
                            <a16:creationId xmlns:a16="http://schemas.microsoft.com/office/drawing/2014/main" id="{9878E61C-9476-1D86-4511-4B49A9AF672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0" y="1152"/>
                        <a:ext cx="478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Gulim" panose="020B0600000101010101" pitchFamily="34" charset="-127"/>
                          <a:ea typeface="Gulim" panose="020B0600000101010101" pitchFamily="34" charset="-127"/>
                        </a:endParaRPr>
                      </a:p>
                    </p:txBody>
                  </p:sp>
                </p:grpSp>
                <p:grpSp>
                  <p:nvGrpSpPr>
                    <p:cNvPr id="179234" name="Group 62">
                      <a:extLst>
                        <a:ext uri="{FF2B5EF4-FFF2-40B4-BE49-F238E27FC236}">
                          <a16:creationId xmlns:a16="http://schemas.microsoft.com/office/drawing/2014/main" id="{048F4EB4-82BB-4668-7442-47E6B829EC0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8" y="1152"/>
                      <a:ext cx="540" cy="384"/>
                      <a:chOff x="478" y="1152"/>
                      <a:chExt cx="540" cy="384"/>
                    </a:xfrm>
                  </p:grpSpPr>
                  <p:sp>
                    <p:nvSpPr>
                      <p:cNvPr id="179274" name="Rectangle 63">
                        <a:extLst>
                          <a:ext uri="{FF2B5EF4-FFF2-40B4-BE49-F238E27FC236}">
                            <a16:creationId xmlns:a16="http://schemas.microsoft.com/office/drawing/2014/main" id="{4C9480C4-23EF-066A-4224-366F9C17F16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21" y="1152"/>
                        <a:ext cx="454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r>
                          <a:rPr lang="en-US" altLang="zh-CN" sz="2800" i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23</a:t>
                        </a:r>
                      </a:p>
                      <a:p>
                        <a:pPr algn="ctr" latinLnBrk="0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4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79275" name="Rectangle 64">
                        <a:extLst>
                          <a:ext uri="{FF2B5EF4-FFF2-40B4-BE49-F238E27FC236}">
                            <a16:creationId xmlns:a16="http://schemas.microsoft.com/office/drawing/2014/main" id="{A5A9CA5C-F6BF-6CD3-BF9D-66A7C303F45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78" y="1152"/>
                        <a:ext cx="540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Gulim" panose="020B0600000101010101" pitchFamily="34" charset="-127"/>
                          <a:ea typeface="Gulim" panose="020B0600000101010101" pitchFamily="34" charset="-127"/>
                        </a:endParaRPr>
                      </a:p>
                    </p:txBody>
                  </p:sp>
                </p:grpSp>
                <p:grpSp>
                  <p:nvGrpSpPr>
                    <p:cNvPr id="179235" name="Group 65">
                      <a:extLst>
                        <a:ext uri="{FF2B5EF4-FFF2-40B4-BE49-F238E27FC236}">
                          <a16:creationId xmlns:a16="http://schemas.microsoft.com/office/drawing/2014/main" id="{964D0508-8F17-6211-BE60-B9916F13456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018" y="1152"/>
                      <a:ext cx="518" cy="384"/>
                      <a:chOff x="1018" y="1152"/>
                      <a:chExt cx="518" cy="384"/>
                    </a:xfrm>
                  </p:grpSpPr>
                  <p:sp>
                    <p:nvSpPr>
                      <p:cNvPr id="179272" name="Rectangle 66">
                        <a:extLst>
                          <a:ext uri="{FF2B5EF4-FFF2-40B4-BE49-F238E27FC236}">
                            <a16:creationId xmlns:a16="http://schemas.microsoft.com/office/drawing/2014/main" id="{F2786B4D-0118-400E-D06C-28A006A87BF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061" y="1152"/>
                        <a:ext cx="432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r>
                          <a:rPr lang="en-US" altLang="zh-CN" sz="2800" i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42</a:t>
                        </a:r>
                      </a:p>
                      <a:p>
                        <a:pPr algn="ctr" latinLnBrk="0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4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79273" name="Rectangle 67">
                        <a:extLst>
                          <a:ext uri="{FF2B5EF4-FFF2-40B4-BE49-F238E27FC236}">
                            <a16:creationId xmlns:a16="http://schemas.microsoft.com/office/drawing/2014/main" id="{330A35B3-4B44-4A5E-2757-006F002155F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018" y="1152"/>
                        <a:ext cx="518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Gulim" panose="020B0600000101010101" pitchFamily="34" charset="-127"/>
                          <a:ea typeface="Gulim" panose="020B0600000101010101" pitchFamily="34" charset="-127"/>
                        </a:endParaRPr>
                      </a:p>
                    </p:txBody>
                  </p:sp>
                </p:grpSp>
                <p:grpSp>
                  <p:nvGrpSpPr>
                    <p:cNvPr id="179236" name="Group 68">
                      <a:extLst>
                        <a:ext uri="{FF2B5EF4-FFF2-40B4-BE49-F238E27FC236}">
                          <a16:creationId xmlns:a16="http://schemas.microsoft.com/office/drawing/2014/main" id="{C3726675-EF8A-EB36-C56A-0AF131C743D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536" y="1152"/>
                      <a:ext cx="518" cy="384"/>
                      <a:chOff x="1536" y="1152"/>
                      <a:chExt cx="518" cy="384"/>
                    </a:xfrm>
                  </p:grpSpPr>
                  <p:sp>
                    <p:nvSpPr>
                      <p:cNvPr id="179270" name="Rectangle 69">
                        <a:extLst>
                          <a:ext uri="{FF2B5EF4-FFF2-40B4-BE49-F238E27FC236}">
                            <a16:creationId xmlns:a16="http://schemas.microsoft.com/office/drawing/2014/main" id="{5D4B1654-AD8C-32F0-3BD7-D5A773829EB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79" y="1152"/>
                        <a:ext cx="432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r>
                          <a:rPr lang="en-US" altLang="zh-CN" sz="2800" i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27</a:t>
                        </a:r>
                      </a:p>
                      <a:p>
                        <a:pPr algn="ctr" latinLnBrk="0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4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79271" name="Rectangle 70">
                        <a:extLst>
                          <a:ext uri="{FF2B5EF4-FFF2-40B4-BE49-F238E27FC236}">
                            <a16:creationId xmlns:a16="http://schemas.microsoft.com/office/drawing/2014/main" id="{D5330422-8A35-0F47-9A6B-DC37B775EC6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36" y="1152"/>
                        <a:ext cx="518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Gulim" panose="020B0600000101010101" pitchFamily="34" charset="-127"/>
                          <a:ea typeface="Gulim" panose="020B0600000101010101" pitchFamily="34" charset="-127"/>
                        </a:endParaRPr>
                      </a:p>
                    </p:txBody>
                  </p:sp>
                </p:grpSp>
                <p:grpSp>
                  <p:nvGrpSpPr>
                    <p:cNvPr id="179237" name="Group 71">
                      <a:extLst>
                        <a:ext uri="{FF2B5EF4-FFF2-40B4-BE49-F238E27FC236}">
                          <a16:creationId xmlns:a16="http://schemas.microsoft.com/office/drawing/2014/main" id="{4A697951-518A-3B81-E6DA-9EB27687241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054" y="1152"/>
                      <a:ext cx="518" cy="384"/>
                      <a:chOff x="2054" y="1152"/>
                      <a:chExt cx="518" cy="384"/>
                    </a:xfrm>
                  </p:grpSpPr>
                  <p:sp>
                    <p:nvSpPr>
                      <p:cNvPr id="179268" name="Rectangle 72">
                        <a:extLst>
                          <a:ext uri="{FF2B5EF4-FFF2-40B4-BE49-F238E27FC236}">
                            <a16:creationId xmlns:a16="http://schemas.microsoft.com/office/drawing/2014/main" id="{B4FA6321-C4CF-3060-D6BA-4948A37B099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97" y="1152"/>
                        <a:ext cx="432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r>
                          <a:rPr lang="en-US" altLang="zh-CN" sz="2800" i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6</a:t>
                        </a:r>
                      </a:p>
                      <a:p>
                        <a:pPr algn="ctr" latinLnBrk="0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4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79269" name="Rectangle 73">
                        <a:extLst>
                          <a:ext uri="{FF2B5EF4-FFF2-40B4-BE49-F238E27FC236}">
                            <a16:creationId xmlns:a16="http://schemas.microsoft.com/office/drawing/2014/main" id="{0DAAB0FC-0E48-9300-7884-0138EA3CFDD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54" y="1152"/>
                        <a:ext cx="518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Gulim" panose="020B0600000101010101" pitchFamily="34" charset="-127"/>
                          <a:ea typeface="Gulim" panose="020B0600000101010101" pitchFamily="34" charset="-127"/>
                        </a:endParaRPr>
                      </a:p>
                    </p:txBody>
                  </p:sp>
                </p:grpSp>
                <p:grpSp>
                  <p:nvGrpSpPr>
                    <p:cNvPr id="179238" name="Group 74">
                      <a:extLst>
                        <a:ext uri="{FF2B5EF4-FFF2-40B4-BE49-F238E27FC236}">
                          <a16:creationId xmlns:a16="http://schemas.microsoft.com/office/drawing/2014/main" id="{E0A43ADF-3DFE-EA1D-3CF0-FF0D5683455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1536"/>
                      <a:ext cx="478" cy="384"/>
                      <a:chOff x="0" y="1536"/>
                      <a:chExt cx="478" cy="384"/>
                    </a:xfrm>
                  </p:grpSpPr>
                  <p:sp>
                    <p:nvSpPr>
                      <p:cNvPr id="179266" name="Rectangle 75">
                        <a:extLst>
                          <a:ext uri="{FF2B5EF4-FFF2-40B4-BE49-F238E27FC236}">
                            <a16:creationId xmlns:a16="http://schemas.microsoft.com/office/drawing/2014/main" id="{76A86D85-EB9E-FFF1-DC5A-1D9E4685674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" y="1536"/>
                        <a:ext cx="392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r>
                          <a:rPr lang="en-US" altLang="zh-CN" sz="2800" i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4</a:t>
                        </a:r>
                      </a:p>
                      <a:p>
                        <a:pPr algn="ctr" latinLnBrk="0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4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79267" name="Rectangle 76">
                        <a:extLst>
                          <a:ext uri="{FF2B5EF4-FFF2-40B4-BE49-F238E27FC236}">
                            <a16:creationId xmlns:a16="http://schemas.microsoft.com/office/drawing/2014/main" id="{E8DECA51-BB57-C9C5-5539-2EB7C1807D7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0" y="1536"/>
                        <a:ext cx="478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Gulim" panose="020B0600000101010101" pitchFamily="34" charset="-127"/>
                          <a:ea typeface="Gulim" panose="020B0600000101010101" pitchFamily="34" charset="-127"/>
                        </a:endParaRPr>
                      </a:p>
                    </p:txBody>
                  </p:sp>
                </p:grpSp>
                <p:grpSp>
                  <p:nvGrpSpPr>
                    <p:cNvPr id="179239" name="Group 77">
                      <a:extLst>
                        <a:ext uri="{FF2B5EF4-FFF2-40B4-BE49-F238E27FC236}">
                          <a16:creationId xmlns:a16="http://schemas.microsoft.com/office/drawing/2014/main" id="{5B10B9ED-6B52-F192-BA1A-1ACFA464626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8" y="1536"/>
                      <a:ext cx="540" cy="384"/>
                      <a:chOff x="478" y="1536"/>
                      <a:chExt cx="540" cy="384"/>
                    </a:xfrm>
                  </p:grpSpPr>
                  <p:sp>
                    <p:nvSpPr>
                      <p:cNvPr id="179264" name="Rectangle 78">
                        <a:extLst>
                          <a:ext uri="{FF2B5EF4-FFF2-40B4-BE49-F238E27FC236}">
                            <a16:creationId xmlns:a16="http://schemas.microsoft.com/office/drawing/2014/main" id="{BC0579F7-0A2B-2488-EB70-50BB2E9729E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21" y="1536"/>
                        <a:ext cx="454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r>
                          <a:rPr lang="en-US" altLang="zh-CN" sz="2800" i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13</a:t>
                        </a:r>
                      </a:p>
                      <a:p>
                        <a:pPr algn="ctr" latinLnBrk="0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4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79265" name="Rectangle 79">
                        <a:extLst>
                          <a:ext uri="{FF2B5EF4-FFF2-40B4-BE49-F238E27FC236}">
                            <a16:creationId xmlns:a16="http://schemas.microsoft.com/office/drawing/2014/main" id="{C8B58FC5-A531-7D99-3E07-0809A1DC0B1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78" y="1536"/>
                        <a:ext cx="540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Gulim" panose="020B0600000101010101" pitchFamily="34" charset="-127"/>
                          <a:ea typeface="Gulim" panose="020B0600000101010101" pitchFamily="34" charset="-127"/>
                        </a:endParaRPr>
                      </a:p>
                    </p:txBody>
                  </p:sp>
                </p:grpSp>
                <p:grpSp>
                  <p:nvGrpSpPr>
                    <p:cNvPr id="179240" name="Group 80">
                      <a:extLst>
                        <a:ext uri="{FF2B5EF4-FFF2-40B4-BE49-F238E27FC236}">
                          <a16:creationId xmlns:a16="http://schemas.microsoft.com/office/drawing/2014/main" id="{0086BA44-4A0D-A064-BDF9-FA6FA5BF23A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018" y="1536"/>
                      <a:ext cx="518" cy="384"/>
                      <a:chOff x="1018" y="1536"/>
                      <a:chExt cx="518" cy="384"/>
                    </a:xfrm>
                  </p:grpSpPr>
                  <p:sp>
                    <p:nvSpPr>
                      <p:cNvPr id="179262" name="Rectangle 81">
                        <a:extLst>
                          <a:ext uri="{FF2B5EF4-FFF2-40B4-BE49-F238E27FC236}">
                            <a16:creationId xmlns:a16="http://schemas.microsoft.com/office/drawing/2014/main" id="{6F7C01B1-EC1B-702D-855C-B2DA9B3D8B8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061" y="1536"/>
                        <a:ext cx="432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r>
                          <a:rPr lang="en-US" altLang="zh-CN" sz="2800" i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22</a:t>
                        </a:r>
                      </a:p>
                      <a:p>
                        <a:pPr algn="ctr" latinLnBrk="0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4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79263" name="Rectangle 82">
                        <a:extLst>
                          <a:ext uri="{FF2B5EF4-FFF2-40B4-BE49-F238E27FC236}">
                            <a16:creationId xmlns:a16="http://schemas.microsoft.com/office/drawing/2014/main" id="{DA6829F0-D100-B423-6F84-FBA7CD99BED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018" y="1536"/>
                        <a:ext cx="518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Gulim" panose="020B0600000101010101" pitchFamily="34" charset="-127"/>
                          <a:ea typeface="Gulim" panose="020B0600000101010101" pitchFamily="34" charset="-127"/>
                        </a:endParaRPr>
                      </a:p>
                    </p:txBody>
                  </p:sp>
                </p:grpSp>
                <p:grpSp>
                  <p:nvGrpSpPr>
                    <p:cNvPr id="179241" name="Group 83">
                      <a:extLst>
                        <a:ext uri="{FF2B5EF4-FFF2-40B4-BE49-F238E27FC236}">
                          <a16:creationId xmlns:a16="http://schemas.microsoft.com/office/drawing/2014/main" id="{8DE8BE6E-323B-A8EC-76A0-7B4319C55D6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536" y="1536"/>
                      <a:ext cx="518" cy="384"/>
                      <a:chOff x="1536" y="1536"/>
                      <a:chExt cx="518" cy="384"/>
                    </a:xfrm>
                  </p:grpSpPr>
                  <p:sp>
                    <p:nvSpPr>
                      <p:cNvPr id="179260" name="Rectangle 84">
                        <a:extLst>
                          <a:ext uri="{FF2B5EF4-FFF2-40B4-BE49-F238E27FC236}">
                            <a16:creationId xmlns:a16="http://schemas.microsoft.com/office/drawing/2014/main" id="{620CA1E8-7338-0CCA-DFFC-0D717F771CE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79" y="1536"/>
                        <a:ext cx="432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r>
                          <a:rPr lang="en-US" altLang="zh-CN" sz="2800" i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14</a:t>
                        </a:r>
                      </a:p>
                      <a:p>
                        <a:pPr algn="ctr" latinLnBrk="0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4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79261" name="Rectangle 85">
                        <a:extLst>
                          <a:ext uri="{FF2B5EF4-FFF2-40B4-BE49-F238E27FC236}">
                            <a16:creationId xmlns:a16="http://schemas.microsoft.com/office/drawing/2014/main" id="{722D678E-C220-09C2-88AF-E32FB9D0BC1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36" y="1536"/>
                        <a:ext cx="518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Gulim" panose="020B0600000101010101" pitchFamily="34" charset="-127"/>
                          <a:ea typeface="Gulim" panose="020B0600000101010101" pitchFamily="34" charset="-127"/>
                        </a:endParaRPr>
                      </a:p>
                    </p:txBody>
                  </p:sp>
                </p:grpSp>
                <p:grpSp>
                  <p:nvGrpSpPr>
                    <p:cNvPr id="179242" name="Group 86">
                      <a:extLst>
                        <a:ext uri="{FF2B5EF4-FFF2-40B4-BE49-F238E27FC236}">
                          <a16:creationId xmlns:a16="http://schemas.microsoft.com/office/drawing/2014/main" id="{CCA0D531-E1D8-403A-57E0-23EBFDC5AFA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054" y="1536"/>
                      <a:ext cx="518" cy="384"/>
                      <a:chOff x="2054" y="1536"/>
                      <a:chExt cx="518" cy="384"/>
                    </a:xfrm>
                  </p:grpSpPr>
                  <p:sp>
                    <p:nvSpPr>
                      <p:cNvPr id="179258" name="Rectangle 87">
                        <a:extLst>
                          <a:ext uri="{FF2B5EF4-FFF2-40B4-BE49-F238E27FC236}">
                            <a16:creationId xmlns:a16="http://schemas.microsoft.com/office/drawing/2014/main" id="{ED04AEF4-95EB-BCF8-4965-3B039717854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97" y="1536"/>
                        <a:ext cx="432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r>
                          <a:rPr lang="en-US" altLang="zh-CN" sz="2800" i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13</a:t>
                        </a:r>
                      </a:p>
                      <a:p>
                        <a:pPr algn="ctr" latinLnBrk="0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4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79259" name="Rectangle 88">
                        <a:extLst>
                          <a:ext uri="{FF2B5EF4-FFF2-40B4-BE49-F238E27FC236}">
                            <a16:creationId xmlns:a16="http://schemas.microsoft.com/office/drawing/2014/main" id="{635F7183-45D0-73AA-C54C-F2B590F31D4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54" y="1536"/>
                        <a:ext cx="518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Gulim" panose="020B0600000101010101" pitchFamily="34" charset="-127"/>
                          <a:ea typeface="Gulim" panose="020B0600000101010101" pitchFamily="34" charset="-127"/>
                        </a:endParaRPr>
                      </a:p>
                    </p:txBody>
                  </p:sp>
                </p:grpSp>
                <p:grpSp>
                  <p:nvGrpSpPr>
                    <p:cNvPr id="179243" name="Group 89">
                      <a:extLst>
                        <a:ext uri="{FF2B5EF4-FFF2-40B4-BE49-F238E27FC236}">
                          <a16:creationId xmlns:a16="http://schemas.microsoft.com/office/drawing/2014/main" id="{D432FA22-B17D-CA84-84F7-133219675F38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1920"/>
                      <a:ext cx="478" cy="384"/>
                      <a:chOff x="0" y="1920"/>
                      <a:chExt cx="478" cy="384"/>
                    </a:xfrm>
                  </p:grpSpPr>
                  <p:sp>
                    <p:nvSpPr>
                      <p:cNvPr id="179256" name="Rectangle 90">
                        <a:extLst>
                          <a:ext uri="{FF2B5EF4-FFF2-40B4-BE49-F238E27FC236}">
                            <a16:creationId xmlns:a16="http://schemas.microsoft.com/office/drawing/2014/main" id="{0DBED176-D469-83D5-0481-BEB9DABFB8A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" y="1920"/>
                        <a:ext cx="392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r>
                          <a:rPr lang="en-US" altLang="zh-CN" sz="2800" i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5</a:t>
                        </a:r>
                      </a:p>
                      <a:p>
                        <a:pPr algn="ctr" latinLnBrk="0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4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79257" name="Rectangle 91">
                        <a:extLst>
                          <a:ext uri="{FF2B5EF4-FFF2-40B4-BE49-F238E27FC236}">
                            <a16:creationId xmlns:a16="http://schemas.microsoft.com/office/drawing/2014/main" id="{AF23FDDC-46DF-B760-CFB6-73EDFE9F1F6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0" y="1920"/>
                        <a:ext cx="478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Gulim" panose="020B0600000101010101" pitchFamily="34" charset="-127"/>
                          <a:ea typeface="Gulim" panose="020B0600000101010101" pitchFamily="34" charset="-127"/>
                        </a:endParaRPr>
                      </a:p>
                    </p:txBody>
                  </p:sp>
                </p:grpSp>
                <p:grpSp>
                  <p:nvGrpSpPr>
                    <p:cNvPr id="179244" name="Group 92">
                      <a:extLst>
                        <a:ext uri="{FF2B5EF4-FFF2-40B4-BE49-F238E27FC236}">
                          <a16:creationId xmlns:a16="http://schemas.microsoft.com/office/drawing/2014/main" id="{160EEC8E-05BD-A097-6140-430193D4D994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8" y="1920"/>
                      <a:ext cx="540" cy="384"/>
                      <a:chOff x="478" y="1920"/>
                      <a:chExt cx="540" cy="384"/>
                    </a:xfrm>
                  </p:grpSpPr>
                  <p:sp>
                    <p:nvSpPr>
                      <p:cNvPr id="179254" name="Rectangle 93">
                        <a:extLst>
                          <a:ext uri="{FF2B5EF4-FFF2-40B4-BE49-F238E27FC236}">
                            <a16:creationId xmlns:a16="http://schemas.microsoft.com/office/drawing/2014/main" id="{AD3FB39D-EF59-5DA2-8933-41CA47C77FB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21" y="1920"/>
                        <a:ext cx="454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r>
                          <a:rPr lang="en-US" altLang="zh-CN" sz="2800" i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33</a:t>
                        </a:r>
                      </a:p>
                      <a:p>
                        <a:pPr algn="ctr" latinLnBrk="0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4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79255" name="Rectangle 94">
                        <a:extLst>
                          <a:ext uri="{FF2B5EF4-FFF2-40B4-BE49-F238E27FC236}">
                            <a16:creationId xmlns:a16="http://schemas.microsoft.com/office/drawing/2014/main" id="{37556D8F-B728-E915-3031-8623AD3B5FA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78" y="1920"/>
                        <a:ext cx="540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Gulim" panose="020B0600000101010101" pitchFamily="34" charset="-127"/>
                          <a:ea typeface="Gulim" panose="020B0600000101010101" pitchFamily="34" charset="-127"/>
                        </a:endParaRPr>
                      </a:p>
                    </p:txBody>
                  </p:sp>
                </p:grpSp>
                <p:grpSp>
                  <p:nvGrpSpPr>
                    <p:cNvPr id="179245" name="Group 95">
                      <a:extLst>
                        <a:ext uri="{FF2B5EF4-FFF2-40B4-BE49-F238E27FC236}">
                          <a16:creationId xmlns:a16="http://schemas.microsoft.com/office/drawing/2014/main" id="{851216BC-FF93-150D-5416-CCCE9D8ED81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018" y="1920"/>
                      <a:ext cx="518" cy="384"/>
                      <a:chOff x="1018" y="1920"/>
                      <a:chExt cx="518" cy="384"/>
                    </a:xfrm>
                  </p:grpSpPr>
                  <p:sp>
                    <p:nvSpPr>
                      <p:cNvPr id="179252" name="Rectangle 96">
                        <a:extLst>
                          <a:ext uri="{FF2B5EF4-FFF2-40B4-BE49-F238E27FC236}">
                            <a16:creationId xmlns:a16="http://schemas.microsoft.com/office/drawing/2014/main" id="{DFD2EE49-66B9-970B-F4E3-D9ADC01AE34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061" y="1920"/>
                        <a:ext cx="432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r>
                          <a:rPr lang="en-US" altLang="zh-CN" sz="2800" i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5</a:t>
                        </a:r>
                      </a:p>
                      <a:p>
                        <a:pPr algn="ctr" latinLnBrk="0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4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79253" name="Rectangle 97">
                        <a:extLst>
                          <a:ext uri="{FF2B5EF4-FFF2-40B4-BE49-F238E27FC236}">
                            <a16:creationId xmlns:a16="http://schemas.microsoft.com/office/drawing/2014/main" id="{5844059F-FC8E-8A4A-67C3-62F010BB12A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018" y="1920"/>
                        <a:ext cx="518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Gulim" panose="020B0600000101010101" pitchFamily="34" charset="-127"/>
                          <a:ea typeface="Gulim" panose="020B0600000101010101" pitchFamily="34" charset="-127"/>
                        </a:endParaRPr>
                      </a:p>
                    </p:txBody>
                  </p:sp>
                </p:grpSp>
                <p:grpSp>
                  <p:nvGrpSpPr>
                    <p:cNvPr id="179246" name="Group 98">
                      <a:extLst>
                        <a:ext uri="{FF2B5EF4-FFF2-40B4-BE49-F238E27FC236}">
                          <a16:creationId xmlns:a16="http://schemas.microsoft.com/office/drawing/2014/main" id="{7572A6EC-837F-6F80-DB4A-22B10FDC0E5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536" y="1920"/>
                      <a:ext cx="518" cy="384"/>
                      <a:chOff x="1536" y="1920"/>
                      <a:chExt cx="518" cy="384"/>
                    </a:xfrm>
                  </p:grpSpPr>
                  <p:sp>
                    <p:nvSpPr>
                      <p:cNvPr id="179250" name="Rectangle 99">
                        <a:extLst>
                          <a:ext uri="{FF2B5EF4-FFF2-40B4-BE49-F238E27FC236}">
                            <a16:creationId xmlns:a16="http://schemas.microsoft.com/office/drawing/2014/main" id="{F4A4F7D4-0AF0-E9E8-4DFE-528BAE80527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79" y="1920"/>
                        <a:ext cx="432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r>
                          <a:rPr lang="en-US" altLang="zh-CN" sz="2800" i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57</a:t>
                        </a:r>
                      </a:p>
                      <a:p>
                        <a:pPr algn="ctr" latinLnBrk="0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4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79251" name="Rectangle 100">
                        <a:extLst>
                          <a:ext uri="{FF2B5EF4-FFF2-40B4-BE49-F238E27FC236}">
                            <a16:creationId xmlns:a16="http://schemas.microsoft.com/office/drawing/2014/main" id="{C287E7B3-21CE-4F23-913E-5A0CB0AAF6F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36" y="1920"/>
                        <a:ext cx="518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Gulim" panose="020B0600000101010101" pitchFamily="34" charset="-127"/>
                          <a:ea typeface="Gulim" panose="020B0600000101010101" pitchFamily="34" charset="-127"/>
                        </a:endParaRPr>
                      </a:p>
                    </p:txBody>
                  </p:sp>
                </p:grpSp>
                <p:grpSp>
                  <p:nvGrpSpPr>
                    <p:cNvPr id="179247" name="Group 101">
                      <a:extLst>
                        <a:ext uri="{FF2B5EF4-FFF2-40B4-BE49-F238E27FC236}">
                          <a16:creationId xmlns:a16="http://schemas.microsoft.com/office/drawing/2014/main" id="{2036542B-0607-3AB9-2C39-F6E96909FFF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054" y="1920"/>
                      <a:ext cx="518" cy="384"/>
                      <a:chOff x="2054" y="1920"/>
                      <a:chExt cx="518" cy="384"/>
                    </a:xfrm>
                  </p:grpSpPr>
                  <p:sp>
                    <p:nvSpPr>
                      <p:cNvPr id="179248" name="Rectangle 102">
                        <a:extLst>
                          <a:ext uri="{FF2B5EF4-FFF2-40B4-BE49-F238E27FC236}">
                            <a16:creationId xmlns:a16="http://schemas.microsoft.com/office/drawing/2014/main" id="{6675EF4F-691F-F950-32DF-0B168621DD2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97" y="1920"/>
                        <a:ext cx="432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anchor="ctr"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0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 algn="ctr" eaLnBrk="1" latinLnBrk="0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r>
                          <a:rPr lang="en-US" altLang="zh-CN" sz="2800" i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19</a:t>
                        </a:r>
                      </a:p>
                      <a:p>
                        <a:pPr algn="ctr" latinLnBrk="0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400" i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79249" name="Rectangle 103">
                        <a:extLst>
                          <a:ext uri="{FF2B5EF4-FFF2-40B4-BE49-F238E27FC236}">
                            <a16:creationId xmlns:a16="http://schemas.microsoft.com/office/drawing/2014/main" id="{A3041664-D94B-2F91-73D4-FCA8482DE3E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54" y="1920"/>
                        <a:ext cx="518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har char="•"/>
                          <a:defRPr kumimoji="1" sz="3200">
                            <a:solidFill>
                              <a:schemeClr val="tx1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har char="•"/>
                          <a:defRPr kumimoji="1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har char="•"/>
                          <a:defRPr kumimoji="1" sz="16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kumimoji="1" sz="1400">
                            <a:solidFill>
                              <a:schemeClr val="tx1"/>
                            </a:solidFill>
                            <a:latin typeface="-윤체M" panose="020B0604020202020204" pitchFamily="34" charset="0"/>
                            <a:ea typeface="黑体" panose="02010609060101010101" pitchFamily="49" charset="-122"/>
                            <a:cs typeface="黑体" panose="02010609060101010101" pitchFamily="49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Gulim" panose="020B0600000101010101" pitchFamily="34" charset="-127"/>
                          <a:ea typeface="Gulim" panose="020B0600000101010101" pitchFamily="34" charset="-127"/>
                        </a:endParaRPr>
                      </a:p>
                    </p:txBody>
                  </p:sp>
                </p:grpSp>
              </p:grpSp>
              <p:sp>
                <p:nvSpPr>
                  <p:cNvPr id="179217" name="Rectangle 104">
                    <a:extLst>
                      <a:ext uri="{FF2B5EF4-FFF2-40B4-BE49-F238E27FC236}">
                        <a16:creationId xmlns:a16="http://schemas.microsoft.com/office/drawing/2014/main" id="{8BC2E60E-1C37-51A9-F0FF-B6EBD56764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" y="-3"/>
                    <a:ext cx="2578" cy="2310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har char="•"/>
                      <a:defRPr kumimoji="1" sz="2000">
                        <a:solidFill>
                          <a:schemeClr val="tx1"/>
                        </a:solidFill>
                        <a:latin typeface="-윤체M" panose="020B0604020202020204" pitchFamily="34" charset="0"/>
                        <a:ea typeface="黑体" panose="02010609060101010101" pitchFamily="49" charset="-122"/>
                        <a:cs typeface="黑体" panose="02010609060101010101" pitchFamily="49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har char="•"/>
                      <a:defRPr kumimoji="1">
                        <a:solidFill>
                          <a:schemeClr val="tx1"/>
                        </a:solidFill>
                        <a:latin typeface="-윤체M" panose="020B0604020202020204" pitchFamily="34" charset="0"/>
                        <a:ea typeface="黑体" panose="02010609060101010101" pitchFamily="49" charset="-122"/>
                        <a:cs typeface="黑体" panose="02010609060101010101" pitchFamily="49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har char="•"/>
                      <a:defRPr kumimoji="1" sz="1600">
                        <a:solidFill>
                          <a:schemeClr val="tx1"/>
                        </a:solidFill>
                        <a:latin typeface="-윤체M" panose="020B0604020202020204" pitchFamily="34" charset="0"/>
                        <a:ea typeface="黑体" panose="02010609060101010101" pitchFamily="49" charset="-122"/>
                        <a:cs typeface="黑体" panose="02010609060101010101" pitchFamily="49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har char="•"/>
                      <a:defRPr kumimoji="1" sz="1400">
                        <a:solidFill>
                          <a:schemeClr val="tx1"/>
                        </a:solidFill>
                        <a:latin typeface="-윤체M" panose="020B0604020202020204" pitchFamily="34" charset="0"/>
                        <a:ea typeface="黑体" panose="02010609060101010101" pitchFamily="49" charset="-122"/>
                        <a:cs typeface="黑体" panose="02010609060101010101" pitchFamily="49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1400">
                        <a:solidFill>
                          <a:schemeClr val="tx1"/>
                        </a:solidFill>
                        <a:latin typeface="-윤체M" panose="020B0604020202020204" pitchFamily="34" charset="0"/>
                        <a:ea typeface="黑体" panose="02010609060101010101" pitchFamily="49" charset="-122"/>
                        <a:cs typeface="黑体" panose="02010609060101010101" pitchFamily="49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1400">
                        <a:solidFill>
                          <a:schemeClr val="tx1"/>
                        </a:solidFill>
                        <a:latin typeface="-윤체M" panose="020B0604020202020204" pitchFamily="34" charset="0"/>
                        <a:ea typeface="黑体" panose="02010609060101010101" pitchFamily="49" charset="-122"/>
                        <a:cs typeface="黑体" panose="02010609060101010101" pitchFamily="49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1400">
                        <a:solidFill>
                          <a:schemeClr val="tx1"/>
                        </a:solidFill>
                        <a:latin typeface="-윤체M" panose="020B0604020202020204" pitchFamily="34" charset="0"/>
                        <a:ea typeface="黑体" panose="02010609060101010101" pitchFamily="49" charset="-122"/>
                        <a:cs typeface="黑体" panose="02010609060101010101" pitchFamily="49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1400">
                        <a:solidFill>
                          <a:schemeClr val="tx1"/>
                        </a:solidFill>
                        <a:latin typeface="-윤체M" panose="020B0604020202020204" pitchFamily="34" charset="0"/>
                        <a:ea typeface="黑体" panose="02010609060101010101" pitchFamily="49" charset="-122"/>
                        <a:cs typeface="黑体" panose="02010609060101010101" pitchFamily="49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>
                      <a:latin typeface="Gulim" panose="020B0600000101010101" pitchFamily="34" charset="-127"/>
                      <a:ea typeface="Gulim" panose="020B0600000101010101" pitchFamily="34" charset="-127"/>
                    </a:endParaRPr>
                  </a:p>
                </p:txBody>
              </p:sp>
            </p:grpSp>
            <p:sp>
              <p:nvSpPr>
                <p:cNvPr id="179215" name="Rectangle 105">
                  <a:extLst>
                    <a:ext uri="{FF2B5EF4-FFF2-40B4-BE49-F238E27FC236}">
                      <a16:creationId xmlns:a16="http://schemas.microsoft.com/office/drawing/2014/main" id="{00491056-8177-8754-DAEB-25A5DBAB82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488"/>
                  <a:ext cx="1872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latinLnBrk="1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har char="•"/>
                    <a:defRPr kumimoji="1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har char="•"/>
                    <a:defRPr kumimoji="1" sz="16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1400">
                      <a:solidFill>
                        <a:schemeClr val="tx1"/>
                      </a:solidFill>
                      <a:latin typeface="-윤체M" panose="020B0604020202020204" pitchFamily="34" charset="0"/>
                      <a:ea typeface="黑体" panose="02010609060101010101" pitchFamily="49" charset="-122"/>
                      <a:cs typeface="黑体" panose="02010609060101010101" pitchFamily="49" charset="-122"/>
                    </a:defRPr>
                  </a:lvl9pPr>
                </a:lstStyle>
                <a:p>
                  <a:pPr eaLnBrk="1" latinLnBrk="0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400" i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   </a:t>
                  </a:r>
                  <a:r>
                    <a:rPr lang="zh-CN" altLang="en-US" sz="2400" b="1" i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加工时间表</a:t>
                  </a:r>
                  <a:r>
                    <a:rPr lang="zh-CN" altLang="en-US" sz="2800" i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</a:t>
                  </a:r>
                </a:p>
              </p:txBody>
            </p:sp>
          </p:grpSp>
        </p:grpSp>
      </p:grpSp>
      <p:sp>
        <p:nvSpPr>
          <p:cNvPr id="179206" name="Rectangle 107">
            <a:extLst>
              <a:ext uri="{FF2B5EF4-FFF2-40B4-BE49-F238E27FC236}">
                <a16:creationId xmlns:a16="http://schemas.microsoft.com/office/drawing/2014/main" id="{F589E44F-5AD7-8C9A-4E9C-3788EC921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800" b="1" i="0">
                <a:latin typeface="Times New Roman" panose="02020603050405020304" pitchFamily="18" charset="0"/>
                <a:ea typeface="宋体" panose="02010600030101010101" pitchFamily="2" charset="-122"/>
              </a:rPr>
              <a:t>基于遗传算法的流水车间调度方法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0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0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0659" grpId="0" autoUpdateAnimBg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灯片编号占位符 3">
            <a:extLst>
              <a:ext uri="{FF2B5EF4-FFF2-40B4-BE49-F238E27FC236}">
                <a16:creationId xmlns:a16="http://schemas.microsoft.com/office/drawing/2014/main" id="{9D343BC0-EA1C-793B-490C-5D8B77DAC4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EB439D8-B7EB-A945-B3F3-29618773518B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117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80227" name="Rectangle 2">
            <a:extLst>
              <a:ext uri="{FF2B5EF4-FFF2-40B4-BE49-F238E27FC236}">
                <a16:creationId xmlns:a16="http://schemas.microsoft.com/office/drawing/2014/main" id="{63C3236F-496B-560D-2AFA-FAD82592D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781300"/>
            <a:ext cx="8686800" cy="3168650"/>
          </a:xfrm>
          <a:prstGeom prst="rect">
            <a:avLst/>
          </a:prstGeom>
          <a:gradFill rotWithShape="0">
            <a:gsLst>
              <a:gs pos="0">
                <a:srgbClr val="CCECFF"/>
              </a:gs>
              <a:gs pos="100000">
                <a:srgbClr val="FFFF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33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latinLnBrk="0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zh-CN" altLang="en-US" sz="2400" i="0">
                <a:latin typeface="宋体" panose="02010600030101010101" pitchFamily="2" charset="-122"/>
                <a:ea typeface="宋体" panose="02010600030101010101" pitchFamily="2" charset="-122"/>
              </a:rPr>
              <a:t>用遗传算法求解。选择交叉概率       ，变异概       </a:t>
            </a:r>
            <a:r>
              <a:rPr lang="en-US" altLang="zh-CN" sz="2400" i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i="0">
                <a:latin typeface="宋体" panose="02010600030101010101" pitchFamily="2" charset="-122"/>
                <a:ea typeface="宋体" panose="02010600030101010101" pitchFamily="2" charset="-122"/>
              </a:rPr>
              <a:t>种群规模为</a:t>
            </a:r>
            <a:r>
              <a:rPr lang="en-US" altLang="zh-CN" sz="2400" i="0"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r>
            <a:r>
              <a:rPr lang="zh-CN" altLang="en-US" sz="2400" i="0">
                <a:latin typeface="宋体" panose="02010600030101010101" pitchFamily="2" charset="-122"/>
                <a:ea typeface="宋体" panose="02010600030101010101" pitchFamily="2" charset="-122"/>
              </a:rPr>
              <a:t>，迭代次数       。</a:t>
            </a:r>
          </a:p>
          <a:p>
            <a:pPr eaLnBrk="1" latinLnBrk="0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endParaRPr lang="zh-CN" altLang="en-US" sz="2400" i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latinLnBrk="0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endParaRPr lang="zh-CN" altLang="en-US" sz="2400" i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latinLnBrk="0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endParaRPr lang="zh-CN" altLang="en-US" sz="2400" i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latinLnBrk="0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zh-CN" altLang="en-US" sz="2400" i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400" i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80228" name="Object 3">
            <a:extLst>
              <a:ext uri="{FF2B5EF4-FFF2-40B4-BE49-F238E27FC236}">
                <a16:creationId xmlns:a16="http://schemas.microsoft.com/office/drawing/2014/main" id="{B530DEBC-8679-6823-A505-B021FE0BFC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2924175"/>
          <a:ext cx="1009650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5798800" imgH="5854700" progId="Equation.3">
                  <p:embed/>
                </p:oleObj>
              </mc:Choice>
              <mc:Fallback>
                <p:oleObj r:id="rId3" imgW="15798800" imgH="5854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2924175"/>
                        <a:ext cx="1009650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29" name="Object 4">
            <a:extLst>
              <a:ext uri="{FF2B5EF4-FFF2-40B4-BE49-F238E27FC236}">
                <a16:creationId xmlns:a16="http://schemas.microsoft.com/office/drawing/2014/main" id="{DB34AC3A-956E-08D5-C6DC-53D7F752D8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8488" y="2995613"/>
          <a:ext cx="1008062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6090900" imgH="5854700" progId="Equation.3">
                  <p:embed/>
                </p:oleObj>
              </mc:Choice>
              <mc:Fallback>
                <p:oleObj r:id="rId5" imgW="16090900" imgH="5854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2995613"/>
                        <a:ext cx="1008062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0" name="Object 5">
            <a:extLst>
              <a:ext uri="{FF2B5EF4-FFF2-40B4-BE49-F238E27FC236}">
                <a16:creationId xmlns:a16="http://schemas.microsoft.com/office/drawing/2014/main" id="{9CF05AEA-CA78-F39A-066B-AB27D8AB63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3502025"/>
          <a:ext cx="1008062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3169900" imgH="4686300" progId="Equation.3">
                  <p:embed/>
                </p:oleObj>
              </mc:Choice>
              <mc:Fallback>
                <p:oleObj r:id="rId7" imgW="13169900" imgH="4686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3502025"/>
                        <a:ext cx="1008062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0231" name="Group 7">
            <a:extLst>
              <a:ext uri="{FF2B5EF4-FFF2-40B4-BE49-F238E27FC236}">
                <a16:creationId xmlns:a16="http://schemas.microsoft.com/office/drawing/2014/main" id="{4B6B2A67-E2C2-69FE-3271-66D2851D2DBB}"/>
              </a:ext>
            </a:extLst>
          </p:cNvPr>
          <p:cNvGrpSpPr>
            <a:grpSpLocks/>
          </p:cNvGrpSpPr>
          <p:nvPr/>
        </p:nvGrpSpPr>
        <p:grpSpPr bwMode="auto">
          <a:xfrm>
            <a:off x="387350" y="4500563"/>
            <a:ext cx="8426450" cy="1285875"/>
            <a:chOff x="0" y="0"/>
            <a:chExt cx="3690" cy="768"/>
          </a:xfrm>
        </p:grpSpPr>
        <p:grpSp>
          <p:nvGrpSpPr>
            <p:cNvPr id="180237" name="Group 8">
              <a:extLst>
                <a:ext uri="{FF2B5EF4-FFF2-40B4-BE49-F238E27FC236}">
                  <a16:creationId xmlns:a16="http://schemas.microsoft.com/office/drawing/2014/main" id="{856ABCB7-E576-368E-14D0-BABB555ABD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620" cy="384"/>
              <a:chOff x="0" y="0"/>
              <a:chExt cx="620" cy="384"/>
            </a:xfrm>
          </p:grpSpPr>
          <p:sp>
            <p:nvSpPr>
              <p:cNvPr id="180271" name="Rectangle 9">
                <a:extLst>
                  <a:ext uri="{FF2B5EF4-FFF2-40B4-BE49-F238E27FC236}">
                    <a16:creationId xmlns:a16="http://schemas.microsoft.com/office/drawing/2014/main" id="{9924829F-FD73-FE45-D3A7-F67AE5D29B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0"/>
                <a:ext cx="53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endParaRPr lang="zh-CN" altLang="en-US" sz="10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endParaRPr lang="zh-CN" altLang="en-US" sz="10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000" i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总运行</a:t>
                </a:r>
              </a:p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000" i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次数</a:t>
                </a:r>
              </a:p>
              <a:p>
                <a:pPr algn="ctr" latinLnBrk="0">
                  <a:spcBef>
                    <a:spcPct val="0"/>
                  </a:spcBef>
                  <a:buFontTx/>
                  <a:buNone/>
                </a:pPr>
                <a:endParaRPr lang="zh-CN" altLang="en-US" sz="20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0272" name="Rectangle 10">
                <a:extLst>
                  <a:ext uri="{FF2B5EF4-FFF2-40B4-BE49-F238E27FC236}">
                    <a16:creationId xmlns:a16="http://schemas.microsoft.com/office/drawing/2014/main" id="{8A934D29-76D2-8D6D-FF12-1D75393709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620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Gulim" panose="020B0600000101010101" pitchFamily="34" charset="-127"/>
                  <a:ea typeface="Gulim" panose="020B0600000101010101" pitchFamily="34" charset="-127"/>
                </a:endParaRPr>
              </a:p>
            </p:txBody>
          </p:sp>
        </p:grpSp>
        <p:grpSp>
          <p:nvGrpSpPr>
            <p:cNvPr id="180238" name="Group 11">
              <a:extLst>
                <a:ext uri="{FF2B5EF4-FFF2-40B4-BE49-F238E27FC236}">
                  <a16:creationId xmlns:a16="http://schemas.microsoft.com/office/drawing/2014/main" id="{4A219D67-6CE5-5247-8583-00F2BD74EB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0" y="0"/>
              <a:ext cx="476" cy="384"/>
              <a:chOff x="620" y="0"/>
              <a:chExt cx="476" cy="384"/>
            </a:xfrm>
          </p:grpSpPr>
          <p:sp>
            <p:nvSpPr>
              <p:cNvPr id="180269" name="Rectangle 12">
                <a:extLst>
                  <a:ext uri="{FF2B5EF4-FFF2-40B4-BE49-F238E27FC236}">
                    <a16:creationId xmlns:a16="http://schemas.microsoft.com/office/drawing/2014/main" id="{B4CF6AE7-A7FE-678A-E640-F03370BCF8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3" y="0"/>
                <a:ext cx="390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endParaRPr lang="zh-CN" altLang="en-US" sz="10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endParaRPr lang="zh-CN" altLang="en-US" sz="18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 eaLnBrk="1" latinLnBrk="0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1800" i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最好解</a:t>
                </a:r>
              </a:p>
              <a:p>
                <a:pPr algn="ctr" latinLnBrk="0">
                  <a:spcBef>
                    <a:spcPct val="0"/>
                  </a:spcBef>
                  <a:buFontTx/>
                  <a:buNone/>
                </a:pPr>
                <a:endParaRPr lang="zh-CN" altLang="en-US" sz="20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0270" name="Rectangle 13">
                <a:extLst>
                  <a:ext uri="{FF2B5EF4-FFF2-40B4-BE49-F238E27FC236}">
                    <a16:creationId xmlns:a16="http://schemas.microsoft.com/office/drawing/2014/main" id="{B507B956-02CF-295F-B483-BF6268F1E8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0" y="0"/>
                <a:ext cx="47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Gulim" panose="020B0600000101010101" pitchFamily="34" charset="-127"/>
                  <a:ea typeface="Gulim" panose="020B0600000101010101" pitchFamily="34" charset="-127"/>
                </a:endParaRPr>
              </a:p>
            </p:txBody>
          </p:sp>
        </p:grpSp>
        <p:grpSp>
          <p:nvGrpSpPr>
            <p:cNvPr id="180239" name="Group 14">
              <a:extLst>
                <a:ext uri="{FF2B5EF4-FFF2-40B4-BE49-F238E27FC236}">
                  <a16:creationId xmlns:a16="http://schemas.microsoft.com/office/drawing/2014/main" id="{05EE40A1-5AA7-4757-DF40-DE5579C19B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96" y="0"/>
              <a:ext cx="506" cy="384"/>
              <a:chOff x="1096" y="0"/>
              <a:chExt cx="506" cy="384"/>
            </a:xfrm>
          </p:grpSpPr>
          <p:sp>
            <p:nvSpPr>
              <p:cNvPr id="180267" name="Rectangle 15">
                <a:extLst>
                  <a:ext uri="{FF2B5EF4-FFF2-40B4-BE49-F238E27FC236}">
                    <a16:creationId xmlns:a16="http://schemas.microsoft.com/office/drawing/2014/main" id="{B4E17DDC-6CF4-37E2-EB09-A09BC5F2BD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9" y="0"/>
                <a:ext cx="420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algn="just" eaLnBrk="1" latinLnBrk="0" hangingPunct="1">
                  <a:spcBef>
                    <a:spcPct val="0"/>
                  </a:spcBef>
                  <a:buFontTx/>
                  <a:buNone/>
                </a:pPr>
                <a:endParaRPr lang="zh-CN" altLang="en-US" sz="10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 eaLnBrk="1" latinLnBrk="0" hangingPunct="1">
                  <a:spcBef>
                    <a:spcPct val="0"/>
                  </a:spcBef>
                  <a:buFontTx/>
                  <a:buNone/>
                </a:pPr>
                <a:endParaRPr lang="zh-CN" altLang="en-US" sz="10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 eaLnBrk="1" latinLnBrk="0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1800" i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最坏解</a:t>
                </a:r>
              </a:p>
              <a:p>
                <a:pPr algn="just" latinLnBrk="0">
                  <a:spcBef>
                    <a:spcPct val="0"/>
                  </a:spcBef>
                  <a:buFontTx/>
                  <a:buNone/>
                </a:pPr>
                <a:endParaRPr lang="zh-CN" altLang="en-US" sz="24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0268" name="Rectangle 16">
                <a:extLst>
                  <a:ext uri="{FF2B5EF4-FFF2-40B4-BE49-F238E27FC236}">
                    <a16:creationId xmlns:a16="http://schemas.microsoft.com/office/drawing/2014/main" id="{AFECCF13-F293-A2FE-57AA-AC855A2315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6" y="0"/>
                <a:ext cx="50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Gulim" panose="020B0600000101010101" pitchFamily="34" charset="-127"/>
                  <a:ea typeface="Gulim" panose="020B0600000101010101" pitchFamily="34" charset="-127"/>
                </a:endParaRPr>
              </a:p>
            </p:txBody>
          </p:sp>
        </p:grpSp>
        <p:grpSp>
          <p:nvGrpSpPr>
            <p:cNvPr id="180240" name="Group 17">
              <a:extLst>
                <a:ext uri="{FF2B5EF4-FFF2-40B4-BE49-F238E27FC236}">
                  <a16:creationId xmlns:a16="http://schemas.microsoft.com/office/drawing/2014/main" id="{14E639A8-DE66-2ADA-47C4-D5B39D06D8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02" y="0"/>
              <a:ext cx="506" cy="384"/>
              <a:chOff x="1602" y="0"/>
              <a:chExt cx="506" cy="384"/>
            </a:xfrm>
          </p:grpSpPr>
          <p:sp>
            <p:nvSpPr>
              <p:cNvPr id="180265" name="Rectangle 18">
                <a:extLst>
                  <a:ext uri="{FF2B5EF4-FFF2-40B4-BE49-F238E27FC236}">
                    <a16:creationId xmlns:a16="http://schemas.microsoft.com/office/drawing/2014/main" id="{A4A4E0A2-D677-C3A0-CFD2-710F32D715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5" y="0"/>
                <a:ext cx="420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endParaRPr lang="zh-CN" altLang="en-US" sz="10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endParaRPr lang="zh-CN" altLang="en-US" sz="10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000" i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平均</a:t>
                </a:r>
              </a:p>
              <a:p>
                <a:pPr algn="ctr" latinLnBrk="0">
                  <a:spcBef>
                    <a:spcPct val="0"/>
                  </a:spcBef>
                  <a:buFontTx/>
                  <a:buNone/>
                </a:pPr>
                <a:endParaRPr lang="zh-CN" altLang="en-US" sz="24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0266" name="Rectangle 19">
                <a:extLst>
                  <a:ext uri="{FF2B5EF4-FFF2-40B4-BE49-F238E27FC236}">
                    <a16:creationId xmlns:a16="http://schemas.microsoft.com/office/drawing/2014/main" id="{BFA285E9-C1C6-DC26-4531-5010A936B0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2" y="0"/>
                <a:ext cx="50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Gulim" panose="020B0600000101010101" pitchFamily="34" charset="-127"/>
                  <a:ea typeface="Gulim" panose="020B0600000101010101" pitchFamily="34" charset="-127"/>
                </a:endParaRPr>
              </a:p>
            </p:txBody>
          </p:sp>
        </p:grpSp>
        <p:grpSp>
          <p:nvGrpSpPr>
            <p:cNvPr id="180241" name="Group 20">
              <a:extLst>
                <a:ext uri="{FF2B5EF4-FFF2-40B4-BE49-F238E27FC236}">
                  <a16:creationId xmlns:a16="http://schemas.microsoft.com/office/drawing/2014/main" id="{9B980417-5229-8603-FD0A-7345C4F092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08" y="0"/>
              <a:ext cx="728" cy="384"/>
              <a:chOff x="2108" y="0"/>
              <a:chExt cx="728" cy="384"/>
            </a:xfrm>
          </p:grpSpPr>
          <p:sp>
            <p:nvSpPr>
              <p:cNvPr id="180263" name="Rectangle 21">
                <a:extLst>
                  <a:ext uri="{FF2B5EF4-FFF2-40B4-BE49-F238E27FC236}">
                    <a16:creationId xmlns:a16="http://schemas.microsoft.com/office/drawing/2014/main" id="{35A203F6-7EB8-CDB0-6F03-1FEF8D672B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1" y="0"/>
                <a:ext cx="642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algn="just" eaLnBrk="1" latinLnBrk="0" hangingPunct="1">
                  <a:spcBef>
                    <a:spcPct val="0"/>
                  </a:spcBef>
                  <a:buFontTx/>
                  <a:buNone/>
                </a:pPr>
                <a:endParaRPr lang="zh-CN" altLang="en-US" sz="10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 eaLnBrk="1" latinLnBrk="0" hangingPunct="1">
                  <a:spcBef>
                    <a:spcPct val="0"/>
                  </a:spcBef>
                  <a:buFontTx/>
                  <a:buNone/>
                </a:pPr>
                <a:endParaRPr lang="zh-CN" altLang="en-US" sz="10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000" i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最好解</a:t>
                </a:r>
              </a:p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000" i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的频率</a:t>
                </a:r>
              </a:p>
              <a:p>
                <a:pPr algn="just" latinLnBrk="0">
                  <a:spcBef>
                    <a:spcPct val="0"/>
                  </a:spcBef>
                  <a:buFontTx/>
                  <a:buNone/>
                </a:pPr>
                <a:endParaRPr lang="zh-CN" altLang="en-US" sz="24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0264" name="Rectangle 22">
                <a:extLst>
                  <a:ext uri="{FF2B5EF4-FFF2-40B4-BE49-F238E27FC236}">
                    <a16:creationId xmlns:a16="http://schemas.microsoft.com/office/drawing/2014/main" id="{2453EE3F-E73D-1D92-BFD7-9BC34F89CB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8" y="0"/>
                <a:ext cx="72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Gulim" panose="020B0600000101010101" pitchFamily="34" charset="-127"/>
                  <a:ea typeface="Gulim" panose="020B0600000101010101" pitchFamily="34" charset="-127"/>
                </a:endParaRPr>
              </a:p>
            </p:txBody>
          </p:sp>
        </p:grpSp>
        <p:grpSp>
          <p:nvGrpSpPr>
            <p:cNvPr id="180242" name="Group 23">
              <a:extLst>
                <a:ext uri="{FF2B5EF4-FFF2-40B4-BE49-F238E27FC236}">
                  <a16:creationId xmlns:a16="http://schemas.microsoft.com/office/drawing/2014/main" id="{90416CA5-97B7-BCB2-9462-0CAE4C235E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6" y="0"/>
              <a:ext cx="854" cy="384"/>
              <a:chOff x="2836" y="0"/>
              <a:chExt cx="854" cy="384"/>
            </a:xfrm>
          </p:grpSpPr>
          <p:sp>
            <p:nvSpPr>
              <p:cNvPr id="180261" name="Rectangle 24">
                <a:extLst>
                  <a:ext uri="{FF2B5EF4-FFF2-40B4-BE49-F238E27FC236}">
                    <a16:creationId xmlns:a16="http://schemas.microsoft.com/office/drawing/2014/main" id="{AB63F6DA-6FFB-565C-3282-D65C1ABDC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9" y="0"/>
                <a:ext cx="768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endParaRPr lang="zh-CN" altLang="en-US" sz="10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endParaRPr lang="zh-CN" altLang="en-US" sz="10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000" i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最好解的</a:t>
                </a:r>
              </a:p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000" i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平均代数</a:t>
                </a:r>
              </a:p>
              <a:p>
                <a:pPr algn="ctr" latinLnBrk="0">
                  <a:spcBef>
                    <a:spcPct val="0"/>
                  </a:spcBef>
                  <a:buFontTx/>
                  <a:buNone/>
                </a:pPr>
                <a:endParaRPr lang="zh-CN" altLang="en-US" sz="24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0262" name="Rectangle 25">
                <a:extLst>
                  <a:ext uri="{FF2B5EF4-FFF2-40B4-BE49-F238E27FC236}">
                    <a16:creationId xmlns:a16="http://schemas.microsoft.com/office/drawing/2014/main" id="{FBBBE090-5857-4E71-9FB3-E1C625407D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6" y="0"/>
                <a:ext cx="85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Gulim" panose="020B0600000101010101" pitchFamily="34" charset="-127"/>
                  <a:ea typeface="Gulim" panose="020B0600000101010101" pitchFamily="34" charset="-127"/>
                </a:endParaRPr>
              </a:p>
            </p:txBody>
          </p:sp>
        </p:grpSp>
        <p:grpSp>
          <p:nvGrpSpPr>
            <p:cNvPr id="180243" name="Group 26">
              <a:extLst>
                <a:ext uri="{FF2B5EF4-FFF2-40B4-BE49-F238E27FC236}">
                  <a16:creationId xmlns:a16="http://schemas.microsoft.com/office/drawing/2014/main" id="{A94E6862-D1A6-7AA4-E6FF-6C238A8283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384"/>
              <a:ext cx="620" cy="384"/>
              <a:chOff x="0" y="384"/>
              <a:chExt cx="620" cy="384"/>
            </a:xfrm>
          </p:grpSpPr>
          <p:sp>
            <p:nvSpPr>
              <p:cNvPr id="180259" name="Rectangle 27">
                <a:extLst>
                  <a:ext uri="{FF2B5EF4-FFF2-40B4-BE49-F238E27FC236}">
                    <a16:creationId xmlns:a16="http://schemas.microsoft.com/office/drawing/2014/main" id="{8EEF76B5-5D09-8757-6ACA-D8D183A349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384"/>
                <a:ext cx="53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endParaRPr lang="zh-CN" altLang="en-US" sz="10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endParaRPr lang="zh-CN" altLang="en-US" sz="10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200" i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20</a:t>
                </a:r>
              </a:p>
              <a:p>
                <a:pPr algn="ctr" latinLnBrk="0">
                  <a:spcBef>
                    <a:spcPct val="0"/>
                  </a:spcBef>
                  <a:buFontTx/>
                  <a:buNone/>
                </a:pPr>
                <a:endParaRPr lang="zh-CN" altLang="en-US" sz="24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0260" name="Rectangle 28">
                <a:extLst>
                  <a:ext uri="{FF2B5EF4-FFF2-40B4-BE49-F238E27FC236}">
                    <a16:creationId xmlns:a16="http://schemas.microsoft.com/office/drawing/2014/main" id="{25867617-7503-2720-FCD2-5930EFAAFA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84"/>
                <a:ext cx="620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Gulim" panose="020B0600000101010101" pitchFamily="34" charset="-127"/>
                  <a:ea typeface="Gulim" panose="020B0600000101010101" pitchFamily="34" charset="-127"/>
                </a:endParaRPr>
              </a:p>
            </p:txBody>
          </p:sp>
        </p:grpSp>
        <p:grpSp>
          <p:nvGrpSpPr>
            <p:cNvPr id="180244" name="Group 29">
              <a:extLst>
                <a:ext uri="{FF2B5EF4-FFF2-40B4-BE49-F238E27FC236}">
                  <a16:creationId xmlns:a16="http://schemas.microsoft.com/office/drawing/2014/main" id="{FBCE7CC5-C29F-2319-7FDF-1102056E62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0" y="384"/>
              <a:ext cx="476" cy="384"/>
              <a:chOff x="620" y="384"/>
              <a:chExt cx="476" cy="384"/>
            </a:xfrm>
          </p:grpSpPr>
          <p:sp>
            <p:nvSpPr>
              <p:cNvPr id="180257" name="Rectangle 30">
                <a:extLst>
                  <a:ext uri="{FF2B5EF4-FFF2-40B4-BE49-F238E27FC236}">
                    <a16:creationId xmlns:a16="http://schemas.microsoft.com/office/drawing/2014/main" id="{54B8758B-0DA3-F6FE-77F5-C5E9A1EF72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3" y="384"/>
                <a:ext cx="390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endParaRPr lang="zh-CN" altLang="en-US" sz="10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endParaRPr lang="zh-CN" altLang="en-US" sz="10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200" i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213</a:t>
                </a:r>
              </a:p>
              <a:p>
                <a:pPr algn="ctr" latinLnBrk="0">
                  <a:spcBef>
                    <a:spcPct val="0"/>
                  </a:spcBef>
                  <a:buFontTx/>
                  <a:buNone/>
                </a:pPr>
                <a:endParaRPr lang="zh-CN" altLang="en-US" sz="24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0258" name="Rectangle 31">
                <a:extLst>
                  <a:ext uri="{FF2B5EF4-FFF2-40B4-BE49-F238E27FC236}">
                    <a16:creationId xmlns:a16="http://schemas.microsoft.com/office/drawing/2014/main" id="{988B0B91-F470-4B73-A500-EC5C041A1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0" y="384"/>
                <a:ext cx="47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Gulim" panose="020B0600000101010101" pitchFamily="34" charset="-127"/>
                  <a:ea typeface="Gulim" panose="020B0600000101010101" pitchFamily="34" charset="-127"/>
                </a:endParaRPr>
              </a:p>
            </p:txBody>
          </p:sp>
        </p:grpSp>
        <p:grpSp>
          <p:nvGrpSpPr>
            <p:cNvPr id="180245" name="Group 32">
              <a:extLst>
                <a:ext uri="{FF2B5EF4-FFF2-40B4-BE49-F238E27FC236}">
                  <a16:creationId xmlns:a16="http://schemas.microsoft.com/office/drawing/2014/main" id="{04D98122-BE04-18F2-F68F-05E51B5349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96" y="384"/>
              <a:ext cx="506" cy="384"/>
              <a:chOff x="1096" y="384"/>
              <a:chExt cx="506" cy="384"/>
            </a:xfrm>
          </p:grpSpPr>
          <p:sp>
            <p:nvSpPr>
              <p:cNvPr id="180255" name="Rectangle 33">
                <a:extLst>
                  <a:ext uri="{FF2B5EF4-FFF2-40B4-BE49-F238E27FC236}">
                    <a16:creationId xmlns:a16="http://schemas.microsoft.com/office/drawing/2014/main" id="{74D91CAB-D7C2-B181-577D-0D9D07FB1D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9" y="384"/>
                <a:ext cx="420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endParaRPr lang="zh-CN" altLang="en-US" sz="10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endParaRPr lang="zh-CN" altLang="en-US" sz="10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200" i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221</a:t>
                </a:r>
              </a:p>
              <a:p>
                <a:pPr algn="ctr" latinLnBrk="0">
                  <a:spcBef>
                    <a:spcPct val="0"/>
                  </a:spcBef>
                  <a:buFontTx/>
                  <a:buNone/>
                </a:pPr>
                <a:endParaRPr lang="zh-CN" altLang="en-US" sz="24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0256" name="Rectangle 34">
                <a:extLst>
                  <a:ext uri="{FF2B5EF4-FFF2-40B4-BE49-F238E27FC236}">
                    <a16:creationId xmlns:a16="http://schemas.microsoft.com/office/drawing/2014/main" id="{A7B24EB4-2175-654B-A206-09B81680B1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6" y="384"/>
                <a:ext cx="50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Gulim" panose="020B0600000101010101" pitchFamily="34" charset="-127"/>
                  <a:ea typeface="Gulim" panose="020B0600000101010101" pitchFamily="34" charset="-127"/>
                </a:endParaRPr>
              </a:p>
            </p:txBody>
          </p:sp>
        </p:grpSp>
        <p:grpSp>
          <p:nvGrpSpPr>
            <p:cNvPr id="180246" name="Group 35">
              <a:extLst>
                <a:ext uri="{FF2B5EF4-FFF2-40B4-BE49-F238E27FC236}">
                  <a16:creationId xmlns:a16="http://schemas.microsoft.com/office/drawing/2014/main" id="{87D5A78C-F62E-59B4-AE95-9A4EAF5BCA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02" y="384"/>
              <a:ext cx="506" cy="384"/>
              <a:chOff x="1602" y="384"/>
              <a:chExt cx="506" cy="384"/>
            </a:xfrm>
          </p:grpSpPr>
          <p:sp>
            <p:nvSpPr>
              <p:cNvPr id="180253" name="Rectangle 36">
                <a:extLst>
                  <a:ext uri="{FF2B5EF4-FFF2-40B4-BE49-F238E27FC236}">
                    <a16:creationId xmlns:a16="http://schemas.microsoft.com/office/drawing/2014/main" id="{60510A43-3891-E709-90EE-6BCE4E0603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5" y="384"/>
                <a:ext cx="420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endParaRPr lang="zh-CN" altLang="en-US" sz="10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endParaRPr lang="zh-CN" altLang="en-US" sz="10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200" i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213.95</a:t>
                </a:r>
              </a:p>
              <a:p>
                <a:pPr algn="ctr" latinLnBrk="0">
                  <a:spcBef>
                    <a:spcPct val="0"/>
                  </a:spcBef>
                  <a:buFontTx/>
                  <a:buNone/>
                </a:pPr>
                <a:endParaRPr lang="zh-CN" altLang="en-US" sz="20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0254" name="Rectangle 37">
                <a:extLst>
                  <a:ext uri="{FF2B5EF4-FFF2-40B4-BE49-F238E27FC236}">
                    <a16:creationId xmlns:a16="http://schemas.microsoft.com/office/drawing/2014/main" id="{ABB8764E-D92D-E003-E886-35E1B7949B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2" y="384"/>
                <a:ext cx="50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Gulim" panose="020B0600000101010101" pitchFamily="34" charset="-127"/>
                  <a:ea typeface="Gulim" panose="020B0600000101010101" pitchFamily="34" charset="-127"/>
                </a:endParaRPr>
              </a:p>
            </p:txBody>
          </p:sp>
        </p:grpSp>
        <p:grpSp>
          <p:nvGrpSpPr>
            <p:cNvPr id="180247" name="Group 38">
              <a:extLst>
                <a:ext uri="{FF2B5EF4-FFF2-40B4-BE49-F238E27FC236}">
                  <a16:creationId xmlns:a16="http://schemas.microsoft.com/office/drawing/2014/main" id="{CE1900E6-5885-AFF1-60C5-B7ACC0C684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08" y="384"/>
              <a:ext cx="728" cy="384"/>
              <a:chOff x="2108" y="384"/>
              <a:chExt cx="728" cy="384"/>
            </a:xfrm>
          </p:grpSpPr>
          <p:sp>
            <p:nvSpPr>
              <p:cNvPr id="180251" name="Rectangle 39">
                <a:extLst>
                  <a:ext uri="{FF2B5EF4-FFF2-40B4-BE49-F238E27FC236}">
                    <a16:creationId xmlns:a16="http://schemas.microsoft.com/office/drawing/2014/main" id="{2E138819-17B1-282C-AB3A-41996FC227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1" y="384"/>
                <a:ext cx="642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endParaRPr lang="zh-CN" altLang="en-US" sz="10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endParaRPr lang="zh-CN" altLang="en-US" sz="10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200" i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0.85</a:t>
                </a:r>
              </a:p>
              <a:p>
                <a:pPr algn="ctr" latinLnBrk="0">
                  <a:spcBef>
                    <a:spcPct val="0"/>
                  </a:spcBef>
                  <a:buFontTx/>
                  <a:buNone/>
                </a:pPr>
                <a:endParaRPr lang="zh-CN" altLang="en-US" sz="22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0252" name="Rectangle 40">
                <a:extLst>
                  <a:ext uri="{FF2B5EF4-FFF2-40B4-BE49-F238E27FC236}">
                    <a16:creationId xmlns:a16="http://schemas.microsoft.com/office/drawing/2014/main" id="{FAA66CC3-4D26-09C9-D5B6-2FE0DACCFC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8" y="384"/>
                <a:ext cx="72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Gulim" panose="020B0600000101010101" pitchFamily="34" charset="-127"/>
                  <a:ea typeface="Gulim" panose="020B0600000101010101" pitchFamily="34" charset="-127"/>
                </a:endParaRPr>
              </a:p>
            </p:txBody>
          </p:sp>
        </p:grpSp>
        <p:grpSp>
          <p:nvGrpSpPr>
            <p:cNvPr id="180248" name="Group 41">
              <a:extLst>
                <a:ext uri="{FF2B5EF4-FFF2-40B4-BE49-F238E27FC236}">
                  <a16:creationId xmlns:a16="http://schemas.microsoft.com/office/drawing/2014/main" id="{D3D1019F-7561-DA26-A416-FD5CED7D62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6" y="384"/>
              <a:ext cx="854" cy="384"/>
              <a:chOff x="2836" y="384"/>
              <a:chExt cx="854" cy="384"/>
            </a:xfrm>
          </p:grpSpPr>
          <p:sp>
            <p:nvSpPr>
              <p:cNvPr id="180249" name="Rectangle 42">
                <a:extLst>
                  <a:ext uri="{FF2B5EF4-FFF2-40B4-BE49-F238E27FC236}">
                    <a16:creationId xmlns:a16="http://schemas.microsoft.com/office/drawing/2014/main" id="{5EC37C84-DEEE-7C71-6FC1-FDEFFC6E48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9" y="384"/>
                <a:ext cx="768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endParaRPr lang="zh-CN" altLang="en-US" sz="10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endParaRPr lang="zh-CN" altLang="en-US" sz="10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 eaLnBrk="1" latinLnBrk="0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200" i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12</a:t>
                </a:r>
              </a:p>
              <a:p>
                <a:pPr algn="ctr" latinLnBrk="0">
                  <a:spcBef>
                    <a:spcPct val="0"/>
                  </a:spcBef>
                  <a:buFontTx/>
                  <a:buNone/>
                </a:pPr>
                <a:endParaRPr lang="zh-CN" altLang="en-US" sz="2200" i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0250" name="Rectangle 43">
                <a:extLst>
                  <a:ext uri="{FF2B5EF4-FFF2-40B4-BE49-F238E27FC236}">
                    <a16:creationId xmlns:a16="http://schemas.microsoft.com/office/drawing/2014/main" id="{80DA0405-E47B-4AC0-1AFF-0F302C3322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6" y="384"/>
                <a:ext cx="85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har char="•"/>
                  <a:defRPr kumimoji="1" sz="16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1400">
                    <a:solidFill>
                      <a:schemeClr val="tx1"/>
                    </a:solidFill>
                    <a:latin typeface="-윤체M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Gulim" panose="020B0600000101010101" pitchFamily="34" charset="-127"/>
                  <a:ea typeface="Gulim" panose="020B0600000101010101" pitchFamily="34" charset="-127"/>
                </a:endParaRPr>
              </a:p>
            </p:txBody>
          </p:sp>
        </p:grpSp>
      </p:grpSp>
      <p:sp>
        <p:nvSpPr>
          <p:cNvPr id="180232" name="Rectangle 44">
            <a:extLst>
              <a:ext uri="{FF2B5EF4-FFF2-40B4-BE49-F238E27FC236}">
                <a16:creationId xmlns:a16="http://schemas.microsoft.com/office/drawing/2014/main" id="{9F92E733-7BB0-F60D-F586-915EA793B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495800"/>
            <a:ext cx="8439150" cy="1295400"/>
          </a:xfrm>
          <a:prstGeom prst="rect">
            <a:avLst/>
          </a:prstGeom>
          <a:noFill/>
          <a:ln w="9525">
            <a:solidFill>
              <a:srgbClr val="A0A0A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80233" name="Rectangle 45">
            <a:extLst>
              <a:ext uri="{FF2B5EF4-FFF2-40B4-BE49-F238E27FC236}">
                <a16:creationId xmlns:a16="http://schemas.microsoft.com/office/drawing/2014/main" id="{C1EAA5F8-314F-461A-D31C-89CEB931F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7963" y="22431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80234" name="Rectangle 47">
            <a:extLst>
              <a:ext uri="{FF2B5EF4-FFF2-40B4-BE49-F238E27FC236}">
                <a16:creationId xmlns:a16="http://schemas.microsoft.com/office/drawing/2014/main" id="{AA770A6C-483E-377B-91A6-29782613A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60350"/>
            <a:ext cx="9144000" cy="836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800" b="1" i="0">
                <a:latin typeface="Times New Roman" panose="02020603050405020304" pitchFamily="18" charset="0"/>
                <a:ea typeface="宋体" panose="02010600030101010101" pitchFamily="2" charset="-122"/>
              </a:rPr>
              <a:t>基于遗传算法的流水车间调度方法</a:t>
            </a:r>
          </a:p>
        </p:txBody>
      </p:sp>
      <p:sp>
        <p:nvSpPr>
          <p:cNvPr id="180235" name="Rectangle 48">
            <a:extLst>
              <a:ext uri="{FF2B5EF4-FFF2-40B4-BE49-F238E27FC236}">
                <a16:creationId xmlns:a16="http://schemas.microsoft.com/office/drawing/2014/main" id="{8EA5DA21-AA74-06C6-335A-D93C1B80D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62050"/>
            <a:ext cx="8736013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latinLnBrk="0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zh-CN" altLang="en-US" sz="2400" i="0">
                <a:latin typeface="宋体" panose="02010600030101010101" pitchFamily="2" charset="-122"/>
                <a:ea typeface="宋体" panose="02010600030101010101" pitchFamily="2" charset="-122"/>
              </a:rPr>
              <a:t>用穷举法求得最优解：</a:t>
            </a:r>
            <a:r>
              <a:rPr lang="en-US" altLang="zh-CN" sz="2400" i="0">
                <a:latin typeface="Times New Roman" panose="02020603050405020304" pitchFamily="18" charset="0"/>
                <a:ea typeface="宋体" panose="02010600030101010101" pitchFamily="2" charset="-122"/>
              </a:rPr>
              <a:t>4-2-5-1-3</a:t>
            </a:r>
            <a:r>
              <a:rPr lang="zh-CN" altLang="en-US" sz="2400" i="0">
                <a:latin typeface="宋体" panose="02010600030101010101" pitchFamily="2" charset="-122"/>
                <a:ea typeface="宋体" panose="02010600030101010101" pitchFamily="2" charset="-122"/>
              </a:rPr>
              <a:t>，加工时间：</a:t>
            </a:r>
            <a:r>
              <a:rPr lang="en-US" altLang="zh-CN" sz="2400" i="0">
                <a:latin typeface="Times New Roman" panose="02020603050405020304" pitchFamily="18" charset="0"/>
                <a:ea typeface="宋体" panose="02010600030101010101" pitchFamily="2" charset="-122"/>
              </a:rPr>
              <a:t>213</a:t>
            </a:r>
            <a:r>
              <a:rPr lang="zh-CN" altLang="en-US" sz="2400" i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</a:p>
          <a:p>
            <a:pPr eaLnBrk="1" latinLnBrk="0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zh-CN" altLang="en-US" sz="2400" i="0">
                <a:latin typeface="宋体" panose="02010600030101010101" pitchFamily="2" charset="-122"/>
                <a:ea typeface="宋体" panose="02010600030101010101" pitchFamily="2" charset="-122"/>
              </a:rPr>
              <a:t>最劣解：</a:t>
            </a:r>
            <a:r>
              <a:rPr lang="en-US" altLang="zh-CN" sz="2400" i="0">
                <a:latin typeface="Times New Roman" panose="02020603050405020304" pitchFamily="18" charset="0"/>
                <a:ea typeface="宋体" panose="02010600030101010101" pitchFamily="2" charset="-122"/>
              </a:rPr>
              <a:t>1-4-2-3-5</a:t>
            </a:r>
            <a:r>
              <a:rPr lang="zh-CN" altLang="en-US" sz="2400" i="0">
                <a:latin typeface="宋体" panose="02010600030101010101" pitchFamily="2" charset="-122"/>
                <a:ea typeface="宋体" panose="02010600030101010101" pitchFamily="2" charset="-122"/>
              </a:rPr>
              <a:t>，加工时间：</a:t>
            </a:r>
            <a:r>
              <a:rPr lang="en-US" altLang="zh-CN" sz="2400" i="0">
                <a:latin typeface="Times New Roman" panose="02020603050405020304" pitchFamily="18" charset="0"/>
                <a:ea typeface="宋体" panose="02010600030101010101" pitchFamily="2" charset="-122"/>
              </a:rPr>
              <a:t>294</a:t>
            </a:r>
            <a:r>
              <a:rPr lang="zh-CN" altLang="en-US" sz="2400" i="0">
                <a:latin typeface="宋体" panose="02010600030101010101" pitchFamily="2" charset="-122"/>
                <a:ea typeface="宋体" panose="02010600030101010101" pitchFamily="2" charset="-122"/>
              </a:rPr>
              <a:t>；平均解的加工时间：</a:t>
            </a:r>
            <a:r>
              <a:rPr lang="en-US" altLang="zh-CN" sz="2400" i="0">
                <a:latin typeface="Times New Roman" panose="02020603050405020304" pitchFamily="18" charset="0"/>
                <a:ea typeface="宋体" panose="02010600030101010101" pitchFamily="2" charset="-122"/>
              </a:rPr>
              <a:t>265</a:t>
            </a:r>
            <a:r>
              <a:rPr lang="zh-CN" altLang="en-US" sz="2400" i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sz="1100" i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400" i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0236" name="Text Box 49">
            <a:extLst>
              <a:ext uri="{FF2B5EF4-FFF2-40B4-BE49-F238E27FC236}">
                <a16:creationId xmlns:a16="http://schemas.microsoft.com/office/drawing/2014/main" id="{5B0D4FE5-475F-0CE1-C880-B382A6E7B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22725"/>
            <a:ext cx="419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latinLnBrk="0" hangingPunct="1">
              <a:spcBef>
                <a:spcPct val="50000"/>
              </a:spcBef>
              <a:buFontTx/>
              <a:buNone/>
            </a:pPr>
            <a:r>
              <a:rPr kumimoji="0" lang="zh-CN" altLang="en-US" sz="2000" b="1" i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0" lang="zh-CN" altLang="en-US" sz="2000" b="1" i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kumimoji="0" lang="zh-CN" altLang="en-US" sz="2000" b="1" i="0">
                <a:latin typeface="宋体" panose="02010600030101010101" pitchFamily="2" charset="-122"/>
                <a:ea typeface="宋体" panose="02010600030101010101" pitchFamily="2" charset="-122"/>
              </a:rPr>
              <a:t>遗传算法运行的结果 </a:t>
            </a:r>
          </a:p>
        </p:txBody>
      </p:sp>
    </p:spTree>
  </p:cSld>
  <p:clrMapOvr>
    <a:masterClrMapping/>
  </p:clrMapOvr>
  <p:transition/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灯片编号占位符 3">
            <a:extLst>
              <a:ext uri="{FF2B5EF4-FFF2-40B4-BE49-F238E27FC236}">
                <a16:creationId xmlns:a16="http://schemas.microsoft.com/office/drawing/2014/main" id="{0112E0E6-C9C6-ABDF-70DA-19B8DC0240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ADA470-712B-AA4E-BFC0-C08C81B96DEA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118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81251" name="Rectangle 2">
            <a:extLst>
              <a:ext uri="{FF2B5EF4-FFF2-40B4-BE49-F238E27FC236}">
                <a16:creationId xmlns:a16="http://schemas.microsoft.com/office/drawing/2014/main" id="{B06BED41-9A32-55E2-1F07-77952FCBC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6021388"/>
            <a:ext cx="441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zh-CN" sz="2800" i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0">
                <a:latin typeface="宋体" panose="02010600030101010101" pitchFamily="2" charset="-122"/>
                <a:ea typeface="宋体" panose="02010600030101010101" pitchFamily="2" charset="-122"/>
              </a:rPr>
              <a:t>遗传算法运行的结果</a:t>
            </a:r>
            <a:r>
              <a:rPr lang="zh-CN" altLang="en-US" sz="2800" i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81252" name="Rectangle 3">
            <a:extLst>
              <a:ext uri="{FF2B5EF4-FFF2-40B4-BE49-F238E27FC236}">
                <a16:creationId xmlns:a16="http://schemas.microsoft.com/office/drawing/2014/main" id="{A5756D31-24D3-E4E4-8D26-3C4D88A14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6021388"/>
            <a:ext cx="3581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r>
              <a:rPr lang="zh-CN" altLang="en-US" sz="2000" b="1" i="0">
                <a:latin typeface="宋体" panose="02010600030101010101" pitchFamily="2" charset="-122"/>
                <a:ea typeface="宋体" panose="02010600030101010101" pitchFamily="2" charset="-122"/>
              </a:rPr>
              <a:t>最优解收敛图</a:t>
            </a:r>
            <a:r>
              <a:rPr lang="zh-CN" altLang="en-US" sz="2800" i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81253" name="Rectangle 4">
            <a:extLst>
              <a:ext uri="{FF2B5EF4-FFF2-40B4-BE49-F238E27FC236}">
                <a16:creationId xmlns:a16="http://schemas.microsoft.com/office/drawing/2014/main" id="{583729FE-74D6-8878-E8AD-B6B60E62D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7963" y="22431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pic>
        <p:nvPicPr>
          <p:cNvPr id="712709" name="Picture 5" descr="F2">
            <a:extLst>
              <a:ext uri="{FF2B5EF4-FFF2-40B4-BE49-F238E27FC236}">
                <a16:creationId xmlns:a16="http://schemas.microsoft.com/office/drawing/2014/main" id="{4DEE7B8D-55E7-53DB-F388-07833A081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90600"/>
            <a:ext cx="8001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1255" name="Rectangle 7">
            <a:extLst>
              <a:ext uri="{FF2B5EF4-FFF2-40B4-BE49-F238E27FC236}">
                <a16:creationId xmlns:a16="http://schemas.microsoft.com/office/drawing/2014/main" id="{A5C9C4DA-0F70-8A00-170D-F0563A372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91440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800" b="1" i="0">
                <a:latin typeface="Times New Roman" panose="02020603050405020304" pitchFamily="18" charset="0"/>
                <a:ea typeface="宋体" panose="02010600030101010101" pitchFamily="2" charset="-122"/>
              </a:rPr>
              <a:t>基于遗传算法的流水车间调度方法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1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灯片编号占位符 3">
            <a:extLst>
              <a:ext uri="{FF2B5EF4-FFF2-40B4-BE49-F238E27FC236}">
                <a16:creationId xmlns:a16="http://schemas.microsoft.com/office/drawing/2014/main" id="{AF163381-6FCE-C2AC-56C7-72C4CCDE43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71B85E8-8F42-144E-A518-C8749EB13B5B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119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82275" name="Rectangle 2">
            <a:extLst>
              <a:ext uri="{FF2B5EF4-FFF2-40B4-BE49-F238E27FC236}">
                <a16:creationId xmlns:a16="http://schemas.microsoft.com/office/drawing/2014/main" id="{5825B55C-78EB-3DD6-BE5F-51FF08EDF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700" y="5957888"/>
            <a:ext cx="3276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r>
              <a:rPr lang="zh-CN" altLang="en-US" sz="2000" b="1" i="0">
                <a:latin typeface="宋体" panose="02010600030101010101" pitchFamily="2" charset="-122"/>
                <a:ea typeface="宋体" panose="02010600030101010101" pitchFamily="2" charset="-122"/>
              </a:rPr>
              <a:t>平均值收敛图</a:t>
            </a:r>
            <a:r>
              <a:rPr lang="zh-CN" altLang="en-US" sz="2800" i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82276" name="Rectangle 3">
            <a:extLst>
              <a:ext uri="{FF2B5EF4-FFF2-40B4-BE49-F238E27FC236}">
                <a16:creationId xmlns:a16="http://schemas.microsoft.com/office/drawing/2014/main" id="{C2136698-276F-3E76-C5E2-E746438DF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7963" y="2252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pic>
        <p:nvPicPr>
          <p:cNvPr id="713732" name="Picture 4" descr="F1">
            <a:extLst>
              <a:ext uri="{FF2B5EF4-FFF2-40B4-BE49-F238E27FC236}">
                <a16:creationId xmlns:a16="http://schemas.microsoft.com/office/drawing/2014/main" id="{BA08C552-4D02-E5A8-407D-E31428567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90600"/>
            <a:ext cx="80772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2278" name="Rectangle 7">
            <a:extLst>
              <a:ext uri="{FF2B5EF4-FFF2-40B4-BE49-F238E27FC236}">
                <a16:creationId xmlns:a16="http://schemas.microsoft.com/office/drawing/2014/main" id="{CF6CC88F-377B-E3B5-81D0-AFBCE74CA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800" b="1" i="0">
                <a:latin typeface="Times New Roman" panose="02020603050405020304" pitchFamily="18" charset="0"/>
                <a:ea typeface="宋体" panose="02010600030101010101" pitchFamily="2" charset="-122"/>
              </a:rPr>
              <a:t>基于遗传算法的流水车间调度方法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71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灯片编号占位符 3">
            <a:extLst>
              <a:ext uri="{FF2B5EF4-FFF2-40B4-BE49-F238E27FC236}">
                <a16:creationId xmlns:a16="http://schemas.microsoft.com/office/drawing/2014/main" id="{7275C033-E063-AEC8-4387-23D5088ACF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E530C2-EAE5-0448-A27B-6DA73FB22669}" type="slidenum">
              <a:rPr lang="zh-CN" altLang="en-US" sz="1400">
                <a:latin typeface="Gulim" panose="020B0600000101010101" pitchFamily="34" charset="-127"/>
                <a:ea typeface="Gulim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120</a:t>
            </a:fld>
            <a:endParaRPr lang="en-US" altLang="zh-CN" sz="14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83299" name="Rectangle 2">
            <a:extLst>
              <a:ext uri="{FF2B5EF4-FFF2-40B4-BE49-F238E27FC236}">
                <a16:creationId xmlns:a16="http://schemas.microsoft.com/office/drawing/2014/main" id="{EF80A87A-3106-39B2-A6D3-650BFF680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7963" y="2252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83300" name="Rectangle 3">
            <a:extLst>
              <a:ext uri="{FF2B5EF4-FFF2-40B4-BE49-F238E27FC236}">
                <a16:creationId xmlns:a16="http://schemas.microsoft.com/office/drawing/2014/main" id="{D4F17C92-76D4-17C7-C6C6-C77F31657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5013" y="2290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pic>
        <p:nvPicPr>
          <p:cNvPr id="714756" name="Picture 4" descr="f1_1">
            <a:extLst>
              <a:ext uri="{FF2B5EF4-FFF2-40B4-BE49-F238E27FC236}">
                <a16:creationId xmlns:a16="http://schemas.microsoft.com/office/drawing/2014/main" id="{52A65934-0BB9-1E98-6B68-885937DA0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34" b="5574"/>
          <a:stretch>
            <a:fillRect/>
          </a:stretch>
        </p:blipFill>
        <p:spPr bwMode="auto">
          <a:xfrm>
            <a:off x="53457" y="940595"/>
            <a:ext cx="89154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3302" name="Rectangle 5">
            <a:extLst>
              <a:ext uri="{FF2B5EF4-FFF2-40B4-BE49-F238E27FC236}">
                <a16:creationId xmlns:a16="http://schemas.microsoft.com/office/drawing/2014/main" id="{89E3FF0E-0D8D-FD02-53F9-75A0347B3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7904" y="5570704"/>
            <a:ext cx="342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r>
              <a:rPr lang="zh-CN" altLang="en-US" sz="2000" b="1" i="0">
                <a:latin typeface="宋体" panose="02010600030101010101" pitchFamily="2" charset="-122"/>
                <a:ea typeface="宋体" panose="02010600030101010101" pitchFamily="2" charset="-122"/>
              </a:rPr>
              <a:t>机器甘特图</a:t>
            </a:r>
            <a:r>
              <a:rPr lang="zh-CN" altLang="en-US" sz="2800" i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83304" name="Rectangle 7">
            <a:extLst>
              <a:ext uri="{FF2B5EF4-FFF2-40B4-BE49-F238E27FC236}">
                <a16:creationId xmlns:a16="http://schemas.microsoft.com/office/drawing/2014/main" id="{662105E4-A9CA-3887-CD92-942035DD9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-윤체M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800" b="1" i="0">
                <a:latin typeface="Times New Roman" panose="02020603050405020304" pitchFamily="18" charset="0"/>
                <a:ea typeface="宋体" panose="02010600030101010101" pitchFamily="2" charset="-122"/>
              </a:rPr>
              <a:t>基于遗传算法的流水车间调度方法</a:t>
            </a:r>
          </a:p>
        </p:txBody>
      </p:sp>
      <p:pic>
        <p:nvPicPr>
          <p:cNvPr id="183305" name="Picture 111">
            <a:extLst>
              <a:ext uri="{FF2B5EF4-FFF2-40B4-BE49-F238E27FC236}">
                <a16:creationId xmlns:a16="http://schemas.microsoft.com/office/drawing/2014/main" id="{569C8262-4923-2080-AA2F-ACC30ED7F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189413"/>
            <a:ext cx="3498850" cy="203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71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139">
  <a:themeElements>
    <a:clrScheme name="B139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139">
      <a:majorFont>
        <a:latin typeface="宋体"/>
        <a:ea typeface="宋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anose="020B0600000101010101" pitchFamily="34" charset="-127"/>
            <a:ea typeface="Gulim" panose="020B0600000101010101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anose="020B0600000101010101" pitchFamily="34" charset="-127"/>
            <a:ea typeface="Gulim" panose="020B0600000101010101" pitchFamily="34" charset="-127"/>
          </a:defRPr>
        </a:defPPr>
      </a:lstStyle>
    </a:lnDef>
  </a:objectDefaults>
  <a:extraClrSchemeLst>
    <a:extraClrScheme>
      <a:clrScheme name="B139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139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139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139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13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13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13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C:\coolpt\TempSlide\B139.POT</Template>
  <TotalTime>20325</TotalTime>
  <Words>8996</Words>
  <Application>Microsoft Macintosh PowerPoint</Application>
  <PresentationFormat>全屏显示(4:3)</PresentationFormat>
  <Paragraphs>2328</Paragraphs>
  <Slides>120</Slides>
  <Notes>119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120</vt:i4>
      </vt:variant>
    </vt:vector>
  </HeadingPairs>
  <TitlesOfParts>
    <vt:vector size="139" baseType="lpstr">
      <vt:lpstr>华文仿宋</vt:lpstr>
      <vt:lpstr>微软雅黑</vt:lpstr>
      <vt:lpstr>-윤체B</vt:lpstr>
      <vt:lpstr>宋体</vt:lpstr>
      <vt:lpstr>Wingdings</vt:lpstr>
      <vt:lpstr>Symbol</vt:lpstr>
      <vt:lpstr>Arial</vt:lpstr>
      <vt:lpstr>Gulim</vt:lpstr>
      <vt:lpstr>Times New Roman</vt:lpstr>
      <vt:lpstr>-윤체M</vt:lpstr>
      <vt:lpstr>华文行楷</vt:lpstr>
      <vt:lpstr>华文新魏</vt:lpstr>
      <vt:lpstr>宋体</vt:lpstr>
      <vt:lpstr>黑体</vt:lpstr>
      <vt:lpstr>B139</vt:lpstr>
      <vt:lpstr>Visio</vt:lpstr>
      <vt:lpstr>公式</vt:lpstr>
      <vt:lpstr>Equation</vt:lpstr>
      <vt:lpstr>Equation.3</vt:lpstr>
      <vt:lpstr>人工智能原理及应用  第2章 搜索技术 </vt:lpstr>
      <vt:lpstr>人工智能的方法学</vt:lpstr>
      <vt:lpstr>PowerPoint 演示文稿</vt:lpstr>
      <vt:lpstr>PowerPoint 演示文稿</vt:lpstr>
      <vt:lpstr>   本章内容   2.1 搜索与问题求解  2.2 无信息搜索策略  2.3 启发式搜索策略  2.4 局部搜索算法  2.5 博弈搜索   </vt:lpstr>
      <vt:lpstr>2.1 全局搜索与问题求解   2.1.1 问题与问题的解  2.1.2 问题实例  2.1.3 搜索策略</vt:lpstr>
      <vt:lpstr>什么样的问题可以用全局搜索技术解决？</vt:lpstr>
      <vt:lpstr>PowerPoint 演示文稿</vt:lpstr>
      <vt:lpstr>八数码游戏</vt:lpstr>
      <vt:lpstr>八数码问题形式化</vt:lpstr>
      <vt:lpstr>河内塔(1)</vt:lpstr>
      <vt:lpstr>河内塔问题的搜索树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2.2 无信息（盲目）搜索策略  2.2.1  广度优先搜索 2.2.2  深度优先/（迭代）深度有限搜索 2.2.3  无信息搜索策略性能比较 </vt:lpstr>
      <vt:lpstr>2.2.1 广度优先搜索策略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广度优先搜索的性能</vt:lpstr>
      <vt:lpstr>PowerPoint 演示文稿</vt:lpstr>
      <vt:lpstr>2.2.2 深度优先和(迭代）深度有限搜索</vt:lpstr>
      <vt:lpstr>2.2.2 深度优先和(迭代）深度优先搜索</vt:lpstr>
      <vt:lpstr>PowerPoint 演示文稿</vt:lpstr>
      <vt:lpstr>PowerPoint 演示文稿</vt:lpstr>
      <vt:lpstr>无信息搜索策略比较</vt:lpstr>
      <vt:lpstr>2.3 启发式搜索策略  2.3.1 贪婪最佳优先搜索 2.3.2 A*搜索 2.3.3 启发函数 </vt:lpstr>
      <vt:lpstr>启发式搜索</vt:lpstr>
      <vt:lpstr>启发式搜索策略基本思想</vt:lpstr>
      <vt:lpstr>2.3.1 贪婪最佳优先搜索</vt:lpstr>
      <vt:lpstr>贪婪最佳优先搜索</vt:lpstr>
      <vt:lpstr>贪婪最佳优先搜索</vt:lpstr>
      <vt:lpstr>贪婪最佳优先搜索</vt:lpstr>
      <vt:lpstr>贪婪最佳优先搜索</vt:lpstr>
      <vt:lpstr>贪婪最佳优先搜索算法性能评估</vt:lpstr>
      <vt:lpstr>2.3.2 A*搜索</vt:lpstr>
      <vt:lpstr>2.3.2 A*搜索</vt:lpstr>
      <vt:lpstr>A* 搜索</vt:lpstr>
      <vt:lpstr>A* 搜索</vt:lpstr>
      <vt:lpstr>A* 搜索</vt:lpstr>
      <vt:lpstr>PowerPoint 演示文稿</vt:lpstr>
      <vt:lpstr>PowerPoint 演示文稿</vt:lpstr>
      <vt:lpstr>PowerPoint 演示文稿</vt:lpstr>
      <vt:lpstr>A*算法的性质(1)</vt:lpstr>
      <vt:lpstr>A*算法的性质</vt:lpstr>
      <vt:lpstr>2.3.3 启发函数</vt:lpstr>
      <vt:lpstr>如何设计启发函数</vt:lpstr>
      <vt:lpstr>A*算法路径寻优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2.4 博弈搜索  2.4.1 极大极小决策 2.4.2 -剪枝</vt:lpstr>
      <vt:lpstr>博弈搜索问题与方法</vt:lpstr>
      <vt:lpstr>井字棋的博弈树</vt:lpstr>
      <vt:lpstr>2.4.1 极大极小决策</vt:lpstr>
      <vt:lpstr>极大极小值(2)</vt:lpstr>
      <vt:lpstr>极大极小值(3)</vt:lpstr>
      <vt:lpstr>极大极小值算法说明</vt:lpstr>
      <vt:lpstr>极大极小值算法说明</vt:lpstr>
      <vt:lpstr>2.4.2 -剪枝</vt:lpstr>
      <vt:lpstr>-剪枝的效率</vt:lpstr>
      <vt:lpstr>2.5 局部搜索算法  2.5.1 局部搜索与最优化 2.5.2 爬山法搜索 2.5.3 模拟退火搜索 2.5.4 遗传算法</vt:lpstr>
      <vt:lpstr>局部搜索算法</vt:lpstr>
      <vt:lpstr>局部搜索算法的应用</vt:lpstr>
      <vt:lpstr>局部搜索算法</vt:lpstr>
      <vt:lpstr>2.4.2 爬山法搜索</vt:lpstr>
      <vt:lpstr>2.4.3 模拟退火搜索</vt:lpstr>
      <vt:lpstr>模拟退火的解决思路(1)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2.4.5 遗传算法</vt:lpstr>
      <vt:lpstr>遗传算法简要描述</vt:lpstr>
      <vt:lpstr>PowerPoint 演示文稿</vt:lpstr>
      <vt:lpstr>编码</vt:lpstr>
      <vt:lpstr>遗传操作——选择</vt:lpstr>
      <vt:lpstr>遗传操作——交叉</vt:lpstr>
      <vt:lpstr>遗传操作——变异</vt:lpstr>
      <vt:lpstr>遗传算法的特点</vt:lpstr>
      <vt:lpstr>遗传算法的模式</vt:lpstr>
      <vt:lpstr>模式举例</vt:lpstr>
      <vt:lpstr>基于遗传算法的流水车间调度方法</vt:lpstr>
      <vt:lpstr>基于遗传算法的流水车间调度方法</vt:lpstr>
      <vt:lpstr>基于遗传算法的流水车间调度方法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정윤주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人工智能原理  第4章 知识表示</dc:title>
  <dc:creator>123</dc:creator>
  <cp:lastModifiedBy>宗霖 李</cp:lastModifiedBy>
  <cp:revision>528</cp:revision>
  <dcterms:created xsi:type="dcterms:W3CDTF">2001-07-18T23:57:34Z</dcterms:created>
  <dcterms:modified xsi:type="dcterms:W3CDTF">2026-03-11T09:28:11Z</dcterms:modified>
</cp:coreProperties>
</file>